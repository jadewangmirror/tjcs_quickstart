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2" r:id="rId2"/>
  </p:sldMasterIdLst>
  <p:notesMasterIdLst>
    <p:notesMasterId r:id="rId12"/>
  </p:notesMasterIdLst>
  <p:sldIdLst>
    <p:sldId id="256" r:id="rId3"/>
    <p:sldId id="258" r:id="rId4"/>
    <p:sldId id="301" r:id="rId5"/>
    <p:sldId id="280" r:id="rId6"/>
    <p:sldId id="279" r:id="rId7"/>
    <p:sldId id="302" r:id="rId8"/>
    <p:sldId id="303" r:id="rId9"/>
    <p:sldId id="304" r:id="rId10"/>
    <p:sldId id="300" r:id="rId11"/>
  </p:sldIdLst>
  <p:sldSz cx="9144000" cy="5143500" type="screen16x9"/>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7F7F7F"/>
    <a:srgbClr val="273045"/>
    <a:srgbClr val="171B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p:restoredTop sz="96314" autoAdjust="0"/>
  </p:normalViewPr>
  <p:slideViewPr>
    <p:cSldViewPr>
      <p:cViewPr varScale="1">
        <p:scale>
          <a:sx n="114" d="100"/>
          <a:sy n="114" d="100"/>
        </p:scale>
        <p:origin x="390" y="66"/>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gs" Target="tags/tag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A6932C-E8B6-44D0-A35E-BAED5439DF3F}"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F5F7FE-2425-41AE-92C3-64087D421983}" type="slidenum">
              <a:rPr lang="zh-CN" altLang="en-US" smtClean="0"/>
              <a:t>‹#›</a:t>
            </a:fld>
            <a:endParaRPr lang="zh-CN" altLang="en-US"/>
          </a:p>
        </p:txBody>
      </p:sp>
    </p:spTree>
    <p:extLst>
      <p:ext uri="{BB962C8B-B14F-4D97-AF65-F5344CB8AC3E}">
        <p14:creationId xmlns:p14="http://schemas.microsoft.com/office/powerpoint/2010/main" val="1532390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F5F7FE-2425-41AE-92C3-64087D421983}" type="slidenum">
              <a:rPr lang="zh-CN" altLang="en-US" smtClean="0"/>
              <a:t>1</a:t>
            </a:fld>
            <a:endParaRPr lang="zh-CN" altLang="en-US"/>
          </a:p>
        </p:txBody>
      </p:sp>
    </p:spTree>
    <p:extLst>
      <p:ext uri="{BB962C8B-B14F-4D97-AF65-F5344CB8AC3E}">
        <p14:creationId xmlns:p14="http://schemas.microsoft.com/office/powerpoint/2010/main" val="3629805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F5F7FE-2425-41AE-92C3-64087D421983}" type="slidenum">
              <a:rPr lang="zh-CN" altLang="en-US" smtClean="0"/>
              <a:t>2</a:t>
            </a:fld>
            <a:endParaRPr lang="zh-CN" altLang="en-US"/>
          </a:p>
        </p:txBody>
      </p:sp>
    </p:spTree>
    <p:extLst>
      <p:ext uri="{BB962C8B-B14F-4D97-AF65-F5344CB8AC3E}">
        <p14:creationId xmlns:p14="http://schemas.microsoft.com/office/powerpoint/2010/main" val="11037308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5F5F7FE-2425-41AE-92C3-64087D421983}" type="slidenum">
              <a:rPr lang="zh-CN" altLang="en-US" smtClean="0"/>
              <a:t>3</a:t>
            </a:fld>
            <a:endParaRPr lang="zh-CN" altLang="en-US"/>
          </a:p>
        </p:txBody>
      </p:sp>
    </p:spTree>
    <p:extLst>
      <p:ext uri="{BB962C8B-B14F-4D97-AF65-F5344CB8AC3E}">
        <p14:creationId xmlns:p14="http://schemas.microsoft.com/office/powerpoint/2010/main" val="221015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F5F7FE-2425-41AE-92C3-64087D421983}" type="slidenum">
              <a:rPr lang="zh-CN" altLang="en-US" smtClean="0"/>
              <a:t>4</a:t>
            </a:fld>
            <a:endParaRPr lang="zh-CN" altLang="en-US"/>
          </a:p>
        </p:txBody>
      </p:sp>
    </p:spTree>
    <p:extLst>
      <p:ext uri="{BB962C8B-B14F-4D97-AF65-F5344CB8AC3E}">
        <p14:creationId xmlns:p14="http://schemas.microsoft.com/office/powerpoint/2010/main" val="1398143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F5F7FE-2425-41AE-92C3-64087D421983}" type="slidenum">
              <a:rPr lang="zh-CN" altLang="en-US" smtClean="0"/>
              <a:t>5</a:t>
            </a:fld>
            <a:endParaRPr lang="zh-CN" altLang="en-US"/>
          </a:p>
        </p:txBody>
      </p:sp>
    </p:spTree>
    <p:extLst>
      <p:ext uri="{BB962C8B-B14F-4D97-AF65-F5344CB8AC3E}">
        <p14:creationId xmlns:p14="http://schemas.microsoft.com/office/powerpoint/2010/main" val="216018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F5F7FE-2425-41AE-92C3-64087D421983}" type="slidenum">
              <a:rPr lang="zh-CN" altLang="en-US" smtClean="0"/>
              <a:t>6</a:t>
            </a:fld>
            <a:endParaRPr lang="zh-CN" altLang="en-US"/>
          </a:p>
        </p:txBody>
      </p:sp>
    </p:spTree>
    <p:extLst>
      <p:ext uri="{BB962C8B-B14F-4D97-AF65-F5344CB8AC3E}">
        <p14:creationId xmlns:p14="http://schemas.microsoft.com/office/powerpoint/2010/main" val="2711125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61E2-F137-90C6-5635-85CB952A7B0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E6820E-499E-9696-ECC1-E9C3432E7EE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77894C1-C997-36EC-2F38-BD6D3F9D17B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A473071-5675-C6B8-0031-58666742B229}"/>
              </a:ext>
            </a:extLst>
          </p:cNvPr>
          <p:cNvSpPr>
            <a:spLocks noGrp="1"/>
          </p:cNvSpPr>
          <p:nvPr>
            <p:ph type="sldNum" sz="quarter" idx="10"/>
          </p:nvPr>
        </p:nvSpPr>
        <p:spPr/>
        <p:txBody>
          <a:bodyPr/>
          <a:lstStyle/>
          <a:p>
            <a:fld id="{B5F5F7FE-2425-41AE-92C3-64087D421983}" type="slidenum">
              <a:rPr lang="zh-CN" altLang="en-US" smtClean="0"/>
              <a:t>7</a:t>
            </a:fld>
            <a:endParaRPr lang="zh-CN" altLang="en-US"/>
          </a:p>
        </p:txBody>
      </p:sp>
    </p:spTree>
    <p:extLst>
      <p:ext uri="{BB962C8B-B14F-4D97-AF65-F5344CB8AC3E}">
        <p14:creationId xmlns:p14="http://schemas.microsoft.com/office/powerpoint/2010/main" val="1761574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A0982-2068-6801-CE72-465813B501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117026-8018-B3F4-2B2C-52ED1748E7E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5E5669-52BB-1F74-395F-D2CE2EA45F2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C844DAB-460C-ED02-0944-C339A2FC01F9}"/>
              </a:ext>
            </a:extLst>
          </p:cNvPr>
          <p:cNvSpPr>
            <a:spLocks noGrp="1"/>
          </p:cNvSpPr>
          <p:nvPr>
            <p:ph type="sldNum" sz="quarter" idx="10"/>
          </p:nvPr>
        </p:nvSpPr>
        <p:spPr/>
        <p:txBody>
          <a:bodyPr/>
          <a:lstStyle/>
          <a:p>
            <a:fld id="{B5F5F7FE-2425-41AE-92C3-64087D421983}" type="slidenum">
              <a:rPr lang="zh-CN" altLang="en-US" smtClean="0"/>
              <a:t>8</a:t>
            </a:fld>
            <a:endParaRPr lang="zh-CN" altLang="en-US"/>
          </a:p>
        </p:txBody>
      </p:sp>
    </p:spTree>
    <p:extLst>
      <p:ext uri="{BB962C8B-B14F-4D97-AF65-F5344CB8AC3E}">
        <p14:creationId xmlns:p14="http://schemas.microsoft.com/office/powerpoint/2010/main" val="2596773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F5F7FE-2425-41AE-92C3-64087D421983}" type="slidenum">
              <a:rPr lang="zh-CN" altLang="en-US" smtClean="0"/>
              <a:t>9</a:t>
            </a:fld>
            <a:endParaRPr lang="zh-CN" altLang="en-US"/>
          </a:p>
        </p:txBody>
      </p:sp>
    </p:spTree>
    <p:extLst>
      <p:ext uri="{BB962C8B-B14F-4D97-AF65-F5344CB8AC3E}">
        <p14:creationId xmlns:p14="http://schemas.microsoft.com/office/powerpoint/2010/main" val="413854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11" name="TextBox 10"/>
          <p:cNvSpPr txBox="1"/>
          <p:nvPr userDrawn="1"/>
        </p:nvSpPr>
        <p:spPr>
          <a:xfrm>
            <a:off x="1259632" y="5020022"/>
            <a:ext cx="1800200" cy="118430"/>
          </a:xfrm>
          <a:prstGeom prst="rect">
            <a:avLst/>
          </a:prstGeom>
          <a:noFill/>
        </p:spPr>
        <p:txBody>
          <a:bodyPr wrap="square" rtlCol="0">
            <a:spAutoFit/>
          </a:bodyPr>
          <a:lstStyle/>
          <a:p>
            <a:pPr marL="0" marR="0" lvl="0" indent="0" defTabSz="914400" eaLnBrk="1" fontAlgn="auto" latinLnBrk="0" hangingPunct="1">
              <a:lnSpc>
                <a:spcPct val="2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black"/>
                </a:solidFill>
                <a:effectLst/>
                <a:uLnTx/>
                <a:uFillTx/>
                <a:hlinkClick r:id="rId2"/>
              </a:rPr>
              <a:t>PPT</a:t>
            </a:r>
            <a:r>
              <a:rPr kumimoji="0" lang="zh-CN" altLang="en-US" sz="100" b="0" i="0" u="none" strike="noStrike" kern="0" cap="none" spc="0" normalizeH="0" baseline="0" noProof="0" dirty="0">
                <a:ln>
                  <a:noFill/>
                </a:ln>
                <a:solidFill>
                  <a:prstClr val="black"/>
                </a:solidFill>
                <a:effectLst/>
                <a:uLnTx/>
                <a:uFillTx/>
                <a:hlinkClick r:id="rId2"/>
              </a:rPr>
              <a:t>模板</a:t>
            </a:r>
            <a:r>
              <a:rPr kumimoji="0" lang="zh-CN" altLang="en-US" sz="100" b="0" i="0" u="none" strike="noStrike" kern="0" cap="none" spc="0" normalizeH="0" baseline="0" noProof="0" dirty="0">
                <a:ln>
                  <a:noFill/>
                </a:ln>
                <a:solidFill>
                  <a:prstClr val="black"/>
                </a:solidFill>
                <a:effectLst/>
                <a:uLnTx/>
                <a:uFillTx/>
              </a:rPr>
              <a:t> </a:t>
            </a:r>
            <a:r>
              <a:rPr kumimoji="0" lang="en-US" altLang="zh-CN" sz="100" b="0" i="0" u="none" strike="noStrike" kern="0" cap="none" spc="0" normalizeH="0" baseline="0" noProof="0" dirty="0">
                <a:ln>
                  <a:noFill/>
                </a:ln>
                <a:solidFill>
                  <a:prstClr val="black"/>
                </a:solidFill>
                <a:effectLst/>
                <a:uLnTx/>
                <a:uFillTx/>
              </a:rPr>
              <a:t>http://www.1ppt.com/moban/</a:t>
            </a:r>
            <a:r>
              <a:rPr kumimoji="0" lang="zh-CN" altLang="en-US" sz="100" b="0" i="0" u="none" strike="noStrike" kern="0" cap="none" spc="0" normalizeH="0" baseline="0" noProof="0" dirty="0">
                <a:ln>
                  <a:noFill/>
                </a:ln>
                <a:solidFill>
                  <a:prstClr val="black"/>
                </a:solidFill>
                <a:effectLst/>
                <a:uLnTx/>
                <a:uFillTx/>
              </a:rPr>
              <a:t> </a:t>
            </a:r>
            <a:endParaRPr kumimoji="0" lang="en-US" altLang="zh-CN" sz="100" b="0" i="0" u="none" strike="noStrike" kern="0" cap="none" spc="0" normalizeH="0" baseline="0" noProof="0" dirty="0">
              <a:ln>
                <a:noFill/>
              </a:ln>
              <a:solidFill>
                <a:prstClr val="black"/>
              </a:solidFill>
              <a:effectLst/>
              <a:uLnTx/>
              <a:uFillTx/>
            </a:endParaRPr>
          </a:p>
        </p:txBody>
      </p:sp>
    </p:spTree>
    <p:extLst>
      <p:ext uri="{BB962C8B-B14F-4D97-AF65-F5344CB8AC3E}">
        <p14:creationId xmlns:p14="http://schemas.microsoft.com/office/powerpoint/2010/main" val="2164556806"/>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2025/10/16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Mai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381001" y="883821"/>
            <a:ext cx="8368363" cy="173255"/>
          </a:xfrm>
          <a:prstGeom prst="rect">
            <a:avLst/>
          </a:prstGeom>
        </p:spPr>
        <p:txBody>
          <a:bodyPr wrap="none" lIns="0" tIns="0" rIns="0" bIns="0" anchor="ctr">
            <a:noAutofit/>
          </a:bodyPr>
          <a:lstStyle>
            <a:lvl1pPr marL="0" indent="0" algn="ctr">
              <a:buNone/>
              <a:defRPr sz="1200" b="0" baseline="0">
                <a:solidFill>
                  <a:schemeClr val="bg1">
                    <a:lumMod val="65000"/>
                  </a:schemeClr>
                </a:solidFill>
                <a:latin typeface="+mn-lt"/>
                <a:ea typeface="Roboto" panose="02000000000000000000" pitchFamily="2" charset="0"/>
              </a:defRPr>
            </a:lvl1pPr>
            <a:lvl2pPr marL="457200" indent="0">
              <a:buNone/>
              <a:defRPr sz="1200"/>
            </a:lvl2pPr>
            <a:lvl3pPr marL="914400" indent="0">
              <a:buNone/>
              <a:defRPr sz="1001"/>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EDITE SUBTITLE</a:t>
            </a:r>
          </a:p>
        </p:txBody>
      </p:sp>
      <p:sp>
        <p:nvSpPr>
          <p:cNvPr id="9" name="Title 2"/>
          <p:cNvSpPr>
            <a:spLocks noGrp="1"/>
          </p:cNvSpPr>
          <p:nvPr>
            <p:ph type="title"/>
          </p:nvPr>
        </p:nvSpPr>
        <p:spPr>
          <a:xfrm>
            <a:off x="381001" y="341314"/>
            <a:ext cx="8368363" cy="495383"/>
          </a:xfrm>
          <a:prstGeom prst="rect">
            <a:avLst/>
          </a:prstGeom>
        </p:spPr>
        <p:txBody>
          <a:bodyPr lIns="0" tIns="0" rIns="0" bIns="0" anchor="ctr"/>
          <a:lstStyle>
            <a:lvl1pPr algn="ctr">
              <a:defRPr sz="3600">
                <a:solidFill>
                  <a:schemeClr val="bg1">
                    <a:lumMod val="50000"/>
                  </a:schemeClr>
                </a:solidFill>
              </a:defRPr>
            </a:lvl1pPr>
          </a:lstStyle>
          <a:p>
            <a:r>
              <a:rPr lang="en-US" dirty="0"/>
              <a:t>Click to edit Master title style</a:t>
            </a:r>
          </a:p>
        </p:txBody>
      </p:sp>
    </p:spTree>
    <p:extLst>
      <p:ext uri="{BB962C8B-B14F-4D97-AF65-F5344CB8AC3E}">
        <p14:creationId xmlns:p14="http://schemas.microsoft.com/office/powerpoint/2010/main" val="774907168"/>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2E3AAC11-D570-4EA9-AFC0-30FB72BA45EB}" type="datetimeFigureOut">
              <a:rPr lang="zh-CN" altLang="en-US" smtClean="0">
                <a:solidFill>
                  <a:prstClr val="black"/>
                </a:solidFill>
              </a:rPr>
              <a:pPr/>
              <a:t>2025/10/16</a:t>
            </a:fld>
            <a:endParaRPr lang="zh-CN" altLang="en-US">
              <a:solidFill>
                <a:prstClr val="black"/>
              </a:solidFill>
            </a:endParaRPr>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4651204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2E3AAC11-D570-4EA9-AFC0-30FB72BA45EB}" type="datetimeFigureOut">
              <a:rPr lang="zh-CN" altLang="en-US" smtClean="0">
                <a:solidFill>
                  <a:prstClr val="black"/>
                </a:solidFill>
              </a:rPr>
              <a:pPr/>
              <a:t>2025/10/16</a:t>
            </a:fld>
            <a:endParaRPr lang="zh-CN" altLang="en-US">
              <a:solidFill>
                <a:prstClr val="black"/>
              </a:solidFill>
            </a:endParaRPr>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161855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8106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2025/10/16</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1" r:id="rId6"/>
    <p:sldLayoutId id="2147483654" r:id="rId7"/>
    <p:sldLayoutId id="2147483655" r:id="rId8"/>
    <p:sldLayoutId id="2147483656" r:id="rId9"/>
    <p:sldLayoutId id="2147483657" r:id="rId10"/>
    <p:sldLayoutId id="2147483658" r:id="rId11"/>
    <p:sldLayoutId id="2147483659" r:id="rId12"/>
    <p:sldLayoutId id="2147483660" r:id="rId13"/>
  </p:sldLayoutIdLst>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278128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a:off x="-169752" y="169753"/>
            <a:ext cx="4227936" cy="3888432"/>
          </a:xfrm>
          <a:prstGeom prst="triangle">
            <a:avLst>
              <a:gd name="adj" fmla="val 0"/>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rot="18900000">
            <a:off x="1675926" y="618677"/>
            <a:ext cx="443459" cy="44345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矩形 5"/>
          <p:cNvSpPr/>
          <p:nvPr/>
        </p:nvSpPr>
        <p:spPr>
          <a:xfrm rot="18900000">
            <a:off x="1218202" y="1969952"/>
            <a:ext cx="288032" cy="2880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rot="18900000">
            <a:off x="526632" y="1152871"/>
            <a:ext cx="450432" cy="4504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mn-ea"/>
              <a:sym typeface="+mn-lt"/>
            </a:endParaRPr>
          </a:p>
          <a:p>
            <a:pPr algn="ctr"/>
            <a:endParaRPr lang="en-US" altLang="zh-CN" dirty="0">
              <a:cs typeface="+mn-ea"/>
              <a:sym typeface="+mn-lt"/>
            </a:endParaRPr>
          </a:p>
          <a:p>
            <a:pPr algn="ctr"/>
            <a:endParaRPr lang="en-US" altLang="zh-CN" dirty="0">
              <a:cs typeface="+mn-ea"/>
              <a:sym typeface="+mn-lt"/>
            </a:endParaRPr>
          </a:p>
          <a:p>
            <a:pPr algn="ctr"/>
            <a:endParaRPr lang="en-US" altLang="zh-CN" dirty="0">
              <a:cs typeface="+mn-ea"/>
              <a:sym typeface="+mn-lt"/>
            </a:endParaRPr>
          </a:p>
          <a:p>
            <a:pPr algn="ctr"/>
            <a:endParaRPr lang="en-US" altLang="zh-CN" dirty="0">
              <a:cs typeface="+mn-ea"/>
              <a:sym typeface="+mn-lt"/>
            </a:endParaRPr>
          </a:p>
          <a:p>
            <a:pPr algn="ctr"/>
            <a:endParaRPr lang="zh-CN" altLang="en-US" dirty="0">
              <a:cs typeface="+mn-ea"/>
              <a:sym typeface="+mn-lt"/>
            </a:endParaRPr>
          </a:p>
        </p:txBody>
      </p:sp>
      <p:sp>
        <p:nvSpPr>
          <p:cNvPr id="12" name="矩形 11"/>
          <p:cNvSpPr/>
          <p:nvPr/>
        </p:nvSpPr>
        <p:spPr>
          <a:xfrm rot="18900000">
            <a:off x="566624" y="1447533"/>
            <a:ext cx="397532" cy="397532"/>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13"/>
          <p:cNvSpPr/>
          <p:nvPr/>
        </p:nvSpPr>
        <p:spPr>
          <a:xfrm rot="18900000">
            <a:off x="3067483" y="470465"/>
            <a:ext cx="288032" cy="14401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rot="18900000">
            <a:off x="3198605" y="1933205"/>
            <a:ext cx="544052" cy="54405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p:cNvSpPr/>
          <p:nvPr/>
        </p:nvSpPr>
        <p:spPr>
          <a:xfrm rot="18900000">
            <a:off x="2826103" y="1368225"/>
            <a:ext cx="272026" cy="272026"/>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rot="18900000">
            <a:off x="3210016" y="2373976"/>
            <a:ext cx="272026" cy="272026"/>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rot="18900000">
            <a:off x="1998752" y="1636898"/>
            <a:ext cx="470822" cy="470822"/>
          </a:xfrm>
          <a:prstGeom prst="rect">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 name="组合 1"/>
          <p:cNvGrpSpPr/>
          <p:nvPr/>
        </p:nvGrpSpPr>
        <p:grpSpPr>
          <a:xfrm>
            <a:off x="478188" y="2491941"/>
            <a:ext cx="1604068" cy="1825962"/>
            <a:chOff x="478188" y="2491941"/>
            <a:chExt cx="1604068" cy="1825962"/>
          </a:xfrm>
        </p:grpSpPr>
        <p:sp>
          <p:nvSpPr>
            <p:cNvPr id="15" name="矩形 14"/>
            <p:cNvSpPr/>
            <p:nvPr/>
          </p:nvSpPr>
          <p:spPr>
            <a:xfrm rot="18900000">
              <a:off x="478188" y="2741565"/>
              <a:ext cx="732139" cy="7321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rot="18900000">
              <a:off x="1444626" y="3204415"/>
              <a:ext cx="606878" cy="6068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16"/>
            <p:cNvSpPr/>
            <p:nvPr/>
          </p:nvSpPr>
          <p:spPr>
            <a:xfrm rot="18900000">
              <a:off x="1241886" y="3051907"/>
              <a:ext cx="377718" cy="37771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p:cNvSpPr/>
            <p:nvPr/>
          </p:nvSpPr>
          <p:spPr>
            <a:xfrm rot="18900000">
              <a:off x="1210483" y="3663338"/>
              <a:ext cx="654565" cy="6545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p:cNvSpPr/>
            <p:nvPr/>
          </p:nvSpPr>
          <p:spPr>
            <a:xfrm rot="18900000">
              <a:off x="956846" y="3117753"/>
              <a:ext cx="654565" cy="6545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rot="18900000">
              <a:off x="1240646" y="2491941"/>
              <a:ext cx="841610" cy="84161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1" name="TextBox 30"/>
          <p:cNvSpPr txBox="1"/>
          <p:nvPr/>
        </p:nvSpPr>
        <p:spPr>
          <a:xfrm>
            <a:off x="2803353" y="1769902"/>
            <a:ext cx="5827236" cy="769441"/>
          </a:xfrm>
          <a:prstGeom prst="rect">
            <a:avLst/>
          </a:prstGeom>
          <a:noFill/>
        </p:spPr>
        <p:txBody>
          <a:bodyPr wrap="none" rtlCol="0">
            <a:spAutoFit/>
          </a:bodyPr>
          <a:lstStyle/>
          <a:p>
            <a:r>
              <a:rPr lang="zh-CN" altLang="en-US" sz="4400" b="1" dirty="0">
                <a:cs typeface="+mn-ea"/>
                <a:sym typeface="+mn-lt"/>
              </a:rPr>
              <a:t>嘉定校区出行规划助手</a:t>
            </a:r>
          </a:p>
        </p:txBody>
      </p:sp>
      <p:grpSp>
        <p:nvGrpSpPr>
          <p:cNvPr id="1025" name="组合 1024"/>
          <p:cNvGrpSpPr/>
          <p:nvPr/>
        </p:nvGrpSpPr>
        <p:grpSpPr>
          <a:xfrm>
            <a:off x="8010071" y="4323214"/>
            <a:ext cx="845241" cy="620356"/>
            <a:chOff x="7789817" y="4257180"/>
            <a:chExt cx="845241" cy="620356"/>
          </a:xfrm>
        </p:grpSpPr>
        <p:grpSp>
          <p:nvGrpSpPr>
            <p:cNvPr id="7" name="组合 6"/>
            <p:cNvGrpSpPr/>
            <p:nvPr/>
          </p:nvGrpSpPr>
          <p:grpSpPr>
            <a:xfrm>
              <a:off x="8306276" y="4330865"/>
              <a:ext cx="328782" cy="303293"/>
              <a:chOff x="8349677" y="4284250"/>
              <a:chExt cx="600042" cy="553523"/>
            </a:xfrm>
          </p:grpSpPr>
          <p:sp>
            <p:nvSpPr>
              <p:cNvPr id="21" name="矩形 20"/>
              <p:cNvSpPr/>
              <p:nvPr/>
            </p:nvSpPr>
            <p:spPr>
              <a:xfrm rot="18900000">
                <a:off x="8349677" y="4284250"/>
                <a:ext cx="272026" cy="272026"/>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矩形 21"/>
              <p:cNvSpPr/>
              <p:nvPr/>
            </p:nvSpPr>
            <p:spPr>
              <a:xfrm rot="18900000">
                <a:off x="8724654" y="4612708"/>
                <a:ext cx="225065" cy="2250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7" name="矩形 46"/>
            <p:cNvSpPr/>
            <p:nvPr/>
          </p:nvSpPr>
          <p:spPr>
            <a:xfrm rot="8100000">
              <a:off x="7789817" y="4339105"/>
              <a:ext cx="264135" cy="2641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p:cNvSpPr/>
            <p:nvPr/>
          </p:nvSpPr>
          <p:spPr>
            <a:xfrm rot="8100000">
              <a:off x="8102733" y="4745468"/>
              <a:ext cx="132068" cy="1320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矩形 49"/>
            <p:cNvSpPr/>
            <p:nvPr/>
          </p:nvSpPr>
          <p:spPr>
            <a:xfrm rot="8100000">
              <a:off x="7916345" y="4257180"/>
              <a:ext cx="132068" cy="132068"/>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55" name="TextBox 54"/>
          <p:cNvSpPr txBox="1"/>
          <p:nvPr/>
        </p:nvSpPr>
        <p:spPr>
          <a:xfrm>
            <a:off x="4258321" y="2894060"/>
            <a:ext cx="4294340" cy="369332"/>
          </a:xfrm>
          <a:prstGeom prst="rect">
            <a:avLst/>
          </a:prstGeom>
          <a:noFill/>
        </p:spPr>
        <p:txBody>
          <a:bodyPr wrap="square" rtlCol="0">
            <a:spAutoFit/>
          </a:bodyPr>
          <a:lstStyle/>
          <a:p>
            <a:pPr algn="r"/>
            <a:r>
              <a:rPr lang="zh-CN" altLang="en-US" b="1" dirty="0">
                <a:cs typeface="+mn-ea"/>
                <a:sym typeface="+mn-lt"/>
              </a:rPr>
              <a:t>同济大学软件工程项目需求汇报</a:t>
            </a:r>
          </a:p>
        </p:txBody>
      </p:sp>
      <p:grpSp>
        <p:nvGrpSpPr>
          <p:cNvPr id="1030" name="组合 1029"/>
          <p:cNvGrpSpPr/>
          <p:nvPr/>
        </p:nvGrpSpPr>
        <p:grpSpPr>
          <a:xfrm>
            <a:off x="3346029" y="-367929"/>
            <a:ext cx="1237092" cy="1436232"/>
            <a:chOff x="3288977" y="-263355"/>
            <a:chExt cx="1237092" cy="1436232"/>
          </a:xfrm>
        </p:grpSpPr>
        <p:cxnSp>
          <p:nvCxnSpPr>
            <p:cNvPr id="1029" name="直接连接符 1028"/>
            <p:cNvCxnSpPr/>
            <p:nvPr/>
          </p:nvCxnSpPr>
          <p:spPr>
            <a:xfrm flipV="1">
              <a:off x="3685663" y="-263355"/>
              <a:ext cx="840406" cy="840406"/>
            </a:xfrm>
            <a:prstGeom prst="line">
              <a:avLst/>
            </a:prstGeom>
            <a:ln w="12700">
              <a:solidFill>
                <a:srgbClr val="273045"/>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3288977" y="332471"/>
              <a:ext cx="840406" cy="84040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60" name="直接连接符 59"/>
          <p:cNvCxnSpPr/>
          <p:nvPr/>
        </p:nvCxnSpPr>
        <p:spPr>
          <a:xfrm flipV="1">
            <a:off x="401078" y="4725733"/>
            <a:ext cx="840406" cy="840406"/>
          </a:xfrm>
          <a:prstGeom prst="line">
            <a:avLst/>
          </a:prstGeom>
          <a:ln w="12700">
            <a:solidFill>
              <a:srgbClr val="273045"/>
            </a:solidFill>
          </a:ln>
        </p:spPr>
        <p:style>
          <a:lnRef idx="1">
            <a:schemeClr val="accent1"/>
          </a:lnRef>
          <a:fillRef idx="0">
            <a:schemeClr val="accent1"/>
          </a:fillRef>
          <a:effectRef idx="0">
            <a:schemeClr val="accent1"/>
          </a:effectRef>
          <a:fontRef idx="minor">
            <a:schemeClr val="tx1"/>
          </a:fontRef>
        </p:style>
      </p:cxnSp>
      <p:sp>
        <p:nvSpPr>
          <p:cNvPr id="1031" name="矩形 1030"/>
          <p:cNvSpPr/>
          <p:nvPr/>
        </p:nvSpPr>
        <p:spPr>
          <a:xfrm>
            <a:off x="8666593" y="1493640"/>
            <a:ext cx="79313" cy="1788898"/>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矩形 34"/>
          <p:cNvSpPr/>
          <p:nvPr/>
        </p:nvSpPr>
        <p:spPr>
          <a:xfrm rot="18900000">
            <a:off x="1044499" y="3248316"/>
            <a:ext cx="393968" cy="3939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TextBox 36"/>
          <p:cNvSpPr txBox="1"/>
          <p:nvPr/>
        </p:nvSpPr>
        <p:spPr>
          <a:xfrm>
            <a:off x="4165462" y="3547284"/>
            <a:ext cx="4628190" cy="2769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i="0" u="none" strike="noStrike" kern="0" cap="none" spc="0" normalizeH="0" baseline="0" noProof="0" dirty="0">
                <a:ln>
                  <a:noFill/>
                </a:ln>
                <a:solidFill>
                  <a:prstClr val="black"/>
                </a:solidFill>
                <a:effectLst/>
                <a:uLnTx/>
                <a:uFillTx/>
                <a:latin typeface="Cambria" panose="02040503050406030204" pitchFamily="18" charset="0"/>
              </a:rPr>
              <a:t>汇报小组：软工笑传之</a:t>
            </a:r>
            <a:r>
              <a:rPr kumimoji="0" lang="en-US" altLang="zh-CN" sz="1200" i="0" u="none" strike="noStrike" kern="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rPr>
              <a:t>Code Cooperate Branch  </a:t>
            </a:r>
            <a:r>
              <a:rPr kumimoji="0" lang="zh-CN" altLang="en-US" sz="1200" i="0" u="none" strike="noStrike" kern="0" cap="none" spc="0" normalizeH="0" baseline="0" noProof="0" dirty="0">
                <a:ln>
                  <a:noFill/>
                </a:ln>
                <a:solidFill>
                  <a:prstClr val="black"/>
                </a:solidFill>
                <a:effectLst/>
                <a:uLnTx/>
                <a:uFillTx/>
                <a:latin typeface="Cambria" panose="02040503050406030204" pitchFamily="18" charset="0"/>
              </a:rPr>
              <a:t>时间：</a:t>
            </a:r>
            <a:r>
              <a:rPr kumimoji="0" lang="en-US" altLang="zh-CN" sz="1200" i="0" u="none" strike="noStrike" kern="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rPr>
              <a:t>2025</a:t>
            </a:r>
            <a:r>
              <a:rPr lang="en-US" altLang="zh-CN" sz="1200" kern="0" dirty="0">
                <a:solidFill>
                  <a:prstClr val="black"/>
                </a:solidFill>
                <a:latin typeface="Cambria" panose="02040503050406030204" pitchFamily="18" charset="0"/>
                <a:ea typeface="Cambria" panose="02040503050406030204" pitchFamily="18" charset="0"/>
              </a:rPr>
              <a:t>/10/15</a:t>
            </a:r>
            <a:endParaRPr kumimoji="0" lang="zh-CN" altLang="en-US" sz="1200" i="0" u="none" strike="noStrike" kern="0" cap="none" spc="0" normalizeH="0" baseline="0" noProof="0" dirty="0">
              <a:ln>
                <a:noFill/>
              </a:ln>
              <a:solidFill>
                <a:prstClr val="black"/>
              </a:solidFill>
              <a:effectLst/>
              <a:uLnTx/>
              <a:uFillTx/>
              <a:latin typeface="Cambria" panose="02040503050406030204" pitchFamily="18" charset="0"/>
            </a:endParaRPr>
          </a:p>
        </p:txBody>
      </p:sp>
      <p:sp>
        <p:nvSpPr>
          <p:cNvPr id="3" name="TextBox 36">
            <a:extLst>
              <a:ext uri="{FF2B5EF4-FFF2-40B4-BE49-F238E27FC236}">
                <a16:creationId xmlns:a16="http://schemas.microsoft.com/office/drawing/2014/main" id="{62DCC129-CFE8-11EC-34D0-0CFFDDF63B19}"/>
              </a:ext>
            </a:extLst>
          </p:cNvPr>
          <p:cNvSpPr txBox="1"/>
          <p:nvPr/>
        </p:nvSpPr>
        <p:spPr>
          <a:xfrm>
            <a:off x="4951377" y="3885043"/>
            <a:ext cx="3679212"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solidFill>
                  <a:prstClr val="black"/>
                </a:solidFill>
                <a:effectLst/>
                <a:uLnTx/>
                <a:uFillTx/>
                <a:latin typeface="Cambria" panose="02040503050406030204" pitchFamily="18" charset="0"/>
              </a:rPr>
              <a:t>2351274 </a:t>
            </a:r>
            <a:r>
              <a:rPr kumimoji="0" lang="zh-CN" altLang="en-US" sz="900" b="1" i="0" u="none" strike="noStrike" kern="0" cap="none" spc="0" normalizeH="0" baseline="0" noProof="0" dirty="0">
                <a:ln>
                  <a:noFill/>
                </a:ln>
                <a:solidFill>
                  <a:prstClr val="black"/>
                </a:solidFill>
                <a:effectLst/>
                <a:uLnTx/>
                <a:uFillTx/>
                <a:latin typeface="Cambria" panose="02040503050406030204" pitchFamily="18" charset="0"/>
              </a:rPr>
              <a:t>王亦玮    </a:t>
            </a:r>
            <a:r>
              <a:rPr kumimoji="0" lang="en-US" altLang="zh-CN" sz="900" b="1" i="0" u="none" strike="noStrike" kern="0" cap="none" spc="0" normalizeH="0" baseline="0" noProof="0" dirty="0">
                <a:ln>
                  <a:noFill/>
                </a:ln>
                <a:solidFill>
                  <a:prstClr val="black"/>
                </a:solidFill>
                <a:effectLst/>
                <a:uLnTx/>
                <a:uFillTx/>
                <a:latin typeface="Cambria" panose="02040503050406030204" pitchFamily="18" charset="0"/>
              </a:rPr>
              <a:t>2350231 </a:t>
            </a:r>
            <a:r>
              <a:rPr kumimoji="0" lang="zh-CN" altLang="en-US" sz="900" b="1" i="0" u="none" strike="noStrike" kern="0" cap="none" spc="0" normalizeH="0" baseline="0" noProof="0" dirty="0">
                <a:ln>
                  <a:noFill/>
                </a:ln>
                <a:solidFill>
                  <a:prstClr val="black"/>
                </a:solidFill>
                <a:effectLst/>
                <a:uLnTx/>
                <a:uFillTx/>
                <a:latin typeface="Cambria" panose="02040503050406030204" pitchFamily="18" charset="0"/>
              </a:rPr>
              <a:t>高柏舟    </a:t>
            </a:r>
            <a:r>
              <a:rPr kumimoji="0" lang="en-US" altLang="zh-CN" sz="900" b="1" i="0" u="none" strike="noStrike" kern="0" cap="none" spc="0" normalizeH="0" baseline="0" noProof="0" dirty="0">
                <a:ln>
                  <a:noFill/>
                </a:ln>
                <a:solidFill>
                  <a:prstClr val="black"/>
                </a:solidFill>
                <a:effectLst/>
                <a:uLnTx/>
                <a:uFillTx/>
                <a:latin typeface="Cambria" panose="02040503050406030204" pitchFamily="18" charset="0"/>
              </a:rPr>
              <a:t>2353113 </a:t>
            </a:r>
            <a:r>
              <a:rPr kumimoji="0" lang="zh-CN" altLang="en-US" sz="900" b="1" i="0" u="none" strike="noStrike" kern="0" cap="none" spc="0" normalizeH="0" baseline="0" noProof="0" dirty="0">
                <a:ln>
                  <a:noFill/>
                </a:ln>
                <a:solidFill>
                  <a:prstClr val="black"/>
                </a:solidFill>
                <a:effectLst/>
                <a:uLnTx/>
                <a:uFillTx/>
                <a:latin typeface="Cambria" panose="02040503050406030204" pitchFamily="18" charset="0"/>
              </a:rPr>
              <a:t>李阔    </a:t>
            </a:r>
            <a:r>
              <a:rPr kumimoji="0" lang="en-US" altLang="zh-CN" sz="900" b="1" i="0" u="none" strike="noStrike" kern="0" cap="none" spc="0" normalizeH="0" baseline="0" noProof="0" dirty="0">
                <a:ln>
                  <a:noFill/>
                </a:ln>
                <a:solidFill>
                  <a:prstClr val="black"/>
                </a:solidFill>
                <a:effectLst/>
                <a:uLnTx/>
                <a:uFillTx/>
                <a:latin typeface="Cambria" panose="02040503050406030204" pitchFamily="18" charset="0"/>
              </a:rPr>
              <a:t>2350233 </a:t>
            </a:r>
            <a:r>
              <a:rPr kumimoji="0" lang="zh-CN" altLang="en-US" sz="900" b="1" i="0" u="none" strike="noStrike" kern="0" cap="none" spc="0" normalizeH="0" baseline="0" noProof="0" dirty="0">
                <a:ln>
                  <a:noFill/>
                </a:ln>
                <a:solidFill>
                  <a:prstClr val="black"/>
                </a:solidFill>
                <a:effectLst/>
                <a:uLnTx/>
                <a:uFillTx/>
                <a:latin typeface="Cambria" panose="02040503050406030204" pitchFamily="18" charset="0"/>
              </a:rPr>
              <a:t>叶辰</a:t>
            </a:r>
            <a:endParaRPr kumimoji="0" lang="en-US" altLang="zh-CN" sz="900" b="1" i="0" u="none" strike="noStrike" kern="0" cap="none" spc="0" normalizeH="0" baseline="0" noProof="0" dirty="0">
              <a:ln>
                <a:noFill/>
              </a:ln>
              <a:solidFill>
                <a:prstClr val="black"/>
              </a:solidFill>
              <a:effectLst/>
              <a:uLnTx/>
              <a:uFillTx/>
              <a:latin typeface="Cambria" panose="020405030504060302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US" altLang="zh-CN" sz="900" b="1" kern="0" dirty="0">
                <a:solidFill>
                  <a:prstClr val="black"/>
                </a:solidFill>
                <a:latin typeface="Cambria" panose="02040503050406030204" pitchFamily="18" charset="0"/>
              </a:rPr>
              <a:t>2352688 </a:t>
            </a:r>
            <a:r>
              <a:rPr lang="zh-CN" altLang="en-US" sz="900" b="1" kern="0" dirty="0">
                <a:solidFill>
                  <a:prstClr val="black"/>
                </a:solidFill>
                <a:latin typeface="Cambria" panose="02040503050406030204" pitchFamily="18" charset="0"/>
              </a:rPr>
              <a:t>周乐鑫    </a:t>
            </a:r>
            <a:r>
              <a:rPr lang="en-US" altLang="zh-CN" sz="900" b="1" kern="0" dirty="0">
                <a:solidFill>
                  <a:prstClr val="black"/>
                </a:solidFill>
                <a:latin typeface="Cambria" panose="02040503050406030204" pitchFamily="18" charset="0"/>
              </a:rPr>
              <a:t>2352978 </a:t>
            </a:r>
            <a:r>
              <a:rPr lang="zh-CN" altLang="en-US" sz="900" b="1" kern="0" dirty="0">
                <a:solidFill>
                  <a:prstClr val="black"/>
                </a:solidFill>
                <a:latin typeface="Cambria" panose="02040503050406030204" pitchFamily="18" charset="0"/>
              </a:rPr>
              <a:t>许思源    </a:t>
            </a:r>
            <a:r>
              <a:rPr lang="en-US" altLang="zh-CN" sz="900" b="1" kern="0" dirty="0">
                <a:solidFill>
                  <a:prstClr val="black"/>
                </a:solidFill>
                <a:latin typeface="Cambria" panose="02040503050406030204" pitchFamily="18" charset="0"/>
              </a:rPr>
              <a:t>2351106 </a:t>
            </a:r>
            <a:r>
              <a:rPr lang="zh-CN" altLang="en-US" sz="900" b="1" kern="0" dirty="0">
                <a:solidFill>
                  <a:prstClr val="black"/>
                </a:solidFill>
                <a:latin typeface="Cambria" panose="02040503050406030204" pitchFamily="18" charset="0"/>
              </a:rPr>
              <a:t>冯可</a:t>
            </a:r>
            <a:endParaRPr kumimoji="0" lang="zh-CN" altLang="en-US" sz="900" b="1" i="0" u="none" strike="noStrike" kern="0" cap="none" spc="0" normalizeH="0" baseline="0" noProof="0" dirty="0">
              <a:ln>
                <a:noFill/>
              </a:ln>
              <a:solidFill>
                <a:prstClr val="black"/>
              </a:solidFill>
              <a:effectLst/>
              <a:uLnTx/>
              <a:uFillTx/>
              <a:latin typeface="Cambria" panose="02040503050406030204" pitchFamily="18" charset="0"/>
            </a:endParaRPr>
          </a:p>
        </p:txBody>
      </p:sp>
    </p:spTree>
    <p:extLst>
      <p:ext uri="{BB962C8B-B14F-4D97-AF65-F5344CB8AC3E}">
        <p14:creationId xmlns:p14="http://schemas.microsoft.com/office/powerpoint/2010/main" val="73261749"/>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42" presetClass="entr" presetSubtype="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50"/>
                                        <p:tgtEl>
                                          <p:spTgt spid="5"/>
                                        </p:tgtEl>
                                      </p:cBhvr>
                                    </p:animEffect>
                                    <p:anim calcmode="lin" valueType="num">
                                      <p:cBhvr>
                                        <p:cTn id="12" dur="750" fill="hold"/>
                                        <p:tgtEl>
                                          <p:spTgt spid="5"/>
                                        </p:tgtEl>
                                        <p:attrNameLst>
                                          <p:attrName>ppt_x</p:attrName>
                                        </p:attrNameLst>
                                      </p:cBhvr>
                                      <p:tavLst>
                                        <p:tav tm="0">
                                          <p:val>
                                            <p:strVal val="#ppt_x"/>
                                          </p:val>
                                        </p:tav>
                                        <p:tav tm="100000">
                                          <p:val>
                                            <p:strVal val="#ppt_x"/>
                                          </p:val>
                                        </p:tav>
                                      </p:tavLst>
                                    </p:anim>
                                    <p:anim calcmode="lin" valueType="num">
                                      <p:cBhvr>
                                        <p:cTn id="13" dur="75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5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anim calcmode="lin" valueType="num">
                                      <p:cBhvr>
                                        <p:cTn id="17" dur="750" fill="hold"/>
                                        <p:tgtEl>
                                          <p:spTgt spid="11"/>
                                        </p:tgtEl>
                                        <p:attrNameLst>
                                          <p:attrName>ppt_x</p:attrName>
                                        </p:attrNameLst>
                                      </p:cBhvr>
                                      <p:tavLst>
                                        <p:tav tm="0">
                                          <p:val>
                                            <p:strVal val="#ppt_x"/>
                                          </p:val>
                                        </p:tav>
                                        <p:tav tm="100000">
                                          <p:val>
                                            <p:strVal val="#ppt_x"/>
                                          </p:val>
                                        </p:tav>
                                      </p:tavLst>
                                    </p:anim>
                                    <p:anim calcmode="lin" valueType="num">
                                      <p:cBhvr>
                                        <p:cTn id="18" dur="750" fill="hold"/>
                                        <p:tgtEl>
                                          <p:spTgt spid="1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anim calcmode="lin" valueType="num">
                                      <p:cBhvr>
                                        <p:cTn id="22" dur="750" fill="hold"/>
                                        <p:tgtEl>
                                          <p:spTgt spid="12"/>
                                        </p:tgtEl>
                                        <p:attrNameLst>
                                          <p:attrName>ppt_x</p:attrName>
                                        </p:attrNameLst>
                                      </p:cBhvr>
                                      <p:tavLst>
                                        <p:tav tm="0">
                                          <p:val>
                                            <p:strVal val="#ppt_x"/>
                                          </p:val>
                                        </p:tav>
                                        <p:tav tm="100000">
                                          <p:val>
                                            <p:strVal val="#ppt_x"/>
                                          </p:val>
                                        </p:tav>
                                      </p:tavLst>
                                    </p:anim>
                                    <p:anim calcmode="lin" valueType="num">
                                      <p:cBhvr>
                                        <p:cTn id="23" dur="750" fill="hold"/>
                                        <p:tgtEl>
                                          <p:spTgt spid="12"/>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50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750"/>
                                        <p:tgtEl>
                                          <p:spTgt spid="6"/>
                                        </p:tgtEl>
                                      </p:cBhvr>
                                    </p:animEffect>
                                    <p:anim calcmode="lin" valueType="num">
                                      <p:cBhvr>
                                        <p:cTn id="27" dur="750" fill="hold"/>
                                        <p:tgtEl>
                                          <p:spTgt spid="6"/>
                                        </p:tgtEl>
                                        <p:attrNameLst>
                                          <p:attrName>ppt_x</p:attrName>
                                        </p:attrNameLst>
                                      </p:cBhvr>
                                      <p:tavLst>
                                        <p:tav tm="0">
                                          <p:val>
                                            <p:strVal val="#ppt_x"/>
                                          </p:val>
                                        </p:tav>
                                        <p:tav tm="100000">
                                          <p:val>
                                            <p:strVal val="#ppt_x"/>
                                          </p:val>
                                        </p:tav>
                                      </p:tavLst>
                                    </p:anim>
                                    <p:anim calcmode="lin" valueType="num">
                                      <p:cBhvr>
                                        <p:cTn id="28" dur="75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75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750"/>
                                        <p:tgtEl>
                                          <p:spTgt spid="26"/>
                                        </p:tgtEl>
                                      </p:cBhvr>
                                    </p:animEffect>
                                    <p:anim calcmode="lin" valueType="num">
                                      <p:cBhvr>
                                        <p:cTn id="32" dur="750" fill="hold"/>
                                        <p:tgtEl>
                                          <p:spTgt spid="26"/>
                                        </p:tgtEl>
                                        <p:attrNameLst>
                                          <p:attrName>ppt_x</p:attrName>
                                        </p:attrNameLst>
                                      </p:cBhvr>
                                      <p:tavLst>
                                        <p:tav tm="0">
                                          <p:val>
                                            <p:strVal val="#ppt_x"/>
                                          </p:val>
                                        </p:tav>
                                        <p:tav tm="100000">
                                          <p:val>
                                            <p:strVal val="#ppt_x"/>
                                          </p:val>
                                        </p:tav>
                                      </p:tavLst>
                                    </p:anim>
                                    <p:anim calcmode="lin" valueType="num">
                                      <p:cBhvr>
                                        <p:cTn id="33" dur="750" fill="hold"/>
                                        <p:tgtEl>
                                          <p:spTgt spid="2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75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750"/>
                                        <p:tgtEl>
                                          <p:spTgt spid="20"/>
                                        </p:tgtEl>
                                      </p:cBhvr>
                                    </p:animEffect>
                                    <p:anim calcmode="lin" valueType="num">
                                      <p:cBhvr>
                                        <p:cTn id="37" dur="750" fill="hold"/>
                                        <p:tgtEl>
                                          <p:spTgt spid="20"/>
                                        </p:tgtEl>
                                        <p:attrNameLst>
                                          <p:attrName>ppt_x</p:attrName>
                                        </p:attrNameLst>
                                      </p:cBhvr>
                                      <p:tavLst>
                                        <p:tav tm="0">
                                          <p:val>
                                            <p:strVal val="#ppt_x"/>
                                          </p:val>
                                        </p:tav>
                                        <p:tav tm="100000">
                                          <p:val>
                                            <p:strVal val="#ppt_x"/>
                                          </p:val>
                                        </p:tav>
                                      </p:tavLst>
                                    </p:anim>
                                    <p:anim calcmode="lin" valueType="num">
                                      <p:cBhvr>
                                        <p:cTn id="38" dur="75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100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750"/>
                                        <p:tgtEl>
                                          <p:spTgt spid="23"/>
                                        </p:tgtEl>
                                      </p:cBhvr>
                                    </p:animEffect>
                                    <p:anim calcmode="lin" valueType="num">
                                      <p:cBhvr>
                                        <p:cTn id="42" dur="750" fill="hold"/>
                                        <p:tgtEl>
                                          <p:spTgt spid="23"/>
                                        </p:tgtEl>
                                        <p:attrNameLst>
                                          <p:attrName>ppt_x</p:attrName>
                                        </p:attrNameLst>
                                      </p:cBhvr>
                                      <p:tavLst>
                                        <p:tav tm="0">
                                          <p:val>
                                            <p:strVal val="#ppt_x"/>
                                          </p:val>
                                        </p:tav>
                                        <p:tav tm="100000">
                                          <p:val>
                                            <p:strVal val="#ppt_x"/>
                                          </p:val>
                                        </p:tav>
                                      </p:tavLst>
                                    </p:anim>
                                    <p:anim calcmode="lin" valueType="num">
                                      <p:cBhvr>
                                        <p:cTn id="43" dur="750" fill="hold"/>
                                        <p:tgtEl>
                                          <p:spTgt spid="23"/>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100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750"/>
                                        <p:tgtEl>
                                          <p:spTgt spid="25"/>
                                        </p:tgtEl>
                                      </p:cBhvr>
                                    </p:animEffect>
                                    <p:anim calcmode="lin" valueType="num">
                                      <p:cBhvr>
                                        <p:cTn id="47" dur="750" fill="hold"/>
                                        <p:tgtEl>
                                          <p:spTgt spid="25"/>
                                        </p:tgtEl>
                                        <p:attrNameLst>
                                          <p:attrName>ppt_x</p:attrName>
                                        </p:attrNameLst>
                                      </p:cBhvr>
                                      <p:tavLst>
                                        <p:tav tm="0">
                                          <p:val>
                                            <p:strVal val="#ppt_x"/>
                                          </p:val>
                                        </p:tav>
                                        <p:tav tm="100000">
                                          <p:val>
                                            <p:strVal val="#ppt_x"/>
                                          </p:val>
                                        </p:tav>
                                      </p:tavLst>
                                    </p:anim>
                                    <p:anim calcmode="lin" valueType="num">
                                      <p:cBhvr>
                                        <p:cTn id="48" dur="750" fill="hold"/>
                                        <p:tgtEl>
                                          <p:spTgt spid="25"/>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10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750"/>
                                        <p:tgtEl>
                                          <p:spTgt spid="14"/>
                                        </p:tgtEl>
                                      </p:cBhvr>
                                    </p:animEffect>
                                    <p:anim calcmode="lin" valueType="num">
                                      <p:cBhvr>
                                        <p:cTn id="52" dur="750" fill="hold"/>
                                        <p:tgtEl>
                                          <p:spTgt spid="14"/>
                                        </p:tgtEl>
                                        <p:attrNameLst>
                                          <p:attrName>ppt_x</p:attrName>
                                        </p:attrNameLst>
                                      </p:cBhvr>
                                      <p:tavLst>
                                        <p:tav tm="0">
                                          <p:val>
                                            <p:strVal val="#ppt_x"/>
                                          </p:val>
                                        </p:tav>
                                        <p:tav tm="100000">
                                          <p:val>
                                            <p:strVal val="#ppt_x"/>
                                          </p:val>
                                        </p:tav>
                                      </p:tavLst>
                                    </p:anim>
                                    <p:anim calcmode="lin" valueType="num">
                                      <p:cBhvr>
                                        <p:cTn id="53" dur="7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150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750"/>
                                        <p:tgtEl>
                                          <p:spTgt spid="2"/>
                                        </p:tgtEl>
                                      </p:cBhvr>
                                    </p:animEffect>
                                    <p:anim calcmode="lin" valueType="num">
                                      <p:cBhvr>
                                        <p:cTn id="57" dur="750" fill="hold"/>
                                        <p:tgtEl>
                                          <p:spTgt spid="2"/>
                                        </p:tgtEl>
                                        <p:attrNameLst>
                                          <p:attrName>ppt_x</p:attrName>
                                        </p:attrNameLst>
                                      </p:cBhvr>
                                      <p:tavLst>
                                        <p:tav tm="0">
                                          <p:val>
                                            <p:strVal val="#ppt_x"/>
                                          </p:val>
                                        </p:tav>
                                        <p:tav tm="100000">
                                          <p:val>
                                            <p:strVal val="#ppt_x"/>
                                          </p:val>
                                        </p:tav>
                                      </p:tavLst>
                                    </p:anim>
                                    <p:anim calcmode="lin" valueType="num">
                                      <p:cBhvr>
                                        <p:cTn id="58" dur="750" fill="hold"/>
                                        <p:tgtEl>
                                          <p:spTgt spid="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175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750"/>
                                        <p:tgtEl>
                                          <p:spTgt spid="35"/>
                                        </p:tgtEl>
                                      </p:cBhvr>
                                    </p:animEffect>
                                    <p:anim calcmode="lin" valueType="num">
                                      <p:cBhvr>
                                        <p:cTn id="62" dur="750" fill="hold"/>
                                        <p:tgtEl>
                                          <p:spTgt spid="35"/>
                                        </p:tgtEl>
                                        <p:attrNameLst>
                                          <p:attrName>ppt_x</p:attrName>
                                        </p:attrNameLst>
                                      </p:cBhvr>
                                      <p:tavLst>
                                        <p:tav tm="0">
                                          <p:val>
                                            <p:strVal val="#ppt_x"/>
                                          </p:val>
                                        </p:tav>
                                        <p:tav tm="100000">
                                          <p:val>
                                            <p:strVal val="#ppt_x"/>
                                          </p:val>
                                        </p:tav>
                                      </p:tavLst>
                                    </p:anim>
                                    <p:anim calcmode="lin" valueType="num">
                                      <p:cBhvr>
                                        <p:cTn id="63" dur="750" fill="hold"/>
                                        <p:tgtEl>
                                          <p:spTgt spid="35"/>
                                        </p:tgtEl>
                                        <p:attrNameLst>
                                          <p:attrName>ppt_y</p:attrName>
                                        </p:attrNameLst>
                                      </p:cBhvr>
                                      <p:tavLst>
                                        <p:tav tm="0">
                                          <p:val>
                                            <p:strVal val="#ppt_y+.1"/>
                                          </p:val>
                                        </p:tav>
                                        <p:tav tm="100000">
                                          <p:val>
                                            <p:strVal val="#ppt_y"/>
                                          </p:val>
                                        </p:tav>
                                      </p:tavLst>
                                    </p:anim>
                                  </p:childTnLst>
                                </p:cTn>
                              </p:par>
                            </p:childTnLst>
                          </p:cTn>
                        </p:par>
                        <p:par>
                          <p:cTn id="64" fill="hold">
                            <p:stCondLst>
                              <p:cond delay="2500"/>
                            </p:stCondLst>
                            <p:childTnLst>
                              <p:par>
                                <p:cTn id="65" presetID="22" presetClass="entr" presetSubtype="1" fill="hold" grpId="0" nodeType="afterEffect">
                                  <p:stCondLst>
                                    <p:cond delay="0"/>
                                  </p:stCondLst>
                                  <p:childTnLst>
                                    <p:set>
                                      <p:cBhvr>
                                        <p:cTn id="66" dur="1" fill="hold">
                                          <p:stCondLst>
                                            <p:cond delay="0"/>
                                          </p:stCondLst>
                                        </p:cTn>
                                        <p:tgtEl>
                                          <p:spTgt spid="1031"/>
                                        </p:tgtEl>
                                        <p:attrNameLst>
                                          <p:attrName>style.visibility</p:attrName>
                                        </p:attrNameLst>
                                      </p:cBhvr>
                                      <p:to>
                                        <p:strVal val="visible"/>
                                      </p:to>
                                    </p:set>
                                    <p:animEffect transition="in" filter="wipe(up)">
                                      <p:cBhvr>
                                        <p:cTn id="67" dur="500"/>
                                        <p:tgtEl>
                                          <p:spTgt spid="1031"/>
                                        </p:tgtEl>
                                      </p:cBhvr>
                                    </p:animEffect>
                                  </p:childTnLst>
                                </p:cTn>
                              </p:par>
                              <p:par>
                                <p:cTn id="68" presetID="12" presetClass="entr" presetSubtype="2" fill="hold" grpId="0" nodeType="withEffect">
                                  <p:stCondLst>
                                    <p:cond delay="500"/>
                                  </p:stCondLst>
                                  <p:childTnLst>
                                    <p:set>
                                      <p:cBhvr>
                                        <p:cTn id="69" dur="1" fill="hold">
                                          <p:stCondLst>
                                            <p:cond delay="0"/>
                                          </p:stCondLst>
                                        </p:cTn>
                                        <p:tgtEl>
                                          <p:spTgt spid="31"/>
                                        </p:tgtEl>
                                        <p:attrNameLst>
                                          <p:attrName>style.visibility</p:attrName>
                                        </p:attrNameLst>
                                      </p:cBhvr>
                                      <p:to>
                                        <p:strVal val="visible"/>
                                      </p:to>
                                    </p:set>
                                    <p:anim calcmode="lin" valueType="num">
                                      <p:cBhvr additive="base">
                                        <p:cTn id="70" dur="500"/>
                                        <p:tgtEl>
                                          <p:spTgt spid="31"/>
                                        </p:tgtEl>
                                        <p:attrNameLst>
                                          <p:attrName>ppt_x</p:attrName>
                                        </p:attrNameLst>
                                      </p:cBhvr>
                                      <p:tavLst>
                                        <p:tav tm="0">
                                          <p:val>
                                            <p:strVal val="#ppt_x+#ppt_w*1.125000"/>
                                          </p:val>
                                        </p:tav>
                                        <p:tav tm="100000">
                                          <p:val>
                                            <p:strVal val="#ppt_x"/>
                                          </p:val>
                                        </p:tav>
                                      </p:tavLst>
                                    </p:anim>
                                    <p:animEffect transition="in" filter="wipe(left)">
                                      <p:cBhvr>
                                        <p:cTn id="71" dur="500"/>
                                        <p:tgtEl>
                                          <p:spTgt spid="31"/>
                                        </p:tgtEl>
                                      </p:cBhvr>
                                    </p:animEffect>
                                  </p:childTnLst>
                                </p:cTn>
                              </p:par>
                              <p:par>
                                <p:cTn id="72" presetID="12" presetClass="entr" presetSubtype="2" fill="hold" grpId="0" nodeType="withEffect">
                                  <p:stCondLst>
                                    <p:cond delay="750"/>
                                  </p:stCondLst>
                                  <p:childTnLst>
                                    <p:set>
                                      <p:cBhvr>
                                        <p:cTn id="73" dur="1" fill="hold">
                                          <p:stCondLst>
                                            <p:cond delay="0"/>
                                          </p:stCondLst>
                                        </p:cTn>
                                        <p:tgtEl>
                                          <p:spTgt spid="55"/>
                                        </p:tgtEl>
                                        <p:attrNameLst>
                                          <p:attrName>style.visibility</p:attrName>
                                        </p:attrNameLst>
                                      </p:cBhvr>
                                      <p:to>
                                        <p:strVal val="visible"/>
                                      </p:to>
                                    </p:set>
                                    <p:anim calcmode="lin" valueType="num">
                                      <p:cBhvr additive="base">
                                        <p:cTn id="74" dur="500"/>
                                        <p:tgtEl>
                                          <p:spTgt spid="55"/>
                                        </p:tgtEl>
                                        <p:attrNameLst>
                                          <p:attrName>ppt_x</p:attrName>
                                        </p:attrNameLst>
                                      </p:cBhvr>
                                      <p:tavLst>
                                        <p:tav tm="0">
                                          <p:val>
                                            <p:strVal val="#ppt_x+#ppt_w*1.125000"/>
                                          </p:val>
                                        </p:tav>
                                        <p:tav tm="100000">
                                          <p:val>
                                            <p:strVal val="#ppt_x"/>
                                          </p:val>
                                        </p:tav>
                                      </p:tavLst>
                                    </p:anim>
                                    <p:animEffect transition="in" filter="wipe(left)">
                                      <p:cBhvr>
                                        <p:cTn id="75" dur="500"/>
                                        <p:tgtEl>
                                          <p:spTgt spid="55"/>
                                        </p:tgtEl>
                                      </p:cBhvr>
                                    </p:animEffect>
                                  </p:childTnLst>
                                </p:cTn>
                              </p:par>
                              <p:par>
                                <p:cTn id="76" presetID="10" presetClass="entr" presetSubtype="0" fill="hold" nodeType="withEffect">
                                  <p:stCondLst>
                                    <p:cond delay="750"/>
                                  </p:stCondLst>
                                  <p:childTnLst>
                                    <p:set>
                                      <p:cBhvr>
                                        <p:cTn id="77" dur="1" fill="hold">
                                          <p:stCondLst>
                                            <p:cond delay="0"/>
                                          </p:stCondLst>
                                        </p:cTn>
                                        <p:tgtEl>
                                          <p:spTgt spid="1025"/>
                                        </p:tgtEl>
                                        <p:attrNameLst>
                                          <p:attrName>style.visibility</p:attrName>
                                        </p:attrNameLst>
                                      </p:cBhvr>
                                      <p:to>
                                        <p:strVal val="visible"/>
                                      </p:to>
                                    </p:set>
                                    <p:animEffect transition="in" filter="fade">
                                      <p:cBhvr>
                                        <p:cTn id="78" dur="750"/>
                                        <p:tgtEl>
                                          <p:spTgt spid="1025"/>
                                        </p:tgtEl>
                                      </p:cBhvr>
                                    </p:animEffect>
                                  </p:childTnLst>
                                </p:cTn>
                              </p:par>
                              <p:par>
                                <p:cTn id="79" presetID="22" presetClass="entr" presetSubtype="1" fill="hold" nodeType="withEffect">
                                  <p:stCondLst>
                                    <p:cond delay="1000"/>
                                  </p:stCondLst>
                                  <p:childTnLst>
                                    <p:set>
                                      <p:cBhvr>
                                        <p:cTn id="80" dur="1" fill="hold">
                                          <p:stCondLst>
                                            <p:cond delay="0"/>
                                          </p:stCondLst>
                                        </p:cTn>
                                        <p:tgtEl>
                                          <p:spTgt spid="1030"/>
                                        </p:tgtEl>
                                        <p:attrNameLst>
                                          <p:attrName>style.visibility</p:attrName>
                                        </p:attrNameLst>
                                      </p:cBhvr>
                                      <p:to>
                                        <p:strVal val="visible"/>
                                      </p:to>
                                    </p:set>
                                    <p:animEffect transition="in" filter="wipe(up)">
                                      <p:cBhvr>
                                        <p:cTn id="81" dur="500"/>
                                        <p:tgtEl>
                                          <p:spTgt spid="1030"/>
                                        </p:tgtEl>
                                      </p:cBhvr>
                                    </p:animEffect>
                                  </p:childTnLst>
                                </p:cTn>
                              </p:par>
                              <p:par>
                                <p:cTn id="82" presetID="22" presetClass="entr" presetSubtype="1" fill="hold" nodeType="withEffect">
                                  <p:stCondLst>
                                    <p:cond delay="1000"/>
                                  </p:stCondLst>
                                  <p:childTnLst>
                                    <p:set>
                                      <p:cBhvr>
                                        <p:cTn id="83" dur="1" fill="hold">
                                          <p:stCondLst>
                                            <p:cond delay="0"/>
                                          </p:stCondLst>
                                        </p:cTn>
                                        <p:tgtEl>
                                          <p:spTgt spid="60"/>
                                        </p:tgtEl>
                                        <p:attrNameLst>
                                          <p:attrName>style.visibility</p:attrName>
                                        </p:attrNameLst>
                                      </p:cBhvr>
                                      <p:to>
                                        <p:strVal val="visible"/>
                                      </p:to>
                                    </p:set>
                                    <p:animEffect transition="in" filter="wipe(up)">
                                      <p:cBhvr>
                                        <p:cTn id="84"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1" grpId="0" animBg="1"/>
      <p:bldP spid="12" grpId="0" animBg="1"/>
      <p:bldP spid="14" grpId="0" animBg="1"/>
      <p:bldP spid="20" grpId="0" animBg="1"/>
      <p:bldP spid="23" grpId="0" animBg="1"/>
      <p:bldP spid="25" grpId="0" animBg="1"/>
      <p:bldP spid="26" grpId="0" animBg="1"/>
      <p:bldP spid="31" grpId="0"/>
      <p:bldP spid="55" grpId="0"/>
      <p:bldP spid="1031" grpId="0" animBg="1"/>
      <p:bldP spid="3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5631536" y="58291"/>
            <a:ext cx="790918" cy="918236"/>
            <a:chOff x="3288977" y="-263355"/>
            <a:chExt cx="1237092" cy="1436232"/>
          </a:xfrm>
        </p:grpSpPr>
        <p:cxnSp>
          <p:nvCxnSpPr>
            <p:cNvPr id="22" name="直接连接符 21"/>
            <p:cNvCxnSpPr/>
            <p:nvPr/>
          </p:nvCxnSpPr>
          <p:spPr>
            <a:xfrm flipV="1">
              <a:off x="3685663" y="-263355"/>
              <a:ext cx="840406" cy="840406"/>
            </a:xfrm>
            <a:prstGeom prst="line">
              <a:avLst/>
            </a:prstGeom>
            <a:ln w="12700">
              <a:solidFill>
                <a:srgbClr val="27304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V="1">
              <a:off x="3288977" y="332471"/>
              <a:ext cx="840406" cy="84040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24" name="直接连接符 23"/>
          <p:cNvCxnSpPr/>
          <p:nvPr/>
        </p:nvCxnSpPr>
        <p:spPr>
          <a:xfrm flipV="1">
            <a:off x="3006982" y="1183660"/>
            <a:ext cx="465241" cy="465241"/>
          </a:xfrm>
          <a:prstGeom prst="line">
            <a:avLst/>
          </a:prstGeom>
          <a:ln w="12700">
            <a:solidFill>
              <a:srgbClr val="273045"/>
            </a:solidFill>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a:xfrm>
            <a:off x="8010071" y="4323214"/>
            <a:ext cx="845241" cy="620356"/>
            <a:chOff x="7789817" y="4257180"/>
            <a:chExt cx="845241" cy="620356"/>
          </a:xfrm>
        </p:grpSpPr>
        <p:grpSp>
          <p:nvGrpSpPr>
            <p:cNvPr id="27" name="组合 26"/>
            <p:cNvGrpSpPr/>
            <p:nvPr/>
          </p:nvGrpSpPr>
          <p:grpSpPr>
            <a:xfrm>
              <a:off x="8306276" y="4330865"/>
              <a:ext cx="328782" cy="303293"/>
              <a:chOff x="8349677" y="4284250"/>
              <a:chExt cx="600042" cy="553523"/>
            </a:xfrm>
          </p:grpSpPr>
          <p:sp>
            <p:nvSpPr>
              <p:cNvPr id="31" name="矩形 30"/>
              <p:cNvSpPr/>
              <p:nvPr/>
            </p:nvSpPr>
            <p:spPr>
              <a:xfrm rot="18900000">
                <a:off x="8349677" y="4284250"/>
                <a:ext cx="272026" cy="272026"/>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矩形 31"/>
              <p:cNvSpPr/>
              <p:nvPr/>
            </p:nvSpPr>
            <p:spPr>
              <a:xfrm rot="18900000">
                <a:off x="8724654" y="4612708"/>
                <a:ext cx="225065" cy="2250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8" name="矩形 27"/>
            <p:cNvSpPr/>
            <p:nvPr/>
          </p:nvSpPr>
          <p:spPr>
            <a:xfrm rot="8100000">
              <a:off x="7789817" y="4339105"/>
              <a:ext cx="264135" cy="2641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9" name="矩形 28"/>
            <p:cNvSpPr/>
            <p:nvPr/>
          </p:nvSpPr>
          <p:spPr>
            <a:xfrm rot="8100000">
              <a:off x="8102733" y="4745468"/>
              <a:ext cx="132068" cy="1320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rot="8100000">
              <a:off x="7916345" y="4257180"/>
              <a:ext cx="132068" cy="132068"/>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37" name="组合 36"/>
          <p:cNvGrpSpPr/>
          <p:nvPr/>
        </p:nvGrpSpPr>
        <p:grpSpPr>
          <a:xfrm>
            <a:off x="0" y="1"/>
            <a:ext cx="1721886" cy="1911301"/>
            <a:chOff x="0" y="1"/>
            <a:chExt cx="2123058" cy="2356604"/>
          </a:xfrm>
        </p:grpSpPr>
        <p:sp>
          <p:nvSpPr>
            <p:cNvPr id="4" name="等腰三角形 3"/>
            <p:cNvSpPr/>
            <p:nvPr/>
          </p:nvSpPr>
          <p:spPr>
            <a:xfrm rot="5400000">
              <a:off x="-92684" y="92685"/>
              <a:ext cx="2308425" cy="2123058"/>
            </a:xfrm>
            <a:prstGeom prst="triangle">
              <a:avLst>
                <a:gd name="adj" fmla="val 0"/>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rot="18900000">
              <a:off x="915044" y="337794"/>
              <a:ext cx="242126" cy="24212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5"/>
            <p:cNvSpPr/>
            <p:nvPr/>
          </p:nvSpPr>
          <p:spPr>
            <a:xfrm rot="18900000">
              <a:off x="665130" y="1075581"/>
              <a:ext cx="157264" cy="15726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6"/>
            <p:cNvSpPr/>
            <p:nvPr/>
          </p:nvSpPr>
          <p:spPr>
            <a:xfrm rot="18900000">
              <a:off x="287538" y="629460"/>
              <a:ext cx="245933" cy="24593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7"/>
            <p:cNvSpPr/>
            <p:nvPr/>
          </p:nvSpPr>
          <p:spPr>
            <a:xfrm rot="18900000">
              <a:off x="309373" y="790344"/>
              <a:ext cx="217050" cy="217050"/>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rot="18900000">
              <a:off x="1674825" y="256871"/>
              <a:ext cx="157264" cy="786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rot="18900000">
              <a:off x="261087" y="1496877"/>
              <a:ext cx="399743" cy="3997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rot="18900000">
              <a:off x="788756" y="1749590"/>
              <a:ext cx="331351" cy="331351"/>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矩形 11"/>
            <p:cNvSpPr/>
            <p:nvPr/>
          </p:nvSpPr>
          <p:spPr>
            <a:xfrm rot="18900000">
              <a:off x="678061" y="1666321"/>
              <a:ext cx="206232" cy="2062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13"/>
            <p:cNvSpPr/>
            <p:nvPr/>
          </p:nvSpPr>
          <p:spPr>
            <a:xfrm rot="18900000">
              <a:off x="522432" y="1702273"/>
              <a:ext cx="357388" cy="357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p:cNvSpPr/>
            <p:nvPr/>
          </p:nvSpPr>
          <p:spPr>
            <a:xfrm rot="18900000">
              <a:off x="1746417" y="1055518"/>
              <a:ext cx="297049" cy="29704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rot="18900000">
              <a:off x="1543033" y="747042"/>
              <a:ext cx="148524" cy="148524"/>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16"/>
            <p:cNvSpPr/>
            <p:nvPr/>
          </p:nvSpPr>
          <p:spPr>
            <a:xfrm rot="18900000">
              <a:off x="494777" y="1773414"/>
              <a:ext cx="215104" cy="215104"/>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p:cNvSpPr/>
            <p:nvPr/>
          </p:nvSpPr>
          <p:spPr>
            <a:xfrm rot="18900000">
              <a:off x="1752647" y="1296176"/>
              <a:ext cx="148524" cy="148524"/>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p:cNvSpPr/>
            <p:nvPr/>
          </p:nvSpPr>
          <p:spPr>
            <a:xfrm rot="18900000">
              <a:off x="1091305" y="893736"/>
              <a:ext cx="257066" cy="257066"/>
            </a:xfrm>
            <a:prstGeom prst="rect">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rot="18900000">
              <a:off x="677384" y="1360584"/>
              <a:ext cx="459513" cy="4595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矩形 12"/>
            <p:cNvSpPr/>
            <p:nvPr/>
          </p:nvSpPr>
          <p:spPr>
            <a:xfrm rot="18900000">
              <a:off x="629038" y="2013164"/>
              <a:ext cx="343441" cy="34344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33" name="TextBox 32"/>
          <p:cNvSpPr txBox="1"/>
          <p:nvPr/>
        </p:nvSpPr>
        <p:spPr>
          <a:xfrm>
            <a:off x="3688599" y="869847"/>
            <a:ext cx="1766802" cy="523220"/>
          </a:xfrm>
          <a:prstGeom prst="rect">
            <a:avLst/>
          </a:prstGeom>
          <a:noFill/>
        </p:spPr>
        <p:txBody>
          <a:bodyPr wrap="square" rtlCol="0">
            <a:spAutoFit/>
          </a:bodyPr>
          <a:lstStyle/>
          <a:p>
            <a:pPr algn="dist"/>
            <a:r>
              <a:rPr lang="en-US" altLang="zh-CN" sz="2800" dirty="0">
                <a:effectLst>
                  <a:outerShdw blurRad="38100" dist="38100" dir="2700000" algn="tl">
                    <a:srgbClr val="000000">
                      <a:alpha val="43137"/>
                    </a:srgbClr>
                  </a:outerShdw>
                </a:effectLst>
                <a:cs typeface="+mn-ea"/>
                <a:sym typeface="+mn-lt"/>
              </a:rPr>
              <a:t>Content</a:t>
            </a:r>
            <a:endParaRPr lang="zh-CN" altLang="en-US" sz="2800" dirty="0">
              <a:effectLst>
                <a:outerShdw blurRad="38100" dist="38100" dir="2700000" algn="tl">
                  <a:srgbClr val="000000">
                    <a:alpha val="43137"/>
                  </a:srgbClr>
                </a:outerShdw>
              </a:effectLst>
              <a:cs typeface="+mn-ea"/>
              <a:sym typeface="+mn-lt"/>
            </a:endParaRPr>
          </a:p>
        </p:txBody>
      </p:sp>
      <p:sp>
        <p:nvSpPr>
          <p:cNvPr id="34" name="TextBox 33"/>
          <p:cNvSpPr txBox="1"/>
          <p:nvPr/>
        </p:nvSpPr>
        <p:spPr>
          <a:xfrm>
            <a:off x="3714659" y="385380"/>
            <a:ext cx="1714682" cy="646331"/>
          </a:xfrm>
          <a:prstGeom prst="rect">
            <a:avLst/>
          </a:prstGeom>
          <a:noFill/>
        </p:spPr>
        <p:txBody>
          <a:bodyPr wrap="square" rtlCol="0">
            <a:spAutoFit/>
          </a:bodyPr>
          <a:lstStyle/>
          <a:p>
            <a:pPr algn="dist"/>
            <a:r>
              <a:rPr lang="zh-CN" altLang="en-US" sz="3600" dirty="0">
                <a:effectLst>
                  <a:outerShdw blurRad="38100" dist="38100" dir="2700000" algn="tl">
                    <a:srgbClr val="000000">
                      <a:alpha val="43137"/>
                    </a:srgbClr>
                  </a:outerShdw>
                </a:effectLst>
                <a:cs typeface="+mn-ea"/>
                <a:sym typeface="+mn-lt"/>
              </a:rPr>
              <a:t>目录</a:t>
            </a:r>
          </a:p>
        </p:txBody>
      </p:sp>
      <p:sp>
        <p:nvSpPr>
          <p:cNvPr id="35" name="矩形 34"/>
          <p:cNvSpPr/>
          <p:nvPr/>
        </p:nvSpPr>
        <p:spPr>
          <a:xfrm>
            <a:off x="4427984" y="1373903"/>
            <a:ext cx="288032" cy="45719"/>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矩形 35"/>
          <p:cNvSpPr/>
          <p:nvPr/>
        </p:nvSpPr>
        <p:spPr>
          <a:xfrm>
            <a:off x="1043608" y="2236363"/>
            <a:ext cx="461095" cy="461095"/>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01</a:t>
            </a:r>
            <a:endParaRPr lang="zh-CN" altLang="en-US" dirty="0">
              <a:cs typeface="+mn-ea"/>
              <a:sym typeface="+mn-lt"/>
            </a:endParaRPr>
          </a:p>
        </p:txBody>
      </p:sp>
      <p:grpSp>
        <p:nvGrpSpPr>
          <p:cNvPr id="38" name="组合 37">
            <a:extLst>
              <a:ext uri="{FF2B5EF4-FFF2-40B4-BE49-F238E27FC236}">
                <a16:creationId xmlns:a16="http://schemas.microsoft.com/office/drawing/2014/main" id="{F7B0B976-4026-47BE-9F54-FB627BECFBFB}"/>
              </a:ext>
            </a:extLst>
          </p:cNvPr>
          <p:cNvGrpSpPr/>
          <p:nvPr/>
        </p:nvGrpSpPr>
        <p:grpSpPr>
          <a:xfrm>
            <a:off x="1626414" y="2196908"/>
            <a:ext cx="2052165" cy="518858"/>
            <a:chOff x="5724128" y="1092848"/>
            <a:chExt cx="2052165" cy="518858"/>
          </a:xfrm>
        </p:grpSpPr>
        <p:sp>
          <p:nvSpPr>
            <p:cNvPr id="39" name="TextBox 39">
              <a:extLst>
                <a:ext uri="{FF2B5EF4-FFF2-40B4-BE49-F238E27FC236}">
                  <a16:creationId xmlns:a16="http://schemas.microsoft.com/office/drawing/2014/main" id="{2F36A554-F26D-4AD7-B9C8-360DFCEF61C6}"/>
                </a:ext>
              </a:extLst>
            </p:cNvPr>
            <p:cNvSpPr txBox="1"/>
            <p:nvPr/>
          </p:nvSpPr>
          <p:spPr>
            <a:xfrm>
              <a:off x="5724128" y="1092848"/>
              <a:ext cx="1210588" cy="338554"/>
            </a:xfrm>
            <a:prstGeom prst="rect">
              <a:avLst/>
            </a:prstGeom>
            <a:noFill/>
          </p:spPr>
          <p:txBody>
            <a:bodyPr wrap="none" rtlCol="0">
              <a:spAutoFit/>
            </a:bodyPr>
            <a:lstStyle/>
            <a:p>
              <a:r>
                <a:rPr lang="zh-CN" altLang="en-US" sz="1600" dirty="0">
                  <a:cs typeface="+mn-ea"/>
                  <a:sym typeface="+mn-lt"/>
                </a:rPr>
                <a:t>背景与意义</a:t>
              </a:r>
            </a:p>
          </p:txBody>
        </p:sp>
        <p:sp>
          <p:nvSpPr>
            <p:cNvPr id="40" name="TextBox 40">
              <a:extLst>
                <a:ext uri="{FF2B5EF4-FFF2-40B4-BE49-F238E27FC236}">
                  <a16:creationId xmlns:a16="http://schemas.microsoft.com/office/drawing/2014/main" id="{4B723724-71FA-4C5E-A941-617FDE92879D}"/>
                </a:ext>
              </a:extLst>
            </p:cNvPr>
            <p:cNvSpPr txBox="1"/>
            <p:nvPr/>
          </p:nvSpPr>
          <p:spPr>
            <a:xfrm>
              <a:off x="5724128" y="1357790"/>
              <a:ext cx="2052165" cy="253916"/>
            </a:xfrm>
            <a:prstGeom prst="rect">
              <a:avLst/>
            </a:prstGeom>
            <a:noFill/>
          </p:spPr>
          <p:txBody>
            <a:bodyPr wrap="none" rtlCol="0">
              <a:spAutoFit/>
            </a:bodyPr>
            <a:lstStyle/>
            <a:p>
              <a:r>
                <a:rPr lang="en-US" altLang="zh-CN" sz="1050" dirty="0">
                  <a:cs typeface="+mn-ea"/>
                  <a:sym typeface="+mn-lt"/>
                </a:rPr>
                <a:t>Background and Significance</a:t>
              </a:r>
              <a:endParaRPr lang="zh-CN" altLang="en-US" sz="1050" dirty="0">
                <a:cs typeface="+mn-ea"/>
                <a:sym typeface="+mn-lt"/>
              </a:endParaRPr>
            </a:p>
          </p:txBody>
        </p:sp>
      </p:grpSp>
      <p:sp>
        <p:nvSpPr>
          <p:cNvPr id="41" name="矩形 40"/>
          <p:cNvSpPr/>
          <p:nvPr/>
        </p:nvSpPr>
        <p:spPr>
          <a:xfrm>
            <a:off x="4830985" y="2236363"/>
            <a:ext cx="461095" cy="46109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02</a:t>
            </a:r>
            <a:endParaRPr lang="zh-CN" altLang="en-US" dirty="0">
              <a:cs typeface="+mn-ea"/>
              <a:sym typeface="+mn-lt"/>
            </a:endParaRPr>
          </a:p>
        </p:txBody>
      </p:sp>
      <p:grpSp>
        <p:nvGrpSpPr>
          <p:cNvPr id="42" name="组合 41">
            <a:extLst>
              <a:ext uri="{FF2B5EF4-FFF2-40B4-BE49-F238E27FC236}">
                <a16:creationId xmlns:a16="http://schemas.microsoft.com/office/drawing/2014/main" id="{F7B0B976-4026-47BE-9F54-FB627BECFBFB}"/>
              </a:ext>
            </a:extLst>
          </p:cNvPr>
          <p:cNvGrpSpPr/>
          <p:nvPr/>
        </p:nvGrpSpPr>
        <p:grpSpPr>
          <a:xfrm>
            <a:off x="5429341" y="2196908"/>
            <a:ext cx="1947969" cy="518858"/>
            <a:chOff x="5724128" y="1092848"/>
            <a:chExt cx="1947969" cy="518858"/>
          </a:xfrm>
        </p:grpSpPr>
        <p:sp>
          <p:nvSpPr>
            <p:cNvPr id="43" name="TextBox 39">
              <a:extLst>
                <a:ext uri="{FF2B5EF4-FFF2-40B4-BE49-F238E27FC236}">
                  <a16:creationId xmlns:a16="http://schemas.microsoft.com/office/drawing/2014/main" id="{2F36A554-F26D-4AD7-B9C8-360DFCEF61C6}"/>
                </a:ext>
              </a:extLst>
            </p:cNvPr>
            <p:cNvSpPr txBox="1"/>
            <p:nvPr/>
          </p:nvSpPr>
          <p:spPr>
            <a:xfrm>
              <a:off x="5724128" y="1092848"/>
              <a:ext cx="1415772" cy="338554"/>
            </a:xfrm>
            <a:prstGeom prst="rect">
              <a:avLst/>
            </a:prstGeom>
            <a:noFill/>
          </p:spPr>
          <p:txBody>
            <a:bodyPr wrap="none" rtlCol="0">
              <a:spAutoFit/>
            </a:bodyPr>
            <a:lstStyle/>
            <a:p>
              <a:r>
                <a:rPr lang="zh-CN" altLang="en-US" sz="1600" dirty="0">
                  <a:cs typeface="+mn-ea"/>
                  <a:sym typeface="+mn-lt"/>
                </a:rPr>
                <a:t>软件设计目标</a:t>
              </a:r>
            </a:p>
          </p:txBody>
        </p:sp>
        <p:sp>
          <p:nvSpPr>
            <p:cNvPr id="44" name="TextBox 40">
              <a:extLst>
                <a:ext uri="{FF2B5EF4-FFF2-40B4-BE49-F238E27FC236}">
                  <a16:creationId xmlns:a16="http://schemas.microsoft.com/office/drawing/2014/main" id="{4B723724-71FA-4C5E-A941-617FDE92879D}"/>
                </a:ext>
              </a:extLst>
            </p:cNvPr>
            <p:cNvSpPr txBox="1"/>
            <p:nvPr/>
          </p:nvSpPr>
          <p:spPr>
            <a:xfrm>
              <a:off x="5724128" y="1357790"/>
              <a:ext cx="1947969" cy="253916"/>
            </a:xfrm>
            <a:prstGeom prst="rect">
              <a:avLst/>
            </a:prstGeom>
            <a:noFill/>
          </p:spPr>
          <p:txBody>
            <a:bodyPr wrap="none" rtlCol="0">
              <a:spAutoFit/>
            </a:bodyPr>
            <a:lstStyle/>
            <a:p>
              <a:r>
                <a:rPr lang="en-US" altLang="zh-CN" sz="1050" dirty="0">
                  <a:cs typeface="+mn-ea"/>
                  <a:sym typeface="+mn-lt"/>
                </a:rPr>
                <a:t>Software Design Objectives</a:t>
              </a:r>
              <a:endParaRPr lang="zh-CN" altLang="en-US" sz="1050" dirty="0">
                <a:cs typeface="+mn-ea"/>
                <a:sym typeface="+mn-lt"/>
              </a:endParaRPr>
            </a:p>
          </p:txBody>
        </p:sp>
      </p:grpSp>
      <p:sp>
        <p:nvSpPr>
          <p:cNvPr id="45" name="矩形 44"/>
          <p:cNvSpPr/>
          <p:nvPr/>
        </p:nvSpPr>
        <p:spPr>
          <a:xfrm>
            <a:off x="1043608" y="3219822"/>
            <a:ext cx="461095" cy="46109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03</a:t>
            </a:r>
            <a:endParaRPr lang="zh-CN" altLang="en-US" dirty="0">
              <a:cs typeface="+mn-ea"/>
              <a:sym typeface="+mn-lt"/>
            </a:endParaRPr>
          </a:p>
        </p:txBody>
      </p:sp>
      <p:grpSp>
        <p:nvGrpSpPr>
          <p:cNvPr id="46" name="组合 45">
            <a:extLst>
              <a:ext uri="{FF2B5EF4-FFF2-40B4-BE49-F238E27FC236}">
                <a16:creationId xmlns:a16="http://schemas.microsoft.com/office/drawing/2014/main" id="{F7B0B976-4026-47BE-9F54-FB627BECFBFB}"/>
              </a:ext>
            </a:extLst>
          </p:cNvPr>
          <p:cNvGrpSpPr/>
          <p:nvPr/>
        </p:nvGrpSpPr>
        <p:grpSpPr>
          <a:xfrm>
            <a:off x="1626414" y="3180367"/>
            <a:ext cx="1614545" cy="518858"/>
            <a:chOff x="5724128" y="1092848"/>
            <a:chExt cx="1614545" cy="518858"/>
          </a:xfrm>
        </p:grpSpPr>
        <p:sp>
          <p:nvSpPr>
            <p:cNvPr id="47" name="TextBox 39">
              <a:extLst>
                <a:ext uri="{FF2B5EF4-FFF2-40B4-BE49-F238E27FC236}">
                  <a16:creationId xmlns:a16="http://schemas.microsoft.com/office/drawing/2014/main" id="{2F36A554-F26D-4AD7-B9C8-360DFCEF61C6}"/>
                </a:ext>
              </a:extLst>
            </p:cNvPr>
            <p:cNvSpPr txBox="1"/>
            <p:nvPr/>
          </p:nvSpPr>
          <p:spPr>
            <a:xfrm>
              <a:off x="5724128" y="1092848"/>
              <a:ext cx="1005403" cy="338554"/>
            </a:xfrm>
            <a:prstGeom prst="rect">
              <a:avLst/>
            </a:prstGeom>
            <a:noFill/>
          </p:spPr>
          <p:txBody>
            <a:bodyPr wrap="none" rtlCol="0">
              <a:spAutoFit/>
            </a:bodyPr>
            <a:lstStyle/>
            <a:p>
              <a:r>
                <a:rPr lang="zh-CN" altLang="en-US" sz="1600" dirty="0">
                  <a:cs typeface="+mn-ea"/>
                  <a:sym typeface="+mn-lt"/>
                </a:rPr>
                <a:t>具体需求</a:t>
              </a:r>
            </a:p>
          </p:txBody>
        </p:sp>
        <p:sp>
          <p:nvSpPr>
            <p:cNvPr id="48" name="TextBox 40">
              <a:extLst>
                <a:ext uri="{FF2B5EF4-FFF2-40B4-BE49-F238E27FC236}">
                  <a16:creationId xmlns:a16="http://schemas.microsoft.com/office/drawing/2014/main" id="{4B723724-71FA-4C5E-A941-617FDE92879D}"/>
                </a:ext>
              </a:extLst>
            </p:cNvPr>
            <p:cNvSpPr txBox="1"/>
            <p:nvPr/>
          </p:nvSpPr>
          <p:spPr>
            <a:xfrm>
              <a:off x="5724128" y="1357790"/>
              <a:ext cx="1614545" cy="253916"/>
            </a:xfrm>
            <a:prstGeom prst="rect">
              <a:avLst/>
            </a:prstGeom>
            <a:noFill/>
          </p:spPr>
          <p:txBody>
            <a:bodyPr wrap="none" rtlCol="0">
              <a:spAutoFit/>
            </a:bodyPr>
            <a:lstStyle/>
            <a:p>
              <a:r>
                <a:rPr lang="en-US" altLang="zh-CN" sz="1050" dirty="0">
                  <a:cs typeface="+mn-ea"/>
                  <a:sym typeface="+mn-lt"/>
                </a:rPr>
                <a:t>Specific Requirements</a:t>
              </a:r>
              <a:endParaRPr lang="zh-CN" altLang="en-US" sz="1050" dirty="0">
                <a:cs typeface="+mn-ea"/>
                <a:sym typeface="+mn-lt"/>
              </a:endParaRPr>
            </a:p>
          </p:txBody>
        </p:sp>
      </p:grpSp>
      <p:sp>
        <p:nvSpPr>
          <p:cNvPr id="49" name="矩形 48"/>
          <p:cNvSpPr/>
          <p:nvPr/>
        </p:nvSpPr>
        <p:spPr>
          <a:xfrm>
            <a:off x="4830985" y="3219822"/>
            <a:ext cx="461095" cy="461095"/>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04</a:t>
            </a:r>
            <a:endParaRPr lang="zh-CN" altLang="en-US" dirty="0">
              <a:cs typeface="+mn-ea"/>
              <a:sym typeface="+mn-lt"/>
            </a:endParaRPr>
          </a:p>
        </p:txBody>
      </p:sp>
      <p:grpSp>
        <p:nvGrpSpPr>
          <p:cNvPr id="50" name="组合 49">
            <a:extLst>
              <a:ext uri="{FF2B5EF4-FFF2-40B4-BE49-F238E27FC236}">
                <a16:creationId xmlns:a16="http://schemas.microsoft.com/office/drawing/2014/main" id="{F7B0B976-4026-47BE-9F54-FB627BECFBFB}"/>
              </a:ext>
            </a:extLst>
          </p:cNvPr>
          <p:cNvGrpSpPr/>
          <p:nvPr/>
        </p:nvGrpSpPr>
        <p:grpSpPr>
          <a:xfrm>
            <a:off x="5429341" y="3180367"/>
            <a:ext cx="2125903" cy="518858"/>
            <a:chOff x="5724128" y="1092848"/>
            <a:chExt cx="2125903" cy="518858"/>
          </a:xfrm>
        </p:grpSpPr>
        <p:sp>
          <p:nvSpPr>
            <p:cNvPr id="51" name="TextBox 39">
              <a:extLst>
                <a:ext uri="{FF2B5EF4-FFF2-40B4-BE49-F238E27FC236}">
                  <a16:creationId xmlns:a16="http://schemas.microsoft.com/office/drawing/2014/main" id="{2F36A554-F26D-4AD7-B9C8-360DFCEF61C6}"/>
                </a:ext>
              </a:extLst>
            </p:cNvPr>
            <p:cNvSpPr txBox="1"/>
            <p:nvPr/>
          </p:nvSpPr>
          <p:spPr>
            <a:xfrm>
              <a:off x="5724128" y="1092848"/>
              <a:ext cx="1210588" cy="338554"/>
            </a:xfrm>
            <a:prstGeom prst="rect">
              <a:avLst/>
            </a:prstGeom>
            <a:noFill/>
          </p:spPr>
          <p:txBody>
            <a:bodyPr wrap="none" rtlCol="0">
              <a:spAutoFit/>
            </a:bodyPr>
            <a:lstStyle/>
            <a:p>
              <a:r>
                <a:rPr lang="zh-CN" altLang="en-US" sz="1600" dirty="0">
                  <a:cs typeface="+mn-ea"/>
                  <a:sym typeface="+mn-lt"/>
                </a:rPr>
                <a:t>非功能需求</a:t>
              </a:r>
            </a:p>
          </p:txBody>
        </p:sp>
        <p:sp>
          <p:nvSpPr>
            <p:cNvPr id="52" name="TextBox 40">
              <a:extLst>
                <a:ext uri="{FF2B5EF4-FFF2-40B4-BE49-F238E27FC236}">
                  <a16:creationId xmlns:a16="http://schemas.microsoft.com/office/drawing/2014/main" id="{4B723724-71FA-4C5E-A941-617FDE92879D}"/>
                </a:ext>
              </a:extLst>
            </p:cNvPr>
            <p:cNvSpPr txBox="1"/>
            <p:nvPr/>
          </p:nvSpPr>
          <p:spPr>
            <a:xfrm>
              <a:off x="5724128" y="1357790"/>
              <a:ext cx="2125903" cy="253916"/>
            </a:xfrm>
            <a:prstGeom prst="rect">
              <a:avLst/>
            </a:prstGeom>
            <a:noFill/>
          </p:spPr>
          <p:txBody>
            <a:bodyPr wrap="none" rtlCol="0">
              <a:spAutoFit/>
            </a:bodyPr>
            <a:lstStyle/>
            <a:p>
              <a:r>
                <a:rPr lang="en-US" altLang="zh-CN" sz="1050" dirty="0">
                  <a:cs typeface="+mn-ea"/>
                  <a:sym typeface="+mn-lt"/>
                </a:rPr>
                <a:t>Non-Functional Requirements</a:t>
              </a:r>
              <a:endParaRPr lang="zh-CN" altLang="en-US" sz="1050" dirty="0">
                <a:cs typeface="+mn-ea"/>
                <a:sym typeface="+mn-lt"/>
              </a:endParaRPr>
            </a:p>
          </p:txBody>
        </p:sp>
      </p:grpSp>
    </p:spTree>
    <p:extLst>
      <p:ext uri="{BB962C8B-B14F-4D97-AF65-F5344CB8AC3E}">
        <p14:creationId xmlns:p14="http://schemas.microsoft.com/office/powerpoint/2010/main" val="2626773773"/>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childTnLst>
                                    <p:set>
                                      <p:cBhvr>
                                        <p:cTn id="11" dur="1" fill="hold">
                                          <p:stCondLst>
                                            <p:cond delay="0"/>
                                          </p:stCondLst>
                                        </p:cTn>
                                        <p:tgtEl>
                                          <p:spTgt spid="33"/>
                                        </p:tgtEl>
                                        <p:attrNameLst>
                                          <p:attrName>style.visibility</p:attrName>
                                        </p:attrNameLst>
                                      </p:cBhvr>
                                      <p:to>
                                        <p:strVal val="visible"/>
                                      </p:to>
                                    </p:set>
                                    <p:animEffect transition="in" filter="fade">
                                      <p:cBhvr>
                                        <p:cTn id="12" dur="1000"/>
                                        <p:tgtEl>
                                          <p:spTgt spid="33"/>
                                        </p:tgtEl>
                                      </p:cBhvr>
                                    </p:animEffect>
                                    <p:anim calcmode="lin" valueType="num">
                                      <p:cBhvr>
                                        <p:cTn id="13" dur="1000" fill="hold"/>
                                        <p:tgtEl>
                                          <p:spTgt spid="33"/>
                                        </p:tgtEl>
                                        <p:attrNameLst>
                                          <p:attrName>ppt_x</p:attrName>
                                        </p:attrNameLst>
                                      </p:cBhvr>
                                      <p:tavLst>
                                        <p:tav tm="0">
                                          <p:val>
                                            <p:strVal val="#ppt_x"/>
                                          </p:val>
                                        </p:tav>
                                        <p:tav tm="100000">
                                          <p:val>
                                            <p:strVal val="#ppt_x"/>
                                          </p:val>
                                        </p:tav>
                                      </p:tavLst>
                                    </p:anim>
                                    <p:anim calcmode="lin" valueType="num">
                                      <p:cBhvr>
                                        <p:cTn id="14" dur="1000" fill="hold"/>
                                        <p:tgtEl>
                                          <p:spTgt spid="33"/>
                                        </p:tgtEl>
                                        <p:attrNameLst>
                                          <p:attrName>ppt_y</p:attrName>
                                        </p:attrNameLst>
                                      </p:cBhvr>
                                      <p:tavLst>
                                        <p:tav tm="0">
                                          <p:val>
                                            <p:strVal val="#ppt_y+.1"/>
                                          </p:val>
                                        </p:tav>
                                        <p:tav tm="100000">
                                          <p:val>
                                            <p:strVal val="#ppt_y"/>
                                          </p:val>
                                        </p:tav>
                                      </p:tavLst>
                                    </p:anim>
                                  </p:childTnLst>
                                </p:cTn>
                              </p:par>
                              <p:par>
                                <p:cTn id="15" presetID="16" presetClass="entr" presetSubtype="37" fill="hold" grpId="0" nodeType="withEffect">
                                  <p:stCondLst>
                                    <p:cond delay="750"/>
                                  </p:stCondLst>
                                  <p:childTnLst>
                                    <p:set>
                                      <p:cBhvr>
                                        <p:cTn id="16" dur="1" fill="hold">
                                          <p:stCondLst>
                                            <p:cond delay="0"/>
                                          </p:stCondLst>
                                        </p:cTn>
                                        <p:tgtEl>
                                          <p:spTgt spid="35"/>
                                        </p:tgtEl>
                                        <p:attrNameLst>
                                          <p:attrName>style.visibility</p:attrName>
                                        </p:attrNameLst>
                                      </p:cBhvr>
                                      <p:to>
                                        <p:strVal val="visible"/>
                                      </p:to>
                                    </p:set>
                                    <p:animEffect transition="in" filter="barn(outVertical)">
                                      <p:cBhvr>
                                        <p:cTn id="17" dur="750"/>
                                        <p:tgtEl>
                                          <p:spTgt spid="35"/>
                                        </p:tgtEl>
                                      </p:cBhvr>
                                    </p:animEffect>
                                  </p:childTnLst>
                                </p:cTn>
                              </p:par>
                              <p:par>
                                <p:cTn id="18" presetID="22" presetClass="entr" presetSubtype="4" fill="hold" nodeType="withEffect">
                                  <p:stCondLst>
                                    <p:cond delay="750"/>
                                  </p:stCondLst>
                                  <p:childTnLst>
                                    <p:set>
                                      <p:cBhvr>
                                        <p:cTn id="19" dur="1" fill="hold">
                                          <p:stCondLst>
                                            <p:cond delay="0"/>
                                          </p:stCondLst>
                                        </p:cTn>
                                        <p:tgtEl>
                                          <p:spTgt spid="21"/>
                                        </p:tgtEl>
                                        <p:attrNameLst>
                                          <p:attrName>style.visibility</p:attrName>
                                        </p:attrNameLst>
                                      </p:cBhvr>
                                      <p:to>
                                        <p:strVal val="visible"/>
                                      </p:to>
                                    </p:set>
                                    <p:animEffect transition="in" filter="wipe(down)">
                                      <p:cBhvr>
                                        <p:cTn id="20" dur="500"/>
                                        <p:tgtEl>
                                          <p:spTgt spid="21"/>
                                        </p:tgtEl>
                                      </p:cBhvr>
                                    </p:animEffect>
                                  </p:childTnLst>
                                </p:cTn>
                              </p:par>
                              <p:par>
                                <p:cTn id="21" presetID="22" presetClass="entr" presetSubtype="1" fill="hold" nodeType="withEffect">
                                  <p:stCondLst>
                                    <p:cond delay="750"/>
                                  </p:stCondLst>
                                  <p:childTnLst>
                                    <p:set>
                                      <p:cBhvr>
                                        <p:cTn id="22" dur="1" fill="hold">
                                          <p:stCondLst>
                                            <p:cond delay="0"/>
                                          </p:stCondLst>
                                        </p:cTn>
                                        <p:tgtEl>
                                          <p:spTgt spid="24"/>
                                        </p:tgtEl>
                                        <p:attrNameLst>
                                          <p:attrName>style.visibility</p:attrName>
                                        </p:attrNameLst>
                                      </p:cBhvr>
                                      <p:to>
                                        <p:strVal val="visible"/>
                                      </p:to>
                                    </p:set>
                                    <p:animEffect transition="in" filter="wipe(up)">
                                      <p:cBhvr>
                                        <p:cTn id="23" dur="500"/>
                                        <p:tgtEl>
                                          <p:spTgt spid="24"/>
                                        </p:tgtEl>
                                      </p:cBhvr>
                                    </p:animEffect>
                                  </p:childTnLst>
                                </p:cTn>
                              </p:par>
                            </p:childTnLst>
                          </p:cTn>
                        </p:par>
                        <p:par>
                          <p:cTn id="24" fill="hold">
                            <p:stCondLst>
                              <p:cond delay="1500"/>
                            </p:stCondLst>
                            <p:childTnLst>
                              <p:par>
                                <p:cTn id="25" presetID="31" presetClass="entr" presetSubtype="0" fill="hold" grpId="0" nodeType="after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1000" fill="hold"/>
                                        <p:tgtEl>
                                          <p:spTgt spid="36"/>
                                        </p:tgtEl>
                                        <p:attrNameLst>
                                          <p:attrName>ppt_w</p:attrName>
                                        </p:attrNameLst>
                                      </p:cBhvr>
                                      <p:tavLst>
                                        <p:tav tm="0">
                                          <p:val>
                                            <p:fltVal val="0"/>
                                          </p:val>
                                        </p:tav>
                                        <p:tav tm="100000">
                                          <p:val>
                                            <p:strVal val="#ppt_w"/>
                                          </p:val>
                                        </p:tav>
                                      </p:tavLst>
                                    </p:anim>
                                    <p:anim calcmode="lin" valueType="num">
                                      <p:cBhvr>
                                        <p:cTn id="28" dur="1000" fill="hold"/>
                                        <p:tgtEl>
                                          <p:spTgt spid="36"/>
                                        </p:tgtEl>
                                        <p:attrNameLst>
                                          <p:attrName>ppt_h</p:attrName>
                                        </p:attrNameLst>
                                      </p:cBhvr>
                                      <p:tavLst>
                                        <p:tav tm="0">
                                          <p:val>
                                            <p:fltVal val="0"/>
                                          </p:val>
                                        </p:tav>
                                        <p:tav tm="100000">
                                          <p:val>
                                            <p:strVal val="#ppt_h"/>
                                          </p:val>
                                        </p:tav>
                                      </p:tavLst>
                                    </p:anim>
                                    <p:anim calcmode="lin" valueType="num">
                                      <p:cBhvr>
                                        <p:cTn id="29" dur="1000" fill="hold"/>
                                        <p:tgtEl>
                                          <p:spTgt spid="36"/>
                                        </p:tgtEl>
                                        <p:attrNameLst>
                                          <p:attrName>style.rotation</p:attrName>
                                        </p:attrNameLst>
                                      </p:cBhvr>
                                      <p:tavLst>
                                        <p:tav tm="0">
                                          <p:val>
                                            <p:fltVal val="90"/>
                                          </p:val>
                                        </p:tav>
                                        <p:tav tm="100000">
                                          <p:val>
                                            <p:fltVal val="0"/>
                                          </p:val>
                                        </p:tav>
                                      </p:tavLst>
                                    </p:anim>
                                    <p:animEffect transition="in" filter="fade">
                                      <p:cBhvr>
                                        <p:cTn id="30" dur="1000"/>
                                        <p:tgtEl>
                                          <p:spTgt spid="36"/>
                                        </p:tgtEl>
                                      </p:cBhvr>
                                    </p:animEffect>
                                  </p:childTnLst>
                                </p:cTn>
                              </p:par>
                              <p:par>
                                <p:cTn id="31" presetID="12" presetClass="entr" presetSubtype="8"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additive="base">
                                        <p:cTn id="33" dur="1000"/>
                                        <p:tgtEl>
                                          <p:spTgt spid="38"/>
                                        </p:tgtEl>
                                        <p:attrNameLst>
                                          <p:attrName>ppt_x</p:attrName>
                                        </p:attrNameLst>
                                      </p:cBhvr>
                                      <p:tavLst>
                                        <p:tav tm="0">
                                          <p:val>
                                            <p:strVal val="#ppt_x-#ppt_w*1.125000"/>
                                          </p:val>
                                        </p:tav>
                                        <p:tav tm="100000">
                                          <p:val>
                                            <p:strVal val="#ppt_x"/>
                                          </p:val>
                                        </p:tav>
                                      </p:tavLst>
                                    </p:anim>
                                    <p:animEffect transition="in" filter="wipe(right)">
                                      <p:cBhvr>
                                        <p:cTn id="34" dur="1000"/>
                                        <p:tgtEl>
                                          <p:spTgt spid="38"/>
                                        </p:tgtEl>
                                      </p:cBhvr>
                                    </p:animEffect>
                                  </p:childTnLst>
                                </p:cTn>
                              </p:par>
                            </p:childTnLst>
                          </p:cTn>
                        </p:par>
                        <p:par>
                          <p:cTn id="35" fill="hold">
                            <p:stCondLst>
                              <p:cond delay="2500"/>
                            </p:stCondLst>
                            <p:childTnLst>
                              <p:par>
                                <p:cTn id="36" presetID="31" presetClass="entr" presetSubtype="0" fill="hold" grpId="0" nodeType="afterEffect">
                                  <p:stCondLst>
                                    <p:cond delay="0"/>
                                  </p:stCondLst>
                                  <p:childTnLst>
                                    <p:set>
                                      <p:cBhvr>
                                        <p:cTn id="37" dur="1" fill="hold">
                                          <p:stCondLst>
                                            <p:cond delay="0"/>
                                          </p:stCondLst>
                                        </p:cTn>
                                        <p:tgtEl>
                                          <p:spTgt spid="41"/>
                                        </p:tgtEl>
                                        <p:attrNameLst>
                                          <p:attrName>style.visibility</p:attrName>
                                        </p:attrNameLst>
                                      </p:cBhvr>
                                      <p:to>
                                        <p:strVal val="visible"/>
                                      </p:to>
                                    </p:set>
                                    <p:anim calcmode="lin" valueType="num">
                                      <p:cBhvr>
                                        <p:cTn id="38" dur="1000" fill="hold"/>
                                        <p:tgtEl>
                                          <p:spTgt spid="41"/>
                                        </p:tgtEl>
                                        <p:attrNameLst>
                                          <p:attrName>ppt_w</p:attrName>
                                        </p:attrNameLst>
                                      </p:cBhvr>
                                      <p:tavLst>
                                        <p:tav tm="0">
                                          <p:val>
                                            <p:fltVal val="0"/>
                                          </p:val>
                                        </p:tav>
                                        <p:tav tm="100000">
                                          <p:val>
                                            <p:strVal val="#ppt_w"/>
                                          </p:val>
                                        </p:tav>
                                      </p:tavLst>
                                    </p:anim>
                                    <p:anim calcmode="lin" valueType="num">
                                      <p:cBhvr>
                                        <p:cTn id="39" dur="1000" fill="hold"/>
                                        <p:tgtEl>
                                          <p:spTgt spid="41"/>
                                        </p:tgtEl>
                                        <p:attrNameLst>
                                          <p:attrName>ppt_h</p:attrName>
                                        </p:attrNameLst>
                                      </p:cBhvr>
                                      <p:tavLst>
                                        <p:tav tm="0">
                                          <p:val>
                                            <p:fltVal val="0"/>
                                          </p:val>
                                        </p:tav>
                                        <p:tav tm="100000">
                                          <p:val>
                                            <p:strVal val="#ppt_h"/>
                                          </p:val>
                                        </p:tav>
                                      </p:tavLst>
                                    </p:anim>
                                    <p:anim calcmode="lin" valueType="num">
                                      <p:cBhvr>
                                        <p:cTn id="40" dur="1000" fill="hold"/>
                                        <p:tgtEl>
                                          <p:spTgt spid="41"/>
                                        </p:tgtEl>
                                        <p:attrNameLst>
                                          <p:attrName>style.rotation</p:attrName>
                                        </p:attrNameLst>
                                      </p:cBhvr>
                                      <p:tavLst>
                                        <p:tav tm="0">
                                          <p:val>
                                            <p:fltVal val="90"/>
                                          </p:val>
                                        </p:tav>
                                        <p:tav tm="100000">
                                          <p:val>
                                            <p:fltVal val="0"/>
                                          </p:val>
                                        </p:tav>
                                      </p:tavLst>
                                    </p:anim>
                                    <p:animEffect transition="in" filter="fade">
                                      <p:cBhvr>
                                        <p:cTn id="41" dur="1000"/>
                                        <p:tgtEl>
                                          <p:spTgt spid="41"/>
                                        </p:tgtEl>
                                      </p:cBhvr>
                                    </p:animEffect>
                                  </p:childTnLst>
                                </p:cTn>
                              </p:par>
                              <p:par>
                                <p:cTn id="42" presetID="12" presetClass="entr" presetSubtype="8" fill="hold" nodeType="withEffect">
                                  <p:stCondLst>
                                    <p:cond delay="0"/>
                                  </p:stCondLst>
                                  <p:childTnLst>
                                    <p:set>
                                      <p:cBhvr>
                                        <p:cTn id="43" dur="1" fill="hold">
                                          <p:stCondLst>
                                            <p:cond delay="0"/>
                                          </p:stCondLst>
                                        </p:cTn>
                                        <p:tgtEl>
                                          <p:spTgt spid="42"/>
                                        </p:tgtEl>
                                        <p:attrNameLst>
                                          <p:attrName>style.visibility</p:attrName>
                                        </p:attrNameLst>
                                      </p:cBhvr>
                                      <p:to>
                                        <p:strVal val="visible"/>
                                      </p:to>
                                    </p:set>
                                    <p:anim calcmode="lin" valueType="num">
                                      <p:cBhvr additive="base">
                                        <p:cTn id="44" dur="1000"/>
                                        <p:tgtEl>
                                          <p:spTgt spid="42"/>
                                        </p:tgtEl>
                                        <p:attrNameLst>
                                          <p:attrName>ppt_x</p:attrName>
                                        </p:attrNameLst>
                                      </p:cBhvr>
                                      <p:tavLst>
                                        <p:tav tm="0">
                                          <p:val>
                                            <p:strVal val="#ppt_x-#ppt_w*1.125000"/>
                                          </p:val>
                                        </p:tav>
                                        <p:tav tm="100000">
                                          <p:val>
                                            <p:strVal val="#ppt_x"/>
                                          </p:val>
                                        </p:tav>
                                      </p:tavLst>
                                    </p:anim>
                                    <p:animEffect transition="in" filter="wipe(right)">
                                      <p:cBhvr>
                                        <p:cTn id="45" dur="1000"/>
                                        <p:tgtEl>
                                          <p:spTgt spid="42"/>
                                        </p:tgtEl>
                                      </p:cBhvr>
                                    </p:animEffect>
                                  </p:childTnLst>
                                </p:cTn>
                              </p:par>
                            </p:childTnLst>
                          </p:cTn>
                        </p:par>
                        <p:par>
                          <p:cTn id="46" fill="hold">
                            <p:stCondLst>
                              <p:cond delay="3500"/>
                            </p:stCondLst>
                            <p:childTnLst>
                              <p:par>
                                <p:cTn id="47" presetID="31" presetClass="entr" presetSubtype="0" fill="hold" grpId="0" nodeType="afterEffect">
                                  <p:stCondLst>
                                    <p:cond delay="0"/>
                                  </p:stCondLst>
                                  <p:childTnLst>
                                    <p:set>
                                      <p:cBhvr>
                                        <p:cTn id="48" dur="1" fill="hold">
                                          <p:stCondLst>
                                            <p:cond delay="0"/>
                                          </p:stCondLst>
                                        </p:cTn>
                                        <p:tgtEl>
                                          <p:spTgt spid="45"/>
                                        </p:tgtEl>
                                        <p:attrNameLst>
                                          <p:attrName>style.visibility</p:attrName>
                                        </p:attrNameLst>
                                      </p:cBhvr>
                                      <p:to>
                                        <p:strVal val="visible"/>
                                      </p:to>
                                    </p:set>
                                    <p:anim calcmode="lin" valueType="num">
                                      <p:cBhvr>
                                        <p:cTn id="49" dur="1000" fill="hold"/>
                                        <p:tgtEl>
                                          <p:spTgt spid="45"/>
                                        </p:tgtEl>
                                        <p:attrNameLst>
                                          <p:attrName>ppt_w</p:attrName>
                                        </p:attrNameLst>
                                      </p:cBhvr>
                                      <p:tavLst>
                                        <p:tav tm="0">
                                          <p:val>
                                            <p:fltVal val="0"/>
                                          </p:val>
                                        </p:tav>
                                        <p:tav tm="100000">
                                          <p:val>
                                            <p:strVal val="#ppt_w"/>
                                          </p:val>
                                        </p:tav>
                                      </p:tavLst>
                                    </p:anim>
                                    <p:anim calcmode="lin" valueType="num">
                                      <p:cBhvr>
                                        <p:cTn id="50" dur="1000" fill="hold"/>
                                        <p:tgtEl>
                                          <p:spTgt spid="45"/>
                                        </p:tgtEl>
                                        <p:attrNameLst>
                                          <p:attrName>ppt_h</p:attrName>
                                        </p:attrNameLst>
                                      </p:cBhvr>
                                      <p:tavLst>
                                        <p:tav tm="0">
                                          <p:val>
                                            <p:fltVal val="0"/>
                                          </p:val>
                                        </p:tav>
                                        <p:tav tm="100000">
                                          <p:val>
                                            <p:strVal val="#ppt_h"/>
                                          </p:val>
                                        </p:tav>
                                      </p:tavLst>
                                    </p:anim>
                                    <p:anim calcmode="lin" valueType="num">
                                      <p:cBhvr>
                                        <p:cTn id="51" dur="1000" fill="hold"/>
                                        <p:tgtEl>
                                          <p:spTgt spid="45"/>
                                        </p:tgtEl>
                                        <p:attrNameLst>
                                          <p:attrName>style.rotation</p:attrName>
                                        </p:attrNameLst>
                                      </p:cBhvr>
                                      <p:tavLst>
                                        <p:tav tm="0">
                                          <p:val>
                                            <p:fltVal val="90"/>
                                          </p:val>
                                        </p:tav>
                                        <p:tav tm="100000">
                                          <p:val>
                                            <p:fltVal val="0"/>
                                          </p:val>
                                        </p:tav>
                                      </p:tavLst>
                                    </p:anim>
                                    <p:animEffect transition="in" filter="fade">
                                      <p:cBhvr>
                                        <p:cTn id="52" dur="1000"/>
                                        <p:tgtEl>
                                          <p:spTgt spid="45"/>
                                        </p:tgtEl>
                                      </p:cBhvr>
                                    </p:animEffect>
                                  </p:childTnLst>
                                </p:cTn>
                              </p:par>
                              <p:par>
                                <p:cTn id="53" presetID="12" presetClass="entr" presetSubtype="8" fill="hold" nodeType="withEffect">
                                  <p:stCondLst>
                                    <p:cond delay="0"/>
                                  </p:stCondLst>
                                  <p:childTnLst>
                                    <p:set>
                                      <p:cBhvr>
                                        <p:cTn id="54" dur="1" fill="hold">
                                          <p:stCondLst>
                                            <p:cond delay="0"/>
                                          </p:stCondLst>
                                        </p:cTn>
                                        <p:tgtEl>
                                          <p:spTgt spid="46"/>
                                        </p:tgtEl>
                                        <p:attrNameLst>
                                          <p:attrName>style.visibility</p:attrName>
                                        </p:attrNameLst>
                                      </p:cBhvr>
                                      <p:to>
                                        <p:strVal val="visible"/>
                                      </p:to>
                                    </p:set>
                                    <p:anim calcmode="lin" valueType="num">
                                      <p:cBhvr additive="base">
                                        <p:cTn id="55" dur="1000"/>
                                        <p:tgtEl>
                                          <p:spTgt spid="46"/>
                                        </p:tgtEl>
                                        <p:attrNameLst>
                                          <p:attrName>ppt_x</p:attrName>
                                        </p:attrNameLst>
                                      </p:cBhvr>
                                      <p:tavLst>
                                        <p:tav tm="0">
                                          <p:val>
                                            <p:strVal val="#ppt_x-#ppt_w*1.125000"/>
                                          </p:val>
                                        </p:tav>
                                        <p:tav tm="100000">
                                          <p:val>
                                            <p:strVal val="#ppt_x"/>
                                          </p:val>
                                        </p:tav>
                                      </p:tavLst>
                                    </p:anim>
                                    <p:animEffect transition="in" filter="wipe(right)">
                                      <p:cBhvr>
                                        <p:cTn id="56" dur="1000"/>
                                        <p:tgtEl>
                                          <p:spTgt spid="46"/>
                                        </p:tgtEl>
                                      </p:cBhvr>
                                    </p:animEffect>
                                  </p:childTnLst>
                                </p:cTn>
                              </p:par>
                            </p:childTnLst>
                          </p:cTn>
                        </p:par>
                        <p:par>
                          <p:cTn id="57" fill="hold">
                            <p:stCondLst>
                              <p:cond delay="4500"/>
                            </p:stCondLst>
                            <p:childTnLst>
                              <p:par>
                                <p:cTn id="58" presetID="31" presetClass="entr" presetSubtype="0" fill="hold" grpId="0" nodeType="afterEffect">
                                  <p:stCondLst>
                                    <p:cond delay="0"/>
                                  </p:stCondLst>
                                  <p:childTnLst>
                                    <p:set>
                                      <p:cBhvr>
                                        <p:cTn id="59" dur="1" fill="hold">
                                          <p:stCondLst>
                                            <p:cond delay="0"/>
                                          </p:stCondLst>
                                        </p:cTn>
                                        <p:tgtEl>
                                          <p:spTgt spid="49"/>
                                        </p:tgtEl>
                                        <p:attrNameLst>
                                          <p:attrName>style.visibility</p:attrName>
                                        </p:attrNameLst>
                                      </p:cBhvr>
                                      <p:to>
                                        <p:strVal val="visible"/>
                                      </p:to>
                                    </p:set>
                                    <p:anim calcmode="lin" valueType="num">
                                      <p:cBhvr>
                                        <p:cTn id="60" dur="1000" fill="hold"/>
                                        <p:tgtEl>
                                          <p:spTgt spid="49"/>
                                        </p:tgtEl>
                                        <p:attrNameLst>
                                          <p:attrName>ppt_w</p:attrName>
                                        </p:attrNameLst>
                                      </p:cBhvr>
                                      <p:tavLst>
                                        <p:tav tm="0">
                                          <p:val>
                                            <p:fltVal val="0"/>
                                          </p:val>
                                        </p:tav>
                                        <p:tav tm="100000">
                                          <p:val>
                                            <p:strVal val="#ppt_w"/>
                                          </p:val>
                                        </p:tav>
                                      </p:tavLst>
                                    </p:anim>
                                    <p:anim calcmode="lin" valueType="num">
                                      <p:cBhvr>
                                        <p:cTn id="61" dur="1000" fill="hold"/>
                                        <p:tgtEl>
                                          <p:spTgt spid="49"/>
                                        </p:tgtEl>
                                        <p:attrNameLst>
                                          <p:attrName>ppt_h</p:attrName>
                                        </p:attrNameLst>
                                      </p:cBhvr>
                                      <p:tavLst>
                                        <p:tav tm="0">
                                          <p:val>
                                            <p:fltVal val="0"/>
                                          </p:val>
                                        </p:tav>
                                        <p:tav tm="100000">
                                          <p:val>
                                            <p:strVal val="#ppt_h"/>
                                          </p:val>
                                        </p:tav>
                                      </p:tavLst>
                                    </p:anim>
                                    <p:anim calcmode="lin" valueType="num">
                                      <p:cBhvr>
                                        <p:cTn id="62" dur="1000" fill="hold"/>
                                        <p:tgtEl>
                                          <p:spTgt spid="49"/>
                                        </p:tgtEl>
                                        <p:attrNameLst>
                                          <p:attrName>style.rotation</p:attrName>
                                        </p:attrNameLst>
                                      </p:cBhvr>
                                      <p:tavLst>
                                        <p:tav tm="0">
                                          <p:val>
                                            <p:fltVal val="90"/>
                                          </p:val>
                                        </p:tav>
                                        <p:tav tm="100000">
                                          <p:val>
                                            <p:fltVal val="0"/>
                                          </p:val>
                                        </p:tav>
                                      </p:tavLst>
                                    </p:anim>
                                    <p:animEffect transition="in" filter="fade">
                                      <p:cBhvr>
                                        <p:cTn id="63" dur="1000"/>
                                        <p:tgtEl>
                                          <p:spTgt spid="49"/>
                                        </p:tgtEl>
                                      </p:cBhvr>
                                    </p:animEffect>
                                  </p:childTnLst>
                                </p:cTn>
                              </p:par>
                              <p:par>
                                <p:cTn id="64" presetID="12" presetClass="entr" presetSubtype="8" fill="hold" nodeType="withEffect">
                                  <p:stCondLst>
                                    <p:cond delay="0"/>
                                  </p:stCondLst>
                                  <p:childTnLst>
                                    <p:set>
                                      <p:cBhvr>
                                        <p:cTn id="65" dur="1" fill="hold">
                                          <p:stCondLst>
                                            <p:cond delay="0"/>
                                          </p:stCondLst>
                                        </p:cTn>
                                        <p:tgtEl>
                                          <p:spTgt spid="50"/>
                                        </p:tgtEl>
                                        <p:attrNameLst>
                                          <p:attrName>style.visibility</p:attrName>
                                        </p:attrNameLst>
                                      </p:cBhvr>
                                      <p:to>
                                        <p:strVal val="visible"/>
                                      </p:to>
                                    </p:set>
                                    <p:anim calcmode="lin" valueType="num">
                                      <p:cBhvr additive="base">
                                        <p:cTn id="66" dur="1000"/>
                                        <p:tgtEl>
                                          <p:spTgt spid="50"/>
                                        </p:tgtEl>
                                        <p:attrNameLst>
                                          <p:attrName>ppt_x</p:attrName>
                                        </p:attrNameLst>
                                      </p:cBhvr>
                                      <p:tavLst>
                                        <p:tav tm="0">
                                          <p:val>
                                            <p:strVal val="#ppt_x-#ppt_w*1.125000"/>
                                          </p:val>
                                        </p:tav>
                                        <p:tav tm="100000">
                                          <p:val>
                                            <p:strVal val="#ppt_x"/>
                                          </p:val>
                                        </p:tav>
                                      </p:tavLst>
                                    </p:anim>
                                    <p:animEffect transition="in" filter="wipe(right)">
                                      <p:cBhvr>
                                        <p:cTn id="67"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5" grpId="0" animBg="1"/>
      <p:bldP spid="36" grpId="0" animBg="1"/>
      <p:bldP spid="41" grpId="0" animBg="1"/>
      <p:bldP spid="45" grpId="0" animBg="1"/>
      <p:bldP spid="4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93409D86-BB88-4914-B074-98863ED95D23}"/>
              </a:ext>
            </a:extLst>
          </p:cNvPr>
          <p:cNvGrpSpPr/>
          <p:nvPr/>
        </p:nvGrpSpPr>
        <p:grpSpPr>
          <a:xfrm rot="2181050">
            <a:off x="201564" y="224263"/>
            <a:ext cx="497939" cy="480855"/>
            <a:chOff x="1935287" y="2046176"/>
            <a:chExt cx="836513" cy="807813"/>
          </a:xfrm>
        </p:grpSpPr>
        <p:sp>
          <p:nvSpPr>
            <p:cNvPr id="10" name="矩形 9">
              <a:extLst>
                <a:ext uri="{FF2B5EF4-FFF2-40B4-BE49-F238E27FC236}">
                  <a16:creationId xmlns:a16="http://schemas.microsoft.com/office/drawing/2014/main" id="{E3837F66-89D0-4B78-9CFC-DF1816D27B7A}"/>
                </a:ext>
              </a:extLst>
            </p:cNvPr>
            <p:cNvSpPr/>
            <p:nvPr/>
          </p:nvSpPr>
          <p:spPr>
            <a:xfrm rot="16200000">
              <a:off x="2676139" y="2171589"/>
              <a:ext cx="127547" cy="6377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 name="组合 10">
              <a:extLst>
                <a:ext uri="{FF2B5EF4-FFF2-40B4-BE49-F238E27FC236}">
                  <a16:creationId xmlns:a16="http://schemas.microsoft.com/office/drawing/2014/main" id="{B6D207B8-294A-424A-9246-F0B8729298ED}"/>
                </a:ext>
              </a:extLst>
            </p:cNvPr>
            <p:cNvGrpSpPr/>
            <p:nvPr/>
          </p:nvGrpSpPr>
          <p:grpSpPr>
            <a:xfrm rot="18900000">
              <a:off x="1935287" y="2046176"/>
              <a:ext cx="710318" cy="807813"/>
              <a:chOff x="1935287" y="2046176"/>
              <a:chExt cx="710318" cy="807813"/>
            </a:xfrm>
          </p:grpSpPr>
          <p:sp>
            <p:nvSpPr>
              <p:cNvPr id="12" name="矩形 11">
                <a:extLst>
                  <a:ext uri="{FF2B5EF4-FFF2-40B4-BE49-F238E27FC236}">
                    <a16:creationId xmlns:a16="http://schemas.microsoft.com/office/drawing/2014/main" id="{34CC906E-5BD2-479F-BDC5-4C8E60A44F57}"/>
                  </a:ext>
                </a:extLst>
              </p:cNvPr>
              <p:cNvSpPr/>
              <p:nvPr/>
            </p:nvSpPr>
            <p:spPr>
              <a:xfrm rot="18900000">
                <a:off x="1935287" y="2156715"/>
                <a:ext cx="324208" cy="3242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矩形 12">
                <a:extLst>
                  <a:ext uri="{FF2B5EF4-FFF2-40B4-BE49-F238E27FC236}">
                    <a16:creationId xmlns:a16="http://schemas.microsoft.com/office/drawing/2014/main" id="{6CE7901E-4527-4D85-BCD6-472BC1E008D1}"/>
                  </a:ext>
                </a:extLst>
              </p:cNvPr>
              <p:cNvSpPr/>
              <p:nvPr/>
            </p:nvSpPr>
            <p:spPr>
              <a:xfrm rot="18900000">
                <a:off x="2363248" y="2361675"/>
                <a:ext cx="268739" cy="268739"/>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13">
                <a:extLst>
                  <a:ext uri="{FF2B5EF4-FFF2-40B4-BE49-F238E27FC236}">
                    <a16:creationId xmlns:a16="http://schemas.microsoft.com/office/drawing/2014/main" id="{875BDF95-9A2D-4E6A-8EB5-96789650537C}"/>
                  </a:ext>
                </a:extLst>
              </p:cNvPr>
              <p:cNvSpPr/>
              <p:nvPr/>
            </p:nvSpPr>
            <p:spPr>
              <a:xfrm rot="18900000">
                <a:off x="2273470" y="2294141"/>
                <a:ext cx="167263" cy="167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5" name="矩形 14">
                <a:extLst>
                  <a:ext uri="{FF2B5EF4-FFF2-40B4-BE49-F238E27FC236}">
                    <a16:creationId xmlns:a16="http://schemas.microsoft.com/office/drawing/2014/main" id="{BF6E1B52-B852-44BF-AC0D-C022F26C7D8F}"/>
                  </a:ext>
                </a:extLst>
              </p:cNvPr>
              <p:cNvSpPr/>
              <p:nvPr/>
            </p:nvSpPr>
            <p:spPr>
              <a:xfrm rot="18900000">
                <a:off x="2147249" y="2323299"/>
                <a:ext cx="289856" cy="2898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a:extLst>
                  <a:ext uri="{FF2B5EF4-FFF2-40B4-BE49-F238E27FC236}">
                    <a16:creationId xmlns:a16="http://schemas.microsoft.com/office/drawing/2014/main" id="{3B9C3495-1D2F-4930-80A5-174520774291}"/>
                  </a:ext>
                </a:extLst>
              </p:cNvPr>
              <p:cNvSpPr/>
              <p:nvPr/>
            </p:nvSpPr>
            <p:spPr>
              <a:xfrm rot="18900000">
                <a:off x="2124819" y="2380998"/>
                <a:ext cx="174458" cy="17445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16">
                <a:extLst>
                  <a:ext uri="{FF2B5EF4-FFF2-40B4-BE49-F238E27FC236}">
                    <a16:creationId xmlns:a16="http://schemas.microsoft.com/office/drawing/2014/main" id="{AE65DAFF-51C7-428E-BC67-455441425A3A}"/>
                  </a:ext>
                </a:extLst>
              </p:cNvPr>
              <p:cNvSpPr/>
              <p:nvPr/>
            </p:nvSpPr>
            <p:spPr>
              <a:xfrm rot="18900000">
                <a:off x="2272921" y="2046176"/>
                <a:ext cx="372684" cy="372684"/>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a:extLst>
                  <a:ext uri="{FF2B5EF4-FFF2-40B4-BE49-F238E27FC236}">
                    <a16:creationId xmlns:a16="http://schemas.microsoft.com/office/drawing/2014/main" id="{ACC691AC-E952-43D5-923E-D1872D030E2C}"/>
                  </a:ext>
                </a:extLst>
              </p:cNvPr>
              <p:cNvSpPr/>
              <p:nvPr/>
            </p:nvSpPr>
            <p:spPr>
              <a:xfrm rot="18900000">
                <a:off x="2233710" y="2575444"/>
                <a:ext cx="278545" cy="2785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9" name="TextBox 7">
            <a:extLst>
              <a:ext uri="{FF2B5EF4-FFF2-40B4-BE49-F238E27FC236}">
                <a16:creationId xmlns:a16="http://schemas.microsoft.com/office/drawing/2014/main" id="{6D11D39C-282D-45E9-8874-0CE2EBDD4DC8}"/>
              </a:ext>
            </a:extLst>
          </p:cNvPr>
          <p:cNvSpPr txBox="1"/>
          <p:nvPr/>
        </p:nvSpPr>
        <p:spPr>
          <a:xfrm>
            <a:off x="840296" y="185213"/>
            <a:ext cx="954107" cy="276999"/>
          </a:xfrm>
          <a:prstGeom prst="rect">
            <a:avLst/>
          </a:prstGeom>
          <a:noFill/>
        </p:spPr>
        <p:txBody>
          <a:bodyPr wrap="none" rtlCol="0">
            <a:spAutoFit/>
          </a:bodyPr>
          <a:lstStyle/>
          <a:p>
            <a:r>
              <a:rPr lang="zh-CN" altLang="en-US" sz="1200" b="1" dirty="0">
                <a:cs typeface="+mn-ea"/>
                <a:sym typeface="+mn-lt"/>
              </a:rPr>
              <a:t>背景与意义</a:t>
            </a:r>
          </a:p>
        </p:txBody>
      </p:sp>
      <p:sp>
        <p:nvSpPr>
          <p:cNvPr id="20" name="TextBox 8">
            <a:extLst>
              <a:ext uri="{FF2B5EF4-FFF2-40B4-BE49-F238E27FC236}">
                <a16:creationId xmlns:a16="http://schemas.microsoft.com/office/drawing/2014/main" id="{4038439A-2AE7-4B6C-BDC8-0C3ECF3F32AD}"/>
              </a:ext>
            </a:extLst>
          </p:cNvPr>
          <p:cNvSpPr txBox="1"/>
          <p:nvPr/>
        </p:nvSpPr>
        <p:spPr>
          <a:xfrm>
            <a:off x="840296" y="387528"/>
            <a:ext cx="1781257" cy="230832"/>
          </a:xfrm>
          <a:prstGeom prst="rect">
            <a:avLst/>
          </a:prstGeom>
          <a:noFill/>
        </p:spPr>
        <p:txBody>
          <a:bodyPr wrap="none" rtlCol="0">
            <a:spAutoFit/>
          </a:bodyPr>
          <a:lstStyle/>
          <a:p>
            <a:r>
              <a:rPr lang="en-US" altLang="zh-CN" sz="900" dirty="0">
                <a:cs typeface="+mn-ea"/>
                <a:sym typeface="+mn-lt"/>
              </a:rPr>
              <a:t>Background and Significance</a:t>
            </a:r>
            <a:endParaRPr lang="zh-CN" altLang="en-US" sz="900" dirty="0">
              <a:cs typeface="+mn-ea"/>
              <a:sym typeface="+mn-lt"/>
            </a:endParaRPr>
          </a:p>
        </p:txBody>
      </p:sp>
      <p:pic>
        <p:nvPicPr>
          <p:cNvPr id="3" name="图片 2">
            <a:extLst>
              <a:ext uri="{FF2B5EF4-FFF2-40B4-BE49-F238E27FC236}">
                <a16:creationId xmlns:a16="http://schemas.microsoft.com/office/drawing/2014/main" id="{DFC0C0C2-FA09-8041-F194-25866149B550}"/>
              </a:ext>
            </a:extLst>
          </p:cNvPr>
          <p:cNvPicPr>
            <a:picLocks noChangeAspect="1"/>
          </p:cNvPicPr>
          <p:nvPr/>
        </p:nvPicPr>
        <p:blipFill>
          <a:blip r:embed="rId3"/>
          <a:stretch>
            <a:fillRect/>
          </a:stretch>
        </p:blipFill>
        <p:spPr>
          <a:xfrm>
            <a:off x="1068911" y="826663"/>
            <a:ext cx="2354583" cy="2016682"/>
          </a:xfrm>
          <a:prstGeom prst="rect">
            <a:avLst/>
          </a:prstGeom>
        </p:spPr>
      </p:pic>
      <p:sp>
        <p:nvSpPr>
          <p:cNvPr id="5" name="文本框 4">
            <a:extLst>
              <a:ext uri="{FF2B5EF4-FFF2-40B4-BE49-F238E27FC236}">
                <a16:creationId xmlns:a16="http://schemas.microsoft.com/office/drawing/2014/main" id="{EB0589CE-2110-3200-9BAC-920323662D2A}"/>
              </a:ext>
            </a:extLst>
          </p:cNvPr>
          <p:cNvSpPr txBox="1"/>
          <p:nvPr/>
        </p:nvSpPr>
        <p:spPr>
          <a:xfrm>
            <a:off x="1899206" y="2917683"/>
            <a:ext cx="1444694" cy="276999"/>
          </a:xfrm>
          <a:prstGeom prst="rect">
            <a:avLst/>
          </a:prstGeom>
          <a:noFill/>
        </p:spPr>
        <p:txBody>
          <a:bodyPr wrap="square" rtlCol="0">
            <a:spAutoFit/>
          </a:bodyPr>
          <a:lstStyle/>
          <a:p>
            <a:r>
              <a:rPr lang="zh-CN" altLang="en-US" sz="1200" b="1" dirty="0"/>
              <a:t>嘉定校区</a:t>
            </a:r>
          </a:p>
        </p:txBody>
      </p:sp>
      <p:pic>
        <p:nvPicPr>
          <p:cNvPr id="7" name="图片 6">
            <a:extLst>
              <a:ext uri="{FF2B5EF4-FFF2-40B4-BE49-F238E27FC236}">
                <a16:creationId xmlns:a16="http://schemas.microsoft.com/office/drawing/2014/main" id="{44D82C88-3635-EFA2-015E-2300E0772945}"/>
              </a:ext>
            </a:extLst>
          </p:cNvPr>
          <p:cNvPicPr>
            <a:picLocks noChangeAspect="1"/>
          </p:cNvPicPr>
          <p:nvPr/>
        </p:nvPicPr>
        <p:blipFill>
          <a:blip r:embed="rId4"/>
          <a:stretch>
            <a:fillRect/>
          </a:stretch>
        </p:blipFill>
        <p:spPr>
          <a:xfrm>
            <a:off x="5691364" y="987574"/>
            <a:ext cx="2668726" cy="1563638"/>
          </a:xfrm>
          <a:prstGeom prst="rect">
            <a:avLst/>
          </a:prstGeom>
        </p:spPr>
      </p:pic>
      <p:cxnSp>
        <p:nvCxnSpPr>
          <p:cNvPr id="28" name="直接箭头连接符 27">
            <a:extLst>
              <a:ext uri="{FF2B5EF4-FFF2-40B4-BE49-F238E27FC236}">
                <a16:creationId xmlns:a16="http://schemas.microsoft.com/office/drawing/2014/main" id="{F53F001F-3A3F-BABA-3648-5205757F790C}"/>
              </a:ext>
            </a:extLst>
          </p:cNvPr>
          <p:cNvCxnSpPr/>
          <p:nvPr/>
        </p:nvCxnSpPr>
        <p:spPr>
          <a:xfrm>
            <a:off x="3460082" y="1419622"/>
            <a:ext cx="2192038"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94D77A64-9B6C-68A4-E25B-2670C23BC6EA}"/>
              </a:ext>
            </a:extLst>
          </p:cNvPr>
          <p:cNvCxnSpPr>
            <a:cxnSpLocks/>
          </p:cNvCxnSpPr>
          <p:nvPr/>
        </p:nvCxnSpPr>
        <p:spPr>
          <a:xfrm flipH="1">
            <a:off x="3460082" y="1707654"/>
            <a:ext cx="212003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B9F10CD6-3639-CA09-CA64-ABB559EEA036}"/>
              </a:ext>
            </a:extLst>
          </p:cNvPr>
          <p:cNvSpPr txBox="1"/>
          <p:nvPr/>
        </p:nvSpPr>
        <p:spPr>
          <a:xfrm>
            <a:off x="3995936" y="1131591"/>
            <a:ext cx="1444694" cy="246221"/>
          </a:xfrm>
          <a:prstGeom prst="rect">
            <a:avLst/>
          </a:prstGeom>
          <a:noFill/>
        </p:spPr>
        <p:txBody>
          <a:bodyPr wrap="square" rtlCol="0">
            <a:spAutoFit/>
          </a:bodyPr>
          <a:lstStyle/>
          <a:p>
            <a:r>
              <a:rPr lang="zh-CN" altLang="en-US" sz="1000" b="1" dirty="0"/>
              <a:t>校内师生出行</a:t>
            </a:r>
          </a:p>
        </p:txBody>
      </p:sp>
      <p:sp>
        <p:nvSpPr>
          <p:cNvPr id="37" name="文本框 36">
            <a:extLst>
              <a:ext uri="{FF2B5EF4-FFF2-40B4-BE49-F238E27FC236}">
                <a16:creationId xmlns:a16="http://schemas.microsoft.com/office/drawing/2014/main" id="{EDEBDCB3-C3EE-3D76-46D1-9AA7AF211738}"/>
              </a:ext>
            </a:extLst>
          </p:cNvPr>
          <p:cNvSpPr txBox="1"/>
          <p:nvPr/>
        </p:nvSpPr>
        <p:spPr>
          <a:xfrm>
            <a:off x="4014279" y="1749465"/>
            <a:ext cx="1584176" cy="246221"/>
          </a:xfrm>
          <a:prstGeom prst="rect">
            <a:avLst/>
          </a:prstGeom>
          <a:noFill/>
        </p:spPr>
        <p:txBody>
          <a:bodyPr wrap="square" rtlCol="0">
            <a:spAutoFit/>
          </a:bodyPr>
          <a:lstStyle/>
          <a:p>
            <a:r>
              <a:rPr lang="zh-CN" altLang="en-US" sz="1000" b="1" dirty="0"/>
              <a:t>外来访客参观</a:t>
            </a:r>
          </a:p>
        </p:txBody>
      </p:sp>
      <p:sp>
        <p:nvSpPr>
          <p:cNvPr id="38" name="文本框 37">
            <a:extLst>
              <a:ext uri="{FF2B5EF4-FFF2-40B4-BE49-F238E27FC236}">
                <a16:creationId xmlns:a16="http://schemas.microsoft.com/office/drawing/2014/main" id="{CF761622-5114-620D-257D-BF16909CB0E8}"/>
              </a:ext>
            </a:extLst>
          </p:cNvPr>
          <p:cNvSpPr txBox="1"/>
          <p:nvPr/>
        </p:nvSpPr>
        <p:spPr>
          <a:xfrm>
            <a:off x="6300192" y="2602249"/>
            <a:ext cx="1843755" cy="276999"/>
          </a:xfrm>
          <a:prstGeom prst="rect">
            <a:avLst/>
          </a:prstGeom>
          <a:noFill/>
        </p:spPr>
        <p:txBody>
          <a:bodyPr wrap="square" rtlCol="0">
            <a:spAutoFit/>
          </a:bodyPr>
          <a:lstStyle/>
          <a:p>
            <a:r>
              <a:rPr lang="zh-CN" altLang="en-US" sz="1200" b="1" dirty="0"/>
              <a:t>上海、苏州等邻近市区</a:t>
            </a:r>
          </a:p>
        </p:txBody>
      </p:sp>
      <p:sp>
        <p:nvSpPr>
          <p:cNvPr id="45" name="箭头: 下 44">
            <a:extLst>
              <a:ext uri="{FF2B5EF4-FFF2-40B4-BE49-F238E27FC236}">
                <a16:creationId xmlns:a16="http://schemas.microsoft.com/office/drawing/2014/main" id="{2ACDE842-0143-F93B-8D61-05C51E0A1ED4}"/>
              </a:ext>
            </a:extLst>
          </p:cNvPr>
          <p:cNvSpPr/>
          <p:nvPr/>
        </p:nvSpPr>
        <p:spPr>
          <a:xfrm>
            <a:off x="4212979" y="2219192"/>
            <a:ext cx="648072" cy="830666"/>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r>
              <a:rPr lang="zh-CN" altLang="en-US" sz="900" dirty="0"/>
              <a:t>交通信息</a:t>
            </a:r>
          </a:p>
        </p:txBody>
      </p:sp>
      <p:pic>
        <p:nvPicPr>
          <p:cNvPr id="47" name="图片 46">
            <a:extLst>
              <a:ext uri="{FF2B5EF4-FFF2-40B4-BE49-F238E27FC236}">
                <a16:creationId xmlns:a16="http://schemas.microsoft.com/office/drawing/2014/main" id="{4091C20F-53DF-D4B5-7DC4-FFF3894659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1840" y="3194682"/>
            <a:ext cx="769842" cy="1046415"/>
          </a:xfrm>
          <a:prstGeom prst="rect">
            <a:avLst/>
          </a:prstGeom>
        </p:spPr>
      </p:pic>
      <p:pic>
        <p:nvPicPr>
          <p:cNvPr id="49" name="图片 48">
            <a:extLst>
              <a:ext uri="{FF2B5EF4-FFF2-40B4-BE49-F238E27FC236}">
                <a16:creationId xmlns:a16="http://schemas.microsoft.com/office/drawing/2014/main" id="{E8145340-AEB2-5D26-E8EF-CD02E3E68AE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05343" y="3129291"/>
            <a:ext cx="533314" cy="1139220"/>
          </a:xfrm>
          <a:prstGeom prst="rect">
            <a:avLst/>
          </a:prstGeom>
        </p:spPr>
      </p:pic>
      <p:pic>
        <p:nvPicPr>
          <p:cNvPr id="51" name="图片 50">
            <a:extLst>
              <a:ext uri="{FF2B5EF4-FFF2-40B4-BE49-F238E27FC236}">
                <a16:creationId xmlns:a16="http://schemas.microsoft.com/office/drawing/2014/main" id="{940073CE-222F-5177-81D6-4677F339C9E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39398" y="3129291"/>
            <a:ext cx="625444" cy="1131591"/>
          </a:xfrm>
          <a:prstGeom prst="rect">
            <a:avLst/>
          </a:prstGeom>
        </p:spPr>
      </p:pic>
      <p:sp>
        <p:nvSpPr>
          <p:cNvPr id="52" name="文本框 51">
            <a:extLst>
              <a:ext uri="{FF2B5EF4-FFF2-40B4-BE49-F238E27FC236}">
                <a16:creationId xmlns:a16="http://schemas.microsoft.com/office/drawing/2014/main" id="{A7E1CA97-9D87-F2F5-FD9E-EB231BCAE0CF}"/>
              </a:ext>
            </a:extLst>
          </p:cNvPr>
          <p:cNvSpPr txBox="1"/>
          <p:nvPr/>
        </p:nvSpPr>
        <p:spPr>
          <a:xfrm>
            <a:off x="3290520" y="4241097"/>
            <a:ext cx="452481" cy="230832"/>
          </a:xfrm>
          <a:prstGeom prst="rect">
            <a:avLst/>
          </a:prstGeom>
          <a:noFill/>
        </p:spPr>
        <p:txBody>
          <a:bodyPr wrap="square" rtlCol="0">
            <a:spAutoFit/>
          </a:bodyPr>
          <a:lstStyle/>
          <a:p>
            <a:r>
              <a:rPr lang="zh-CN" altLang="en-US" sz="900" b="1" dirty="0"/>
              <a:t>高德</a:t>
            </a:r>
          </a:p>
        </p:txBody>
      </p:sp>
      <p:sp>
        <p:nvSpPr>
          <p:cNvPr id="53" name="文本框 52">
            <a:extLst>
              <a:ext uri="{FF2B5EF4-FFF2-40B4-BE49-F238E27FC236}">
                <a16:creationId xmlns:a16="http://schemas.microsoft.com/office/drawing/2014/main" id="{95832E6F-52F4-D83E-546E-AF38A4282F92}"/>
              </a:ext>
            </a:extLst>
          </p:cNvPr>
          <p:cNvSpPr txBox="1"/>
          <p:nvPr/>
        </p:nvSpPr>
        <p:spPr>
          <a:xfrm>
            <a:off x="4327737" y="4268511"/>
            <a:ext cx="533314" cy="230832"/>
          </a:xfrm>
          <a:prstGeom prst="rect">
            <a:avLst/>
          </a:prstGeom>
          <a:noFill/>
        </p:spPr>
        <p:txBody>
          <a:bodyPr wrap="square" rtlCol="0">
            <a:spAutoFit/>
          </a:bodyPr>
          <a:lstStyle/>
          <a:p>
            <a:r>
              <a:rPr lang="zh-CN" altLang="en-US" sz="900" b="1" dirty="0"/>
              <a:t>包子曰</a:t>
            </a:r>
          </a:p>
        </p:txBody>
      </p:sp>
      <p:sp>
        <p:nvSpPr>
          <p:cNvPr id="54" name="文本框 53">
            <a:extLst>
              <a:ext uri="{FF2B5EF4-FFF2-40B4-BE49-F238E27FC236}">
                <a16:creationId xmlns:a16="http://schemas.microsoft.com/office/drawing/2014/main" id="{EDC8934B-966D-47EB-73E3-A9A35A4F9537}"/>
              </a:ext>
            </a:extLst>
          </p:cNvPr>
          <p:cNvSpPr txBox="1"/>
          <p:nvPr/>
        </p:nvSpPr>
        <p:spPr>
          <a:xfrm>
            <a:off x="5440630" y="4260880"/>
            <a:ext cx="533314" cy="230832"/>
          </a:xfrm>
          <a:prstGeom prst="rect">
            <a:avLst/>
          </a:prstGeom>
          <a:noFill/>
        </p:spPr>
        <p:txBody>
          <a:bodyPr wrap="square" rtlCol="0">
            <a:spAutoFit/>
          </a:bodyPr>
          <a:lstStyle/>
          <a:p>
            <a:r>
              <a:rPr lang="zh-CN" altLang="en-US" sz="900" b="1" dirty="0"/>
              <a:t>滴滴</a:t>
            </a:r>
          </a:p>
        </p:txBody>
      </p:sp>
      <p:sp>
        <p:nvSpPr>
          <p:cNvPr id="55" name="文本框 54">
            <a:extLst>
              <a:ext uri="{FF2B5EF4-FFF2-40B4-BE49-F238E27FC236}">
                <a16:creationId xmlns:a16="http://schemas.microsoft.com/office/drawing/2014/main" id="{458F1C27-5AF5-0283-1783-50D418DEBB62}"/>
              </a:ext>
            </a:extLst>
          </p:cNvPr>
          <p:cNvSpPr txBox="1"/>
          <p:nvPr/>
        </p:nvSpPr>
        <p:spPr>
          <a:xfrm>
            <a:off x="6372200" y="3325754"/>
            <a:ext cx="2088232" cy="738664"/>
          </a:xfrm>
          <a:prstGeom prst="rect">
            <a:avLst/>
          </a:prstGeom>
          <a:noFill/>
        </p:spPr>
        <p:txBody>
          <a:bodyPr wrap="square" rtlCol="0">
            <a:spAutoFit/>
          </a:bodyPr>
          <a:lstStyle/>
          <a:p>
            <a:pPr algn="ctr"/>
            <a:r>
              <a:rPr lang="zh-CN" altLang="en-US" sz="1400" b="1" dirty="0">
                <a:latin typeface="+mn-ea"/>
              </a:rPr>
              <a:t>碎片化信息</a:t>
            </a:r>
            <a:endParaRPr lang="en-US" altLang="zh-CN" sz="1400" b="1" dirty="0">
              <a:latin typeface="+mn-ea"/>
            </a:endParaRPr>
          </a:p>
          <a:p>
            <a:pPr algn="ctr"/>
            <a:r>
              <a:rPr lang="zh-CN" altLang="en-US" sz="1400" b="1" dirty="0">
                <a:latin typeface="+mn-ea"/>
              </a:rPr>
              <a:t>“最后一公里”</a:t>
            </a:r>
            <a:endParaRPr lang="en-US" altLang="zh-CN" sz="1400" b="1" dirty="0">
              <a:latin typeface="+mn-ea"/>
            </a:endParaRPr>
          </a:p>
          <a:p>
            <a:pPr algn="ctr"/>
            <a:r>
              <a:rPr lang="zh-CN" altLang="en-US" sz="1400" b="1" dirty="0">
                <a:latin typeface="+mn-ea"/>
              </a:rPr>
              <a:t>难以便捷统筹规划</a:t>
            </a:r>
          </a:p>
        </p:txBody>
      </p:sp>
      <p:sp>
        <p:nvSpPr>
          <p:cNvPr id="56" name="箭头: 右 55">
            <a:extLst>
              <a:ext uri="{FF2B5EF4-FFF2-40B4-BE49-F238E27FC236}">
                <a16:creationId xmlns:a16="http://schemas.microsoft.com/office/drawing/2014/main" id="{2981890C-723D-3FCD-C8A9-C1B98C6298F8}"/>
              </a:ext>
            </a:extLst>
          </p:cNvPr>
          <p:cNvSpPr/>
          <p:nvPr/>
        </p:nvSpPr>
        <p:spPr>
          <a:xfrm flipH="1">
            <a:off x="2245495" y="3651870"/>
            <a:ext cx="769840" cy="27699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655BB739-DD98-A1EB-F159-6F0A5D43FAB9}"/>
              </a:ext>
            </a:extLst>
          </p:cNvPr>
          <p:cNvSpPr txBox="1"/>
          <p:nvPr/>
        </p:nvSpPr>
        <p:spPr>
          <a:xfrm>
            <a:off x="428524" y="3657289"/>
            <a:ext cx="1767212" cy="276999"/>
          </a:xfrm>
          <a:prstGeom prst="rect">
            <a:avLst/>
          </a:prstGeom>
          <a:noFill/>
        </p:spPr>
        <p:txBody>
          <a:bodyPr wrap="square">
            <a:spAutoFit/>
          </a:bodyPr>
          <a:lstStyle/>
          <a:p>
            <a:r>
              <a:rPr lang="zh-CN" altLang="en-US" sz="1200" b="1" dirty="0">
                <a:cs typeface="+mn-ea"/>
                <a:sym typeface="+mn-lt"/>
              </a:rPr>
              <a:t>嘉定校区出行规划助手</a:t>
            </a:r>
          </a:p>
        </p:txBody>
      </p:sp>
      <p:sp>
        <p:nvSpPr>
          <p:cNvPr id="59" name="文本框 58">
            <a:extLst>
              <a:ext uri="{FF2B5EF4-FFF2-40B4-BE49-F238E27FC236}">
                <a16:creationId xmlns:a16="http://schemas.microsoft.com/office/drawing/2014/main" id="{DE32475C-2DD3-AF70-9CBF-8501C7FCC150}"/>
              </a:ext>
            </a:extLst>
          </p:cNvPr>
          <p:cNvSpPr txBox="1"/>
          <p:nvPr/>
        </p:nvSpPr>
        <p:spPr>
          <a:xfrm>
            <a:off x="2246202" y="3435846"/>
            <a:ext cx="1656185" cy="230832"/>
          </a:xfrm>
          <a:prstGeom prst="rect">
            <a:avLst/>
          </a:prstGeom>
          <a:noFill/>
        </p:spPr>
        <p:txBody>
          <a:bodyPr wrap="square" rtlCol="0">
            <a:spAutoFit/>
          </a:bodyPr>
          <a:lstStyle/>
          <a:p>
            <a:r>
              <a:rPr lang="zh-CN" altLang="en-US" sz="900" dirty="0"/>
              <a:t>信息有效统筹</a:t>
            </a:r>
          </a:p>
        </p:txBody>
      </p:sp>
    </p:spTree>
    <p:extLst>
      <p:ext uri="{BB962C8B-B14F-4D97-AF65-F5344CB8AC3E}">
        <p14:creationId xmlns:p14="http://schemas.microsoft.com/office/powerpoint/2010/main" val="574941146"/>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 name="组合 726">
            <a:extLst>
              <a:ext uri="{FF2B5EF4-FFF2-40B4-BE49-F238E27FC236}">
                <a16:creationId xmlns:a16="http://schemas.microsoft.com/office/drawing/2014/main" id="{B593CFD7-C733-4DE5-9655-30F4BA8B3C8F}"/>
              </a:ext>
            </a:extLst>
          </p:cNvPr>
          <p:cNvGrpSpPr/>
          <p:nvPr/>
        </p:nvGrpSpPr>
        <p:grpSpPr>
          <a:xfrm rot="2181050">
            <a:off x="201564" y="224263"/>
            <a:ext cx="497939" cy="480855"/>
            <a:chOff x="1935287" y="2046176"/>
            <a:chExt cx="836513" cy="807813"/>
          </a:xfrm>
        </p:grpSpPr>
        <p:sp>
          <p:nvSpPr>
            <p:cNvPr id="728" name="矩形 727">
              <a:extLst>
                <a:ext uri="{FF2B5EF4-FFF2-40B4-BE49-F238E27FC236}">
                  <a16:creationId xmlns:a16="http://schemas.microsoft.com/office/drawing/2014/main" id="{0AD884D0-0E3D-47D5-AFA8-45D8552E5941}"/>
                </a:ext>
              </a:extLst>
            </p:cNvPr>
            <p:cNvSpPr/>
            <p:nvPr/>
          </p:nvSpPr>
          <p:spPr>
            <a:xfrm rot="16200000">
              <a:off x="2676139" y="2171589"/>
              <a:ext cx="127547" cy="6377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29" name="组合 728">
              <a:extLst>
                <a:ext uri="{FF2B5EF4-FFF2-40B4-BE49-F238E27FC236}">
                  <a16:creationId xmlns:a16="http://schemas.microsoft.com/office/drawing/2014/main" id="{7CC9D096-3BC6-406E-9486-DEA520C7A9A7}"/>
                </a:ext>
              </a:extLst>
            </p:cNvPr>
            <p:cNvGrpSpPr/>
            <p:nvPr/>
          </p:nvGrpSpPr>
          <p:grpSpPr>
            <a:xfrm rot="18900000">
              <a:off x="1935287" y="2046176"/>
              <a:ext cx="710318" cy="807813"/>
              <a:chOff x="1935287" y="2046176"/>
              <a:chExt cx="710318" cy="807813"/>
            </a:xfrm>
          </p:grpSpPr>
          <p:sp>
            <p:nvSpPr>
              <p:cNvPr id="730" name="矩形 729">
                <a:extLst>
                  <a:ext uri="{FF2B5EF4-FFF2-40B4-BE49-F238E27FC236}">
                    <a16:creationId xmlns:a16="http://schemas.microsoft.com/office/drawing/2014/main" id="{2A472EA0-16E1-486B-9728-917D16C68205}"/>
                  </a:ext>
                </a:extLst>
              </p:cNvPr>
              <p:cNvSpPr/>
              <p:nvPr/>
            </p:nvSpPr>
            <p:spPr>
              <a:xfrm rot="18900000">
                <a:off x="1935287" y="2156715"/>
                <a:ext cx="324208" cy="3242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1" name="矩形 730">
                <a:extLst>
                  <a:ext uri="{FF2B5EF4-FFF2-40B4-BE49-F238E27FC236}">
                    <a16:creationId xmlns:a16="http://schemas.microsoft.com/office/drawing/2014/main" id="{F1030862-6EC8-480D-9FF4-37D1F3774A0C}"/>
                  </a:ext>
                </a:extLst>
              </p:cNvPr>
              <p:cNvSpPr/>
              <p:nvPr/>
            </p:nvSpPr>
            <p:spPr>
              <a:xfrm rot="18900000">
                <a:off x="2363248" y="2361675"/>
                <a:ext cx="268739" cy="268739"/>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2" name="矩形 731">
                <a:extLst>
                  <a:ext uri="{FF2B5EF4-FFF2-40B4-BE49-F238E27FC236}">
                    <a16:creationId xmlns:a16="http://schemas.microsoft.com/office/drawing/2014/main" id="{426A05D5-FE82-4CE7-AC51-E52A1471466F}"/>
                  </a:ext>
                </a:extLst>
              </p:cNvPr>
              <p:cNvSpPr/>
              <p:nvPr/>
            </p:nvSpPr>
            <p:spPr>
              <a:xfrm rot="18900000">
                <a:off x="2273470" y="2294141"/>
                <a:ext cx="167263" cy="167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3" name="矩形 732">
                <a:extLst>
                  <a:ext uri="{FF2B5EF4-FFF2-40B4-BE49-F238E27FC236}">
                    <a16:creationId xmlns:a16="http://schemas.microsoft.com/office/drawing/2014/main" id="{4EC892DD-9664-4B4E-A655-DFFAA5F5DAC5}"/>
                  </a:ext>
                </a:extLst>
              </p:cNvPr>
              <p:cNvSpPr/>
              <p:nvPr/>
            </p:nvSpPr>
            <p:spPr>
              <a:xfrm rot="18900000">
                <a:off x="2147249" y="2323299"/>
                <a:ext cx="289856" cy="2898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4" name="矩形 733">
                <a:extLst>
                  <a:ext uri="{FF2B5EF4-FFF2-40B4-BE49-F238E27FC236}">
                    <a16:creationId xmlns:a16="http://schemas.microsoft.com/office/drawing/2014/main" id="{AE9AC6F7-9BEF-4197-B429-93A905899E9C}"/>
                  </a:ext>
                </a:extLst>
              </p:cNvPr>
              <p:cNvSpPr/>
              <p:nvPr/>
            </p:nvSpPr>
            <p:spPr>
              <a:xfrm rot="18900000">
                <a:off x="2124819" y="2380998"/>
                <a:ext cx="174458" cy="17445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5" name="矩形 734">
                <a:extLst>
                  <a:ext uri="{FF2B5EF4-FFF2-40B4-BE49-F238E27FC236}">
                    <a16:creationId xmlns:a16="http://schemas.microsoft.com/office/drawing/2014/main" id="{E349C930-FD9D-4DD9-A2F1-F6EA932FA837}"/>
                  </a:ext>
                </a:extLst>
              </p:cNvPr>
              <p:cNvSpPr/>
              <p:nvPr/>
            </p:nvSpPr>
            <p:spPr>
              <a:xfrm rot="18900000">
                <a:off x="2272921" y="2046176"/>
                <a:ext cx="372684" cy="372684"/>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6" name="矩形 735">
                <a:extLst>
                  <a:ext uri="{FF2B5EF4-FFF2-40B4-BE49-F238E27FC236}">
                    <a16:creationId xmlns:a16="http://schemas.microsoft.com/office/drawing/2014/main" id="{27E0B41E-1D96-4937-8BE9-7F2108387FCB}"/>
                  </a:ext>
                </a:extLst>
              </p:cNvPr>
              <p:cNvSpPr/>
              <p:nvPr/>
            </p:nvSpPr>
            <p:spPr>
              <a:xfrm rot="18900000">
                <a:off x="2233710" y="2575444"/>
                <a:ext cx="278545" cy="2785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737" name="组合 736">
            <a:extLst>
              <a:ext uri="{FF2B5EF4-FFF2-40B4-BE49-F238E27FC236}">
                <a16:creationId xmlns:a16="http://schemas.microsoft.com/office/drawing/2014/main" id="{AC6B9E99-34AE-4961-8BF3-FE95BF43369D}"/>
              </a:ext>
            </a:extLst>
          </p:cNvPr>
          <p:cNvGrpSpPr/>
          <p:nvPr/>
        </p:nvGrpSpPr>
        <p:grpSpPr>
          <a:xfrm>
            <a:off x="8010071" y="4323214"/>
            <a:ext cx="845241" cy="620356"/>
            <a:chOff x="7789817" y="4257180"/>
            <a:chExt cx="845241" cy="620356"/>
          </a:xfrm>
        </p:grpSpPr>
        <p:grpSp>
          <p:nvGrpSpPr>
            <p:cNvPr id="738" name="组合 737">
              <a:extLst>
                <a:ext uri="{FF2B5EF4-FFF2-40B4-BE49-F238E27FC236}">
                  <a16:creationId xmlns:a16="http://schemas.microsoft.com/office/drawing/2014/main" id="{C61CCA36-103E-4084-8192-3B60146EF6DC}"/>
                </a:ext>
              </a:extLst>
            </p:cNvPr>
            <p:cNvGrpSpPr/>
            <p:nvPr/>
          </p:nvGrpSpPr>
          <p:grpSpPr>
            <a:xfrm>
              <a:off x="8306276" y="4330865"/>
              <a:ext cx="328782" cy="303293"/>
              <a:chOff x="8349677" y="4284250"/>
              <a:chExt cx="600042" cy="553523"/>
            </a:xfrm>
          </p:grpSpPr>
          <p:sp>
            <p:nvSpPr>
              <p:cNvPr id="742" name="矩形 741">
                <a:extLst>
                  <a:ext uri="{FF2B5EF4-FFF2-40B4-BE49-F238E27FC236}">
                    <a16:creationId xmlns:a16="http://schemas.microsoft.com/office/drawing/2014/main" id="{2A8B6289-1D5E-4231-B179-87567C06803C}"/>
                  </a:ext>
                </a:extLst>
              </p:cNvPr>
              <p:cNvSpPr/>
              <p:nvPr/>
            </p:nvSpPr>
            <p:spPr>
              <a:xfrm rot="18900000">
                <a:off x="8349677" y="4284250"/>
                <a:ext cx="272026" cy="272026"/>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3" name="矩形 742">
                <a:extLst>
                  <a:ext uri="{FF2B5EF4-FFF2-40B4-BE49-F238E27FC236}">
                    <a16:creationId xmlns:a16="http://schemas.microsoft.com/office/drawing/2014/main" id="{B7278CC7-8768-4702-957F-E2945F8868B3}"/>
                  </a:ext>
                </a:extLst>
              </p:cNvPr>
              <p:cNvSpPr/>
              <p:nvPr/>
            </p:nvSpPr>
            <p:spPr>
              <a:xfrm rot="18900000">
                <a:off x="8724654" y="4612708"/>
                <a:ext cx="225065" cy="2250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39" name="矩形 738">
              <a:extLst>
                <a:ext uri="{FF2B5EF4-FFF2-40B4-BE49-F238E27FC236}">
                  <a16:creationId xmlns:a16="http://schemas.microsoft.com/office/drawing/2014/main" id="{02B7A504-13FA-4DF2-8418-211D770FCA2E}"/>
                </a:ext>
              </a:extLst>
            </p:cNvPr>
            <p:cNvSpPr/>
            <p:nvPr/>
          </p:nvSpPr>
          <p:spPr>
            <a:xfrm rot="8100000">
              <a:off x="7789817" y="4339105"/>
              <a:ext cx="264135" cy="2641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0" name="矩形 739">
              <a:extLst>
                <a:ext uri="{FF2B5EF4-FFF2-40B4-BE49-F238E27FC236}">
                  <a16:creationId xmlns:a16="http://schemas.microsoft.com/office/drawing/2014/main" id="{24340827-5015-4606-9130-3D866F679BBB}"/>
                </a:ext>
              </a:extLst>
            </p:cNvPr>
            <p:cNvSpPr/>
            <p:nvPr/>
          </p:nvSpPr>
          <p:spPr>
            <a:xfrm rot="8100000">
              <a:off x="8102733" y="4745468"/>
              <a:ext cx="132068" cy="1320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1" name="矩形 740">
              <a:extLst>
                <a:ext uri="{FF2B5EF4-FFF2-40B4-BE49-F238E27FC236}">
                  <a16:creationId xmlns:a16="http://schemas.microsoft.com/office/drawing/2014/main" id="{B2E4F933-CDFD-473B-A9F1-AADB5AA9B27A}"/>
                </a:ext>
              </a:extLst>
            </p:cNvPr>
            <p:cNvSpPr/>
            <p:nvPr/>
          </p:nvSpPr>
          <p:spPr>
            <a:xfrm rot="8100000">
              <a:off x="7916345" y="4257180"/>
              <a:ext cx="132068" cy="132068"/>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44" name="TextBox 7">
            <a:extLst>
              <a:ext uri="{FF2B5EF4-FFF2-40B4-BE49-F238E27FC236}">
                <a16:creationId xmlns:a16="http://schemas.microsoft.com/office/drawing/2014/main" id="{8E8B90F4-394B-45EA-8B19-B2358E213BB0}"/>
              </a:ext>
            </a:extLst>
          </p:cNvPr>
          <p:cNvSpPr txBox="1"/>
          <p:nvPr/>
        </p:nvSpPr>
        <p:spPr>
          <a:xfrm>
            <a:off x="840296" y="185213"/>
            <a:ext cx="1107996" cy="276999"/>
          </a:xfrm>
          <a:prstGeom prst="rect">
            <a:avLst/>
          </a:prstGeom>
          <a:noFill/>
        </p:spPr>
        <p:txBody>
          <a:bodyPr wrap="none" rtlCol="0">
            <a:spAutoFit/>
          </a:bodyPr>
          <a:lstStyle/>
          <a:p>
            <a:r>
              <a:rPr lang="zh-CN" altLang="en-US" sz="1200" b="1" dirty="0">
                <a:cs typeface="+mn-ea"/>
                <a:sym typeface="+mn-lt"/>
              </a:rPr>
              <a:t>软件设计目标</a:t>
            </a:r>
          </a:p>
        </p:txBody>
      </p:sp>
      <p:sp>
        <p:nvSpPr>
          <p:cNvPr id="745" name="TextBox 8">
            <a:extLst>
              <a:ext uri="{FF2B5EF4-FFF2-40B4-BE49-F238E27FC236}">
                <a16:creationId xmlns:a16="http://schemas.microsoft.com/office/drawing/2014/main" id="{5B0323DC-44D0-47EB-AE6B-FAEBD016BC34}"/>
              </a:ext>
            </a:extLst>
          </p:cNvPr>
          <p:cNvSpPr txBox="1"/>
          <p:nvPr/>
        </p:nvSpPr>
        <p:spPr>
          <a:xfrm>
            <a:off x="840296" y="387528"/>
            <a:ext cx="1697901" cy="230832"/>
          </a:xfrm>
          <a:prstGeom prst="rect">
            <a:avLst/>
          </a:prstGeom>
          <a:noFill/>
        </p:spPr>
        <p:txBody>
          <a:bodyPr wrap="none" rtlCol="0">
            <a:spAutoFit/>
          </a:bodyPr>
          <a:lstStyle/>
          <a:p>
            <a:r>
              <a:rPr lang="en-US" altLang="zh-CN" sz="900" dirty="0">
                <a:cs typeface="+mn-ea"/>
                <a:sym typeface="+mn-lt"/>
              </a:rPr>
              <a:t>Software Design Objectives</a:t>
            </a:r>
            <a:endParaRPr lang="zh-CN" altLang="en-US" sz="900" dirty="0">
              <a:cs typeface="+mn-ea"/>
              <a:sym typeface="+mn-lt"/>
            </a:endParaRPr>
          </a:p>
        </p:txBody>
      </p:sp>
      <p:sp>
        <p:nvSpPr>
          <p:cNvPr id="6" name="文本框 5">
            <a:extLst>
              <a:ext uri="{FF2B5EF4-FFF2-40B4-BE49-F238E27FC236}">
                <a16:creationId xmlns:a16="http://schemas.microsoft.com/office/drawing/2014/main" id="{734FF471-F612-460C-E2E3-EF83BA2EB4F6}"/>
              </a:ext>
            </a:extLst>
          </p:cNvPr>
          <p:cNvSpPr txBox="1"/>
          <p:nvPr/>
        </p:nvSpPr>
        <p:spPr>
          <a:xfrm>
            <a:off x="840296" y="669553"/>
            <a:ext cx="7044072" cy="461665"/>
          </a:xfrm>
          <a:prstGeom prst="rect">
            <a:avLst/>
          </a:prstGeom>
          <a:noFill/>
        </p:spPr>
        <p:txBody>
          <a:bodyPr wrap="square" rtlCol="0">
            <a:spAutoFit/>
          </a:bodyPr>
          <a:lstStyle/>
          <a:p>
            <a:r>
              <a:rPr lang="zh-CN" altLang="en-US" sz="2400" dirty="0"/>
              <a:t>如何</a:t>
            </a:r>
            <a:r>
              <a:rPr lang="zh-CN" altLang="en-US" sz="2400" b="1" dirty="0"/>
              <a:t>“有效”</a:t>
            </a:r>
            <a:r>
              <a:rPr lang="zh-CN" altLang="en-US" sz="2400" dirty="0"/>
              <a:t>统筹信息？如何</a:t>
            </a:r>
            <a:r>
              <a:rPr lang="zh-CN" altLang="en-US" sz="2400" b="1" dirty="0"/>
              <a:t>持续性</a:t>
            </a:r>
            <a:r>
              <a:rPr lang="zh-CN" altLang="en-US" sz="2400" dirty="0"/>
              <a:t>提供</a:t>
            </a:r>
            <a:r>
              <a:rPr lang="zh-CN" altLang="en-US" sz="2400" b="1" dirty="0"/>
              <a:t>便利</a:t>
            </a:r>
            <a:r>
              <a:rPr lang="zh-CN" altLang="en-US" sz="2400" dirty="0"/>
              <a:t>服务？</a:t>
            </a:r>
          </a:p>
        </p:txBody>
      </p:sp>
      <p:sp>
        <p:nvSpPr>
          <p:cNvPr id="7" name="文本框 6">
            <a:extLst>
              <a:ext uri="{FF2B5EF4-FFF2-40B4-BE49-F238E27FC236}">
                <a16:creationId xmlns:a16="http://schemas.microsoft.com/office/drawing/2014/main" id="{25476F27-B31C-20A8-764C-48791394CF5D}"/>
              </a:ext>
            </a:extLst>
          </p:cNvPr>
          <p:cNvSpPr txBox="1"/>
          <p:nvPr/>
        </p:nvSpPr>
        <p:spPr>
          <a:xfrm>
            <a:off x="1382818" y="1588758"/>
            <a:ext cx="7398211" cy="369332"/>
          </a:xfrm>
          <a:prstGeom prst="rect">
            <a:avLst/>
          </a:prstGeom>
          <a:noFill/>
        </p:spPr>
        <p:txBody>
          <a:bodyPr wrap="square" rtlCol="0">
            <a:spAutoFit/>
          </a:bodyPr>
          <a:lstStyle/>
          <a:p>
            <a:r>
              <a:rPr lang="zh-CN" altLang="en-US" dirty="0"/>
              <a:t>聚焦校园场景，通过有效规划和推荐算法整合，拒绝简单的信息堆砌</a:t>
            </a:r>
            <a:endParaRPr lang="en-US" altLang="zh-CN" dirty="0"/>
          </a:p>
        </p:txBody>
      </p:sp>
      <p:sp>
        <p:nvSpPr>
          <p:cNvPr id="8" name="矩形 7">
            <a:extLst>
              <a:ext uri="{FF2B5EF4-FFF2-40B4-BE49-F238E27FC236}">
                <a16:creationId xmlns:a16="http://schemas.microsoft.com/office/drawing/2014/main" id="{910D5763-C068-5231-B615-92EC6048F50D}"/>
              </a:ext>
            </a:extLst>
          </p:cNvPr>
          <p:cNvSpPr/>
          <p:nvPr/>
        </p:nvSpPr>
        <p:spPr>
          <a:xfrm>
            <a:off x="824762" y="1542877"/>
            <a:ext cx="461095" cy="461095"/>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01</a:t>
            </a:r>
            <a:endParaRPr lang="zh-CN" altLang="en-US" dirty="0">
              <a:cs typeface="+mn-ea"/>
              <a:sym typeface="+mn-lt"/>
            </a:endParaRPr>
          </a:p>
        </p:txBody>
      </p:sp>
      <p:sp>
        <p:nvSpPr>
          <p:cNvPr id="9" name="矩形 8">
            <a:extLst>
              <a:ext uri="{FF2B5EF4-FFF2-40B4-BE49-F238E27FC236}">
                <a16:creationId xmlns:a16="http://schemas.microsoft.com/office/drawing/2014/main" id="{94C1DB68-9456-3D95-B0FA-6951DADDE295}"/>
              </a:ext>
            </a:extLst>
          </p:cNvPr>
          <p:cNvSpPr/>
          <p:nvPr/>
        </p:nvSpPr>
        <p:spPr>
          <a:xfrm>
            <a:off x="824761" y="2355726"/>
            <a:ext cx="461095" cy="461095"/>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02</a:t>
            </a:r>
            <a:endParaRPr lang="zh-CN" altLang="en-US" dirty="0">
              <a:cs typeface="+mn-ea"/>
              <a:sym typeface="+mn-lt"/>
            </a:endParaRPr>
          </a:p>
        </p:txBody>
      </p:sp>
      <p:sp>
        <p:nvSpPr>
          <p:cNvPr id="10" name="文本框 9">
            <a:extLst>
              <a:ext uri="{FF2B5EF4-FFF2-40B4-BE49-F238E27FC236}">
                <a16:creationId xmlns:a16="http://schemas.microsoft.com/office/drawing/2014/main" id="{DC59160D-EBC2-01C6-7EFB-656739FDFC5C}"/>
              </a:ext>
            </a:extLst>
          </p:cNvPr>
          <p:cNvSpPr txBox="1"/>
          <p:nvPr/>
        </p:nvSpPr>
        <p:spPr>
          <a:xfrm>
            <a:off x="1403649" y="2383407"/>
            <a:ext cx="6624736" cy="369332"/>
          </a:xfrm>
          <a:prstGeom prst="rect">
            <a:avLst/>
          </a:prstGeom>
          <a:noFill/>
        </p:spPr>
        <p:txBody>
          <a:bodyPr wrap="square" rtlCol="0">
            <a:spAutoFit/>
          </a:bodyPr>
          <a:lstStyle/>
          <a:p>
            <a:r>
              <a:rPr lang="zh-CN" altLang="en-US" dirty="0"/>
              <a:t>支持导入数据进行信息修改，灵活动态调整规划结果，及时更新</a:t>
            </a:r>
            <a:endParaRPr lang="en-US" altLang="zh-CN" dirty="0"/>
          </a:p>
        </p:txBody>
      </p:sp>
      <p:sp>
        <p:nvSpPr>
          <p:cNvPr id="11" name="矩形 10">
            <a:extLst>
              <a:ext uri="{FF2B5EF4-FFF2-40B4-BE49-F238E27FC236}">
                <a16:creationId xmlns:a16="http://schemas.microsoft.com/office/drawing/2014/main" id="{08542966-C6C5-D13E-0573-28F338A03665}"/>
              </a:ext>
            </a:extLst>
          </p:cNvPr>
          <p:cNvSpPr/>
          <p:nvPr/>
        </p:nvSpPr>
        <p:spPr>
          <a:xfrm>
            <a:off x="824760" y="3139529"/>
            <a:ext cx="461095" cy="461095"/>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cs typeface="+mn-ea"/>
                <a:sym typeface="+mn-lt"/>
              </a:rPr>
              <a:t>03</a:t>
            </a:r>
            <a:endParaRPr lang="zh-CN" altLang="en-US" dirty="0">
              <a:cs typeface="+mn-ea"/>
              <a:sym typeface="+mn-lt"/>
            </a:endParaRPr>
          </a:p>
        </p:txBody>
      </p:sp>
      <p:sp>
        <p:nvSpPr>
          <p:cNvPr id="12" name="文本框 11">
            <a:extLst>
              <a:ext uri="{FF2B5EF4-FFF2-40B4-BE49-F238E27FC236}">
                <a16:creationId xmlns:a16="http://schemas.microsoft.com/office/drawing/2014/main" id="{D471EF8A-0A19-4851-5754-1419BD19887F}"/>
              </a:ext>
            </a:extLst>
          </p:cNvPr>
          <p:cNvSpPr txBox="1"/>
          <p:nvPr/>
        </p:nvSpPr>
        <p:spPr>
          <a:xfrm>
            <a:off x="1392806" y="3182254"/>
            <a:ext cx="3899274" cy="369332"/>
          </a:xfrm>
          <a:prstGeom prst="rect">
            <a:avLst/>
          </a:prstGeom>
          <a:noFill/>
        </p:spPr>
        <p:txBody>
          <a:bodyPr wrap="square" rtlCol="0">
            <a:spAutoFit/>
          </a:bodyPr>
          <a:lstStyle/>
          <a:p>
            <a:r>
              <a:rPr lang="zh-CN" altLang="en-US" dirty="0"/>
              <a:t>必须适配移动端，符合实际运用场景</a:t>
            </a:r>
            <a:endParaRPr lang="en-US" altLang="zh-CN" dirty="0"/>
          </a:p>
        </p:txBody>
      </p:sp>
      <p:sp>
        <p:nvSpPr>
          <p:cNvPr id="13" name="箭头: 右 12">
            <a:extLst>
              <a:ext uri="{FF2B5EF4-FFF2-40B4-BE49-F238E27FC236}">
                <a16:creationId xmlns:a16="http://schemas.microsoft.com/office/drawing/2014/main" id="{8047176A-1D83-76F7-0B9F-E2F739C68AB9}"/>
              </a:ext>
            </a:extLst>
          </p:cNvPr>
          <p:cNvSpPr/>
          <p:nvPr/>
        </p:nvSpPr>
        <p:spPr>
          <a:xfrm>
            <a:off x="768289" y="3976903"/>
            <a:ext cx="635360" cy="22638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7452B78-E4B9-F614-3154-9EA2E07F5507}"/>
              </a:ext>
            </a:extLst>
          </p:cNvPr>
          <p:cNvSpPr txBox="1"/>
          <p:nvPr/>
        </p:nvSpPr>
        <p:spPr>
          <a:xfrm>
            <a:off x="1871700" y="3901004"/>
            <a:ext cx="5940659" cy="369332"/>
          </a:xfrm>
          <a:prstGeom prst="rect">
            <a:avLst/>
          </a:prstGeom>
          <a:noFill/>
        </p:spPr>
        <p:txBody>
          <a:bodyPr wrap="square" rtlCol="0">
            <a:spAutoFit/>
          </a:bodyPr>
          <a:lstStyle/>
          <a:p>
            <a:r>
              <a:rPr lang="zh-CN" altLang="en-US" b="1" dirty="0"/>
              <a:t>以手机端平台上线支持校园师生的出行规划与信息化服务</a:t>
            </a:r>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par>
                          <p:cTn id="11" fill="hold">
                            <p:stCondLst>
                              <p:cond delay="1000"/>
                            </p:stCondLst>
                            <p:childTnLst>
                              <p:par>
                                <p:cTn id="12" presetID="31"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1000" fill="hold"/>
                                        <p:tgtEl>
                                          <p:spTgt spid="9"/>
                                        </p:tgtEl>
                                        <p:attrNameLst>
                                          <p:attrName>ppt_w</p:attrName>
                                        </p:attrNameLst>
                                      </p:cBhvr>
                                      <p:tavLst>
                                        <p:tav tm="0">
                                          <p:val>
                                            <p:fltVal val="0"/>
                                          </p:val>
                                        </p:tav>
                                        <p:tav tm="100000">
                                          <p:val>
                                            <p:strVal val="#ppt_w"/>
                                          </p:val>
                                        </p:tav>
                                      </p:tavLst>
                                    </p:anim>
                                    <p:anim calcmode="lin" valueType="num">
                                      <p:cBhvr>
                                        <p:cTn id="15" dur="1000" fill="hold"/>
                                        <p:tgtEl>
                                          <p:spTgt spid="9"/>
                                        </p:tgtEl>
                                        <p:attrNameLst>
                                          <p:attrName>ppt_h</p:attrName>
                                        </p:attrNameLst>
                                      </p:cBhvr>
                                      <p:tavLst>
                                        <p:tav tm="0">
                                          <p:val>
                                            <p:fltVal val="0"/>
                                          </p:val>
                                        </p:tav>
                                        <p:tav tm="100000">
                                          <p:val>
                                            <p:strVal val="#ppt_h"/>
                                          </p:val>
                                        </p:tav>
                                      </p:tavLst>
                                    </p:anim>
                                    <p:anim calcmode="lin" valueType="num">
                                      <p:cBhvr>
                                        <p:cTn id="16" dur="1000" fill="hold"/>
                                        <p:tgtEl>
                                          <p:spTgt spid="9"/>
                                        </p:tgtEl>
                                        <p:attrNameLst>
                                          <p:attrName>style.rotation</p:attrName>
                                        </p:attrNameLst>
                                      </p:cBhvr>
                                      <p:tavLst>
                                        <p:tav tm="0">
                                          <p:val>
                                            <p:fltVal val="90"/>
                                          </p:val>
                                        </p:tav>
                                        <p:tav tm="100000">
                                          <p:val>
                                            <p:fltVal val="0"/>
                                          </p:val>
                                        </p:tav>
                                      </p:tavLst>
                                    </p:anim>
                                    <p:animEffect transition="in" filter="fade">
                                      <p:cBhvr>
                                        <p:cTn id="17" dur="1000"/>
                                        <p:tgtEl>
                                          <p:spTgt spid="9"/>
                                        </p:tgtEl>
                                      </p:cBhvr>
                                    </p:animEffect>
                                  </p:childTnLst>
                                </p:cTn>
                              </p:par>
                            </p:childTnLst>
                          </p:cTn>
                        </p:par>
                        <p:par>
                          <p:cTn id="18" fill="hold">
                            <p:stCondLst>
                              <p:cond delay="2000"/>
                            </p:stCondLst>
                            <p:childTnLst>
                              <p:par>
                                <p:cTn id="19" presetID="31" presetClass="entr" presetSubtype="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1000" fill="hold"/>
                                        <p:tgtEl>
                                          <p:spTgt spid="11"/>
                                        </p:tgtEl>
                                        <p:attrNameLst>
                                          <p:attrName>ppt_w</p:attrName>
                                        </p:attrNameLst>
                                      </p:cBhvr>
                                      <p:tavLst>
                                        <p:tav tm="0">
                                          <p:val>
                                            <p:fltVal val="0"/>
                                          </p:val>
                                        </p:tav>
                                        <p:tav tm="100000">
                                          <p:val>
                                            <p:strVal val="#ppt_w"/>
                                          </p:val>
                                        </p:tav>
                                      </p:tavLst>
                                    </p:anim>
                                    <p:anim calcmode="lin" valueType="num">
                                      <p:cBhvr>
                                        <p:cTn id="22" dur="1000" fill="hold"/>
                                        <p:tgtEl>
                                          <p:spTgt spid="11"/>
                                        </p:tgtEl>
                                        <p:attrNameLst>
                                          <p:attrName>ppt_h</p:attrName>
                                        </p:attrNameLst>
                                      </p:cBhvr>
                                      <p:tavLst>
                                        <p:tav tm="0">
                                          <p:val>
                                            <p:fltVal val="0"/>
                                          </p:val>
                                        </p:tav>
                                        <p:tav tm="100000">
                                          <p:val>
                                            <p:strVal val="#ppt_h"/>
                                          </p:val>
                                        </p:tav>
                                      </p:tavLst>
                                    </p:anim>
                                    <p:anim calcmode="lin" valueType="num">
                                      <p:cBhvr>
                                        <p:cTn id="23" dur="1000" fill="hold"/>
                                        <p:tgtEl>
                                          <p:spTgt spid="11"/>
                                        </p:tgtEl>
                                        <p:attrNameLst>
                                          <p:attrName>style.rotation</p:attrName>
                                        </p:attrNameLst>
                                      </p:cBhvr>
                                      <p:tavLst>
                                        <p:tav tm="0">
                                          <p:val>
                                            <p:fltVal val="90"/>
                                          </p:val>
                                        </p:tav>
                                        <p:tav tm="100000">
                                          <p:val>
                                            <p:fltVal val="0"/>
                                          </p:val>
                                        </p:tav>
                                      </p:tavLst>
                                    </p:anim>
                                    <p:animEffect transition="in" filter="fade">
                                      <p:cBhvr>
                                        <p:cTn id="24"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 name="Freeform 276"/>
          <p:cNvSpPr>
            <a:spLocks/>
          </p:cNvSpPr>
          <p:nvPr/>
        </p:nvSpPr>
        <p:spPr bwMode="auto">
          <a:xfrm>
            <a:off x="919658" y="2667179"/>
            <a:ext cx="671026" cy="577190"/>
          </a:xfrm>
          <a:custGeom>
            <a:avLst/>
            <a:gdLst/>
            <a:ahLst/>
            <a:cxnLst>
              <a:cxn ang="0">
                <a:pos x="551" y="258"/>
              </a:cxn>
              <a:cxn ang="0">
                <a:pos x="426" y="473"/>
              </a:cxn>
              <a:cxn ang="0">
                <a:pos x="402" y="487"/>
              </a:cxn>
              <a:cxn ang="0">
                <a:pos x="154" y="487"/>
              </a:cxn>
              <a:cxn ang="0">
                <a:pos x="129" y="473"/>
              </a:cxn>
              <a:cxn ang="0">
                <a:pos x="5" y="258"/>
              </a:cxn>
              <a:cxn ang="0">
                <a:pos x="5" y="229"/>
              </a:cxn>
              <a:cxn ang="0">
                <a:pos x="129" y="14"/>
              </a:cxn>
              <a:cxn ang="0">
                <a:pos x="154" y="0"/>
              </a:cxn>
              <a:cxn ang="0">
                <a:pos x="402" y="0"/>
              </a:cxn>
              <a:cxn ang="0">
                <a:pos x="426" y="14"/>
              </a:cxn>
              <a:cxn ang="0">
                <a:pos x="551" y="229"/>
              </a:cxn>
              <a:cxn ang="0">
                <a:pos x="551" y="258"/>
              </a:cxn>
            </a:cxnLst>
            <a:rect l="0" t="0" r="r" b="b"/>
            <a:pathLst>
              <a:path w="556" h="487">
                <a:moveTo>
                  <a:pt x="551" y="258"/>
                </a:moveTo>
                <a:cubicBezTo>
                  <a:pt x="426" y="473"/>
                  <a:pt x="426" y="473"/>
                  <a:pt x="426" y="473"/>
                </a:cubicBezTo>
                <a:cubicBezTo>
                  <a:pt x="421" y="481"/>
                  <a:pt x="412" y="487"/>
                  <a:pt x="402" y="487"/>
                </a:cubicBezTo>
                <a:cubicBezTo>
                  <a:pt x="154" y="487"/>
                  <a:pt x="154" y="487"/>
                  <a:pt x="154" y="487"/>
                </a:cubicBezTo>
                <a:cubicBezTo>
                  <a:pt x="144" y="487"/>
                  <a:pt x="134" y="481"/>
                  <a:pt x="129" y="473"/>
                </a:cubicBezTo>
                <a:cubicBezTo>
                  <a:pt x="5" y="258"/>
                  <a:pt x="5" y="258"/>
                  <a:pt x="5" y="258"/>
                </a:cubicBezTo>
                <a:cubicBezTo>
                  <a:pt x="0" y="249"/>
                  <a:pt x="0" y="238"/>
                  <a:pt x="5" y="229"/>
                </a:cubicBezTo>
                <a:cubicBezTo>
                  <a:pt x="129" y="14"/>
                  <a:pt x="129" y="14"/>
                  <a:pt x="129" y="14"/>
                </a:cubicBezTo>
                <a:cubicBezTo>
                  <a:pt x="134" y="6"/>
                  <a:pt x="144" y="0"/>
                  <a:pt x="154" y="0"/>
                </a:cubicBezTo>
                <a:cubicBezTo>
                  <a:pt x="402" y="0"/>
                  <a:pt x="402" y="0"/>
                  <a:pt x="402" y="0"/>
                </a:cubicBezTo>
                <a:cubicBezTo>
                  <a:pt x="412" y="0"/>
                  <a:pt x="421" y="6"/>
                  <a:pt x="426" y="14"/>
                </a:cubicBezTo>
                <a:cubicBezTo>
                  <a:pt x="551" y="229"/>
                  <a:pt x="551" y="229"/>
                  <a:pt x="551" y="229"/>
                </a:cubicBezTo>
                <a:cubicBezTo>
                  <a:pt x="556" y="238"/>
                  <a:pt x="556" y="249"/>
                  <a:pt x="551" y="25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grpSp>
        <p:nvGrpSpPr>
          <p:cNvPr id="11" name="组合 10"/>
          <p:cNvGrpSpPr/>
          <p:nvPr/>
        </p:nvGrpSpPr>
        <p:grpSpPr>
          <a:xfrm>
            <a:off x="930460" y="2789537"/>
            <a:ext cx="681758" cy="587228"/>
            <a:chOff x="3996475" y="3252717"/>
            <a:chExt cx="1221367" cy="1071213"/>
          </a:xfrm>
        </p:grpSpPr>
        <p:sp>
          <p:nvSpPr>
            <p:cNvPr id="5397" name="Freeform 277"/>
            <p:cNvSpPr>
              <a:spLocks noEditPoints="1"/>
            </p:cNvSpPr>
            <p:nvPr/>
          </p:nvSpPr>
          <p:spPr bwMode="auto">
            <a:xfrm>
              <a:off x="3996475" y="3252717"/>
              <a:ext cx="1221367" cy="1071213"/>
            </a:xfrm>
            <a:custGeom>
              <a:avLst/>
              <a:gdLst/>
              <a:ahLst/>
              <a:cxnLst>
                <a:cxn ang="0">
                  <a:pos x="407" y="495"/>
                </a:cxn>
                <a:cxn ang="0">
                  <a:pos x="159" y="495"/>
                </a:cxn>
                <a:cxn ang="0">
                  <a:pos x="130" y="479"/>
                </a:cxn>
                <a:cxn ang="0">
                  <a:pos x="6" y="264"/>
                </a:cxn>
                <a:cxn ang="0">
                  <a:pos x="6" y="231"/>
                </a:cxn>
                <a:cxn ang="0">
                  <a:pos x="130" y="16"/>
                </a:cxn>
                <a:cxn ang="0">
                  <a:pos x="159" y="0"/>
                </a:cxn>
                <a:cxn ang="0">
                  <a:pos x="407" y="0"/>
                </a:cxn>
                <a:cxn ang="0">
                  <a:pos x="435" y="16"/>
                </a:cxn>
                <a:cxn ang="0">
                  <a:pos x="560" y="231"/>
                </a:cxn>
                <a:cxn ang="0">
                  <a:pos x="560" y="264"/>
                </a:cxn>
                <a:cxn ang="0">
                  <a:pos x="435" y="479"/>
                </a:cxn>
                <a:cxn ang="0">
                  <a:pos x="407" y="495"/>
                </a:cxn>
                <a:cxn ang="0">
                  <a:pos x="159" y="9"/>
                </a:cxn>
                <a:cxn ang="0">
                  <a:pos x="138" y="21"/>
                </a:cxn>
                <a:cxn ang="0">
                  <a:pos x="14" y="236"/>
                </a:cxn>
                <a:cxn ang="0">
                  <a:pos x="14" y="259"/>
                </a:cxn>
                <a:cxn ang="0">
                  <a:pos x="138" y="474"/>
                </a:cxn>
                <a:cxn ang="0">
                  <a:pos x="159" y="486"/>
                </a:cxn>
                <a:cxn ang="0">
                  <a:pos x="407" y="486"/>
                </a:cxn>
                <a:cxn ang="0">
                  <a:pos x="427" y="474"/>
                </a:cxn>
                <a:cxn ang="0">
                  <a:pos x="551" y="259"/>
                </a:cxn>
                <a:cxn ang="0">
                  <a:pos x="551" y="236"/>
                </a:cxn>
                <a:cxn ang="0">
                  <a:pos x="427" y="21"/>
                </a:cxn>
                <a:cxn ang="0">
                  <a:pos x="407" y="9"/>
                </a:cxn>
                <a:cxn ang="0">
                  <a:pos x="159" y="9"/>
                </a:cxn>
              </a:cxnLst>
              <a:rect l="0" t="0" r="r" b="b"/>
              <a:pathLst>
                <a:path w="565" h="495">
                  <a:moveTo>
                    <a:pt x="407" y="495"/>
                  </a:moveTo>
                  <a:cubicBezTo>
                    <a:pt x="159" y="495"/>
                    <a:pt x="159" y="495"/>
                    <a:pt x="159" y="495"/>
                  </a:cubicBezTo>
                  <a:cubicBezTo>
                    <a:pt x="147" y="495"/>
                    <a:pt x="136" y="489"/>
                    <a:pt x="130" y="479"/>
                  </a:cubicBezTo>
                  <a:cubicBezTo>
                    <a:pt x="6" y="264"/>
                    <a:pt x="6" y="264"/>
                    <a:pt x="6" y="264"/>
                  </a:cubicBezTo>
                  <a:cubicBezTo>
                    <a:pt x="0" y="254"/>
                    <a:pt x="0" y="241"/>
                    <a:pt x="6" y="231"/>
                  </a:cubicBezTo>
                  <a:cubicBezTo>
                    <a:pt x="130" y="16"/>
                    <a:pt x="130" y="16"/>
                    <a:pt x="130" y="16"/>
                  </a:cubicBezTo>
                  <a:cubicBezTo>
                    <a:pt x="136" y="6"/>
                    <a:pt x="147" y="0"/>
                    <a:pt x="159" y="0"/>
                  </a:cubicBezTo>
                  <a:cubicBezTo>
                    <a:pt x="407" y="0"/>
                    <a:pt x="407" y="0"/>
                    <a:pt x="407" y="0"/>
                  </a:cubicBezTo>
                  <a:cubicBezTo>
                    <a:pt x="419" y="0"/>
                    <a:pt x="430" y="6"/>
                    <a:pt x="435" y="16"/>
                  </a:cubicBezTo>
                  <a:cubicBezTo>
                    <a:pt x="560" y="231"/>
                    <a:pt x="560" y="231"/>
                    <a:pt x="560" y="231"/>
                  </a:cubicBezTo>
                  <a:cubicBezTo>
                    <a:pt x="565" y="241"/>
                    <a:pt x="565" y="254"/>
                    <a:pt x="560" y="264"/>
                  </a:cubicBezTo>
                  <a:cubicBezTo>
                    <a:pt x="435" y="479"/>
                    <a:pt x="435" y="479"/>
                    <a:pt x="435" y="479"/>
                  </a:cubicBezTo>
                  <a:cubicBezTo>
                    <a:pt x="430" y="489"/>
                    <a:pt x="419" y="495"/>
                    <a:pt x="407" y="495"/>
                  </a:cubicBezTo>
                  <a:close/>
                  <a:moveTo>
                    <a:pt x="159" y="9"/>
                  </a:moveTo>
                  <a:cubicBezTo>
                    <a:pt x="150" y="9"/>
                    <a:pt x="143" y="14"/>
                    <a:pt x="138" y="21"/>
                  </a:cubicBezTo>
                  <a:cubicBezTo>
                    <a:pt x="14" y="236"/>
                    <a:pt x="14" y="236"/>
                    <a:pt x="14" y="236"/>
                  </a:cubicBezTo>
                  <a:cubicBezTo>
                    <a:pt x="10" y="243"/>
                    <a:pt x="10" y="252"/>
                    <a:pt x="14" y="259"/>
                  </a:cubicBezTo>
                  <a:cubicBezTo>
                    <a:pt x="138" y="474"/>
                    <a:pt x="138" y="474"/>
                    <a:pt x="138" y="474"/>
                  </a:cubicBezTo>
                  <a:cubicBezTo>
                    <a:pt x="143" y="481"/>
                    <a:pt x="150" y="486"/>
                    <a:pt x="159" y="486"/>
                  </a:cubicBezTo>
                  <a:cubicBezTo>
                    <a:pt x="407" y="486"/>
                    <a:pt x="407" y="486"/>
                    <a:pt x="407" y="486"/>
                  </a:cubicBezTo>
                  <a:cubicBezTo>
                    <a:pt x="415" y="486"/>
                    <a:pt x="423" y="481"/>
                    <a:pt x="427" y="474"/>
                  </a:cubicBezTo>
                  <a:cubicBezTo>
                    <a:pt x="551" y="259"/>
                    <a:pt x="551" y="259"/>
                    <a:pt x="551" y="259"/>
                  </a:cubicBezTo>
                  <a:cubicBezTo>
                    <a:pt x="556" y="252"/>
                    <a:pt x="556" y="243"/>
                    <a:pt x="551" y="236"/>
                  </a:cubicBezTo>
                  <a:cubicBezTo>
                    <a:pt x="427" y="21"/>
                    <a:pt x="427" y="21"/>
                    <a:pt x="427" y="21"/>
                  </a:cubicBezTo>
                  <a:cubicBezTo>
                    <a:pt x="423" y="14"/>
                    <a:pt x="415" y="9"/>
                    <a:pt x="407" y="9"/>
                  </a:cubicBezTo>
                  <a:lnTo>
                    <a:pt x="159" y="9"/>
                  </a:lnTo>
                  <a:close/>
                </a:path>
              </a:pathLst>
            </a:custGeom>
            <a:solidFill>
              <a:srgbClr val="273045"/>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398" name="Freeform 278"/>
            <p:cNvSpPr>
              <a:spLocks/>
            </p:cNvSpPr>
            <p:nvPr/>
          </p:nvSpPr>
          <p:spPr bwMode="auto">
            <a:xfrm>
              <a:off x="4132894" y="3369910"/>
              <a:ext cx="951275" cy="836828"/>
            </a:xfrm>
            <a:custGeom>
              <a:avLst/>
              <a:gdLst/>
              <a:ahLst/>
              <a:cxnLst>
                <a:cxn ang="0">
                  <a:pos x="435" y="208"/>
                </a:cxn>
                <a:cxn ang="0">
                  <a:pos x="340" y="373"/>
                </a:cxn>
                <a:cxn ang="0">
                  <a:pos x="315" y="387"/>
                </a:cxn>
                <a:cxn ang="0">
                  <a:pos x="125" y="387"/>
                </a:cxn>
                <a:cxn ang="0">
                  <a:pos x="100" y="373"/>
                </a:cxn>
                <a:cxn ang="0">
                  <a:pos x="5" y="208"/>
                </a:cxn>
                <a:cxn ang="0">
                  <a:pos x="5" y="179"/>
                </a:cxn>
                <a:cxn ang="0">
                  <a:pos x="100" y="14"/>
                </a:cxn>
                <a:cxn ang="0">
                  <a:pos x="125" y="0"/>
                </a:cxn>
                <a:cxn ang="0">
                  <a:pos x="315" y="0"/>
                </a:cxn>
                <a:cxn ang="0">
                  <a:pos x="340" y="14"/>
                </a:cxn>
                <a:cxn ang="0">
                  <a:pos x="435" y="179"/>
                </a:cxn>
                <a:cxn ang="0">
                  <a:pos x="435" y="208"/>
                </a:cxn>
              </a:cxnLst>
              <a:rect l="0" t="0" r="r" b="b"/>
              <a:pathLst>
                <a:path w="440" h="387">
                  <a:moveTo>
                    <a:pt x="435" y="208"/>
                  </a:moveTo>
                  <a:cubicBezTo>
                    <a:pt x="340" y="373"/>
                    <a:pt x="340" y="373"/>
                    <a:pt x="340" y="373"/>
                  </a:cubicBezTo>
                  <a:cubicBezTo>
                    <a:pt x="334" y="381"/>
                    <a:pt x="325" y="387"/>
                    <a:pt x="315" y="387"/>
                  </a:cubicBezTo>
                  <a:cubicBezTo>
                    <a:pt x="125" y="387"/>
                    <a:pt x="125" y="387"/>
                    <a:pt x="125" y="387"/>
                  </a:cubicBezTo>
                  <a:cubicBezTo>
                    <a:pt x="115" y="387"/>
                    <a:pt x="105" y="381"/>
                    <a:pt x="100" y="373"/>
                  </a:cubicBezTo>
                  <a:cubicBezTo>
                    <a:pt x="5" y="208"/>
                    <a:pt x="5" y="208"/>
                    <a:pt x="5" y="208"/>
                  </a:cubicBezTo>
                  <a:cubicBezTo>
                    <a:pt x="0" y="199"/>
                    <a:pt x="0" y="188"/>
                    <a:pt x="5" y="179"/>
                  </a:cubicBezTo>
                  <a:cubicBezTo>
                    <a:pt x="100" y="14"/>
                    <a:pt x="100" y="14"/>
                    <a:pt x="100" y="14"/>
                  </a:cubicBezTo>
                  <a:cubicBezTo>
                    <a:pt x="105" y="6"/>
                    <a:pt x="115" y="0"/>
                    <a:pt x="125" y="0"/>
                  </a:cubicBezTo>
                  <a:cubicBezTo>
                    <a:pt x="315" y="0"/>
                    <a:pt x="315" y="0"/>
                    <a:pt x="315" y="0"/>
                  </a:cubicBezTo>
                  <a:cubicBezTo>
                    <a:pt x="325" y="0"/>
                    <a:pt x="334" y="6"/>
                    <a:pt x="340" y="14"/>
                  </a:cubicBezTo>
                  <a:cubicBezTo>
                    <a:pt x="435" y="179"/>
                    <a:pt x="435" y="179"/>
                    <a:pt x="435" y="179"/>
                  </a:cubicBezTo>
                  <a:cubicBezTo>
                    <a:pt x="440" y="188"/>
                    <a:pt x="440" y="199"/>
                    <a:pt x="435" y="208"/>
                  </a:cubicBezTo>
                  <a:close/>
                </a:path>
              </a:pathLst>
            </a:custGeom>
            <a:solidFill>
              <a:srgbClr val="273045"/>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399" name="Freeform 279"/>
            <p:cNvSpPr>
              <a:spLocks noEditPoints="1"/>
            </p:cNvSpPr>
            <p:nvPr/>
          </p:nvSpPr>
          <p:spPr bwMode="auto">
            <a:xfrm>
              <a:off x="4437779" y="3603379"/>
              <a:ext cx="367143" cy="369890"/>
            </a:xfrm>
            <a:custGeom>
              <a:avLst/>
              <a:gdLst/>
              <a:ahLst/>
              <a:cxnLst>
                <a:cxn ang="0">
                  <a:pos x="157" y="77"/>
                </a:cxn>
                <a:cxn ang="0">
                  <a:pos x="169" y="78"/>
                </a:cxn>
                <a:cxn ang="0">
                  <a:pos x="152" y="93"/>
                </a:cxn>
                <a:cxn ang="0">
                  <a:pos x="137" y="77"/>
                </a:cxn>
                <a:cxn ang="0">
                  <a:pos x="93" y="22"/>
                </a:cxn>
                <a:cxn ang="0">
                  <a:pos x="83" y="100"/>
                </a:cxn>
                <a:cxn ang="0">
                  <a:pos x="86" y="72"/>
                </a:cxn>
                <a:cxn ang="0">
                  <a:pos x="83" y="100"/>
                </a:cxn>
                <a:cxn ang="0">
                  <a:pos x="76" y="129"/>
                </a:cxn>
                <a:cxn ang="0">
                  <a:pos x="84" y="130"/>
                </a:cxn>
                <a:cxn ang="0">
                  <a:pos x="87" y="124"/>
                </a:cxn>
                <a:cxn ang="0">
                  <a:pos x="99" y="127"/>
                </a:cxn>
                <a:cxn ang="0">
                  <a:pos x="106" y="125"/>
                </a:cxn>
                <a:cxn ang="0">
                  <a:pos x="106" y="118"/>
                </a:cxn>
                <a:cxn ang="0">
                  <a:pos x="118" y="114"/>
                </a:cxn>
                <a:cxn ang="0">
                  <a:pos x="123" y="109"/>
                </a:cxn>
                <a:cxn ang="0">
                  <a:pos x="119" y="103"/>
                </a:cxn>
                <a:cxn ang="0">
                  <a:pos x="128" y="94"/>
                </a:cxn>
                <a:cxn ang="0">
                  <a:pos x="129" y="86"/>
                </a:cxn>
                <a:cxn ang="0">
                  <a:pos x="124" y="84"/>
                </a:cxn>
                <a:cxn ang="0">
                  <a:pos x="127" y="71"/>
                </a:cxn>
                <a:cxn ang="0">
                  <a:pos x="124" y="64"/>
                </a:cxn>
                <a:cxn ang="0">
                  <a:pos x="118" y="65"/>
                </a:cxn>
                <a:cxn ang="0">
                  <a:pos x="114" y="52"/>
                </a:cxn>
                <a:cxn ang="0">
                  <a:pos x="108" y="47"/>
                </a:cxn>
                <a:cxn ang="0">
                  <a:pos x="103" y="51"/>
                </a:cxn>
                <a:cxn ang="0">
                  <a:pos x="93" y="42"/>
                </a:cxn>
                <a:cxn ang="0">
                  <a:pos x="86" y="41"/>
                </a:cxn>
                <a:cxn ang="0">
                  <a:pos x="83" y="47"/>
                </a:cxn>
                <a:cxn ang="0">
                  <a:pos x="70" y="44"/>
                </a:cxn>
                <a:cxn ang="0">
                  <a:pos x="63" y="46"/>
                </a:cxn>
                <a:cxn ang="0">
                  <a:pos x="64" y="53"/>
                </a:cxn>
                <a:cxn ang="0">
                  <a:pos x="51" y="57"/>
                </a:cxn>
                <a:cxn ang="0">
                  <a:pos x="46" y="62"/>
                </a:cxn>
                <a:cxn ang="0">
                  <a:pos x="51" y="68"/>
                </a:cxn>
                <a:cxn ang="0">
                  <a:pos x="41" y="77"/>
                </a:cxn>
                <a:cxn ang="0">
                  <a:pos x="40" y="85"/>
                </a:cxn>
                <a:cxn ang="0">
                  <a:pos x="46" y="87"/>
                </a:cxn>
                <a:cxn ang="0">
                  <a:pos x="43" y="100"/>
                </a:cxn>
                <a:cxn ang="0">
                  <a:pos x="46" y="107"/>
                </a:cxn>
                <a:cxn ang="0">
                  <a:pos x="53" y="106"/>
                </a:cxn>
                <a:cxn ang="0">
                  <a:pos x="56" y="119"/>
                </a:cxn>
                <a:cxn ang="0">
                  <a:pos x="62" y="124"/>
                </a:cxn>
                <a:cxn ang="0">
                  <a:pos x="67" y="120"/>
                </a:cxn>
                <a:cxn ang="0">
                  <a:pos x="82" y="113"/>
                </a:cxn>
                <a:cxn ang="0">
                  <a:pos x="88" y="57"/>
                </a:cxn>
                <a:cxn ang="0">
                  <a:pos x="82" y="113"/>
                </a:cxn>
                <a:cxn ang="0">
                  <a:pos x="92" y="137"/>
                </a:cxn>
                <a:cxn ang="0">
                  <a:pos x="93" y="149"/>
                </a:cxn>
                <a:cxn ang="0">
                  <a:pos x="157" y="94"/>
                </a:cxn>
                <a:cxn ang="0">
                  <a:pos x="93" y="170"/>
                </a:cxn>
                <a:cxn ang="0">
                  <a:pos x="77" y="154"/>
                </a:cxn>
                <a:cxn ang="0">
                  <a:pos x="17" y="78"/>
                </a:cxn>
                <a:cxn ang="0">
                  <a:pos x="33" y="94"/>
                </a:cxn>
                <a:cxn ang="0">
                  <a:pos x="76" y="149"/>
                </a:cxn>
                <a:cxn ang="0">
                  <a:pos x="13" y="94"/>
                </a:cxn>
                <a:cxn ang="0">
                  <a:pos x="0" y="93"/>
                </a:cxn>
                <a:cxn ang="0">
                  <a:pos x="17" y="78"/>
                </a:cxn>
                <a:cxn ang="0">
                  <a:pos x="78" y="34"/>
                </a:cxn>
                <a:cxn ang="0">
                  <a:pos x="77" y="22"/>
                </a:cxn>
                <a:cxn ang="0">
                  <a:pos x="13" y="77"/>
                </a:cxn>
                <a:cxn ang="0">
                  <a:pos x="77" y="1"/>
                </a:cxn>
                <a:cxn ang="0">
                  <a:pos x="93" y="17"/>
                </a:cxn>
              </a:cxnLst>
              <a:rect l="0" t="0" r="r" b="b"/>
              <a:pathLst>
                <a:path w="170" h="171">
                  <a:moveTo>
                    <a:pt x="93" y="14"/>
                  </a:moveTo>
                  <a:cubicBezTo>
                    <a:pt x="127" y="17"/>
                    <a:pt x="153" y="44"/>
                    <a:pt x="157" y="77"/>
                  </a:cubicBezTo>
                  <a:cubicBezTo>
                    <a:pt x="169" y="77"/>
                    <a:pt x="169" y="77"/>
                    <a:pt x="169" y="77"/>
                  </a:cubicBezTo>
                  <a:cubicBezTo>
                    <a:pt x="169" y="77"/>
                    <a:pt x="170" y="78"/>
                    <a:pt x="169" y="78"/>
                  </a:cubicBezTo>
                  <a:cubicBezTo>
                    <a:pt x="153" y="93"/>
                    <a:pt x="153" y="93"/>
                    <a:pt x="153" y="93"/>
                  </a:cubicBezTo>
                  <a:cubicBezTo>
                    <a:pt x="153" y="94"/>
                    <a:pt x="152" y="94"/>
                    <a:pt x="152" y="93"/>
                  </a:cubicBezTo>
                  <a:cubicBezTo>
                    <a:pt x="136" y="78"/>
                    <a:pt x="136" y="78"/>
                    <a:pt x="136" y="78"/>
                  </a:cubicBezTo>
                  <a:cubicBezTo>
                    <a:pt x="136" y="78"/>
                    <a:pt x="136" y="77"/>
                    <a:pt x="137" y="77"/>
                  </a:cubicBezTo>
                  <a:cubicBezTo>
                    <a:pt x="149" y="77"/>
                    <a:pt x="149" y="77"/>
                    <a:pt x="149" y="77"/>
                  </a:cubicBezTo>
                  <a:cubicBezTo>
                    <a:pt x="145" y="48"/>
                    <a:pt x="122" y="25"/>
                    <a:pt x="93" y="22"/>
                  </a:cubicBezTo>
                  <a:cubicBezTo>
                    <a:pt x="96" y="18"/>
                    <a:pt x="97" y="17"/>
                    <a:pt x="93" y="14"/>
                  </a:cubicBezTo>
                  <a:close/>
                  <a:moveTo>
                    <a:pt x="83" y="100"/>
                  </a:moveTo>
                  <a:cubicBezTo>
                    <a:pt x="91" y="101"/>
                    <a:pt x="98" y="95"/>
                    <a:pt x="99" y="87"/>
                  </a:cubicBezTo>
                  <a:cubicBezTo>
                    <a:pt x="100" y="79"/>
                    <a:pt x="94" y="73"/>
                    <a:pt x="86" y="72"/>
                  </a:cubicBezTo>
                  <a:cubicBezTo>
                    <a:pt x="79" y="71"/>
                    <a:pt x="72" y="77"/>
                    <a:pt x="71" y="84"/>
                  </a:cubicBezTo>
                  <a:cubicBezTo>
                    <a:pt x="70" y="92"/>
                    <a:pt x="76" y="99"/>
                    <a:pt x="83" y="100"/>
                  </a:cubicBezTo>
                  <a:close/>
                  <a:moveTo>
                    <a:pt x="76" y="123"/>
                  </a:moveTo>
                  <a:cubicBezTo>
                    <a:pt x="76" y="129"/>
                    <a:pt x="76" y="129"/>
                    <a:pt x="76" y="129"/>
                  </a:cubicBezTo>
                  <a:cubicBezTo>
                    <a:pt x="77" y="129"/>
                    <a:pt x="77" y="129"/>
                    <a:pt x="77" y="130"/>
                  </a:cubicBezTo>
                  <a:cubicBezTo>
                    <a:pt x="84" y="130"/>
                    <a:pt x="84" y="130"/>
                    <a:pt x="84" y="130"/>
                  </a:cubicBezTo>
                  <a:cubicBezTo>
                    <a:pt x="84" y="130"/>
                    <a:pt x="84" y="130"/>
                    <a:pt x="85" y="130"/>
                  </a:cubicBezTo>
                  <a:cubicBezTo>
                    <a:pt x="87" y="124"/>
                    <a:pt x="87" y="124"/>
                    <a:pt x="87" y="124"/>
                  </a:cubicBezTo>
                  <a:cubicBezTo>
                    <a:pt x="90" y="124"/>
                    <a:pt x="93" y="123"/>
                    <a:pt x="96" y="123"/>
                  </a:cubicBezTo>
                  <a:cubicBezTo>
                    <a:pt x="99" y="127"/>
                    <a:pt x="99" y="127"/>
                    <a:pt x="99" y="127"/>
                  </a:cubicBezTo>
                  <a:cubicBezTo>
                    <a:pt x="100" y="127"/>
                    <a:pt x="100" y="128"/>
                    <a:pt x="100" y="127"/>
                  </a:cubicBezTo>
                  <a:cubicBezTo>
                    <a:pt x="106" y="125"/>
                    <a:pt x="106" y="125"/>
                    <a:pt x="106" y="125"/>
                  </a:cubicBezTo>
                  <a:cubicBezTo>
                    <a:pt x="107" y="125"/>
                    <a:pt x="107" y="124"/>
                    <a:pt x="107" y="124"/>
                  </a:cubicBezTo>
                  <a:cubicBezTo>
                    <a:pt x="106" y="118"/>
                    <a:pt x="106" y="118"/>
                    <a:pt x="106" y="118"/>
                  </a:cubicBezTo>
                  <a:cubicBezTo>
                    <a:pt x="108" y="116"/>
                    <a:pt x="111" y="114"/>
                    <a:pt x="113" y="112"/>
                  </a:cubicBezTo>
                  <a:cubicBezTo>
                    <a:pt x="118" y="114"/>
                    <a:pt x="118" y="114"/>
                    <a:pt x="118" y="114"/>
                  </a:cubicBezTo>
                  <a:cubicBezTo>
                    <a:pt x="119" y="114"/>
                    <a:pt x="119" y="114"/>
                    <a:pt x="119" y="114"/>
                  </a:cubicBezTo>
                  <a:cubicBezTo>
                    <a:pt x="123" y="109"/>
                    <a:pt x="123" y="109"/>
                    <a:pt x="123" y="109"/>
                  </a:cubicBezTo>
                  <a:cubicBezTo>
                    <a:pt x="123" y="108"/>
                    <a:pt x="123" y="108"/>
                    <a:pt x="123" y="108"/>
                  </a:cubicBezTo>
                  <a:cubicBezTo>
                    <a:pt x="119" y="103"/>
                    <a:pt x="119" y="103"/>
                    <a:pt x="119" y="103"/>
                  </a:cubicBezTo>
                  <a:cubicBezTo>
                    <a:pt x="121" y="101"/>
                    <a:pt x="122" y="98"/>
                    <a:pt x="123" y="94"/>
                  </a:cubicBezTo>
                  <a:cubicBezTo>
                    <a:pt x="128" y="94"/>
                    <a:pt x="128" y="94"/>
                    <a:pt x="128" y="94"/>
                  </a:cubicBezTo>
                  <a:cubicBezTo>
                    <a:pt x="129" y="94"/>
                    <a:pt x="129" y="93"/>
                    <a:pt x="129" y="93"/>
                  </a:cubicBezTo>
                  <a:cubicBezTo>
                    <a:pt x="129" y="86"/>
                    <a:pt x="129" y="86"/>
                    <a:pt x="129" y="86"/>
                  </a:cubicBezTo>
                  <a:cubicBezTo>
                    <a:pt x="130" y="86"/>
                    <a:pt x="129" y="86"/>
                    <a:pt x="129" y="86"/>
                  </a:cubicBezTo>
                  <a:cubicBezTo>
                    <a:pt x="124" y="84"/>
                    <a:pt x="124" y="84"/>
                    <a:pt x="124" y="84"/>
                  </a:cubicBezTo>
                  <a:cubicBezTo>
                    <a:pt x="124" y="81"/>
                    <a:pt x="123" y="77"/>
                    <a:pt x="122" y="74"/>
                  </a:cubicBezTo>
                  <a:cubicBezTo>
                    <a:pt x="127" y="71"/>
                    <a:pt x="127" y="71"/>
                    <a:pt x="127" y="71"/>
                  </a:cubicBezTo>
                  <a:cubicBezTo>
                    <a:pt x="127" y="71"/>
                    <a:pt x="127" y="70"/>
                    <a:pt x="127" y="70"/>
                  </a:cubicBezTo>
                  <a:cubicBezTo>
                    <a:pt x="124" y="64"/>
                    <a:pt x="124" y="64"/>
                    <a:pt x="124" y="64"/>
                  </a:cubicBezTo>
                  <a:cubicBezTo>
                    <a:pt x="124" y="64"/>
                    <a:pt x="123" y="63"/>
                    <a:pt x="123" y="63"/>
                  </a:cubicBezTo>
                  <a:cubicBezTo>
                    <a:pt x="118" y="65"/>
                    <a:pt x="118" y="65"/>
                    <a:pt x="118" y="65"/>
                  </a:cubicBezTo>
                  <a:cubicBezTo>
                    <a:pt x="116" y="62"/>
                    <a:pt x="114" y="59"/>
                    <a:pt x="111" y="57"/>
                  </a:cubicBezTo>
                  <a:cubicBezTo>
                    <a:pt x="114" y="52"/>
                    <a:pt x="114" y="52"/>
                    <a:pt x="114" y="52"/>
                  </a:cubicBezTo>
                  <a:cubicBezTo>
                    <a:pt x="114" y="52"/>
                    <a:pt x="114" y="51"/>
                    <a:pt x="113" y="51"/>
                  </a:cubicBezTo>
                  <a:cubicBezTo>
                    <a:pt x="108" y="47"/>
                    <a:pt x="108" y="47"/>
                    <a:pt x="108" y="47"/>
                  </a:cubicBezTo>
                  <a:cubicBezTo>
                    <a:pt x="108" y="47"/>
                    <a:pt x="107" y="47"/>
                    <a:pt x="107" y="47"/>
                  </a:cubicBezTo>
                  <a:cubicBezTo>
                    <a:pt x="103" y="51"/>
                    <a:pt x="103" y="51"/>
                    <a:pt x="103" y="51"/>
                  </a:cubicBezTo>
                  <a:cubicBezTo>
                    <a:pt x="100" y="50"/>
                    <a:pt x="97" y="48"/>
                    <a:pt x="94" y="48"/>
                  </a:cubicBezTo>
                  <a:cubicBezTo>
                    <a:pt x="93" y="42"/>
                    <a:pt x="93" y="42"/>
                    <a:pt x="93" y="42"/>
                  </a:cubicBezTo>
                  <a:cubicBezTo>
                    <a:pt x="93" y="42"/>
                    <a:pt x="93" y="41"/>
                    <a:pt x="92" y="41"/>
                  </a:cubicBezTo>
                  <a:cubicBezTo>
                    <a:pt x="86" y="41"/>
                    <a:pt x="86" y="41"/>
                    <a:pt x="86" y="41"/>
                  </a:cubicBezTo>
                  <a:cubicBezTo>
                    <a:pt x="85" y="41"/>
                    <a:pt x="85" y="41"/>
                    <a:pt x="85" y="41"/>
                  </a:cubicBezTo>
                  <a:cubicBezTo>
                    <a:pt x="83" y="47"/>
                    <a:pt x="83" y="47"/>
                    <a:pt x="83" y="47"/>
                  </a:cubicBezTo>
                  <a:cubicBezTo>
                    <a:pt x="80" y="47"/>
                    <a:pt x="77" y="48"/>
                    <a:pt x="74" y="48"/>
                  </a:cubicBezTo>
                  <a:cubicBezTo>
                    <a:pt x="70" y="44"/>
                    <a:pt x="70" y="44"/>
                    <a:pt x="70" y="44"/>
                  </a:cubicBezTo>
                  <a:cubicBezTo>
                    <a:pt x="70" y="43"/>
                    <a:pt x="70" y="43"/>
                    <a:pt x="69" y="43"/>
                  </a:cubicBezTo>
                  <a:cubicBezTo>
                    <a:pt x="63" y="46"/>
                    <a:pt x="63" y="46"/>
                    <a:pt x="63" y="46"/>
                  </a:cubicBezTo>
                  <a:cubicBezTo>
                    <a:pt x="63" y="46"/>
                    <a:pt x="63" y="47"/>
                    <a:pt x="63" y="47"/>
                  </a:cubicBezTo>
                  <a:cubicBezTo>
                    <a:pt x="64" y="53"/>
                    <a:pt x="64" y="53"/>
                    <a:pt x="64" y="53"/>
                  </a:cubicBezTo>
                  <a:cubicBezTo>
                    <a:pt x="61" y="55"/>
                    <a:pt x="59" y="57"/>
                    <a:pt x="57" y="59"/>
                  </a:cubicBezTo>
                  <a:cubicBezTo>
                    <a:pt x="51" y="57"/>
                    <a:pt x="51" y="57"/>
                    <a:pt x="51" y="57"/>
                  </a:cubicBezTo>
                  <a:cubicBezTo>
                    <a:pt x="51" y="56"/>
                    <a:pt x="51" y="57"/>
                    <a:pt x="50" y="57"/>
                  </a:cubicBezTo>
                  <a:cubicBezTo>
                    <a:pt x="46" y="62"/>
                    <a:pt x="46" y="62"/>
                    <a:pt x="46" y="62"/>
                  </a:cubicBezTo>
                  <a:cubicBezTo>
                    <a:pt x="46" y="63"/>
                    <a:pt x="46" y="63"/>
                    <a:pt x="47" y="63"/>
                  </a:cubicBezTo>
                  <a:cubicBezTo>
                    <a:pt x="51" y="68"/>
                    <a:pt x="51" y="68"/>
                    <a:pt x="51" y="68"/>
                  </a:cubicBezTo>
                  <a:cubicBezTo>
                    <a:pt x="49" y="71"/>
                    <a:pt x="48" y="73"/>
                    <a:pt x="47" y="76"/>
                  </a:cubicBezTo>
                  <a:cubicBezTo>
                    <a:pt x="41" y="77"/>
                    <a:pt x="41" y="77"/>
                    <a:pt x="41" y="77"/>
                  </a:cubicBezTo>
                  <a:cubicBezTo>
                    <a:pt x="41" y="77"/>
                    <a:pt x="41" y="77"/>
                    <a:pt x="41" y="78"/>
                  </a:cubicBezTo>
                  <a:cubicBezTo>
                    <a:pt x="40" y="85"/>
                    <a:pt x="40" y="85"/>
                    <a:pt x="40" y="85"/>
                  </a:cubicBezTo>
                  <a:cubicBezTo>
                    <a:pt x="40" y="85"/>
                    <a:pt x="40" y="85"/>
                    <a:pt x="40" y="85"/>
                  </a:cubicBezTo>
                  <a:cubicBezTo>
                    <a:pt x="46" y="87"/>
                    <a:pt x="46" y="87"/>
                    <a:pt x="46" y="87"/>
                  </a:cubicBezTo>
                  <a:cubicBezTo>
                    <a:pt x="47" y="90"/>
                    <a:pt x="47" y="93"/>
                    <a:pt x="48" y="96"/>
                  </a:cubicBezTo>
                  <a:cubicBezTo>
                    <a:pt x="43" y="100"/>
                    <a:pt x="43" y="100"/>
                    <a:pt x="43" y="100"/>
                  </a:cubicBezTo>
                  <a:cubicBezTo>
                    <a:pt x="43" y="100"/>
                    <a:pt x="43" y="101"/>
                    <a:pt x="43" y="101"/>
                  </a:cubicBezTo>
                  <a:cubicBezTo>
                    <a:pt x="46" y="107"/>
                    <a:pt x="46" y="107"/>
                    <a:pt x="46" y="107"/>
                  </a:cubicBezTo>
                  <a:cubicBezTo>
                    <a:pt x="46" y="107"/>
                    <a:pt x="46" y="108"/>
                    <a:pt x="46" y="107"/>
                  </a:cubicBezTo>
                  <a:cubicBezTo>
                    <a:pt x="53" y="106"/>
                    <a:pt x="53" y="106"/>
                    <a:pt x="53" y="106"/>
                  </a:cubicBezTo>
                  <a:cubicBezTo>
                    <a:pt x="54" y="109"/>
                    <a:pt x="56" y="111"/>
                    <a:pt x="58" y="113"/>
                  </a:cubicBezTo>
                  <a:cubicBezTo>
                    <a:pt x="56" y="119"/>
                    <a:pt x="56" y="119"/>
                    <a:pt x="56" y="119"/>
                  </a:cubicBezTo>
                  <a:cubicBezTo>
                    <a:pt x="56" y="119"/>
                    <a:pt x="56" y="120"/>
                    <a:pt x="56" y="120"/>
                  </a:cubicBezTo>
                  <a:cubicBezTo>
                    <a:pt x="62" y="124"/>
                    <a:pt x="62" y="124"/>
                    <a:pt x="62" y="124"/>
                  </a:cubicBezTo>
                  <a:cubicBezTo>
                    <a:pt x="62" y="124"/>
                    <a:pt x="62" y="124"/>
                    <a:pt x="62" y="124"/>
                  </a:cubicBezTo>
                  <a:cubicBezTo>
                    <a:pt x="67" y="120"/>
                    <a:pt x="67" y="120"/>
                    <a:pt x="67" y="120"/>
                  </a:cubicBezTo>
                  <a:cubicBezTo>
                    <a:pt x="70" y="121"/>
                    <a:pt x="73" y="122"/>
                    <a:pt x="76" y="123"/>
                  </a:cubicBezTo>
                  <a:close/>
                  <a:moveTo>
                    <a:pt x="82" y="113"/>
                  </a:moveTo>
                  <a:cubicBezTo>
                    <a:pt x="98" y="115"/>
                    <a:pt x="111" y="104"/>
                    <a:pt x="113" y="88"/>
                  </a:cubicBezTo>
                  <a:cubicBezTo>
                    <a:pt x="114" y="73"/>
                    <a:pt x="103" y="59"/>
                    <a:pt x="88" y="57"/>
                  </a:cubicBezTo>
                  <a:cubicBezTo>
                    <a:pt x="72" y="56"/>
                    <a:pt x="59" y="67"/>
                    <a:pt x="57" y="83"/>
                  </a:cubicBezTo>
                  <a:cubicBezTo>
                    <a:pt x="56" y="98"/>
                    <a:pt x="67" y="112"/>
                    <a:pt x="82" y="113"/>
                  </a:cubicBezTo>
                  <a:close/>
                  <a:moveTo>
                    <a:pt x="77" y="153"/>
                  </a:moveTo>
                  <a:cubicBezTo>
                    <a:pt x="92" y="137"/>
                    <a:pt x="92" y="137"/>
                    <a:pt x="92" y="137"/>
                  </a:cubicBezTo>
                  <a:cubicBezTo>
                    <a:pt x="92" y="136"/>
                    <a:pt x="93" y="137"/>
                    <a:pt x="93" y="137"/>
                  </a:cubicBezTo>
                  <a:cubicBezTo>
                    <a:pt x="93" y="149"/>
                    <a:pt x="93" y="149"/>
                    <a:pt x="93" y="149"/>
                  </a:cubicBezTo>
                  <a:cubicBezTo>
                    <a:pt x="122" y="146"/>
                    <a:pt x="145" y="123"/>
                    <a:pt x="149" y="94"/>
                  </a:cubicBezTo>
                  <a:cubicBezTo>
                    <a:pt x="153" y="98"/>
                    <a:pt x="154" y="97"/>
                    <a:pt x="157" y="94"/>
                  </a:cubicBezTo>
                  <a:cubicBezTo>
                    <a:pt x="153" y="127"/>
                    <a:pt x="127" y="154"/>
                    <a:pt x="93" y="157"/>
                  </a:cubicBezTo>
                  <a:cubicBezTo>
                    <a:pt x="93" y="170"/>
                    <a:pt x="93" y="170"/>
                    <a:pt x="93" y="170"/>
                  </a:cubicBezTo>
                  <a:cubicBezTo>
                    <a:pt x="93" y="170"/>
                    <a:pt x="92" y="171"/>
                    <a:pt x="92" y="170"/>
                  </a:cubicBezTo>
                  <a:cubicBezTo>
                    <a:pt x="77" y="154"/>
                    <a:pt x="77" y="154"/>
                    <a:pt x="77" y="154"/>
                  </a:cubicBezTo>
                  <a:cubicBezTo>
                    <a:pt x="77" y="154"/>
                    <a:pt x="77" y="153"/>
                    <a:pt x="77" y="153"/>
                  </a:cubicBezTo>
                  <a:close/>
                  <a:moveTo>
                    <a:pt x="17" y="78"/>
                  </a:moveTo>
                  <a:cubicBezTo>
                    <a:pt x="34" y="93"/>
                    <a:pt x="34" y="93"/>
                    <a:pt x="34" y="93"/>
                  </a:cubicBezTo>
                  <a:cubicBezTo>
                    <a:pt x="34" y="93"/>
                    <a:pt x="34" y="94"/>
                    <a:pt x="33" y="94"/>
                  </a:cubicBezTo>
                  <a:cubicBezTo>
                    <a:pt x="21" y="94"/>
                    <a:pt x="21" y="94"/>
                    <a:pt x="21" y="94"/>
                  </a:cubicBezTo>
                  <a:cubicBezTo>
                    <a:pt x="25" y="123"/>
                    <a:pt x="48" y="145"/>
                    <a:pt x="76" y="149"/>
                  </a:cubicBezTo>
                  <a:cubicBezTo>
                    <a:pt x="73" y="153"/>
                    <a:pt x="73" y="154"/>
                    <a:pt x="76" y="157"/>
                  </a:cubicBezTo>
                  <a:cubicBezTo>
                    <a:pt x="43" y="153"/>
                    <a:pt x="17" y="127"/>
                    <a:pt x="13" y="94"/>
                  </a:cubicBezTo>
                  <a:cubicBezTo>
                    <a:pt x="1" y="94"/>
                    <a:pt x="1" y="94"/>
                    <a:pt x="1" y="94"/>
                  </a:cubicBezTo>
                  <a:cubicBezTo>
                    <a:pt x="0" y="94"/>
                    <a:pt x="0" y="93"/>
                    <a:pt x="0" y="93"/>
                  </a:cubicBezTo>
                  <a:cubicBezTo>
                    <a:pt x="16" y="78"/>
                    <a:pt x="16" y="78"/>
                    <a:pt x="16" y="78"/>
                  </a:cubicBezTo>
                  <a:cubicBezTo>
                    <a:pt x="17" y="77"/>
                    <a:pt x="17" y="77"/>
                    <a:pt x="17" y="78"/>
                  </a:cubicBezTo>
                  <a:close/>
                  <a:moveTo>
                    <a:pt x="93" y="18"/>
                  </a:moveTo>
                  <a:cubicBezTo>
                    <a:pt x="78" y="34"/>
                    <a:pt x="78" y="34"/>
                    <a:pt x="78" y="34"/>
                  </a:cubicBezTo>
                  <a:cubicBezTo>
                    <a:pt x="77" y="35"/>
                    <a:pt x="77" y="34"/>
                    <a:pt x="77" y="34"/>
                  </a:cubicBezTo>
                  <a:cubicBezTo>
                    <a:pt x="77" y="22"/>
                    <a:pt x="77" y="22"/>
                    <a:pt x="77" y="22"/>
                  </a:cubicBezTo>
                  <a:cubicBezTo>
                    <a:pt x="48" y="26"/>
                    <a:pt x="25" y="48"/>
                    <a:pt x="21" y="77"/>
                  </a:cubicBezTo>
                  <a:cubicBezTo>
                    <a:pt x="18" y="75"/>
                    <a:pt x="17" y="73"/>
                    <a:pt x="13" y="77"/>
                  </a:cubicBezTo>
                  <a:cubicBezTo>
                    <a:pt x="17" y="44"/>
                    <a:pt x="44" y="18"/>
                    <a:pt x="77" y="14"/>
                  </a:cubicBezTo>
                  <a:cubicBezTo>
                    <a:pt x="77" y="1"/>
                    <a:pt x="77" y="1"/>
                    <a:pt x="77" y="1"/>
                  </a:cubicBezTo>
                  <a:cubicBezTo>
                    <a:pt x="77" y="1"/>
                    <a:pt x="77" y="0"/>
                    <a:pt x="78" y="1"/>
                  </a:cubicBezTo>
                  <a:cubicBezTo>
                    <a:pt x="93" y="17"/>
                    <a:pt x="93" y="17"/>
                    <a:pt x="93" y="17"/>
                  </a:cubicBezTo>
                  <a:cubicBezTo>
                    <a:pt x="93" y="17"/>
                    <a:pt x="93" y="18"/>
                    <a:pt x="93" y="18"/>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grpSp>
      <p:grpSp>
        <p:nvGrpSpPr>
          <p:cNvPr id="12" name="组合 11"/>
          <p:cNvGrpSpPr/>
          <p:nvPr/>
        </p:nvGrpSpPr>
        <p:grpSpPr>
          <a:xfrm>
            <a:off x="930460" y="2112468"/>
            <a:ext cx="681758" cy="586726"/>
            <a:chOff x="5077760" y="2652105"/>
            <a:chExt cx="1221367" cy="1070298"/>
          </a:xfrm>
        </p:grpSpPr>
        <p:sp>
          <p:nvSpPr>
            <p:cNvPr id="5400" name="Freeform 280"/>
            <p:cNvSpPr>
              <a:spLocks noEditPoints="1"/>
            </p:cNvSpPr>
            <p:nvPr/>
          </p:nvSpPr>
          <p:spPr bwMode="auto">
            <a:xfrm>
              <a:off x="5077760" y="2652105"/>
              <a:ext cx="1221367" cy="1070298"/>
            </a:xfrm>
            <a:custGeom>
              <a:avLst/>
              <a:gdLst/>
              <a:ahLst/>
              <a:cxnLst>
                <a:cxn ang="0">
                  <a:pos x="407" y="495"/>
                </a:cxn>
                <a:cxn ang="0">
                  <a:pos x="159" y="495"/>
                </a:cxn>
                <a:cxn ang="0">
                  <a:pos x="130" y="479"/>
                </a:cxn>
                <a:cxn ang="0">
                  <a:pos x="6" y="264"/>
                </a:cxn>
                <a:cxn ang="0">
                  <a:pos x="6" y="231"/>
                </a:cxn>
                <a:cxn ang="0">
                  <a:pos x="130" y="16"/>
                </a:cxn>
                <a:cxn ang="0">
                  <a:pos x="159" y="0"/>
                </a:cxn>
                <a:cxn ang="0">
                  <a:pos x="407" y="0"/>
                </a:cxn>
                <a:cxn ang="0">
                  <a:pos x="435" y="16"/>
                </a:cxn>
                <a:cxn ang="0">
                  <a:pos x="559" y="231"/>
                </a:cxn>
                <a:cxn ang="0">
                  <a:pos x="559" y="264"/>
                </a:cxn>
                <a:cxn ang="0">
                  <a:pos x="435" y="479"/>
                </a:cxn>
                <a:cxn ang="0">
                  <a:pos x="407" y="495"/>
                </a:cxn>
                <a:cxn ang="0">
                  <a:pos x="159" y="9"/>
                </a:cxn>
                <a:cxn ang="0">
                  <a:pos x="138" y="21"/>
                </a:cxn>
                <a:cxn ang="0">
                  <a:pos x="14" y="236"/>
                </a:cxn>
                <a:cxn ang="0">
                  <a:pos x="14" y="259"/>
                </a:cxn>
                <a:cxn ang="0">
                  <a:pos x="138" y="474"/>
                </a:cxn>
                <a:cxn ang="0">
                  <a:pos x="159" y="486"/>
                </a:cxn>
                <a:cxn ang="0">
                  <a:pos x="407" y="486"/>
                </a:cxn>
                <a:cxn ang="0">
                  <a:pos x="427" y="474"/>
                </a:cxn>
                <a:cxn ang="0">
                  <a:pos x="551" y="259"/>
                </a:cxn>
                <a:cxn ang="0">
                  <a:pos x="551" y="236"/>
                </a:cxn>
                <a:cxn ang="0">
                  <a:pos x="427" y="21"/>
                </a:cxn>
                <a:cxn ang="0">
                  <a:pos x="407" y="9"/>
                </a:cxn>
                <a:cxn ang="0">
                  <a:pos x="159" y="9"/>
                </a:cxn>
              </a:cxnLst>
              <a:rect l="0" t="0" r="r" b="b"/>
              <a:pathLst>
                <a:path w="565" h="495">
                  <a:moveTo>
                    <a:pt x="407" y="495"/>
                  </a:moveTo>
                  <a:cubicBezTo>
                    <a:pt x="159" y="495"/>
                    <a:pt x="159" y="495"/>
                    <a:pt x="159" y="495"/>
                  </a:cubicBezTo>
                  <a:cubicBezTo>
                    <a:pt x="147" y="495"/>
                    <a:pt x="136" y="489"/>
                    <a:pt x="130" y="479"/>
                  </a:cubicBezTo>
                  <a:cubicBezTo>
                    <a:pt x="6" y="264"/>
                    <a:pt x="6" y="264"/>
                    <a:pt x="6" y="264"/>
                  </a:cubicBezTo>
                  <a:cubicBezTo>
                    <a:pt x="0" y="254"/>
                    <a:pt x="0" y="241"/>
                    <a:pt x="6" y="231"/>
                  </a:cubicBezTo>
                  <a:cubicBezTo>
                    <a:pt x="130" y="16"/>
                    <a:pt x="130" y="16"/>
                    <a:pt x="130" y="16"/>
                  </a:cubicBezTo>
                  <a:cubicBezTo>
                    <a:pt x="136" y="6"/>
                    <a:pt x="147" y="0"/>
                    <a:pt x="159" y="0"/>
                  </a:cubicBezTo>
                  <a:cubicBezTo>
                    <a:pt x="407" y="0"/>
                    <a:pt x="407" y="0"/>
                    <a:pt x="407" y="0"/>
                  </a:cubicBezTo>
                  <a:cubicBezTo>
                    <a:pt x="419" y="0"/>
                    <a:pt x="429" y="6"/>
                    <a:pt x="435" y="16"/>
                  </a:cubicBezTo>
                  <a:cubicBezTo>
                    <a:pt x="559" y="231"/>
                    <a:pt x="559" y="231"/>
                    <a:pt x="559" y="231"/>
                  </a:cubicBezTo>
                  <a:cubicBezTo>
                    <a:pt x="565" y="241"/>
                    <a:pt x="565" y="254"/>
                    <a:pt x="559" y="264"/>
                  </a:cubicBezTo>
                  <a:cubicBezTo>
                    <a:pt x="435" y="479"/>
                    <a:pt x="435" y="479"/>
                    <a:pt x="435" y="479"/>
                  </a:cubicBezTo>
                  <a:cubicBezTo>
                    <a:pt x="429" y="489"/>
                    <a:pt x="419" y="495"/>
                    <a:pt x="407" y="495"/>
                  </a:cubicBezTo>
                  <a:close/>
                  <a:moveTo>
                    <a:pt x="159" y="9"/>
                  </a:moveTo>
                  <a:cubicBezTo>
                    <a:pt x="150" y="9"/>
                    <a:pt x="142" y="14"/>
                    <a:pt x="138" y="21"/>
                  </a:cubicBezTo>
                  <a:cubicBezTo>
                    <a:pt x="14" y="236"/>
                    <a:pt x="14" y="236"/>
                    <a:pt x="14" y="236"/>
                  </a:cubicBezTo>
                  <a:cubicBezTo>
                    <a:pt x="10" y="243"/>
                    <a:pt x="10" y="252"/>
                    <a:pt x="14" y="259"/>
                  </a:cubicBezTo>
                  <a:cubicBezTo>
                    <a:pt x="138" y="474"/>
                    <a:pt x="138" y="474"/>
                    <a:pt x="138" y="474"/>
                  </a:cubicBezTo>
                  <a:cubicBezTo>
                    <a:pt x="142" y="482"/>
                    <a:pt x="150" y="486"/>
                    <a:pt x="159" y="486"/>
                  </a:cubicBezTo>
                  <a:cubicBezTo>
                    <a:pt x="407" y="486"/>
                    <a:pt x="407" y="486"/>
                    <a:pt x="407" y="486"/>
                  </a:cubicBezTo>
                  <a:cubicBezTo>
                    <a:pt x="415" y="486"/>
                    <a:pt x="423" y="482"/>
                    <a:pt x="427" y="474"/>
                  </a:cubicBezTo>
                  <a:cubicBezTo>
                    <a:pt x="551" y="259"/>
                    <a:pt x="551" y="259"/>
                    <a:pt x="551" y="259"/>
                  </a:cubicBezTo>
                  <a:cubicBezTo>
                    <a:pt x="555" y="252"/>
                    <a:pt x="555" y="243"/>
                    <a:pt x="551" y="236"/>
                  </a:cubicBezTo>
                  <a:cubicBezTo>
                    <a:pt x="427" y="21"/>
                    <a:pt x="427" y="21"/>
                    <a:pt x="427" y="21"/>
                  </a:cubicBezTo>
                  <a:cubicBezTo>
                    <a:pt x="423" y="14"/>
                    <a:pt x="415" y="9"/>
                    <a:pt x="407" y="9"/>
                  </a:cubicBezTo>
                  <a:lnTo>
                    <a:pt x="159" y="9"/>
                  </a:lnTo>
                  <a:close/>
                </a:path>
              </a:pathLst>
            </a:custGeom>
            <a:solidFill>
              <a:srgbClr val="7F7F7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401" name="Freeform 281"/>
            <p:cNvSpPr>
              <a:spLocks/>
            </p:cNvSpPr>
            <p:nvPr/>
          </p:nvSpPr>
          <p:spPr bwMode="auto">
            <a:xfrm>
              <a:off x="5211433" y="2774791"/>
              <a:ext cx="954021" cy="834997"/>
            </a:xfrm>
            <a:custGeom>
              <a:avLst/>
              <a:gdLst/>
              <a:ahLst/>
              <a:cxnLst>
                <a:cxn ang="0">
                  <a:pos x="437" y="205"/>
                </a:cxn>
                <a:cxn ang="0">
                  <a:pos x="339" y="374"/>
                </a:cxn>
                <a:cxn ang="0">
                  <a:pos x="318" y="386"/>
                </a:cxn>
                <a:cxn ang="0">
                  <a:pos x="123" y="386"/>
                </a:cxn>
                <a:cxn ang="0">
                  <a:pos x="102" y="374"/>
                </a:cxn>
                <a:cxn ang="0">
                  <a:pos x="5" y="205"/>
                </a:cxn>
                <a:cxn ang="0">
                  <a:pos x="5" y="181"/>
                </a:cxn>
                <a:cxn ang="0">
                  <a:pos x="102" y="12"/>
                </a:cxn>
                <a:cxn ang="0">
                  <a:pos x="123" y="0"/>
                </a:cxn>
                <a:cxn ang="0">
                  <a:pos x="318" y="0"/>
                </a:cxn>
                <a:cxn ang="0">
                  <a:pos x="339" y="12"/>
                </a:cxn>
                <a:cxn ang="0">
                  <a:pos x="437" y="181"/>
                </a:cxn>
                <a:cxn ang="0">
                  <a:pos x="437" y="205"/>
                </a:cxn>
              </a:cxnLst>
              <a:rect l="0" t="0" r="r" b="b"/>
              <a:pathLst>
                <a:path w="441" h="386">
                  <a:moveTo>
                    <a:pt x="437" y="205"/>
                  </a:moveTo>
                  <a:cubicBezTo>
                    <a:pt x="339" y="374"/>
                    <a:pt x="339" y="374"/>
                    <a:pt x="339" y="374"/>
                  </a:cubicBezTo>
                  <a:cubicBezTo>
                    <a:pt x="335" y="382"/>
                    <a:pt x="327" y="386"/>
                    <a:pt x="318" y="386"/>
                  </a:cubicBezTo>
                  <a:cubicBezTo>
                    <a:pt x="123" y="386"/>
                    <a:pt x="123" y="386"/>
                    <a:pt x="123" y="386"/>
                  </a:cubicBezTo>
                  <a:cubicBezTo>
                    <a:pt x="114" y="386"/>
                    <a:pt x="107" y="382"/>
                    <a:pt x="102" y="374"/>
                  </a:cubicBezTo>
                  <a:cubicBezTo>
                    <a:pt x="5" y="205"/>
                    <a:pt x="5" y="205"/>
                    <a:pt x="5" y="205"/>
                  </a:cubicBezTo>
                  <a:cubicBezTo>
                    <a:pt x="0" y="198"/>
                    <a:pt x="0" y="189"/>
                    <a:pt x="5" y="181"/>
                  </a:cubicBezTo>
                  <a:cubicBezTo>
                    <a:pt x="102" y="12"/>
                    <a:pt x="102" y="12"/>
                    <a:pt x="102" y="12"/>
                  </a:cubicBezTo>
                  <a:cubicBezTo>
                    <a:pt x="107" y="5"/>
                    <a:pt x="114" y="0"/>
                    <a:pt x="123" y="0"/>
                  </a:cubicBezTo>
                  <a:cubicBezTo>
                    <a:pt x="318" y="0"/>
                    <a:pt x="318" y="0"/>
                    <a:pt x="318" y="0"/>
                  </a:cubicBezTo>
                  <a:cubicBezTo>
                    <a:pt x="327" y="0"/>
                    <a:pt x="335" y="5"/>
                    <a:pt x="339" y="12"/>
                  </a:cubicBezTo>
                  <a:cubicBezTo>
                    <a:pt x="437" y="181"/>
                    <a:pt x="437" y="181"/>
                    <a:pt x="437" y="181"/>
                  </a:cubicBezTo>
                  <a:cubicBezTo>
                    <a:pt x="441" y="189"/>
                    <a:pt x="441" y="198"/>
                    <a:pt x="437" y="205"/>
                  </a:cubicBezTo>
                  <a:close/>
                </a:path>
              </a:pathLst>
            </a:custGeom>
            <a:solidFill>
              <a:srgbClr val="7F7F7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402" name="Rectangle 282"/>
            <p:cNvSpPr>
              <a:spLocks noChangeArrowheads="1"/>
            </p:cNvSpPr>
            <p:nvPr/>
          </p:nvSpPr>
          <p:spPr bwMode="auto">
            <a:xfrm>
              <a:off x="5685697" y="3324131"/>
              <a:ext cx="12818" cy="30214"/>
            </a:xfrm>
            <a:prstGeom prst="rect">
              <a:avLst/>
            </a:prstGeom>
            <a:solidFill>
              <a:srgbClr val="FFFFFF"/>
            </a:solidFill>
            <a:ln w="9525">
              <a:noFill/>
              <a:miter lim="800000"/>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403" name="Freeform 283"/>
            <p:cNvSpPr>
              <a:spLocks noEditPoints="1"/>
            </p:cNvSpPr>
            <p:nvPr/>
          </p:nvSpPr>
          <p:spPr bwMode="auto">
            <a:xfrm>
              <a:off x="5531881" y="2958820"/>
              <a:ext cx="313124" cy="417499"/>
            </a:xfrm>
            <a:custGeom>
              <a:avLst/>
              <a:gdLst/>
              <a:ahLst/>
              <a:cxnLst>
                <a:cxn ang="0">
                  <a:pos x="81" y="51"/>
                </a:cxn>
                <a:cxn ang="0">
                  <a:pos x="81" y="50"/>
                </a:cxn>
                <a:cxn ang="0">
                  <a:pos x="100" y="25"/>
                </a:cxn>
                <a:cxn ang="0">
                  <a:pos x="74" y="0"/>
                </a:cxn>
                <a:cxn ang="0">
                  <a:pos x="47" y="25"/>
                </a:cxn>
                <a:cxn ang="0">
                  <a:pos x="67" y="50"/>
                </a:cxn>
                <a:cxn ang="0">
                  <a:pos x="67" y="51"/>
                </a:cxn>
                <a:cxn ang="0">
                  <a:pos x="0" y="122"/>
                </a:cxn>
                <a:cxn ang="0">
                  <a:pos x="73" y="193"/>
                </a:cxn>
                <a:cxn ang="0">
                  <a:pos x="145" y="122"/>
                </a:cxn>
                <a:cxn ang="0">
                  <a:pos x="81" y="51"/>
                </a:cxn>
                <a:cxn ang="0">
                  <a:pos x="67" y="37"/>
                </a:cxn>
                <a:cxn ang="0">
                  <a:pos x="67" y="44"/>
                </a:cxn>
                <a:cxn ang="0">
                  <a:pos x="53" y="25"/>
                </a:cxn>
                <a:cxn ang="0">
                  <a:pos x="74" y="5"/>
                </a:cxn>
                <a:cxn ang="0">
                  <a:pos x="94" y="25"/>
                </a:cxn>
                <a:cxn ang="0">
                  <a:pos x="81" y="44"/>
                </a:cxn>
                <a:cxn ang="0">
                  <a:pos x="81" y="37"/>
                </a:cxn>
                <a:cxn ang="0">
                  <a:pos x="86" y="32"/>
                </a:cxn>
                <a:cxn ang="0">
                  <a:pos x="74" y="25"/>
                </a:cxn>
                <a:cxn ang="0">
                  <a:pos x="62" y="32"/>
                </a:cxn>
                <a:cxn ang="0">
                  <a:pos x="67" y="37"/>
                </a:cxn>
                <a:cxn ang="0">
                  <a:pos x="73" y="181"/>
                </a:cxn>
                <a:cxn ang="0">
                  <a:pos x="13" y="122"/>
                </a:cxn>
                <a:cxn ang="0">
                  <a:pos x="73" y="63"/>
                </a:cxn>
                <a:cxn ang="0">
                  <a:pos x="132" y="122"/>
                </a:cxn>
                <a:cxn ang="0">
                  <a:pos x="73" y="181"/>
                </a:cxn>
              </a:cxnLst>
              <a:rect l="0" t="0" r="r" b="b"/>
              <a:pathLst>
                <a:path w="145" h="193">
                  <a:moveTo>
                    <a:pt x="81" y="51"/>
                  </a:moveTo>
                  <a:cubicBezTo>
                    <a:pt x="81" y="51"/>
                    <a:pt x="81" y="51"/>
                    <a:pt x="81" y="50"/>
                  </a:cubicBezTo>
                  <a:cubicBezTo>
                    <a:pt x="92" y="47"/>
                    <a:pt x="100" y="37"/>
                    <a:pt x="100" y="25"/>
                  </a:cubicBezTo>
                  <a:cubicBezTo>
                    <a:pt x="100" y="11"/>
                    <a:pt x="88" y="0"/>
                    <a:pt x="74" y="0"/>
                  </a:cubicBezTo>
                  <a:cubicBezTo>
                    <a:pt x="59" y="0"/>
                    <a:pt x="47" y="11"/>
                    <a:pt x="47" y="25"/>
                  </a:cubicBezTo>
                  <a:cubicBezTo>
                    <a:pt x="47" y="37"/>
                    <a:pt x="56" y="47"/>
                    <a:pt x="67" y="50"/>
                  </a:cubicBezTo>
                  <a:cubicBezTo>
                    <a:pt x="67" y="51"/>
                    <a:pt x="67" y="51"/>
                    <a:pt x="67" y="51"/>
                  </a:cubicBezTo>
                  <a:cubicBezTo>
                    <a:pt x="30" y="54"/>
                    <a:pt x="0" y="84"/>
                    <a:pt x="0" y="122"/>
                  </a:cubicBezTo>
                  <a:cubicBezTo>
                    <a:pt x="0" y="161"/>
                    <a:pt x="33" y="193"/>
                    <a:pt x="73" y="193"/>
                  </a:cubicBezTo>
                  <a:cubicBezTo>
                    <a:pt x="113" y="193"/>
                    <a:pt x="145" y="161"/>
                    <a:pt x="145" y="122"/>
                  </a:cubicBezTo>
                  <a:cubicBezTo>
                    <a:pt x="145" y="85"/>
                    <a:pt x="117" y="55"/>
                    <a:pt x="81" y="51"/>
                  </a:cubicBezTo>
                  <a:close/>
                  <a:moveTo>
                    <a:pt x="67" y="37"/>
                  </a:moveTo>
                  <a:cubicBezTo>
                    <a:pt x="67" y="44"/>
                    <a:pt x="67" y="44"/>
                    <a:pt x="67" y="44"/>
                  </a:cubicBezTo>
                  <a:cubicBezTo>
                    <a:pt x="59" y="41"/>
                    <a:pt x="53" y="34"/>
                    <a:pt x="53" y="25"/>
                  </a:cubicBezTo>
                  <a:cubicBezTo>
                    <a:pt x="53" y="14"/>
                    <a:pt x="63" y="5"/>
                    <a:pt x="74" y="5"/>
                  </a:cubicBezTo>
                  <a:cubicBezTo>
                    <a:pt x="85" y="5"/>
                    <a:pt x="94" y="14"/>
                    <a:pt x="94" y="25"/>
                  </a:cubicBezTo>
                  <a:cubicBezTo>
                    <a:pt x="94" y="34"/>
                    <a:pt x="89" y="41"/>
                    <a:pt x="81" y="44"/>
                  </a:cubicBezTo>
                  <a:cubicBezTo>
                    <a:pt x="81" y="37"/>
                    <a:pt x="81" y="37"/>
                    <a:pt x="81" y="37"/>
                  </a:cubicBezTo>
                  <a:cubicBezTo>
                    <a:pt x="84" y="36"/>
                    <a:pt x="86" y="34"/>
                    <a:pt x="86" y="32"/>
                  </a:cubicBezTo>
                  <a:cubicBezTo>
                    <a:pt x="86" y="28"/>
                    <a:pt x="81" y="25"/>
                    <a:pt x="74" y="25"/>
                  </a:cubicBezTo>
                  <a:cubicBezTo>
                    <a:pt x="67" y="25"/>
                    <a:pt x="62" y="28"/>
                    <a:pt x="62" y="32"/>
                  </a:cubicBezTo>
                  <a:cubicBezTo>
                    <a:pt x="62" y="34"/>
                    <a:pt x="64" y="36"/>
                    <a:pt x="67" y="37"/>
                  </a:cubicBezTo>
                  <a:close/>
                  <a:moveTo>
                    <a:pt x="73" y="181"/>
                  </a:moveTo>
                  <a:cubicBezTo>
                    <a:pt x="40" y="181"/>
                    <a:pt x="13" y="154"/>
                    <a:pt x="13" y="122"/>
                  </a:cubicBezTo>
                  <a:cubicBezTo>
                    <a:pt x="13" y="89"/>
                    <a:pt x="40" y="63"/>
                    <a:pt x="73" y="63"/>
                  </a:cubicBezTo>
                  <a:cubicBezTo>
                    <a:pt x="106" y="63"/>
                    <a:pt x="132" y="89"/>
                    <a:pt x="132" y="122"/>
                  </a:cubicBezTo>
                  <a:cubicBezTo>
                    <a:pt x="132" y="154"/>
                    <a:pt x="106" y="181"/>
                    <a:pt x="73" y="18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404" name="Rectangle 284"/>
            <p:cNvSpPr>
              <a:spLocks noChangeArrowheads="1"/>
            </p:cNvSpPr>
            <p:nvPr/>
          </p:nvSpPr>
          <p:spPr bwMode="auto">
            <a:xfrm>
              <a:off x="5557517" y="3216095"/>
              <a:ext cx="28383" cy="12818"/>
            </a:xfrm>
            <a:prstGeom prst="rect">
              <a:avLst/>
            </a:prstGeom>
            <a:solidFill>
              <a:srgbClr val="FFFFFF"/>
            </a:solidFill>
            <a:ln w="9525">
              <a:noFill/>
              <a:miter lim="800000"/>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405" name="Freeform 285"/>
            <p:cNvSpPr>
              <a:spLocks/>
            </p:cNvSpPr>
            <p:nvPr/>
          </p:nvSpPr>
          <p:spPr bwMode="auto">
            <a:xfrm>
              <a:off x="5695768" y="3123622"/>
              <a:ext cx="117193" cy="116278"/>
            </a:xfrm>
            <a:custGeom>
              <a:avLst/>
              <a:gdLst/>
              <a:ahLst/>
              <a:cxnLst>
                <a:cxn ang="0">
                  <a:pos x="50" y="33"/>
                </a:cxn>
                <a:cxn ang="0">
                  <a:pos x="44" y="33"/>
                </a:cxn>
                <a:cxn ang="0">
                  <a:pos x="0" y="0"/>
                </a:cxn>
                <a:cxn ang="0">
                  <a:pos x="0" y="7"/>
                </a:cxn>
                <a:cxn ang="0">
                  <a:pos x="2" y="7"/>
                </a:cxn>
                <a:cxn ang="0">
                  <a:pos x="38" y="33"/>
                </a:cxn>
                <a:cxn ang="0">
                  <a:pos x="32" y="33"/>
                </a:cxn>
                <a:cxn ang="0">
                  <a:pos x="29" y="38"/>
                </a:cxn>
                <a:cxn ang="0">
                  <a:pos x="38" y="52"/>
                </a:cxn>
                <a:cxn ang="0">
                  <a:pos x="43" y="52"/>
                </a:cxn>
                <a:cxn ang="0">
                  <a:pos x="52" y="38"/>
                </a:cxn>
                <a:cxn ang="0">
                  <a:pos x="50" y="33"/>
                </a:cxn>
              </a:cxnLst>
              <a:rect l="0" t="0" r="r" b="b"/>
              <a:pathLst>
                <a:path w="54" h="54">
                  <a:moveTo>
                    <a:pt x="50" y="33"/>
                  </a:moveTo>
                  <a:cubicBezTo>
                    <a:pt x="44" y="33"/>
                    <a:pt x="44" y="33"/>
                    <a:pt x="44" y="33"/>
                  </a:cubicBezTo>
                  <a:cubicBezTo>
                    <a:pt x="39" y="14"/>
                    <a:pt x="21" y="0"/>
                    <a:pt x="0" y="0"/>
                  </a:cubicBezTo>
                  <a:cubicBezTo>
                    <a:pt x="0" y="3"/>
                    <a:pt x="0" y="5"/>
                    <a:pt x="0" y="7"/>
                  </a:cubicBezTo>
                  <a:cubicBezTo>
                    <a:pt x="0" y="7"/>
                    <a:pt x="1" y="7"/>
                    <a:pt x="2" y="7"/>
                  </a:cubicBezTo>
                  <a:cubicBezTo>
                    <a:pt x="18" y="7"/>
                    <a:pt x="33" y="18"/>
                    <a:pt x="38" y="33"/>
                  </a:cubicBezTo>
                  <a:cubicBezTo>
                    <a:pt x="32" y="33"/>
                    <a:pt x="32" y="33"/>
                    <a:pt x="32" y="33"/>
                  </a:cubicBezTo>
                  <a:cubicBezTo>
                    <a:pt x="29" y="33"/>
                    <a:pt x="28" y="36"/>
                    <a:pt x="29" y="38"/>
                  </a:cubicBezTo>
                  <a:cubicBezTo>
                    <a:pt x="38" y="52"/>
                    <a:pt x="38" y="52"/>
                    <a:pt x="38" y="52"/>
                  </a:cubicBezTo>
                  <a:cubicBezTo>
                    <a:pt x="39" y="54"/>
                    <a:pt x="42" y="54"/>
                    <a:pt x="43" y="52"/>
                  </a:cubicBezTo>
                  <a:cubicBezTo>
                    <a:pt x="52" y="38"/>
                    <a:pt x="52" y="38"/>
                    <a:pt x="52" y="38"/>
                  </a:cubicBezTo>
                  <a:cubicBezTo>
                    <a:pt x="54" y="36"/>
                    <a:pt x="52" y="33"/>
                    <a:pt x="50" y="3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406" name="Freeform 286"/>
            <p:cNvSpPr>
              <a:spLocks noEditPoints="1"/>
            </p:cNvSpPr>
            <p:nvPr/>
          </p:nvSpPr>
          <p:spPr bwMode="auto">
            <a:xfrm>
              <a:off x="5622523" y="3157498"/>
              <a:ext cx="133673" cy="130011"/>
            </a:xfrm>
            <a:custGeom>
              <a:avLst/>
              <a:gdLst/>
              <a:ahLst/>
              <a:cxnLst>
                <a:cxn ang="0">
                  <a:pos x="31" y="0"/>
                </a:cxn>
                <a:cxn ang="0">
                  <a:pos x="0" y="30"/>
                </a:cxn>
                <a:cxn ang="0">
                  <a:pos x="31" y="60"/>
                </a:cxn>
                <a:cxn ang="0">
                  <a:pos x="62" y="30"/>
                </a:cxn>
                <a:cxn ang="0">
                  <a:pos x="31" y="0"/>
                </a:cxn>
                <a:cxn ang="0">
                  <a:pos x="29" y="43"/>
                </a:cxn>
                <a:cxn ang="0">
                  <a:pos x="10" y="43"/>
                </a:cxn>
                <a:cxn ang="0">
                  <a:pos x="10" y="39"/>
                </a:cxn>
                <a:cxn ang="0">
                  <a:pos x="17" y="32"/>
                </a:cxn>
                <a:cxn ang="0">
                  <a:pos x="22" y="22"/>
                </a:cxn>
                <a:cxn ang="0">
                  <a:pos x="19" y="19"/>
                </a:cxn>
                <a:cxn ang="0">
                  <a:pos x="15" y="22"/>
                </a:cxn>
                <a:cxn ang="0">
                  <a:pos x="11" y="21"/>
                </a:cxn>
                <a:cxn ang="0">
                  <a:pos x="19" y="14"/>
                </a:cxn>
                <a:cxn ang="0">
                  <a:pos x="25" y="16"/>
                </a:cxn>
                <a:cxn ang="0">
                  <a:pos x="27" y="21"/>
                </a:cxn>
                <a:cxn ang="0">
                  <a:pos x="27" y="26"/>
                </a:cxn>
                <a:cxn ang="0">
                  <a:pos x="24" y="30"/>
                </a:cxn>
                <a:cxn ang="0">
                  <a:pos x="21" y="34"/>
                </a:cxn>
                <a:cxn ang="0">
                  <a:pos x="19" y="37"/>
                </a:cxn>
                <a:cxn ang="0">
                  <a:pos x="17" y="39"/>
                </a:cxn>
                <a:cxn ang="0">
                  <a:pos x="29" y="39"/>
                </a:cxn>
                <a:cxn ang="0">
                  <a:pos x="29" y="43"/>
                </a:cxn>
                <a:cxn ang="0">
                  <a:pos x="49" y="36"/>
                </a:cxn>
                <a:cxn ang="0">
                  <a:pos x="49" y="43"/>
                </a:cxn>
                <a:cxn ang="0">
                  <a:pos x="44" y="43"/>
                </a:cxn>
                <a:cxn ang="0">
                  <a:pos x="44" y="36"/>
                </a:cxn>
                <a:cxn ang="0">
                  <a:pos x="31" y="36"/>
                </a:cxn>
                <a:cxn ang="0">
                  <a:pos x="31" y="33"/>
                </a:cxn>
                <a:cxn ang="0">
                  <a:pos x="42" y="14"/>
                </a:cxn>
                <a:cxn ang="0">
                  <a:pos x="48" y="14"/>
                </a:cxn>
                <a:cxn ang="0">
                  <a:pos x="37" y="32"/>
                </a:cxn>
                <a:cxn ang="0">
                  <a:pos x="44" y="32"/>
                </a:cxn>
                <a:cxn ang="0">
                  <a:pos x="44" y="25"/>
                </a:cxn>
                <a:cxn ang="0">
                  <a:pos x="49" y="25"/>
                </a:cxn>
                <a:cxn ang="0">
                  <a:pos x="49" y="32"/>
                </a:cxn>
                <a:cxn ang="0">
                  <a:pos x="53" y="32"/>
                </a:cxn>
                <a:cxn ang="0">
                  <a:pos x="53" y="36"/>
                </a:cxn>
                <a:cxn ang="0">
                  <a:pos x="49" y="36"/>
                </a:cxn>
              </a:cxnLst>
              <a:rect l="0" t="0" r="r" b="b"/>
              <a:pathLst>
                <a:path w="62" h="60">
                  <a:moveTo>
                    <a:pt x="31" y="0"/>
                  </a:moveTo>
                  <a:cubicBezTo>
                    <a:pt x="14" y="0"/>
                    <a:pt x="0" y="13"/>
                    <a:pt x="0" y="30"/>
                  </a:cubicBezTo>
                  <a:cubicBezTo>
                    <a:pt x="0" y="47"/>
                    <a:pt x="14" y="60"/>
                    <a:pt x="31" y="60"/>
                  </a:cubicBezTo>
                  <a:cubicBezTo>
                    <a:pt x="48" y="60"/>
                    <a:pt x="62" y="47"/>
                    <a:pt x="62" y="30"/>
                  </a:cubicBezTo>
                  <a:cubicBezTo>
                    <a:pt x="62" y="13"/>
                    <a:pt x="48" y="0"/>
                    <a:pt x="31" y="0"/>
                  </a:cubicBezTo>
                  <a:close/>
                  <a:moveTo>
                    <a:pt x="29" y="43"/>
                  </a:moveTo>
                  <a:cubicBezTo>
                    <a:pt x="10" y="43"/>
                    <a:pt x="10" y="43"/>
                    <a:pt x="10" y="43"/>
                  </a:cubicBezTo>
                  <a:cubicBezTo>
                    <a:pt x="10" y="39"/>
                    <a:pt x="10" y="39"/>
                    <a:pt x="10" y="39"/>
                  </a:cubicBezTo>
                  <a:cubicBezTo>
                    <a:pt x="14" y="36"/>
                    <a:pt x="16" y="34"/>
                    <a:pt x="17" y="32"/>
                  </a:cubicBezTo>
                  <a:cubicBezTo>
                    <a:pt x="21" y="28"/>
                    <a:pt x="22" y="25"/>
                    <a:pt x="22" y="22"/>
                  </a:cubicBezTo>
                  <a:cubicBezTo>
                    <a:pt x="22" y="20"/>
                    <a:pt x="21" y="19"/>
                    <a:pt x="19" y="19"/>
                  </a:cubicBezTo>
                  <a:cubicBezTo>
                    <a:pt x="17" y="19"/>
                    <a:pt x="15" y="20"/>
                    <a:pt x="15" y="22"/>
                  </a:cubicBezTo>
                  <a:cubicBezTo>
                    <a:pt x="11" y="21"/>
                    <a:pt x="11" y="21"/>
                    <a:pt x="11" y="21"/>
                  </a:cubicBezTo>
                  <a:cubicBezTo>
                    <a:pt x="11" y="16"/>
                    <a:pt x="15" y="14"/>
                    <a:pt x="19" y="14"/>
                  </a:cubicBezTo>
                  <a:cubicBezTo>
                    <a:pt x="22" y="14"/>
                    <a:pt x="24" y="15"/>
                    <a:pt x="25" y="16"/>
                  </a:cubicBezTo>
                  <a:cubicBezTo>
                    <a:pt x="27" y="18"/>
                    <a:pt x="27" y="19"/>
                    <a:pt x="27" y="21"/>
                  </a:cubicBezTo>
                  <a:cubicBezTo>
                    <a:pt x="27" y="23"/>
                    <a:pt x="27" y="25"/>
                    <a:pt x="27" y="26"/>
                  </a:cubicBezTo>
                  <a:cubicBezTo>
                    <a:pt x="26" y="28"/>
                    <a:pt x="25" y="29"/>
                    <a:pt x="24" y="30"/>
                  </a:cubicBezTo>
                  <a:cubicBezTo>
                    <a:pt x="24" y="32"/>
                    <a:pt x="23" y="33"/>
                    <a:pt x="21" y="34"/>
                  </a:cubicBezTo>
                  <a:cubicBezTo>
                    <a:pt x="20" y="35"/>
                    <a:pt x="19" y="36"/>
                    <a:pt x="19" y="37"/>
                  </a:cubicBezTo>
                  <a:cubicBezTo>
                    <a:pt x="18" y="38"/>
                    <a:pt x="17" y="38"/>
                    <a:pt x="17" y="39"/>
                  </a:cubicBezTo>
                  <a:cubicBezTo>
                    <a:pt x="29" y="39"/>
                    <a:pt x="29" y="39"/>
                    <a:pt x="29" y="39"/>
                  </a:cubicBezTo>
                  <a:lnTo>
                    <a:pt x="29" y="43"/>
                  </a:lnTo>
                  <a:close/>
                  <a:moveTo>
                    <a:pt x="49" y="36"/>
                  </a:moveTo>
                  <a:cubicBezTo>
                    <a:pt x="49" y="43"/>
                    <a:pt x="49" y="43"/>
                    <a:pt x="49" y="43"/>
                  </a:cubicBezTo>
                  <a:cubicBezTo>
                    <a:pt x="44" y="43"/>
                    <a:pt x="44" y="43"/>
                    <a:pt x="44" y="43"/>
                  </a:cubicBezTo>
                  <a:cubicBezTo>
                    <a:pt x="44" y="36"/>
                    <a:pt x="44" y="36"/>
                    <a:pt x="44" y="36"/>
                  </a:cubicBezTo>
                  <a:cubicBezTo>
                    <a:pt x="31" y="36"/>
                    <a:pt x="31" y="36"/>
                    <a:pt x="31" y="36"/>
                  </a:cubicBezTo>
                  <a:cubicBezTo>
                    <a:pt x="31" y="33"/>
                    <a:pt x="31" y="33"/>
                    <a:pt x="31" y="33"/>
                  </a:cubicBezTo>
                  <a:cubicBezTo>
                    <a:pt x="42" y="14"/>
                    <a:pt x="42" y="14"/>
                    <a:pt x="42" y="14"/>
                  </a:cubicBezTo>
                  <a:cubicBezTo>
                    <a:pt x="48" y="14"/>
                    <a:pt x="48" y="14"/>
                    <a:pt x="48" y="14"/>
                  </a:cubicBezTo>
                  <a:cubicBezTo>
                    <a:pt x="37" y="32"/>
                    <a:pt x="37" y="32"/>
                    <a:pt x="37" y="32"/>
                  </a:cubicBezTo>
                  <a:cubicBezTo>
                    <a:pt x="44" y="32"/>
                    <a:pt x="44" y="32"/>
                    <a:pt x="44" y="32"/>
                  </a:cubicBezTo>
                  <a:cubicBezTo>
                    <a:pt x="44" y="25"/>
                    <a:pt x="44" y="25"/>
                    <a:pt x="44" y="25"/>
                  </a:cubicBezTo>
                  <a:cubicBezTo>
                    <a:pt x="49" y="25"/>
                    <a:pt x="49" y="25"/>
                    <a:pt x="49" y="25"/>
                  </a:cubicBezTo>
                  <a:cubicBezTo>
                    <a:pt x="49" y="32"/>
                    <a:pt x="49" y="32"/>
                    <a:pt x="49" y="32"/>
                  </a:cubicBezTo>
                  <a:cubicBezTo>
                    <a:pt x="53" y="32"/>
                    <a:pt x="53" y="32"/>
                    <a:pt x="53" y="32"/>
                  </a:cubicBezTo>
                  <a:cubicBezTo>
                    <a:pt x="53" y="36"/>
                    <a:pt x="53" y="36"/>
                    <a:pt x="53" y="36"/>
                  </a:cubicBezTo>
                  <a:lnTo>
                    <a:pt x="49" y="36"/>
                  </a:ln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grpSp>
      <p:grpSp>
        <p:nvGrpSpPr>
          <p:cNvPr id="13" name="组合 12"/>
          <p:cNvGrpSpPr/>
          <p:nvPr/>
        </p:nvGrpSpPr>
        <p:grpSpPr>
          <a:xfrm>
            <a:off x="919658" y="825371"/>
            <a:ext cx="671026" cy="577190"/>
            <a:chOff x="4024858" y="2061316"/>
            <a:chExt cx="1202140" cy="1052902"/>
          </a:xfrm>
        </p:grpSpPr>
        <p:sp>
          <p:nvSpPr>
            <p:cNvPr id="5407" name="Freeform 287"/>
            <p:cNvSpPr>
              <a:spLocks/>
            </p:cNvSpPr>
            <p:nvPr/>
          </p:nvSpPr>
          <p:spPr bwMode="auto">
            <a:xfrm>
              <a:off x="4024858" y="2061316"/>
              <a:ext cx="1202140" cy="1052902"/>
            </a:xfrm>
            <a:custGeom>
              <a:avLst/>
              <a:gdLst/>
              <a:ahLst/>
              <a:cxnLst>
                <a:cxn ang="0">
                  <a:pos x="551" y="257"/>
                </a:cxn>
                <a:cxn ang="0">
                  <a:pos x="426" y="473"/>
                </a:cxn>
                <a:cxn ang="0">
                  <a:pos x="402" y="487"/>
                </a:cxn>
                <a:cxn ang="0">
                  <a:pos x="154" y="487"/>
                </a:cxn>
                <a:cxn ang="0">
                  <a:pos x="129" y="473"/>
                </a:cxn>
                <a:cxn ang="0">
                  <a:pos x="5" y="257"/>
                </a:cxn>
                <a:cxn ang="0">
                  <a:pos x="5" y="229"/>
                </a:cxn>
                <a:cxn ang="0">
                  <a:pos x="129" y="14"/>
                </a:cxn>
                <a:cxn ang="0">
                  <a:pos x="154" y="0"/>
                </a:cxn>
                <a:cxn ang="0">
                  <a:pos x="402" y="0"/>
                </a:cxn>
                <a:cxn ang="0">
                  <a:pos x="426" y="14"/>
                </a:cxn>
                <a:cxn ang="0">
                  <a:pos x="551" y="229"/>
                </a:cxn>
                <a:cxn ang="0">
                  <a:pos x="551" y="257"/>
                </a:cxn>
              </a:cxnLst>
              <a:rect l="0" t="0" r="r" b="b"/>
              <a:pathLst>
                <a:path w="556" h="487">
                  <a:moveTo>
                    <a:pt x="551" y="257"/>
                  </a:moveTo>
                  <a:cubicBezTo>
                    <a:pt x="426" y="473"/>
                    <a:pt x="426" y="473"/>
                    <a:pt x="426" y="473"/>
                  </a:cubicBezTo>
                  <a:cubicBezTo>
                    <a:pt x="421" y="481"/>
                    <a:pt x="412" y="487"/>
                    <a:pt x="402" y="487"/>
                  </a:cubicBezTo>
                  <a:cubicBezTo>
                    <a:pt x="154" y="487"/>
                    <a:pt x="154" y="487"/>
                    <a:pt x="154" y="487"/>
                  </a:cubicBezTo>
                  <a:cubicBezTo>
                    <a:pt x="144" y="487"/>
                    <a:pt x="134" y="481"/>
                    <a:pt x="129" y="473"/>
                  </a:cubicBezTo>
                  <a:cubicBezTo>
                    <a:pt x="5" y="257"/>
                    <a:pt x="5" y="257"/>
                    <a:pt x="5" y="257"/>
                  </a:cubicBezTo>
                  <a:cubicBezTo>
                    <a:pt x="0" y="249"/>
                    <a:pt x="0" y="238"/>
                    <a:pt x="5" y="229"/>
                  </a:cubicBezTo>
                  <a:cubicBezTo>
                    <a:pt x="129" y="14"/>
                    <a:pt x="129" y="14"/>
                    <a:pt x="129" y="14"/>
                  </a:cubicBezTo>
                  <a:cubicBezTo>
                    <a:pt x="134" y="6"/>
                    <a:pt x="144" y="0"/>
                    <a:pt x="154" y="0"/>
                  </a:cubicBezTo>
                  <a:cubicBezTo>
                    <a:pt x="402" y="0"/>
                    <a:pt x="402" y="0"/>
                    <a:pt x="402" y="0"/>
                  </a:cubicBezTo>
                  <a:cubicBezTo>
                    <a:pt x="412" y="0"/>
                    <a:pt x="421" y="6"/>
                    <a:pt x="426" y="14"/>
                  </a:cubicBezTo>
                  <a:cubicBezTo>
                    <a:pt x="551" y="229"/>
                    <a:pt x="551" y="229"/>
                    <a:pt x="551" y="229"/>
                  </a:cubicBezTo>
                  <a:cubicBezTo>
                    <a:pt x="556" y="238"/>
                    <a:pt x="556" y="249"/>
                    <a:pt x="551" y="257"/>
                  </a:cubicBezTo>
                  <a:close/>
                </a:path>
              </a:pathLst>
            </a:custGeom>
            <a:solidFill>
              <a:srgbClr val="E6E6E6"/>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grpSp>
          <p:nvGrpSpPr>
            <p:cNvPr id="2" name="组合 1">
              <a:extLst>
                <a:ext uri="{FF2B5EF4-FFF2-40B4-BE49-F238E27FC236}">
                  <a16:creationId xmlns:a16="http://schemas.microsoft.com/office/drawing/2014/main" id="{BE3B9650-753C-498E-9808-A95371A491DA}"/>
                </a:ext>
              </a:extLst>
            </p:cNvPr>
            <p:cNvGrpSpPr/>
            <p:nvPr/>
          </p:nvGrpSpPr>
          <p:grpSpPr>
            <a:xfrm>
              <a:off x="4223535" y="2329825"/>
              <a:ext cx="794713" cy="522790"/>
              <a:chOff x="4119563" y="2245519"/>
              <a:chExt cx="1033463" cy="679848"/>
            </a:xfrm>
          </p:grpSpPr>
          <p:sp>
            <p:nvSpPr>
              <p:cNvPr id="5408" name="Freeform 288"/>
              <p:cNvSpPr>
                <a:spLocks/>
              </p:cNvSpPr>
              <p:nvPr/>
            </p:nvSpPr>
            <p:spPr bwMode="auto">
              <a:xfrm>
                <a:off x="5036345" y="2405064"/>
                <a:ext cx="1191" cy="3572"/>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Lst>
                <a:rect l="0" t="0" r="r" b="b"/>
                <a:pathLst>
                  <a:path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09" name="Freeform 289"/>
              <p:cNvSpPr>
                <a:spLocks/>
              </p:cNvSpPr>
              <p:nvPr/>
            </p:nvSpPr>
            <p:spPr bwMode="auto">
              <a:xfrm>
                <a:off x="5047060" y="2377679"/>
                <a:ext cx="3572" cy="2381"/>
              </a:xfrm>
              <a:custGeom>
                <a:avLst/>
                <a:gdLst/>
                <a:ahLst/>
                <a:cxnLst>
                  <a:cxn ang="0">
                    <a:pos x="0" y="0"/>
                  </a:cxn>
                  <a:cxn ang="0">
                    <a:pos x="0" y="0"/>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0" y="0"/>
                  </a:cxn>
                  <a:cxn ang="0">
                    <a:pos x="0" y="0"/>
                  </a:cxn>
                  <a:cxn ang="0">
                    <a:pos x="0" y="0"/>
                  </a:cxn>
                  <a:cxn ang="0">
                    <a:pos x="0" y="0"/>
                  </a:cxn>
                  <a:cxn ang="0">
                    <a:pos x="0" y="0"/>
                  </a:cxn>
                  <a:cxn ang="0">
                    <a:pos x="0" y="0"/>
                  </a:cxn>
                </a:cxnLst>
                <a:rect l="0" t="0" r="r" b="b"/>
                <a:pathLst>
                  <a:path w="1"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0" name="Freeform 290"/>
              <p:cNvSpPr>
                <a:spLocks/>
              </p:cNvSpPr>
              <p:nvPr/>
            </p:nvSpPr>
            <p:spPr bwMode="auto">
              <a:xfrm>
                <a:off x="5053014" y="2380060"/>
                <a:ext cx="2381" cy="1191"/>
              </a:xfrm>
              <a:custGeom>
                <a:avLst/>
                <a:gdLst/>
                <a:ahLst/>
                <a:cxnLst>
                  <a:cxn ang="0">
                    <a:pos x="0"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1" name="Freeform 291"/>
              <p:cNvSpPr>
                <a:spLocks/>
              </p:cNvSpPr>
              <p:nvPr/>
            </p:nvSpPr>
            <p:spPr bwMode="auto">
              <a:xfrm>
                <a:off x="4999435" y="2290763"/>
                <a:ext cx="8335" cy="4763"/>
              </a:xfrm>
              <a:custGeom>
                <a:avLst/>
                <a:gdLst/>
                <a:ahLst/>
                <a:cxnLst>
                  <a:cxn ang="0">
                    <a:pos x="0" y="2"/>
                  </a:cxn>
                  <a:cxn ang="0">
                    <a:pos x="0" y="2"/>
                  </a:cxn>
                  <a:cxn ang="0">
                    <a:pos x="0" y="2"/>
                  </a:cxn>
                  <a:cxn ang="0">
                    <a:pos x="0" y="2"/>
                  </a:cxn>
                  <a:cxn ang="0">
                    <a:pos x="1" y="2"/>
                  </a:cxn>
                  <a:cxn ang="0">
                    <a:pos x="1" y="2"/>
                  </a:cxn>
                  <a:cxn ang="0">
                    <a:pos x="1" y="2"/>
                  </a:cxn>
                  <a:cxn ang="0">
                    <a:pos x="1" y="2"/>
                  </a:cxn>
                  <a:cxn ang="0">
                    <a:pos x="1" y="2"/>
                  </a:cxn>
                  <a:cxn ang="0">
                    <a:pos x="1" y="2"/>
                  </a:cxn>
                  <a:cxn ang="0">
                    <a:pos x="1" y="2"/>
                  </a:cxn>
                  <a:cxn ang="0">
                    <a:pos x="1" y="2"/>
                  </a:cxn>
                  <a:cxn ang="0">
                    <a:pos x="2" y="2"/>
                  </a:cxn>
                  <a:cxn ang="0">
                    <a:pos x="2" y="2"/>
                  </a:cxn>
                  <a:cxn ang="0">
                    <a:pos x="2" y="2"/>
                  </a:cxn>
                  <a:cxn ang="0">
                    <a:pos x="2" y="2"/>
                  </a:cxn>
                  <a:cxn ang="0">
                    <a:pos x="2" y="2"/>
                  </a:cxn>
                  <a:cxn ang="0">
                    <a:pos x="2" y="2"/>
                  </a:cxn>
                  <a:cxn ang="0">
                    <a:pos x="2" y="1"/>
                  </a:cxn>
                  <a:cxn ang="0">
                    <a:pos x="2" y="1"/>
                  </a:cxn>
                  <a:cxn ang="0">
                    <a:pos x="2" y="1"/>
                  </a:cxn>
                  <a:cxn ang="0">
                    <a:pos x="2" y="1"/>
                  </a:cxn>
                  <a:cxn ang="0">
                    <a:pos x="3" y="1"/>
                  </a:cxn>
                  <a:cxn ang="0">
                    <a:pos x="3" y="1"/>
                  </a:cxn>
                  <a:cxn ang="0">
                    <a:pos x="3" y="1"/>
                  </a:cxn>
                  <a:cxn ang="0">
                    <a:pos x="3" y="1"/>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1"/>
                  </a:cxn>
                  <a:cxn ang="0">
                    <a:pos x="0" y="1"/>
                  </a:cxn>
                  <a:cxn ang="0">
                    <a:pos x="0" y="1"/>
                  </a:cxn>
                  <a:cxn ang="0">
                    <a:pos x="0" y="2"/>
                  </a:cxn>
                </a:cxnLst>
                <a:rect l="0" t="0" r="r" b="b"/>
                <a:pathLst>
                  <a:path w="3" h="2">
                    <a:moveTo>
                      <a:pt x="0" y="2"/>
                    </a:move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1"/>
                      <a:pt x="2" y="1"/>
                      <a:pt x="2" y="1"/>
                    </a:cubicBezTo>
                    <a:cubicBezTo>
                      <a:pt x="2" y="1"/>
                      <a:pt x="2" y="1"/>
                      <a:pt x="2" y="1"/>
                    </a:cubicBezTo>
                    <a:cubicBezTo>
                      <a:pt x="2" y="1"/>
                      <a:pt x="2" y="1"/>
                      <a:pt x="2" y="1"/>
                    </a:cubicBezTo>
                    <a:cubicBezTo>
                      <a:pt x="2" y="1"/>
                      <a:pt x="2" y="1"/>
                      <a:pt x="2" y="1"/>
                    </a:cubicBezTo>
                    <a:cubicBezTo>
                      <a:pt x="2" y="1"/>
                      <a:pt x="3" y="1"/>
                      <a:pt x="3" y="1"/>
                    </a:cubicBezTo>
                    <a:cubicBezTo>
                      <a:pt x="3" y="1"/>
                      <a:pt x="3" y="1"/>
                      <a:pt x="3" y="1"/>
                    </a:cubicBezTo>
                    <a:cubicBezTo>
                      <a:pt x="3" y="1"/>
                      <a:pt x="3" y="1"/>
                      <a:pt x="3" y="1"/>
                    </a:cubicBezTo>
                    <a:cubicBezTo>
                      <a:pt x="3" y="1"/>
                      <a:pt x="3" y="1"/>
                      <a:pt x="3" y="1"/>
                    </a:cubicBezTo>
                    <a:cubicBezTo>
                      <a:pt x="3"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1"/>
                    </a:cubicBezTo>
                    <a:cubicBezTo>
                      <a:pt x="0" y="1"/>
                      <a:pt x="0" y="1"/>
                      <a:pt x="0" y="1"/>
                    </a:cubicBezTo>
                    <a:cubicBezTo>
                      <a:pt x="0" y="1"/>
                      <a:pt x="0" y="1"/>
                      <a:pt x="0" y="1"/>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2" name="Freeform 292"/>
              <p:cNvSpPr>
                <a:spLocks/>
              </p:cNvSpPr>
              <p:nvPr/>
            </p:nvSpPr>
            <p:spPr bwMode="auto">
              <a:xfrm>
                <a:off x="4982766" y="2303860"/>
                <a:ext cx="5954" cy="3572"/>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1"/>
                  </a:cxn>
                  <a:cxn ang="0">
                    <a:pos x="0" y="1"/>
                  </a:cxn>
                </a:cxnLst>
                <a:rect l="0" t="0" r="r" b="b"/>
                <a:pathLst>
                  <a:path w="2" h="1">
                    <a:moveTo>
                      <a:pt x="0" y="1"/>
                    </a:move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3" name="Freeform 293"/>
              <p:cNvSpPr>
                <a:spLocks/>
              </p:cNvSpPr>
              <p:nvPr/>
            </p:nvSpPr>
            <p:spPr bwMode="auto">
              <a:xfrm>
                <a:off x="4904185" y="2295526"/>
                <a:ext cx="238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1"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4" name="Freeform 294"/>
              <p:cNvSpPr>
                <a:spLocks/>
              </p:cNvSpPr>
              <p:nvPr/>
            </p:nvSpPr>
            <p:spPr bwMode="auto">
              <a:xfrm>
                <a:off x="4906566" y="2295526"/>
                <a:ext cx="8335" cy="3572"/>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2" y="1"/>
                  </a:cxn>
                  <a:cxn ang="0">
                    <a:pos x="2" y="1"/>
                  </a:cxn>
                  <a:cxn ang="0">
                    <a:pos x="2" y="1"/>
                  </a:cxn>
                  <a:cxn ang="0">
                    <a:pos x="2" y="1"/>
                  </a:cxn>
                  <a:cxn ang="0">
                    <a:pos x="3" y="1"/>
                  </a:cxn>
                  <a:cxn ang="0">
                    <a:pos x="3" y="1"/>
                  </a:cxn>
                  <a:cxn ang="0">
                    <a:pos x="3" y="1"/>
                  </a:cxn>
                  <a:cxn ang="0">
                    <a:pos x="3" y="1"/>
                  </a:cxn>
                  <a:cxn ang="0">
                    <a:pos x="3" y="1"/>
                  </a:cxn>
                  <a:cxn ang="0">
                    <a:pos x="2" y="1"/>
                  </a:cxn>
                  <a:cxn ang="0">
                    <a:pos x="2" y="1"/>
                  </a:cxn>
                  <a:cxn ang="0">
                    <a:pos x="2" y="1"/>
                  </a:cxn>
                  <a:cxn ang="0">
                    <a:pos x="2" y="1"/>
                  </a:cxn>
                  <a:cxn ang="0">
                    <a:pos x="2" y="1"/>
                  </a:cxn>
                  <a:cxn ang="0">
                    <a:pos x="1" y="0"/>
                  </a:cxn>
                  <a:cxn ang="0">
                    <a:pos x="1" y="0"/>
                  </a:cxn>
                  <a:cxn ang="0">
                    <a:pos x="0" y="0"/>
                  </a:cxn>
                  <a:cxn ang="0">
                    <a:pos x="0" y="1"/>
                  </a:cxn>
                </a:cxnLst>
                <a:rect l="0" t="0" r="r" b="b"/>
                <a:pathLst>
                  <a:path w="3"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0"/>
                      <a:pt x="1" y="0"/>
                      <a:pt x="1" y="0"/>
                    </a:cubicBezTo>
                    <a:cubicBezTo>
                      <a:pt x="1" y="0"/>
                      <a:pt x="1" y="0"/>
                      <a:pt x="1" y="0"/>
                    </a:cubicBezTo>
                    <a:cubicBezTo>
                      <a:pt x="1" y="0"/>
                      <a:pt x="0" y="0"/>
                      <a:pt x="0" y="0"/>
                    </a:cubicBezTo>
                    <a:cubicBezTo>
                      <a:pt x="0" y="0"/>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5" name="Freeform 295"/>
              <p:cNvSpPr>
                <a:spLocks/>
              </p:cNvSpPr>
              <p:nvPr/>
            </p:nvSpPr>
            <p:spPr bwMode="auto">
              <a:xfrm>
                <a:off x="4788694" y="2278858"/>
                <a:ext cx="5954" cy="2381"/>
              </a:xfrm>
              <a:custGeom>
                <a:avLst/>
                <a:gdLst/>
                <a:ahLst/>
                <a:cxnLst>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1"/>
                  </a:cxn>
                  <a:cxn ang="0">
                    <a:pos x="1" y="1"/>
                  </a:cxn>
                  <a:cxn ang="0">
                    <a:pos x="1" y="1"/>
                  </a:cxn>
                  <a:cxn ang="0">
                    <a:pos x="1" y="1"/>
                  </a:cxn>
                  <a:cxn ang="0">
                    <a:pos x="1" y="0"/>
                  </a:cxn>
                  <a:cxn ang="0">
                    <a:pos x="1" y="0"/>
                  </a:cxn>
                  <a:cxn ang="0">
                    <a:pos x="1" y="0"/>
                  </a:cxn>
                  <a:cxn ang="0">
                    <a:pos x="1" y="1"/>
                  </a:cxn>
                  <a:cxn ang="0">
                    <a:pos x="1" y="1"/>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Lst>
                <a:rect l="0" t="0" r="r" b="b"/>
                <a:pathLst>
                  <a:path w="2"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1"/>
                      <a:pt x="1" y="1"/>
                    </a:cubicBezTo>
                    <a:cubicBezTo>
                      <a:pt x="1" y="1"/>
                      <a:pt x="1" y="1"/>
                      <a:pt x="1" y="1"/>
                    </a:cubicBezTo>
                    <a:cubicBezTo>
                      <a:pt x="2" y="1"/>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6" name="Freeform 296"/>
              <p:cNvSpPr>
                <a:spLocks/>
              </p:cNvSpPr>
              <p:nvPr/>
            </p:nvSpPr>
            <p:spPr bwMode="auto">
              <a:xfrm>
                <a:off x="4794648" y="2276476"/>
                <a:ext cx="13097" cy="8335"/>
              </a:xfrm>
              <a:custGeom>
                <a:avLst/>
                <a:gdLst/>
                <a:ahLst/>
                <a:cxnLst>
                  <a:cxn ang="0">
                    <a:pos x="2" y="0"/>
                  </a:cxn>
                  <a:cxn ang="0">
                    <a:pos x="1" y="0"/>
                  </a:cxn>
                  <a:cxn ang="0">
                    <a:pos x="1" y="1"/>
                  </a:cxn>
                  <a:cxn ang="0">
                    <a:pos x="1" y="1"/>
                  </a:cxn>
                  <a:cxn ang="0">
                    <a:pos x="0" y="1"/>
                  </a:cxn>
                  <a:cxn ang="0">
                    <a:pos x="0" y="1"/>
                  </a:cxn>
                  <a:cxn ang="0">
                    <a:pos x="0" y="2"/>
                  </a:cxn>
                  <a:cxn ang="0">
                    <a:pos x="0" y="2"/>
                  </a:cxn>
                  <a:cxn ang="0">
                    <a:pos x="1" y="2"/>
                  </a:cxn>
                  <a:cxn ang="0">
                    <a:pos x="1" y="2"/>
                  </a:cxn>
                  <a:cxn ang="0">
                    <a:pos x="1" y="2"/>
                  </a:cxn>
                  <a:cxn ang="0">
                    <a:pos x="2" y="3"/>
                  </a:cxn>
                  <a:cxn ang="0">
                    <a:pos x="2" y="3"/>
                  </a:cxn>
                  <a:cxn ang="0">
                    <a:pos x="2" y="2"/>
                  </a:cxn>
                  <a:cxn ang="0">
                    <a:pos x="2" y="3"/>
                  </a:cxn>
                  <a:cxn ang="0">
                    <a:pos x="2" y="3"/>
                  </a:cxn>
                  <a:cxn ang="0">
                    <a:pos x="2" y="3"/>
                  </a:cxn>
                  <a:cxn ang="0">
                    <a:pos x="3" y="3"/>
                  </a:cxn>
                  <a:cxn ang="0">
                    <a:pos x="3" y="3"/>
                  </a:cxn>
                  <a:cxn ang="0">
                    <a:pos x="3" y="3"/>
                  </a:cxn>
                  <a:cxn ang="0">
                    <a:pos x="4" y="3"/>
                  </a:cxn>
                  <a:cxn ang="0">
                    <a:pos x="4" y="3"/>
                  </a:cxn>
                  <a:cxn ang="0">
                    <a:pos x="5" y="3"/>
                  </a:cxn>
                  <a:cxn ang="0">
                    <a:pos x="5" y="2"/>
                  </a:cxn>
                  <a:cxn ang="0">
                    <a:pos x="4" y="2"/>
                  </a:cxn>
                  <a:cxn ang="0">
                    <a:pos x="4" y="2"/>
                  </a:cxn>
                  <a:cxn ang="0">
                    <a:pos x="4" y="2"/>
                  </a:cxn>
                  <a:cxn ang="0">
                    <a:pos x="4" y="1"/>
                  </a:cxn>
                  <a:cxn ang="0">
                    <a:pos x="4" y="1"/>
                  </a:cxn>
                  <a:cxn ang="0">
                    <a:pos x="4" y="0"/>
                  </a:cxn>
                  <a:cxn ang="0">
                    <a:pos x="3" y="0"/>
                  </a:cxn>
                  <a:cxn ang="0">
                    <a:pos x="3" y="0"/>
                  </a:cxn>
                  <a:cxn ang="0">
                    <a:pos x="3" y="0"/>
                  </a:cxn>
                  <a:cxn ang="0">
                    <a:pos x="3" y="0"/>
                  </a:cxn>
                  <a:cxn ang="0">
                    <a:pos x="3" y="1"/>
                  </a:cxn>
                  <a:cxn ang="0">
                    <a:pos x="2" y="1"/>
                  </a:cxn>
                  <a:cxn ang="0">
                    <a:pos x="2" y="0"/>
                  </a:cxn>
                  <a:cxn ang="0">
                    <a:pos x="2" y="0"/>
                  </a:cxn>
                  <a:cxn ang="0">
                    <a:pos x="2" y="0"/>
                  </a:cxn>
                </a:cxnLst>
                <a:rect l="0" t="0" r="r" b="b"/>
                <a:pathLst>
                  <a:path w="5" h="3">
                    <a:moveTo>
                      <a:pt x="2" y="0"/>
                    </a:moveTo>
                    <a:cubicBezTo>
                      <a:pt x="2" y="0"/>
                      <a:pt x="2" y="0"/>
                      <a:pt x="2" y="0"/>
                    </a:cubicBezTo>
                    <a:cubicBezTo>
                      <a:pt x="2"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2" y="2"/>
                      <a:pt x="2" y="2"/>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4" y="3"/>
                    </a:cubicBezTo>
                    <a:cubicBezTo>
                      <a:pt x="4" y="3"/>
                      <a:pt x="4" y="3"/>
                      <a:pt x="4" y="3"/>
                    </a:cubicBezTo>
                    <a:cubicBezTo>
                      <a:pt x="4" y="3"/>
                      <a:pt x="4" y="3"/>
                      <a:pt x="4" y="3"/>
                    </a:cubicBezTo>
                    <a:cubicBezTo>
                      <a:pt x="4" y="3"/>
                      <a:pt x="4" y="3"/>
                      <a:pt x="4" y="3"/>
                    </a:cubicBezTo>
                    <a:cubicBezTo>
                      <a:pt x="5" y="3"/>
                      <a:pt x="5" y="3"/>
                      <a:pt x="5" y="3"/>
                    </a:cubicBezTo>
                    <a:cubicBezTo>
                      <a:pt x="5" y="2"/>
                      <a:pt x="5" y="2"/>
                      <a:pt x="5" y="2"/>
                    </a:cubicBezTo>
                    <a:cubicBezTo>
                      <a:pt x="5" y="2"/>
                      <a:pt x="5" y="2"/>
                      <a:pt x="5" y="2"/>
                    </a:cubicBezTo>
                    <a:cubicBezTo>
                      <a:pt x="5" y="2"/>
                      <a:pt x="5" y="2"/>
                      <a:pt x="5"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0"/>
                      <a:pt x="4" y="0"/>
                      <a:pt x="4" y="0"/>
                    </a:cubicBezTo>
                    <a:cubicBezTo>
                      <a:pt x="4" y="0"/>
                      <a:pt x="4"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0"/>
                      <a:pt x="2"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7" name="Freeform 297"/>
              <p:cNvSpPr>
                <a:spLocks/>
              </p:cNvSpPr>
              <p:nvPr/>
            </p:nvSpPr>
            <p:spPr bwMode="auto">
              <a:xfrm>
                <a:off x="4788695" y="2270523"/>
                <a:ext cx="10716" cy="8335"/>
              </a:xfrm>
              <a:custGeom>
                <a:avLst/>
                <a:gdLst/>
                <a:ahLst/>
                <a:cxnLst>
                  <a:cxn ang="0">
                    <a:pos x="0" y="2"/>
                  </a:cxn>
                  <a:cxn ang="0">
                    <a:pos x="0" y="2"/>
                  </a:cxn>
                  <a:cxn ang="0">
                    <a:pos x="0" y="2"/>
                  </a:cxn>
                  <a:cxn ang="0">
                    <a:pos x="1" y="2"/>
                  </a:cxn>
                  <a:cxn ang="0">
                    <a:pos x="1" y="2"/>
                  </a:cxn>
                  <a:cxn ang="0">
                    <a:pos x="1" y="3"/>
                  </a:cxn>
                  <a:cxn ang="0">
                    <a:pos x="1" y="3"/>
                  </a:cxn>
                  <a:cxn ang="0">
                    <a:pos x="1" y="3"/>
                  </a:cxn>
                  <a:cxn ang="0">
                    <a:pos x="2" y="3"/>
                  </a:cxn>
                  <a:cxn ang="0">
                    <a:pos x="2" y="3"/>
                  </a:cxn>
                  <a:cxn ang="0">
                    <a:pos x="2" y="3"/>
                  </a:cxn>
                  <a:cxn ang="0">
                    <a:pos x="2" y="3"/>
                  </a:cxn>
                  <a:cxn ang="0">
                    <a:pos x="3" y="2"/>
                  </a:cxn>
                  <a:cxn ang="0">
                    <a:pos x="3" y="2"/>
                  </a:cxn>
                  <a:cxn ang="0">
                    <a:pos x="4" y="2"/>
                  </a:cxn>
                  <a:cxn ang="0">
                    <a:pos x="4" y="2"/>
                  </a:cxn>
                  <a:cxn ang="0">
                    <a:pos x="4" y="2"/>
                  </a:cxn>
                  <a:cxn ang="0">
                    <a:pos x="4" y="1"/>
                  </a:cxn>
                  <a:cxn ang="0">
                    <a:pos x="4" y="1"/>
                  </a:cxn>
                  <a:cxn ang="0">
                    <a:pos x="4" y="1"/>
                  </a:cxn>
                  <a:cxn ang="0">
                    <a:pos x="3" y="1"/>
                  </a:cxn>
                  <a:cxn ang="0">
                    <a:pos x="3" y="1"/>
                  </a:cxn>
                  <a:cxn ang="0">
                    <a:pos x="3" y="1"/>
                  </a:cxn>
                  <a:cxn ang="0">
                    <a:pos x="2" y="0"/>
                  </a:cxn>
                  <a:cxn ang="0">
                    <a:pos x="2" y="0"/>
                  </a:cxn>
                  <a:cxn ang="0">
                    <a:pos x="1" y="0"/>
                  </a:cxn>
                  <a:cxn ang="0">
                    <a:pos x="1" y="1"/>
                  </a:cxn>
                  <a:cxn ang="0">
                    <a:pos x="1" y="1"/>
                  </a:cxn>
                  <a:cxn ang="0">
                    <a:pos x="0" y="1"/>
                  </a:cxn>
                  <a:cxn ang="0">
                    <a:pos x="0" y="2"/>
                  </a:cxn>
                  <a:cxn ang="0">
                    <a:pos x="1" y="2"/>
                  </a:cxn>
                  <a:cxn ang="0">
                    <a:pos x="0" y="2"/>
                  </a:cxn>
                  <a:cxn ang="0">
                    <a:pos x="0" y="2"/>
                  </a:cxn>
                  <a:cxn ang="0">
                    <a:pos x="0" y="2"/>
                  </a:cxn>
                  <a:cxn ang="0">
                    <a:pos x="0" y="2"/>
                  </a:cxn>
                </a:cxnLst>
                <a:rect l="0" t="0" r="r" b="b"/>
                <a:pathLst>
                  <a:path w="4" h="3">
                    <a:moveTo>
                      <a:pt x="0" y="2"/>
                    </a:move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1" y="2"/>
                    </a:cubicBezTo>
                    <a:cubicBezTo>
                      <a:pt x="1" y="2"/>
                      <a:pt x="1" y="2"/>
                      <a:pt x="1" y="2"/>
                    </a:cubicBezTo>
                    <a:cubicBezTo>
                      <a:pt x="1" y="2"/>
                      <a:pt x="1" y="2"/>
                      <a:pt x="1" y="2"/>
                    </a:cubicBezTo>
                    <a:cubicBezTo>
                      <a:pt x="1" y="2"/>
                      <a:pt x="1" y="2"/>
                      <a:pt x="1" y="2"/>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2"/>
                    </a:cubicBezTo>
                    <a:cubicBezTo>
                      <a:pt x="2" y="2"/>
                      <a:pt x="3" y="2"/>
                      <a:pt x="3" y="2"/>
                    </a:cubicBezTo>
                    <a:cubicBezTo>
                      <a:pt x="3" y="2"/>
                      <a:pt x="3" y="2"/>
                      <a:pt x="3" y="2"/>
                    </a:cubicBezTo>
                    <a:cubicBezTo>
                      <a:pt x="3" y="2"/>
                      <a:pt x="3" y="2"/>
                      <a:pt x="3" y="2"/>
                    </a:cubicBezTo>
                    <a:cubicBezTo>
                      <a:pt x="3" y="2"/>
                      <a:pt x="3" y="2"/>
                      <a:pt x="3" y="2"/>
                    </a:cubicBezTo>
                    <a:cubicBezTo>
                      <a:pt x="3"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0"/>
                    </a:cubicBezTo>
                    <a:cubicBezTo>
                      <a:pt x="3" y="0"/>
                      <a:pt x="3" y="0"/>
                      <a:pt x="2" y="0"/>
                    </a:cubicBezTo>
                    <a:cubicBezTo>
                      <a:pt x="2" y="0"/>
                      <a:pt x="2" y="0"/>
                      <a:pt x="2" y="0"/>
                    </a:cubicBezTo>
                    <a:cubicBezTo>
                      <a:pt x="2" y="0"/>
                      <a:pt x="2" y="0"/>
                      <a:pt x="2" y="0"/>
                    </a:cubicBezTo>
                    <a:cubicBezTo>
                      <a:pt x="2" y="0"/>
                      <a:pt x="2" y="0"/>
                      <a:pt x="2" y="0"/>
                    </a:cubicBezTo>
                    <a:cubicBezTo>
                      <a:pt x="2"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ubicBezTo>
                      <a:pt x="0" y="1"/>
                      <a:pt x="0" y="2"/>
                      <a:pt x="0" y="2"/>
                    </a:cubicBezTo>
                    <a:cubicBezTo>
                      <a:pt x="0" y="2"/>
                      <a:pt x="0" y="2"/>
                      <a:pt x="0" y="2"/>
                    </a:cubicBezTo>
                    <a:cubicBezTo>
                      <a:pt x="0" y="2"/>
                      <a:pt x="0" y="2"/>
                      <a:pt x="0" y="2"/>
                    </a:cubicBezTo>
                    <a:cubicBezTo>
                      <a:pt x="0" y="2"/>
                      <a:pt x="0" y="2"/>
                      <a:pt x="1" y="2"/>
                    </a:cubicBezTo>
                    <a:cubicBezTo>
                      <a:pt x="1"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8" name="Freeform 298"/>
              <p:cNvSpPr>
                <a:spLocks/>
              </p:cNvSpPr>
              <p:nvPr/>
            </p:nvSpPr>
            <p:spPr bwMode="auto">
              <a:xfrm>
                <a:off x="4807745" y="2281238"/>
                <a:ext cx="11906" cy="5954"/>
              </a:xfrm>
              <a:custGeom>
                <a:avLst/>
                <a:gdLst/>
                <a:ahLst/>
                <a:cxnLst>
                  <a:cxn ang="0">
                    <a:pos x="1" y="1"/>
                  </a:cxn>
                  <a:cxn ang="0">
                    <a:pos x="1" y="2"/>
                  </a:cxn>
                  <a:cxn ang="0">
                    <a:pos x="1" y="2"/>
                  </a:cxn>
                  <a:cxn ang="0">
                    <a:pos x="1" y="2"/>
                  </a:cxn>
                  <a:cxn ang="0">
                    <a:pos x="2" y="2"/>
                  </a:cxn>
                  <a:cxn ang="0">
                    <a:pos x="2" y="2"/>
                  </a:cxn>
                  <a:cxn ang="0">
                    <a:pos x="2" y="2"/>
                  </a:cxn>
                  <a:cxn ang="0">
                    <a:pos x="2" y="2"/>
                  </a:cxn>
                  <a:cxn ang="0">
                    <a:pos x="2" y="2"/>
                  </a:cxn>
                  <a:cxn ang="0">
                    <a:pos x="2" y="2"/>
                  </a:cxn>
                  <a:cxn ang="0">
                    <a:pos x="3" y="2"/>
                  </a:cxn>
                  <a:cxn ang="0">
                    <a:pos x="3" y="1"/>
                  </a:cxn>
                  <a:cxn ang="0">
                    <a:pos x="3" y="1"/>
                  </a:cxn>
                  <a:cxn ang="0">
                    <a:pos x="4" y="2"/>
                  </a:cxn>
                  <a:cxn ang="0">
                    <a:pos x="4" y="1"/>
                  </a:cxn>
                  <a:cxn ang="0">
                    <a:pos x="4" y="1"/>
                  </a:cxn>
                  <a:cxn ang="0">
                    <a:pos x="3" y="0"/>
                  </a:cxn>
                  <a:cxn ang="0">
                    <a:pos x="3" y="0"/>
                  </a:cxn>
                  <a:cxn ang="0">
                    <a:pos x="3" y="0"/>
                  </a:cxn>
                  <a:cxn ang="0">
                    <a:pos x="3" y="0"/>
                  </a:cxn>
                  <a:cxn ang="0">
                    <a:pos x="3" y="0"/>
                  </a:cxn>
                  <a:cxn ang="0">
                    <a:pos x="3" y="1"/>
                  </a:cxn>
                  <a:cxn ang="0">
                    <a:pos x="3" y="0"/>
                  </a:cxn>
                  <a:cxn ang="0">
                    <a:pos x="2" y="0"/>
                  </a:cxn>
                  <a:cxn ang="0">
                    <a:pos x="2" y="0"/>
                  </a:cxn>
                  <a:cxn ang="0">
                    <a:pos x="2" y="0"/>
                  </a:cxn>
                  <a:cxn ang="0">
                    <a:pos x="2" y="0"/>
                  </a:cxn>
                  <a:cxn ang="0">
                    <a:pos x="2" y="0"/>
                  </a:cxn>
                  <a:cxn ang="0">
                    <a:pos x="2" y="0"/>
                  </a:cxn>
                  <a:cxn ang="0">
                    <a:pos x="2" y="1"/>
                  </a:cxn>
                  <a:cxn ang="0">
                    <a:pos x="2" y="0"/>
                  </a:cxn>
                  <a:cxn ang="0">
                    <a:pos x="1" y="0"/>
                  </a:cxn>
                  <a:cxn ang="0">
                    <a:pos x="1" y="0"/>
                  </a:cxn>
                  <a:cxn ang="0">
                    <a:pos x="1" y="0"/>
                  </a:cxn>
                  <a:cxn ang="0">
                    <a:pos x="1" y="0"/>
                  </a:cxn>
                  <a:cxn ang="0">
                    <a:pos x="1" y="0"/>
                  </a:cxn>
                  <a:cxn ang="0">
                    <a:pos x="1" y="0"/>
                  </a:cxn>
                  <a:cxn ang="0">
                    <a:pos x="1" y="0"/>
                  </a:cxn>
                  <a:cxn ang="0">
                    <a:pos x="1" y="0"/>
                  </a:cxn>
                  <a:cxn ang="0">
                    <a:pos x="1" y="1"/>
                  </a:cxn>
                  <a:cxn ang="0">
                    <a:pos x="1" y="1"/>
                  </a:cxn>
                  <a:cxn ang="0">
                    <a:pos x="1" y="1"/>
                  </a:cxn>
                </a:cxnLst>
                <a:rect l="0" t="0" r="r" b="b"/>
                <a:pathLst>
                  <a:path w="4" h="2">
                    <a:moveTo>
                      <a:pt x="1" y="1"/>
                    </a:moveTo>
                    <a:cubicBezTo>
                      <a:pt x="1" y="1"/>
                      <a:pt x="1" y="1"/>
                      <a:pt x="1" y="1"/>
                    </a:cubicBezTo>
                    <a:cubicBezTo>
                      <a:pt x="1" y="1"/>
                      <a:pt x="1" y="1"/>
                      <a:pt x="1" y="1"/>
                    </a:cubicBezTo>
                    <a:cubicBezTo>
                      <a:pt x="0" y="2"/>
                      <a:pt x="0" y="2"/>
                      <a:pt x="1" y="2"/>
                    </a:cubicBezTo>
                    <a:cubicBezTo>
                      <a:pt x="1" y="2"/>
                      <a:pt x="1" y="2"/>
                      <a:pt x="1" y="2"/>
                    </a:cubicBezTo>
                    <a:cubicBezTo>
                      <a:pt x="1" y="2"/>
                      <a:pt x="1" y="2"/>
                      <a:pt x="1" y="2"/>
                    </a:cubicBezTo>
                    <a:cubicBezTo>
                      <a:pt x="1" y="2"/>
                      <a:pt x="1" y="2"/>
                      <a:pt x="1" y="2"/>
                    </a:cubicBezTo>
                    <a:cubicBezTo>
                      <a:pt x="1" y="2"/>
                      <a:pt x="1" y="2"/>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2"/>
                      <a:pt x="3" y="2"/>
                      <a:pt x="3" y="2"/>
                    </a:cubicBezTo>
                    <a:cubicBezTo>
                      <a:pt x="3" y="2"/>
                      <a:pt x="3" y="2"/>
                      <a:pt x="3" y="2"/>
                    </a:cubicBezTo>
                    <a:cubicBezTo>
                      <a:pt x="3" y="2"/>
                      <a:pt x="3" y="2"/>
                      <a:pt x="3" y="2"/>
                    </a:cubicBezTo>
                    <a:cubicBezTo>
                      <a:pt x="3" y="2"/>
                      <a:pt x="3" y="2"/>
                      <a:pt x="3" y="1"/>
                    </a:cubicBezTo>
                    <a:cubicBezTo>
                      <a:pt x="3" y="1"/>
                      <a:pt x="3" y="1"/>
                      <a:pt x="3" y="1"/>
                    </a:cubicBezTo>
                    <a:cubicBezTo>
                      <a:pt x="3" y="1"/>
                      <a:pt x="3" y="1"/>
                      <a:pt x="3" y="1"/>
                    </a:cubicBezTo>
                    <a:cubicBezTo>
                      <a:pt x="3" y="1"/>
                      <a:pt x="4" y="1"/>
                      <a:pt x="4" y="1"/>
                    </a:cubicBezTo>
                    <a:cubicBezTo>
                      <a:pt x="4" y="2"/>
                      <a:pt x="4" y="2"/>
                      <a:pt x="4" y="2"/>
                    </a:cubicBezTo>
                    <a:cubicBezTo>
                      <a:pt x="4" y="2"/>
                      <a:pt x="4" y="2"/>
                      <a:pt x="4" y="2"/>
                    </a:cubicBezTo>
                    <a:cubicBezTo>
                      <a:pt x="4" y="2"/>
                      <a:pt x="4" y="2"/>
                      <a:pt x="4" y="1"/>
                    </a:cubicBezTo>
                    <a:cubicBezTo>
                      <a:pt x="4" y="1"/>
                      <a:pt x="4" y="1"/>
                      <a:pt x="4" y="1"/>
                    </a:cubicBezTo>
                    <a:cubicBezTo>
                      <a:pt x="4" y="1"/>
                      <a:pt x="4" y="1"/>
                      <a:pt x="4" y="1"/>
                    </a:cubicBezTo>
                    <a:cubicBezTo>
                      <a:pt x="4" y="1"/>
                      <a:pt x="4" y="0"/>
                      <a:pt x="4" y="0"/>
                    </a:cubicBezTo>
                    <a:cubicBezTo>
                      <a:pt x="4" y="0"/>
                      <a:pt x="4"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1"/>
                    </a:cubicBezTo>
                    <a:cubicBezTo>
                      <a:pt x="3" y="1"/>
                      <a:pt x="3" y="1"/>
                      <a:pt x="3" y="1"/>
                    </a:cubicBezTo>
                    <a:cubicBezTo>
                      <a:pt x="3" y="1"/>
                      <a:pt x="3" y="1"/>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2" y="1"/>
                      <a:pt x="2" y="1"/>
                    </a:cubicBezTo>
                    <a:cubicBezTo>
                      <a:pt x="2" y="1"/>
                      <a:pt x="2" y="1"/>
                      <a:pt x="2" y="1"/>
                    </a:cubicBezTo>
                    <a:cubicBezTo>
                      <a:pt x="2" y="1"/>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19" name="Freeform 299"/>
              <p:cNvSpPr>
                <a:spLocks/>
              </p:cNvSpPr>
              <p:nvPr/>
            </p:nvSpPr>
            <p:spPr bwMode="auto">
              <a:xfrm>
                <a:off x="4724401" y="2318147"/>
                <a:ext cx="13097" cy="14288"/>
              </a:xfrm>
              <a:custGeom>
                <a:avLst/>
                <a:gdLst/>
                <a:ahLst/>
                <a:cxnLst>
                  <a:cxn ang="0">
                    <a:pos x="1" y="3"/>
                  </a:cxn>
                  <a:cxn ang="0">
                    <a:pos x="1" y="3"/>
                  </a:cxn>
                  <a:cxn ang="0">
                    <a:pos x="1" y="3"/>
                  </a:cxn>
                  <a:cxn ang="0">
                    <a:pos x="1" y="3"/>
                  </a:cxn>
                  <a:cxn ang="0">
                    <a:pos x="1" y="3"/>
                  </a:cxn>
                  <a:cxn ang="0">
                    <a:pos x="1" y="3"/>
                  </a:cxn>
                  <a:cxn ang="0">
                    <a:pos x="1" y="3"/>
                  </a:cxn>
                  <a:cxn ang="0">
                    <a:pos x="1" y="3"/>
                  </a:cxn>
                  <a:cxn ang="0">
                    <a:pos x="1" y="3"/>
                  </a:cxn>
                  <a:cxn ang="0">
                    <a:pos x="2" y="4"/>
                  </a:cxn>
                  <a:cxn ang="0">
                    <a:pos x="2" y="4"/>
                  </a:cxn>
                  <a:cxn ang="0">
                    <a:pos x="2" y="4"/>
                  </a:cxn>
                  <a:cxn ang="0">
                    <a:pos x="1" y="4"/>
                  </a:cxn>
                  <a:cxn ang="0">
                    <a:pos x="1" y="4"/>
                  </a:cxn>
                  <a:cxn ang="0">
                    <a:pos x="2" y="4"/>
                  </a:cxn>
                  <a:cxn ang="0">
                    <a:pos x="2" y="5"/>
                  </a:cxn>
                  <a:cxn ang="0">
                    <a:pos x="2" y="5"/>
                  </a:cxn>
                  <a:cxn ang="0">
                    <a:pos x="3" y="5"/>
                  </a:cxn>
                  <a:cxn ang="0">
                    <a:pos x="3" y="5"/>
                  </a:cxn>
                  <a:cxn ang="0">
                    <a:pos x="3" y="5"/>
                  </a:cxn>
                  <a:cxn ang="0">
                    <a:pos x="3" y="5"/>
                  </a:cxn>
                  <a:cxn ang="0">
                    <a:pos x="4" y="5"/>
                  </a:cxn>
                  <a:cxn ang="0">
                    <a:pos x="4" y="5"/>
                  </a:cxn>
                  <a:cxn ang="0">
                    <a:pos x="4" y="5"/>
                  </a:cxn>
                  <a:cxn ang="0">
                    <a:pos x="4" y="5"/>
                  </a:cxn>
                  <a:cxn ang="0">
                    <a:pos x="4" y="5"/>
                  </a:cxn>
                  <a:cxn ang="0">
                    <a:pos x="5" y="4"/>
                  </a:cxn>
                  <a:cxn ang="0">
                    <a:pos x="4" y="4"/>
                  </a:cxn>
                  <a:cxn ang="0">
                    <a:pos x="4" y="4"/>
                  </a:cxn>
                  <a:cxn ang="0">
                    <a:pos x="3" y="3"/>
                  </a:cxn>
                  <a:cxn ang="0">
                    <a:pos x="3" y="2"/>
                  </a:cxn>
                  <a:cxn ang="0">
                    <a:pos x="3" y="1"/>
                  </a:cxn>
                  <a:cxn ang="0">
                    <a:pos x="3" y="1"/>
                  </a:cxn>
                  <a:cxn ang="0">
                    <a:pos x="3" y="1"/>
                  </a:cxn>
                  <a:cxn ang="0">
                    <a:pos x="3" y="1"/>
                  </a:cxn>
                  <a:cxn ang="0">
                    <a:pos x="3" y="1"/>
                  </a:cxn>
                  <a:cxn ang="0">
                    <a:pos x="3" y="1"/>
                  </a:cxn>
                  <a:cxn ang="0">
                    <a:pos x="3" y="0"/>
                  </a:cxn>
                  <a:cxn ang="0">
                    <a:pos x="3" y="0"/>
                  </a:cxn>
                  <a:cxn ang="0">
                    <a:pos x="3" y="0"/>
                  </a:cxn>
                  <a:cxn ang="0">
                    <a:pos x="2" y="0"/>
                  </a:cxn>
                  <a:cxn ang="0">
                    <a:pos x="2" y="0"/>
                  </a:cxn>
                  <a:cxn ang="0">
                    <a:pos x="1" y="0"/>
                  </a:cxn>
                  <a:cxn ang="0">
                    <a:pos x="1" y="0"/>
                  </a:cxn>
                  <a:cxn ang="0">
                    <a:pos x="1" y="1"/>
                  </a:cxn>
                  <a:cxn ang="0">
                    <a:pos x="1" y="1"/>
                  </a:cxn>
                  <a:cxn ang="0">
                    <a:pos x="0" y="1"/>
                  </a:cxn>
                  <a:cxn ang="0">
                    <a:pos x="0" y="1"/>
                  </a:cxn>
                  <a:cxn ang="0">
                    <a:pos x="1" y="1"/>
                  </a:cxn>
                  <a:cxn ang="0">
                    <a:pos x="1" y="1"/>
                  </a:cxn>
                  <a:cxn ang="0">
                    <a:pos x="1" y="1"/>
                  </a:cxn>
                  <a:cxn ang="0">
                    <a:pos x="1" y="2"/>
                  </a:cxn>
                  <a:cxn ang="0">
                    <a:pos x="0" y="2"/>
                  </a:cxn>
                  <a:cxn ang="0">
                    <a:pos x="0" y="2"/>
                  </a:cxn>
                  <a:cxn ang="0">
                    <a:pos x="0" y="2"/>
                  </a:cxn>
                  <a:cxn ang="0">
                    <a:pos x="0" y="2"/>
                  </a:cxn>
                  <a:cxn ang="0">
                    <a:pos x="0" y="3"/>
                  </a:cxn>
                </a:cxnLst>
                <a:rect l="0" t="0" r="r" b="b"/>
                <a:pathLst>
                  <a:path w="5" h="5">
                    <a:moveTo>
                      <a:pt x="0" y="3"/>
                    </a:moveTo>
                    <a:cubicBezTo>
                      <a:pt x="0" y="3"/>
                      <a:pt x="0" y="3"/>
                      <a:pt x="1" y="3"/>
                    </a:cubicBezTo>
                    <a:cubicBezTo>
                      <a:pt x="1" y="3"/>
                      <a:pt x="1" y="3"/>
                      <a:pt x="1" y="3"/>
                    </a:cubicBezTo>
                    <a:cubicBezTo>
                      <a:pt x="1" y="3"/>
                      <a:pt x="1" y="3"/>
                      <a:pt x="1" y="3"/>
                    </a:cubicBezTo>
                    <a:cubicBezTo>
                      <a:pt x="0"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4"/>
                      <a:pt x="1"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4"/>
                      <a:pt x="2" y="5"/>
                    </a:cubicBezTo>
                    <a:cubicBezTo>
                      <a:pt x="2" y="5"/>
                      <a:pt x="2" y="5"/>
                      <a:pt x="2" y="5"/>
                    </a:cubicBezTo>
                    <a:cubicBezTo>
                      <a:pt x="2" y="5"/>
                      <a:pt x="2" y="5"/>
                      <a:pt x="2" y="5"/>
                    </a:cubicBezTo>
                    <a:cubicBezTo>
                      <a:pt x="2" y="5"/>
                      <a:pt x="2" y="5"/>
                      <a:pt x="2" y="5"/>
                    </a:cubicBezTo>
                    <a:cubicBezTo>
                      <a:pt x="2" y="5"/>
                      <a:pt x="2" y="5"/>
                      <a:pt x="2"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5" y="5"/>
                      <a:pt x="5" y="5"/>
                      <a:pt x="5" y="5"/>
                    </a:cubicBezTo>
                    <a:cubicBezTo>
                      <a:pt x="5" y="5"/>
                      <a:pt x="5" y="4"/>
                      <a:pt x="5" y="4"/>
                    </a:cubicBezTo>
                    <a:cubicBezTo>
                      <a:pt x="5" y="4"/>
                      <a:pt x="5" y="4"/>
                      <a:pt x="4" y="4"/>
                    </a:cubicBezTo>
                    <a:cubicBezTo>
                      <a:pt x="4" y="4"/>
                      <a:pt x="4" y="4"/>
                      <a:pt x="4" y="4"/>
                    </a:cubicBezTo>
                    <a:cubicBezTo>
                      <a:pt x="4" y="4"/>
                      <a:pt x="4" y="4"/>
                      <a:pt x="4" y="4"/>
                    </a:cubicBezTo>
                    <a:cubicBezTo>
                      <a:pt x="4" y="4"/>
                      <a:pt x="4" y="4"/>
                      <a:pt x="4" y="4"/>
                    </a:cubicBezTo>
                    <a:cubicBezTo>
                      <a:pt x="4" y="3"/>
                      <a:pt x="4" y="3"/>
                      <a:pt x="4" y="3"/>
                    </a:cubicBezTo>
                    <a:cubicBezTo>
                      <a:pt x="3" y="3"/>
                      <a:pt x="3" y="3"/>
                      <a:pt x="3" y="3"/>
                    </a:cubicBezTo>
                    <a:cubicBezTo>
                      <a:pt x="3" y="3"/>
                      <a:pt x="3" y="2"/>
                      <a:pt x="3" y="2"/>
                    </a:cubicBezTo>
                    <a:cubicBezTo>
                      <a:pt x="3" y="2"/>
                      <a:pt x="3" y="2"/>
                      <a:pt x="3" y="2"/>
                    </a:cubicBezTo>
                    <a:cubicBezTo>
                      <a:pt x="3" y="2"/>
                      <a:pt x="3" y="2"/>
                      <a:pt x="3" y="2"/>
                    </a:cubicBezTo>
                    <a:cubicBezTo>
                      <a:pt x="3" y="2"/>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3"/>
                    </a:cubicBezTo>
                    <a:cubicBezTo>
                      <a:pt x="0" y="3"/>
                      <a:pt x="0" y="3"/>
                      <a:pt x="0"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0" name="Freeform 300"/>
              <p:cNvSpPr>
                <a:spLocks noEditPoints="1"/>
              </p:cNvSpPr>
              <p:nvPr/>
            </p:nvSpPr>
            <p:spPr bwMode="auto">
              <a:xfrm>
                <a:off x="4495801" y="2287191"/>
                <a:ext cx="563166" cy="520304"/>
              </a:xfrm>
              <a:custGeom>
                <a:avLst/>
                <a:gdLst/>
                <a:ahLst/>
                <a:cxnLst>
                  <a:cxn ang="0">
                    <a:pos x="149" y="122"/>
                  </a:cxn>
                  <a:cxn ang="0">
                    <a:pos x="152" y="112"/>
                  </a:cxn>
                  <a:cxn ang="0">
                    <a:pos x="154" y="99"/>
                  </a:cxn>
                  <a:cxn ang="0">
                    <a:pos x="166" y="93"/>
                  </a:cxn>
                  <a:cxn ang="0">
                    <a:pos x="168" y="81"/>
                  </a:cxn>
                  <a:cxn ang="0">
                    <a:pos x="164" y="69"/>
                  </a:cxn>
                  <a:cxn ang="0">
                    <a:pos x="169" y="66"/>
                  </a:cxn>
                  <a:cxn ang="0">
                    <a:pos x="172" y="64"/>
                  </a:cxn>
                  <a:cxn ang="0">
                    <a:pos x="169" y="39"/>
                  </a:cxn>
                  <a:cxn ang="0">
                    <a:pos x="180" y="27"/>
                  </a:cxn>
                  <a:cxn ang="0">
                    <a:pos x="185" y="29"/>
                  </a:cxn>
                  <a:cxn ang="0">
                    <a:pos x="188" y="24"/>
                  </a:cxn>
                  <a:cxn ang="0">
                    <a:pos x="192" y="12"/>
                  </a:cxn>
                  <a:cxn ang="0">
                    <a:pos x="191" y="7"/>
                  </a:cxn>
                  <a:cxn ang="0">
                    <a:pos x="158" y="6"/>
                  </a:cxn>
                  <a:cxn ang="0">
                    <a:pos x="140" y="9"/>
                  </a:cxn>
                  <a:cxn ang="0">
                    <a:pos x="123" y="8"/>
                  </a:cxn>
                  <a:cxn ang="0">
                    <a:pos x="113" y="3"/>
                  </a:cxn>
                  <a:cxn ang="0">
                    <a:pos x="107" y="16"/>
                  </a:cxn>
                  <a:cxn ang="0">
                    <a:pos x="104" y="20"/>
                  </a:cxn>
                  <a:cxn ang="0">
                    <a:pos x="94" y="17"/>
                  </a:cxn>
                  <a:cxn ang="0">
                    <a:pos x="77" y="21"/>
                  </a:cxn>
                  <a:cxn ang="0">
                    <a:pos x="71" y="24"/>
                  </a:cxn>
                  <a:cxn ang="0">
                    <a:pos x="62" y="15"/>
                  </a:cxn>
                  <a:cxn ang="0">
                    <a:pos x="52" y="21"/>
                  </a:cxn>
                  <a:cxn ang="0">
                    <a:pos x="46" y="29"/>
                  </a:cxn>
                  <a:cxn ang="0">
                    <a:pos x="42" y="32"/>
                  </a:cxn>
                  <a:cxn ang="0">
                    <a:pos x="45" y="35"/>
                  </a:cxn>
                  <a:cxn ang="0">
                    <a:pos x="53" y="35"/>
                  </a:cxn>
                  <a:cxn ang="0">
                    <a:pos x="56" y="30"/>
                  </a:cxn>
                  <a:cxn ang="0">
                    <a:pos x="56" y="38"/>
                  </a:cxn>
                  <a:cxn ang="0">
                    <a:pos x="43" y="41"/>
                  </a:cxn>
                  <a:cxn ang="0">
                    <a:pos x="37" y="46"/>
                  </a:cxn>
                  <a:cxn ang="0">
                    <a:pos x="27" y="57"/>
                  </a:cxn>
                  <a:cxn ang="0">
                    <a:pos x="19" y="73"/>
                  </a:cxn>
                  <a:cxn ang="0">
                    <a:pos x="43" y="68"/>
                  </a:cxn>
                  <a:cxn ang="0">
                    <a:pos x="49" y="69"/>
                  </a:cxn>
                  <a:cxn ang="0">
                    <a:pos x="60" y="67"/>
                  </a:cxn>
                  <a:cxn ang="0">
                    <a:pos x="68" y="60"/>
                  </a:cxn>
                  <a:cxn ang="0">
                    <a:pos x="70" y="67"/>
                  </a:cxn>
                  <a:cxn ang="0">
                    <a:pos x="58" y="73"/>
                  </a:cxn>
                  <a:cxn ang="0">
                    <a:pos x="62" y="82"/>
                  </a:cxn>
                  <a:cxn ang="0">
                    <a:pos x="39" y="79"/>
                  </a:cxn>
                  <a:cxn ang="0">
                    <a:pos x="25" y="75"/>
                  </a:cxn>
                  <a:cxn ang="0">
                    <a:pos x="5" y="92"/>
                  </a:cxn>
                  <a:cxn ang="0">
                    <a:pos x="1" y="112"/>
                  </a:cxn>
                  <a:cxn ang="0">
                    <a:pos x="6" y="120"/>
                  </a:cxn>
                  <a:cxn ang="0">
                    <a:pos x="28" y="122"/>
                  </a:cxn>
                  <a:cxn ang="0">
                    <a:pos x="33" y="132"/>
                  </a:cxn>
                  <a:cxn ang="0">
                    <a:pos x="38" y="152"/>
                  </a:cxn>
                  <a:cxn ang="0">
                    <a:pos x="47" y="184"/>
                  </a:cxn>
                  <a:cxn ang="0">
                    <a:pos x="67" y="160"/>
                  </a:cxn>
                  <a:cxn ang="0">
                    <a:pos x="86" y="117"/>
                  </a:cxn>
                  <a:cxn ang="0">
                    <a:pos x="69" y="99"/>
                  </a:cxn>
                  <a:cxn ang="0">
                    <a:pos x="76" y="106"/>
                  </a:cxn>
                  <a:cxn ang="0">
                    <a:pos x="90" y="92"/>
                  </a:cxn>
                  <a:cxn ang="0">
                    <a:pos x="85" y="86"/>
                  </a:cxn>
                  <a:cxn ang="0">
                    <a:pos x="105" y="92"/>
                  </a:cxn>
                  <a:cxn ang="0">
                    <a:pos x="116" y="112"/>
                  </a:cxn>
                  <a:cxn ang="0">
                    <a:pos x="132" y="97"/>
                  </a:cxn>
                  <a:cxn ang="0">
                    <a:pos x="141" y="105"/>
                  </a:cxn>
                  <a:cxn ang="0">
                    <a:pos x="138" y="46"/>
                  </a:cxn>
                  <a:cxn ang="0">
                    <a:pos x="86" y="57"/>
                  </a:cxn>
                </a:cxnLst>
                <a:rect l="0" t="0" r="r" b="b"/>
                <a:pathLst>
                  <a:path w="200" h="185">
                    <a:moveTo>
                      <a:pt x="143" y="105"/>
                    </a:moveTo>
                    <a:cubicBezTo>
                      <a:pt x="143" y="105"/>
                      <a:pt x="143" y="105"/>
                      <a:pt x="143" y="105"/>
                    </a:cubicBezTo>
                    <a:cubicBezTo>
                      <a:pt x="143" y="105"/>
                      <a:pt x="143" y="105"/>
                      <a:pt x="143" y="105"/>
                    </a:cubicBezTo>
                    <a:cubicBezTo>
                      <a:pt x="143" y="105"/>
                      <a:pt x="143" y="105"/>
                      <a:pt x="143" y="105"/>
                    </a:cubicBezTo>
                    <a:cubicBezTo>
                      <a:pt x="143" y="105"/>
                      <a:pt x="143" y="105"/>
                      <a:pt x="143" y="105"/>
                    </a:cubicBezTo>
                    <a:cubicBezTo>
                      <a:pt x="142" y="104"/>
                      <a:pt x="142" y="104"/>
                      <a:pt x="143" y="104"/>
                    </a:cubicBezTo>
                    <a:cubicBezTo>
                      <a:pt x="143" y="104"/>
                      <a:pt x="143" y="104"/>
                      <a:pt x="143" y="104"/>
                    </a:cubicBezTo>
                    <a:cubicBezTo>
                      <a:pt x="143" y="104"/>
                      <a:pt x="143" y="104"/>
                      <a:pt x="143" y="104"/>
                    </a:cubicBezTo>
                    <a:cubicBezTo>
                      <a:pt x="143" y="105"/>
                      <a:pt x="143" y="105"/>
                      <a:pt x="143" y="105"/>
                    </a:cubicBezTo>
                    <a:cubicBezTo>
                      <a:pt x="143" y="105"/>
                      <a:pt x="143" y="105"/>
                      <a:pt x="143" y="105"/>
                    </a:cubicBezTo>
                    <a:cubicBezTo>
                      <a:pt x="143" y="105"/>
                      <a:pt x="143" y="104"/>
                      <a:pt x="143" y="103"/>
                    </a:cubicBezTo>
                    <a:cubicBezTo>
                      <a:pt x="143" y="103"/>
                      <a:pt x="143" y="103"/>
                      <a:pt x="143" y="103"/>
                    </a:cubicBezTo>
                    <a:cubicBezTo>
                      <a:pt x="143" y="103"/>
                      <a:pt x="143" y="103"/>
                      <a:pt x="143" y="103"/>
                    </a:cubicBezTo>
                    <a:cubicBezTo>
                      <a:pt x="143" y="103"/>
                      <a:pt x="143" y="103"/>
                      <a:pt x="143" y="103"/>
                    </a:cubicBezTo>
                    <a:cubicBezTo>
                      <a:pt x="143" y="103"/>
                      <a:pt x="143" y="103"/>
                      <a:pt x="143" y="103"/>
                    </a:cubicBezTo>
                    <a:cubicBezTo>
                      <a:pt x="143" y="103"/>
                      <a:pt x="143" y="103"/>
                      <a:pt x="143" y="103"/>
                    </a:cubicBezTo>
                    <a:cubicBezTo>
                      <a:pt x="143" y="103"/>
                      <a:pt x="143" y="103"/>
                      <a:pt x="143" y="103"/>
                    </a:cubicBezTo>
                    <a:cubicBezTo>
                      <a:pt x="143" y="103"/>
                      <a:pt x="143" y="104"/>
                      <a:pt x="144" y="104"/>
                    </a:cubicBezTo>
                    <a:cubicBezTo>
                      <a:pt x="144" y="104"/>
                      <a:pt x="144" y="104"/>
                      <a:pt x="144" y="104"/>
                    </a:cubicBezTo>
                    <a:cubicBezTo>
                      <a:pt x="144" y="104"/>
                      <a:pt x="144" y="104"/>
                      <a:pt x="144" y="104"/>
                    </a:cubicBezTo>
                    <a:cubicBezTo>
                      <a:pt x="144" y="104"/>
                      <a:pt x="144" y="104"/>
                      <a:pt x="144" y="104"/>
                    </a:cubicBezTo>
                    <a:cubicBezTo>
                      <a:pt x="144" y="104"/>
                      <a:pt x="144" y="104"/>
                      <a:pt x="144" y="104"/>
                    </a:cubicBezTo>
                    <a:cubicBezTo>
                      <a:pt x="144" y="104"/>
                      <a:pt x="144" y="105"/>
                      <a:pt x="144" y="105"/>
                    </a:cubicBezTo>
                    <a:cubicBezTo>
                      <a:pt x="144" y="105"/>
                      <a:pt x="144" y="105"/>
                      <a:pt x="144" y="105"/>
                    </a:cubicBezTo>
                    <a:cubicBezTo>
                      <a:pt x="144" y="105"/>
                      <a:pt x="144" y="105"/>
                      <a:pt x="144" y="105"/>
                    </a:cubicBezTo>
                    <a:cubicBezTo>
                      <a:pt x="144" y="104"/>
                      <a:pt x="144" y="104"/>
                      <a:pt x="144" y="104"/>
                    </a:cubicBezTo>
                    <a:cubicBezTo>
                      <a:pt x="144" y="104"/>
                      <a:pt x="144" y="105"/>
                      <a:pt x="144" y="105"/>
                    </a:cubicBezTo>
                    <a:cubicBezTo>
                      <a:pt x="144" y="105"/>
                      <a:pt x="145" y="105"/>
                      <a:pt x="144" y="105"/>
                    </a:cubicBezTo>
                    <a:cubicBezTo>
                      <a:pt x="144" y="105"/>
                      <a:pt x="144" y="105"/>
                      <a:pt x="144" y="106"/>
                    </a:cubicBezTo>
                    <a:cubicBezTo>
                      <a:pt x="144" y="106"/>
                      <a:pt x="145" y="106"/>
                      <a:pt x="145" y="106"/>
                    </a:cubicBezTo>
                    <a:cubicBezTo>
                      <a:pt x="145" y="106"/>
                      <a:pt x="145" y="106"/>
                      <a:pt x="145" y="106"/>
                    </a:cubicBezTo>
                    <a:cubicBezTo>
                      <a:pt x="145" y="106"/>
                      <a:pt x="145" y="106"/>
                      <a:pt x="145" y="106"/>
                    </a:cubicBezTo>
                    <a:cubicBezTo>
                      <a:pt x="145" y="106"/>
                      <a:pt x="145" y="106"/>
                      <a:pt x="145" y="106"/>
                    </a:cubicBezTo>
                    <a:cubicBezTo>
                      <a:pt x="145" y="107"/>
                      <a:pt x="145" y="107"/>
                      <a:pt x="145" y="107"/>
                    </a:cubicBezTo>
                    <a:cubicBezTo>
                      <a:pt x="145" y="107"/>
                      <a:pt x="145" y="107"/>
                      <a:pt x="145" y="107"/>
                    </a:cubicBezTo>
                    <a:cubicBezTo>
                      <a:pt x="145" y="107"/>
                      <a:pt x="145" y="107"/>
                      <a:pt x="145" y="107"/>
                    </a:cubicBezTo>
                    <a:cubicBezTo>
                      <a:pt x="145" y="107"/>
                      <a:pt x="145" y="107"/>
                      <a:pt x="145" y="107"/>
                    </a:cubicBezTo>
                    <a:cubicBezTo>
                      <a:pt x="145" y="107"/>
                      <a:pt x="145" y="107"/>
                      <a:pt x="145" y="107"/>
                    </a:cubicBezTo>
                    <a:cubicBezTo>
                      <a:pt x="145" y="107"/>
                      <a:pt x="145" y="107"/>
                      <a:pt x="145" y="107"/>
                    </a:cubicBezTo>
                    <a:cubicBezTo>
                      <a:pt x="145" y="107"/>
                      <a:pt x="145" y="107"/>
                      <a:pt x="145" y="107"/>
                    </a:cubicBezTo>
                    <a:cubicBezTo>
                      <a:pt x="145" y="107"/>
                      <a:pt x="145" y="107"/>
                      <a:pt x="145" y="107"/>
                    </a:cubicBezTo>
                    <a:cubicBezTo>
                      <a:pt x="145" y="107"/>
                      <a:pt x="145" y="107"/>
                      <a:pt x="145" y="107"/>
                    </a:cubicBezTo>
                    <a:cubicBezTo>
                      <a:pt x="145" y="107"/>
                      <a:pt x="145" y="108"/>
                      <a:pt x="145" y="108"/>
                    </a:cubicBezTo>
                    <a:cubicBezTo>
                      <a:pt x="145" y="108"/>
                      <a:pt x="145" y="108"/>
                      <a:pt x="145" y="108"/>
                    </a:cubicBezTo>
                    <a:cubicBezTo>
                      <a:pt x="145" y="108"/>
                      <a:pt x="145" y="108"/>
                      <a:pt x="145" y="108"/>
                    </a:cubicBezTo>
                    <a:cubicBezTo>
                      <a:pt x="145" y="108"/>
                      <a:pt x="145" y="108"/>
                      <a:pt x="145" y="108"/>
                    </a:cubicBezTo>
                    <a:cubicBezTo>
                      <a:pt x="145" y="108"/>
                      <a:pt x="145" y="108"/>
                      <a:pt x="145" y="108"/>
                    </a:cubicBezTo>
                    <a:cubicBezTo>
                      <a:pt x="145" y="108"/>
                      <a:pt x="145" y="108"/>
                      <a:pt x="145" y="108"/>
                    </a:cubicBezTo>
                    <a:cubicBezTo>
                      <a:pt x="145" y="108"/>
                      <a:pt x="145" y="109"/>
                      <a:pt x="145" y="109"/>
                    </a:cubicBezTo>
                    <a:cubicBezTo>
                      <a:pt x="145" y="109"/>
                      <a:pt x="145" y="109"/>
                      <a:pt x="145" y="109"/>
                    </a:cubicBezTo>
                    <a:cubicBezTo>
                      <a:pt x="145" y="109"/>
                      <a:pt x="145" y="109"/>
                      <a:pt x="145" y="109"/>
                    </a:cubicBezTo>
                    <a:cubicBezTo>
                      <a:pt x="146" y="109"/>
                      <a:pt x="146" y="109"/>
                      <a:pt x="146" y="109"/>
                    </a:cubicBezTo>
                    <a:cubicBezTo>
                      <a:pt x="146" y="109"/>
                      <a:pt x="146" y="109"/>
                      <a:pt x="146" y="109"/>
                    </a:cubicBezTo>
                    <a:cubicBezTo>
                      <a:pt x="146" y="109"/>
                      <a:pt x="146" y="109"/>
                      <a:pt x="146" y="109"/>
                    </a:cubicBezTo>
                    <a:cubicBezTo>
                      <a:pt x="146" y="109"/>
                      <a:pt x="146" y="109"/>
                      <a:pt x="146" y="109"/>
                    </a:cubicBezTo>
                    <a:cubicBezTo>
                      <a:pt x="146" y="109"/>
                      <a:pt x="146" y="109"/>
                      <a:pt x="146" y="109"/>
                    </a:cubicBezTo>
                    <a:cubicBezTo>
                      <a:pt x="146" y="109"/>
                      <a:pt x="146" y="109"/>
                      <a:pt x="146" y="109"/>
                    </a:cubicBezTo>
                    <a:cubicBezTo>
                      <a:pt x="146" y="109"/>
                      <a:pt x="146" y="109"/>
                      <a:pt x="146" y="109"/>
                    </a:cubicBezTo>
                    <a:cubicBezTo>
                      <a:pt x="146" y="109"/>
                      <a:pt x="146" y="109"/>
                      <a:pt x="146" y="109"/>
                    </a:cubicBezTo>
                    <a:cubicBezTo>
                      <a:pt x="146" y="109"/>
                      <a:pt x="146" y="109"/>
                      <a:pt x="146" y="109"/>
                    </a:cubicBezTo>
                    <a:cubicBezTo>
                      <a:pt x="146" y="109"/>
                      <a:pt x="146" y="110"/>
                      <a:pt x="146" y="110"/>
                    </a:cubicBezTo>
                    <a:cubicBezTo>
                      <a:pt x="146" y="110"/>
                      <a:pt x="146" y="110"/>
                      <a:pt x="146" y="110"/>
                    </a:cubicBezTo>
                    <a:cubicBezTo>
                      <a:pt x="146" y="110"/>
                      <a:pt x="146" y="110"/>
                      <a:pt x="146" y="110"/>
                    </a:cubicBezTo>
                    <a:cubicBezTo>
                      <a:pt x="146" y="110"/>
                      <a:pt x="146" y="110"/>
                      <a:pt x="146" y="110"/>
                    </a:cubicBezTo>
                    <a:cubicBezTo>
                      <a:pt x="146" y="110"/>
                      <a:pt x="146" y="111"/>
                      <a:pt x="146" y="111"/>
                    </a:cubicBezTo>
                    <a:cubicBezTo>
                      <a:pt x="146" y="111"/>
                      <a:pt x="146" y="111"/>
                      <a:pt x="146" y="111"/>
                    </a:cubicBezTo>
                    <a:cubicBezTo>
                      <a:pt x="146" y="111"/>
                      <a:pt x="146" y="111"/>
                      <a:pt x="146" y="111"/>
                    </a:cubicBezTo>
                    <a:cubicBezTo>
                      <a:pt x="146" y="111"/>
                      <a:pt x="146" y="111"/>
                      <a:pt x="146" y="111"/>
                    </a:cubicBezTo>
                    <a:cubicBezTo>
                      <a:pt x="146" y="111"/>
                      <a:pt x="146" y="112"/>
                      <a:pt x="146" y="112"/>
                    </a:cubicBezTo>
                    <a:cubicBezTo>
                      <a:pt x="146" y="112"/>
                      <a:pt x="146" y="112"/>
                      <a:pt x="146" y="112"/>
                    </a:cubicBezTo>
                    <a:cubicBezTo>
                      <a:pt x="146" y="112"/>
                      <a:pt x="146" y="112"/>
                      <a:pt x="146" y="112"/>
                    </a:cubicBezTo>
                    <a:cubicBezTo>
                      <a:pt x="146" y="112"/>
                      <a:pt x="146" y="112"/>
                      <a:pt x="146" y="112"/>
                    </a:cubicBezTo>
                    <a:cubicBezTo>
                      <a:pt x="146" y="112"/>
                      <a:pt x="146" y="112"/>
                      <a:pt x="146" y="112"/>
                    </a:cubicBezTo>
                    <a:cubicBezTo>
                      <a:pt x="146" y="112"/>
                      <a:pt x="146" y="112"/>
                      <a:pt x="146" y="112"/>
                    </a:cubicBezTo>
                    <a:cubicBezTo>
                      <a:pt x="146" y="112"/>
                      <a:pt x="146" y="112"/>
                      <a:pt x="146" y="112"/>
                    </a:cubicBezTo>
                    <a:cubicBezTo>
                      <a:pt x="146" y="112"/>
                      <a:pt x="146" y="112"/>
                      <a:pt x="146" y="112"/>
                    </a:cubicBezTo>
                    <a:cubicBezTo>
                      <a:pt x="146" y="112"/>
                      <a:pt x="146" y="112"/>
                      <a:pt x="147" y="112"/>
                    </a:cubicBezTo>
                    <a:cubicBezTo>
                      <a:pt x="147" y="112"/>
                      <a:pt x="147" y="112"/>
                      <a:pt x="147" y="112"/>
                    </a:cubicBezTo>
                    <a:cubicBezTo>
                      <a:pt x="147" y="112"/>
                      <a:pt x="147" y="112"/>
                      <a:pt x="147" y="112"/>
                    </a:cubicBezTo>
                    <a:cubicBezTo>
                      <a:pt x="147" y="112"/>
                      <a:pt x="147" y="112"/>
                      <a:pt x="147" y="112"/>
                    </a:cubicBezTo>
                    <a:cubicBezTo>
                      <a:pt x="147" y="112"/>
                      <a:pt x="147" y="112"/>
                      <a:pt x="147" y="112"/>
                    </a:cubicBezTo>
                    <a:cubicBezTo>
                      <a:pt x="147" y="112"/>
                      <a:pt x="147" y="112"/>
                      <a:pt x="147" y="112"/>
                    </a:cubicBezTo>
                    <a:cubicBezTo>
                      <a:pt x="147" y="112"/>
                      <a:pt x="147" y="112"/>
                      <a:pt x="147" y="112"/>
                    </a:cubicBezTo>
                    <a:cubicBezTo>
                      <a:pt x="147" y="112"/>
                      <a:pt x="147" y="112"/>
                      <a:pt x="147" y="112"/>
                    </a:cubicBezTo>
                    <a:cubicBezTo>
                      <a:pt x="147" y="112"/>
                      <a:pt x="147" y="112"/>
                      <a:pt x="147" y="112"/>
                    </a:cubicBezTo>
                    <a:cubicBezTo>
                      <a:pt x="147" y="112"/>
                      <a:pt x="147" y="112"/>
                      <a:pt x="146" y="112"/>
                    </a:cubicBezTo>
                    <a:cubicBezTo>
                      <a:pt x="146" y="112"/>
                      <a:pt x="147" y="112"/>
                      <a:pt x="147" y="112"/>
                    </a:cubicBezTo>
                    <a:cubicBezTo>
                      <a:pt x="147" y="112"/>
                      <a:pt x="147" y="113"/>
                      <a:pt x="147" y="113"/>
                    </a:cubicBezTo>
                    <a:cubicBezTo>
                      <a:pt x="147" y="113"/>
                      <a:pt x="147" y="113"/>
                      <a:pt x="147" y="113"/>
                    </a:cubicBezTo>
                    <a:cubicBezTo>
                      <a:pt x="147" y="113"/>
                      <a:pt x="147" y="113"/>
                      <a:pt x="147" y="113"/>
                    </a:cubicBezTo>
                    <a:cubicBezTo>
                      <a:pt x="147" y="113"/>
                      <a:pt x="147" y="113"/>
                      <a:pt x="147" y="113"/>
                    </a:cubicBezTo>
                    <a:cubicBezTo>
                      <a:pt x="147" y="113"/>
                      <a:pt x="147" y="113"/>
                      <a:pt x="147" y="113"/>
                    </a:cubicBezTo>
                    <a:cubicBezTo>
                      <a:pt x="147" y="113"/>
                      <a:pt x="147" y="113"/>
                      <a:pt x="147" y="113"/>
                    </a:cubicBezTo>
                    <a:cubicBezTo>
                      <a:pt x="147" y="113"/>
                      <a:pt x="147" y="113"/>
                      <a:pt x="147" y="114"/>
                    </a:cubicBezTo>
                    <a:cubicBezTo>
                      <a:pt x="147" y="114"/>
                      <a:pt x="147" y="114"/>
                      <a:pt x="147" y="114"/>
                    </a:cubicBezTo>
                    <a:cubicBezTo>
                      <a:pt x="147" y="114"/>
                      <a:pt x="147" y="114"/>
                      <a:pt x="147" y="114"/>
                    </a:cubicBezTo>
                    <a:cubicBezTo>
                      <a:pt x="147" y="114"/>
                      <a:pt x="147" y="114"/>
                      <a:pt x="147" y="114"/>
                    </a:cubicBezTo>
                    <a:cubicBezTo>
                      <a:pt x="147" y="114"/>
                      <a:pt x="147" y="114"/>
                      <a:pt x="147" y="114"/>
                    </a:cubicBezTo>
                    <a:cubicBezTo>
                      <a:pt x="147" y="114"/>
                      <a:pt x="146" y="114"/>
                      <a:pt x="146" y="114"/>
                    </a:cubicBezTo>
                    <a:cubicBezTo>
                      <a:pt x="146" y="114"/>
                      <a:pt x="146" y="114"/>
                      <a:pt x="146" y="114"/>
                    </a:cubicBezTo>
                    <a:cubicBezTo>
                      <a:pt x="146" y="114"/>
                      <a:pt x="146" y="114"/>
                      <a:pt x="146" y="114"/>
                    </a:cubicBezTo>
                    <a:cubicBezTo>
                      <a:pt x="146" y="114"/>
                      <a:pt x="146" y="114"/>
                      <a:pt x="146" y="114"/>
                    </a:cubicBezTo>
                    <a:cubicBezTo>
                      <a:pt x="146" y="114"/>
                      <a:pt x="146" y="114"/>
                      <a:pt x="146" y="114"/>
                    </a:cubicBezTo>
                    <a:cubicBezTo>
                      <a:pt x="146" y="114"/>
                      <a:pt x="146" y="114"/>
                      <a:pt x="146" y="114"/>
                    </a:cubicBezTo>
                    <a:cubicBezTo>
                      <a:pt x="146" y="114"/>
                      <a:pt x="146" y="115"/>
                      <a:pt x="146" y="115"/>
                    </a:cubicBezTo>
                    <a:cubicBezTo>
                      <a:pt x="146" y="115"/>
                      <a:pt x="146" y="115"/>
                      <a:pt x="146" y="115"/>
                    </a:cubicBezTo>
                    <a:cubicBezTo>
                      <a:pt x="146" y="115"/>
                      <a:pt x="146" y="115"/>
                      <a:pt x="146" y="115"/>
                    </a:cubicBezTo>
                    <a:cubicBezTo>
                      <a:pt x="147" y="115"/>
                      <a:pt x="147" y="115"/>
                      <a:pt x="147" y="115"/>
                    </a:cubicBezTo>
                    <a:cubicBezTo>
                      <a:pt x="147" y="115"/>
                      <a:pt x="147" y="115"/>
                      <a:pt x="147" y="115"/>
                    </a:cubicBezTo>
                    <a:cubicBezTo>
                      <a:pt x="147" y="114"/>
                      <a:pt x="147" y="114"/>
                      <a:pt x="147" y="114"/>
                    </a:cubicBezTo>
                    <a:cubicBezTo>
                      <a:pt x="147" y="114"/>
                      <a:pt x="147" y="115"/>
                      <a:pt x="147" y="115"/>
                    </a:cubicBezTo>
                    <a:cubicBezTo>
                      <a:pt x="147" y="115"/>
                      <a:pt x="147" y="115"/>
                      <a:pt x="147" y="115"/>
                    </a:cubicBezTo>
                    <a:cubicBezTo>
                      <a:pt x="147" y="115"/>
                      <a:pt x="147" y="115"/>
                      <a:pt x="147" y="115"/>
                    </a:cubicBezTo>
                    <a:cubicBezTo>
                      <a:pt x="147" y="115"/>
                      <a:pt x="147" y="115"/>
                      <a:pt x="147" y="115"/>
                    </a:cubicBezTo>
                    <a:cubicBezTo>
                      <a:pt x="147" y="115"/>
                      <a:pt x="147" y="115"/>
                      <a:pt x="147" y="115"/>
                    </a:cubicBezTo>
                    <a:cubicBezTo>
                      <a:pt x="147" y="115"/>
                      <a:pt x="147" y="116"/>
                      <a:pt x="147" y="116"/>
                    </a:cubicBezTo>
                    <a:cubicBezTo>
                      <a:pt x="146" y="116"/>
                      <a:pt x="146" y="116"/>
                      <a:pt x="146" y="116"/>
                    </a:cubicBezTo>
                    <a:cubicBezTo>
                      <a:pt x="146" y="116"/>
                      <a:pt x="146" y="116"/>
                      <a:pt x="146" y="116"/>
                    </a:cubicBezTo>
                    <a:cubicBezTo>
                      <a:pt x="146" y="116"/>
                      <a:pt x="146" y="116"/>
                      <a:pt x="146" y="116"/>
                    </a:cubicBezTo>
                    <a:cubicBezTo>
                      <a:pt x="146" y="117"/>
                      <a:pt x="146" y="117"/>
                      <a:pt x="146" y="117"/>
                    </a:cubicBezTo>
                    <a:cubicBezTo>
                      <a:pt x="146" y="117"/>
                      <a:pt x="146" y="117"/>
                      <a:pt x="146" y="117"/>
                    </a:cubicBezTo>
                    <a:cubicBezTo>
                      <a:pt x="146" y="117"/>
                      <a:pt x="146" y="117"/>
                      <a:pt x="146" y="117"/>
                    </a:cubicBezTo>
                    <a:cubicBezTo>
                      <a:pt x="146" y="117"/>
                      <a:pt x="146" y="117"/>
                      <a:pt x="146" y="117"/>
                    </a:cubicBezTo>
                    <a:cubicBezTo>
                      <a:pt x="146" y="117"/>
                      <a:pt x="146" y="117"/>
                      <a:pt x="146" y="117"/>
                    </a:cubicBezTo>
                    <a:cubicBezTo>
                      <a:pt x="146" y="117"/>
                      <a:pt x="146" y="117"/>
                      <a:pt x="146" y="117"/>
                    </a:cubicBezTo>
                    <a:cubicBezTo>
                      <a:pt x="146" y="118"/>
                      <a:pt x="146" y="118"/>
                      <a:pt x="146" y="118"/>
                    </a:cubicBezTo>
                    <a:cubicBezTo>
                      <a:pt x="146" y="118"/>
                      <a:pt x="146" y="118"/>
                      <a:pt x="146" y="118"/>
                    </a:cubicBezTo>
                    <a:cubicBezTo>
                      <a:pt x="146" y="118"/>
                      <a:pt x="146" y="118"/>
                      <a:pt x="146" y="118"/>
                    </a:cubicBezTo>
                    <a:cubicBezTo>
                      <a:pt x="147" y="118"/>
                      <a:pt x="147" y="118"/>
                      <a:pt x="147" y="118"/>
                    </a:cubicBezTo>
                    <a:cubicBezTo>
                      <a:pt x="147" y="118"/>
                      <a:pt x="147" y="118"/>
                      <a:pt x="147" y="118"/>
                    </a:cubicBezTo>
                    <a:cubicBezTo>
                      <a:pt x="147" y="118"/>
                      <a:pt x="147" y="118"/>
                      <a:pt x="147" y="118"/>
                    </a:cubicBezTo>
                    <a:cubicBezTo>
                      <a:pt x="147" y="118"/>
                      <a:pt x="147" y="118"/>
                      <a:pt x="147" y="118"/>
                    </a:cubicBezTo>
                    <a:cubicBezTo>
                      <a:pt x="147" y="118"/>
                      <a:pt x="147" y="118"/>
                      <a:pt x="147" y="118"/>
                    </a:cubicBezTo>
                    <a:cubicBezTo>
                      <a:pt x="147" y="118"/>
                      <a:pt x="147" y="118"/>
                      <a:pt x="147" y="118"/>
                    </a:cubicBezTo>
                    <a:cubicBezTo>
                      <a:pt x="147" y="118"/>
                      <a:pt x="147" y="118"/>
                      <a:pt x="147" y="118"/>
                    </a:cubicBezTo>
                    <a:cubicBezTo>
                      <a:pt x="147" y="118"/>
                      <a:pt x="147" y="118"/>
                      <a:pt x="147" y="118"/>
                    </a:cubicBezTo>
                    <a:cubicBezTo>
                      <a:pt x="147" y="118"/>
                      <a:pt x="147" y="118"/>
                      <a:pt x="147" y="118"/>
                    </a:cubicBezTo>
                    <a:cubicBezTo>
                      <a:pt x="147" y="118"/>
                      <a:pt x="147" y="119"/>
                      <a:pt x="147" y="119"/>
                    </a:cubicBezTo>
                    <a:cubicBezTo>
                      <a:pt x="147" y="119"/>
                      <a:pt x="147" y="119"/>
                      <a:pt x="148" y="119"/>
                    </a:cubicBezTo>
                    <a:cubicBezTo>
                      <a:pt x="148" y="119"/>
                      <a:pt x="148" y="119"/>
                      <a:pt x="148" y="119"/>
                    </a:cubicBezTo>
                    <a:cubicBezTo>
                      <a:pt x="148" y="119"/>
                      <a:pt x="148" y="119"/>
                      <a:pt x="148" y="119"/>
                    </a:cubicBezTo>
                    <a:cubicBezTo>
                      <a:pt x="148" y="119"/>
                      <a:pt x="148" y="119"/>
                      <a:pt x="148" y="119"/>
                    </a:cubicBezTo>
                    <a:cubicBezTo>
                      <a:pt x="148" y="119"/>
                      <a:pt x="148" y="119"/>
                      <a:pt x="148" y="119"/>
                    </a:cubicBezTo>
                    <a:cubicBezTo>
                      <a:pt x="148" y="120"/>
                      <a:pt x="148" y="120"/>
                      <a:pt x="148" y="120"/>
                    </a:cubicBezTo>
                    <a:cubicBezTo>
                      <a:pt x="149" y="120"/>
                      <a:pt x="149" y="120"/>
                      <a:pt x="149" y="120"/>
                    </a:cubicBezTo>
                    <a:cubicBezTo>
                      <a:pt x="149" y="120"/>
                      <a:pt x="149" y="120"/>
                      <a:pt x="149" y="121"/>
                    </a:cubicBezTo>
                    <a:cubicBezTo>
                      <a:pt x="149" y="121"/>
                      <a:pt x="149" y="121"/>
                      <a:pt x="149" y="121"/>
                    </a:cubicBezTo>
                    <a:cubicBezTo>
                      <a:pt x="149" y="121"/>
                      <a:pt x="149" y="122"/>
                      <a:pt x="149" y="122"/>
                    </a:cubicBezTo>
                    <a:cubicBezTo>
                      <a:pt x="149" y="122"/>
                      <a:pt x="149" y="122"/>
                      <a:pt x="149" y="122"/>
                    </a:cubicBezTo>
                    <a:cubicBezTo>
                      <a:pt x="149" y="122"/>
                      <a:pt x="149" y="122"/>
                      <a:pt x="149" y="122"/>
                    </a:cubicBezTo>
                    <a:cubicBezTo>
                      <a:pt x="149" y="122"/>
                      <a:pt x="149" y="122"/>
                      <a:pt x="149" y="122"/>
                    </a:cubicBezTo>
                    <a:cubicBezTo>
                      <a:pt x="149" y="122"/>
                      <a:pt x="149" y="122"/>
                      <a:pt x="149" y="122"/>
                    </a:cubicBezTo>
                    <a:cubicBezTo>
                      <a:pt x="149" y="122"/>
                      <a:pt x="149" y="122"/>
                      <a:pt x="149" y="122"/>
                    </a:cubicBezTo>
                    <a:cubicBezTo>
                      <a:pt x="149" y="122"/>
                      <a:pt x="149" y="123"/>
                      <a:pt x="149" y="123"/>
                    </a:cubicBezTo>
                    <a:cubicBezTo>
                      <a:pt x="149" y="123"/>
                      <a:pt x="149" y="123"/>
                      <a:pt x="150" y="123"/>
                    </a:cubicBezTo>
                    <a:cubicBezTo>
                      <a:pt x="150" y="123"/>
                      <a:pt x="150" y="123"/>
                      <a:pt x="150" y="124"/>
                    </a:cubicBezTo>
                    <a:cubicBezTo>
                      <a:pt x="150" y="124"/>
                      <a:pt x="150" y="124"/>
                      <a:pt x="150" y="124"/>
                    </a:cubicBezTo>
                    <a:cubicBezTo>
                      <a:pt x="150" y="124"/>
                      <a:pt x="150" y="124"/>
                      <a:pt x="150" y="124"/>
                    </a:cubicBezTo>
                    <a:cubicBezTo>
                      <a:pt x="150" y="124"/>
                      <a:pt x="150" y="124"/>
                      <a:pt x="150" y="124"/>
                    </a:cubicBezTo>
                    <a:cubicBezTo>
                      <a:pt x="150" y="124"/>
                      <a:pt x="150" y="124"/>
                      <a:pt x="150" y="124"/>
                    </a:cubicBezTo>
                    <a:cubicBezTo>
                      <a:pt x="150" y="124"/>
                      <a:pt x="150" y="124"/>
                      <a:pt x="150" y="124"/>
                    </a:cubicBezTo>
                    <a:cubicBezTo>
                      <a:pt x="150" y="125"/>
                      <a:pt x="150" y="125"/>
                      <a:pt x="150" y="125"/>
                    </a:cubicBezTo>
                    <a:cubicBezTo>
                      <a:pt x="150" y="125"/>
                      <a:pt x="150" y="125"/>
                      <a:pt x="150" y="126"/>
                    </a:cubicBezTo>
                    <a:cubicBezTo>
                      <a:pt x="150" y="126"/>
                      <a:pt x="150" y="126"/>
                      <a:pt x="150" y="126"/>
                    </a:cubicBezTo>
                    <a:cubicBezTo>
                      <a:pt x="150" y="126"/>
                      <a:pt x="150" y="126"/>
                      <a:pt x="150" y="126"/>
                    </a:cubicBezTo>
                    <a:cubicBezTo>
                      <a:pt x="151" y="126"/>
                      <a:pt x="151" y="126"/>
                      <a:pt x="150" y="126"/>
                    </a:cubicBezTo>
                    <a:cubicBezTo>
                      <a:pt x="150" y="126"/>
                      <a:pt x="150" y="126"/>
                      <a:pt x="150" y="126"/>
                    </a:cubicBezTo>
                    <a:cubicBezTo>
                      <a:pt x="151" y="126"/>
                      <a:pt x="151" y="126"/>
                      <a:pt x="151" y="126"/>
                    </a:cubicBezTo>
                    <a:cubicBezTo>
                      <a:pt x="151" y="126"/>
                      <a:pt x="151" y="126"/>
                      <a:pt x="151" y="127"/>
                    </a:cubicBezTo>
                    <a:cubicBezTo>
                      <a:pt x="151" y="127"/>
                      <a:pt x="151" y="127"/>
                      <a:pt x="152" y="127"/>
                    </a:cubicBezTo>
                    <a:cubicBezTo>
                      <a:pt x="152" y="127"/>
                      <a:pt x="152" y="127"/>
                      <a:pt x="152" y="127"/>
                    </a:cubicBezTo>
                    <a:cubicBezTo>
                      <a:pt x="152" y="128"/>
                      <a:pt x="152" y="128"/>
                      <a:pt x="152" y="128"/>
                    </a:cubicBezTo>
                    <a:cubicBezTo>
                      <a:pt x="152" y="128"/>
                      <a:pt x="152" y="128"/>
                      <a:pt x="152" y="128"/>
                    </a:cubicBezTo>
                    <a:cubicBezTo>
                      <a:pt x="152" y="128"/>
                      <a:pt x="152" y="128"/>
                      <a:pt x="153" y="128"/>
                    </a:cubicBezTo>
                    <a:cubicBezTo>
                      <a:pt x="153" y="128"/>
                      <a:pt x="153" y="128"/>
                      <a:pt x="153" y="128"/>
                    </a:cubicBezTo>
                    <a:cubicBezTo>
                      <a:pt x="153" y="128"/>
                      <a:pt x="153" y="128"/>
                      <a:pt x="153" y="128"/>
                    </a:cubicBezTo>
                    <a:cubicBezTo>
                      <a:pt x="153" y="128"/>
                      <a:pt x="153" y="128"/>
                      <a:pt x="153" y="128"/>
                    </a:cubicBezTo>
                    <a:cubicBezTo>
                      <a:pt x="153" y="128"/>
                      <a:pt x="153" y="128"/>
                      <a:pt x="153" y="128"/>
                    </a:cubicBezTo>
                    <a:cubicBezTo>
                      <a:pt x="153" y="128"/>
                      <a:pt x="153" y="129"/>
                      <a:pt x="153" y="129"/>
                    </a:cubicBezTo>
                    <a:cubicBezTo>
                      <a:pt x="153" y="129"/>
                      <a:pt x="153" y="129"/>
                      <a:pt x="153" y="129"/>
                    </a:cubicBezTo>
                    <a:cubicBezTo>
                      <a:pt x="153" y="129"/>
                      <a:pt x="153" y="129"/>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8"/>
                      <a:pt x="154" y="128"/>
                    </a:cubicBezTo>
                    <a:cubicBezTo>
                      <a:pt x="154" y="128"/>
                      <a:pt x="154" y="127"/>
                      <a:pt x="154" y="127"/>
                    </a:cubicBezTo>
                    <a:cubicBezTo>
                      <a:pt x="154" y="127"/>
                      <a:pt x="154" y="127"/>
                      <a:pt x="154" y="127"/>
                    </a:cubicBezTo>
                    <a:cubicBezTo>
                      <a:pt x="154" y="127"/>
                      <a:pt x="154" y="127"/>
                      <a:pt x="154" y="127"/>
                    </a:cubicBezTo>
                    <a:cubicBezTo>
                      <a:pt x="154" y="127"/>
                      <a:pt x="154" y="126"/>
                      <a:pt x="153" y="126"/>
                    </a:cubicBezTo>
                    <a:cubicBezTo>
                      <a:pt x="153" y="126"/>
                      <a:pt x="153" y="126"/>
                      <a:pt x="153" y="126"/>
                    </a:cubicBezTo>
                    <a:cubicBezTo>
                      <a:pt x="153" y="125"/>
                      <a:pt x="153" y="125"/>
                      <a:pt x="153" y="125"/>
                    </a:cubicBezTo>
                    <a:cubicBezTo>
                      <a:pt x="153" y="125"/>
                      <a:pt x="153" y="125"/>
                      <a:pt x="153" y="124"/>
                    </a:cubicBezTo>
                    <a:cubicBezTo>
                      <a:pt x="153" y="124"/>
                      <a:pt x="153" y="124"/>
                      <a:pt x="153" y="124"/>
                    </a:cubicBezTo>
                    <a:cubicBezTo>
                      <a:pt x="153" y="124"/>
                      <a:pt x="153" y="124"/>
                      <a:pt x="153" y="124"/>
                    </a:cubicBezTo>
                    <a:cubicBezTo>
                      <a:pt x="153" y="124"/>
                      <a:pt x="153" y="124"/>
                      <a:pt x="153" y="124"/>
                    </a:cubicBezTo>
                    <a:cubicBezTo>
                      <a:pt x="153" y="124"/>
                      <a:pt x="153" y="124"/>
                      <a:pt x="153" y="124"/>
                    </a:cubicBezTo>
                    <a:cubicBezTo>
                      <a:pt x="153" y="123"/>
                      <a:pt x="153" y="123"/>
                      <a:pt x="153" y="123"/>
                    </a:cubicBezTo>
                    <a:cubicBezTo>
                      <a:pt x="153" y="123"/>
                      <a:pt x="153" y="123"/>
                      <a:pt x="153" y="123"/>
                    </a:cubicBezTo>
                    <a:cubicBezTo>
                      <a:pt x="153" y="122"/>
                      <a:pt x="152" y="122"/>
                      <a:pt x="152" y="121"/>
                    </a:cubicBezTo>
                    <a:cubicBezTo>
                      <a:pt x="152" y="121"/>
                      <a:pt x="152" y="121"/>
                      <a:pt x="152" y="121"/>
                    </a:cubicBezTo>
                    <a:cubicBezTo>
                      <a:pt x="152" y="121"/>
                      <a:pt x="152" y="121"/>
                      <a:pt x="152" y="121"/>
                    </a:cubicBezTo>
                    <a:cubicBezTo>
                      <a:pt x="152" y="121"/>
                      <a:pt x="152" y="121"/>
                      <a:pt x="152" y="121"/>
                    </a:cubicBezTo>
                    <a:cubicBezTo>
                      <a:pt x="152" y="121"/>
                      <a:pt x="152" y="121"/>
                      <a:pt x="152" y="121"/>
                    </a:cubicBezTo>
                    <a:cubicBezTo>
                      <a:pt x="152" y="121"/>
                      <a:pt x="152" y="121"/>
                      <a:pt x="152" y="121"/>
                    </a:cubicBezTo>
                    <a:cubicBezTo>
                      <a:pt x="152" y="121"/>
                      <a:pt x="152" y="121"/>
                      <a:pt x="152" y="121"/>
                    </a:cubicBezTo>
                    <a:cubicBezTo>
                      <a:pt x="152" y="121"/>
                      <a:pt x="152" y="121"/>
                      <a:pt x="152" y="121"/>
                    </a:cubicBezTo>
                    <a:cubicBezTo>
                      <a:pt x="152" y="121"/>
                      <a:pt x="152" y="121"/>
                      <a:pt x="152" y="121"/>
                    </a:cubicBezTo>
                    <a:cubicBezTo>
                      <a:pt x="151" y="121"/>
                      <a:pt x="151" y="121"/>
                      <a:pt x="151" y="121"/>
                    </a:cubicBezTo>
                    <a:cubicBezTo>
                      <a:pt x="151" y="121"/>
                      <a:pt x="151" y="121"/>
                      <a:pt x="151" y="120"/>
                    </a:cubicBezTo>
                    <a:cubicBezTo>
                      <a:pt x="151" y="120"/>
                      <a:pt x="151" y="120"/>
                      <a:pt x="151" y="120"/>
                    </a:cubicBezTo>
                    <a:cubicBezTo>
                      <a:pt x="151" y="120"/>
                      <a:pt x="151" y="120"/>
                      <a:pt x="151" y="120"/>
                    </a:cubicBezTo>
                    <a:cubicBezTo>
                      <a:pt x="151" y="120"/>
                      <a:pt x="151" y="120"/>
                      <a:pt x="151" y="120"/>
                    </a:cubicBezTo>
                    <a:cubicBezTo>
                      <a:pt x="151" y="120"/>
                      <a:pt x="151" y="120"/>
                      <a:pt x="150" y="120"/>
                    </a:cubicBezTo>
                    <a:cubicBezTo>
                      <a:pt x="150" y="120"/>
                      <a:pt x="150" y="120"/>
                      <a:pt x="150" y="120"/>
                    </a:cubicBezTo>
                    <a:cubicBezTo>
                      <a:pt x="150" y="120"/>
                      <a:pt x="150" y="120"/>
                      <a:pt x="150" y="120"/>
                    </a:cubicBezTo>
                    <a:cubicBezTo>
                      <a:pt x="150" y="120"/>
                      <a:pt x="150" y="120"/>
                      <a:pt x="150" y="120"/>
                    </a:cubicBezTo>
                    <a:cubicBezTo>
                      <a:pt x="150" y="120"/>
                      <a:pt x="150" y="119"/>
                      <a:pt x="150" y="119"/>
                    </a:cubicBezTo>
                    <a:cubicBezTo>
                      <a:pt x="150" y="119"/>
                      <a:pt x="149" y="119"/>
                      <a:pt x="149" y="119"/>
                    </a:cubicBezTo>
                    <a:cubicBezTo>
                      <a:pt x="149" y="119"/>
                      <a:pt x="149" y="119"/>
                      <a:pt x="149" y="119"/>
                    </a:cubicBezTo>
                    <a:cubicBezTo>
                      <a:pt x="149" y="118"/>
                      <a:pt x="149" y="118"/>
                      <a:pt x="149" y="118"/>
                    </a:cubicBezTo>
                    <a:cubicBezTo>
                      <a:pt x="149" y="118"/>
                      <a:pt x="149" y="117"/>
                      <a:pt x="149" y="117"/>
                    </a:cubicBezTo>
                    <a:cubicBezTo>
                      <a:pt x="148" y="117"/>
                      <a:pt x="148" y="117"/>
                      <a:pt x="148" y="116"/>
                    </a:cubicBezTo>
                    <a:cubicBezTo>
                      <a:pt x="148" y="116"/>
                      <a:pt x="148" y="116"/>
                      <a:pt x="148" y="116"/>
                    </a:cubicBezTo>
                    <a:cubicBezTo>
                      <a:pt x="148" y="116"/>
                      <a:pt x="148" y="116"/>
                      <a:pt x="148" y="116"/>
                    </a:cubicBezTo>
                    <a:cubicBezTo>
                      <a:pt x="148" y="116"/>
                      <a:pt x="148" y="116"/>
                      <a:pt x="148" y="116"/>
                    </a:cubicBezTo>
                    <a:cubicBezTo>
                      <a:pt x="148" y="116"/>
                      <a:pt x="148" y="116"/>
                      <a:pt x="148" y="116"/>
                    </a:cubicBezTo>
                    <a:cubicBezTo>
                      <a:pt x="148" y="116"/>
                      <a:pt x="148" y="116"/>
                      <a:pt x="148" y="116"/>
                    </a:cubicBezTo>
                    <a:cubicBezTo>
                      <a:pt x="148" y="116"/>
                      <a:pt x="148" y="116"/>
                      <a:pt x="148" y="116"/>
                    </a:cubicBezTo>
                    <a:cubicBezTo>
                      <a:pt x="148" y="116"/>
                      <a:pt x="148" y="116"/>
                      <a:pt x="148" y="116"/>
                    </a:cubicBezTo>
                    <a:cubicBezTo>
                      <a:pt x="148" y="116"/>
                      <a:pt x="148" y="116"/>
                      <a:pt x="148" y="116"/>
                    </a:cubicBezTo>
                    <a:cubicBezTo>
                      <a:pt x="148" y="116"/>
                      <a:pt x="148" y="116"/>
                      <a:pt x="148" y="116"/>
                    </a:cubicBezTo>
                    <a:cubicBezTo>
                      <a:pt x="148" y="116"/>
                      <a:pt x="148" y="116"/>
                      <a:pt x="148" y="116"/>
                    </a:cubicBezTo>
                    <a:cubicBezTo>
                      <a:pt x="147" y="116"/>
                      <a:pt x="147" y="116"/>
                      <a:pt x="147" y="116"/>
                    </a:cubicBezTo>
                    <a:cubicBezTo>
                      <a:pt x="147" y="116"/>
                      <a:pt x="148" y="116"/>
                      <a:pt x="148" y="116"/>
                    </a:cubicBezTo>
                    <a:cubicBezTo>
                      <a:pt x="148" y="116"/>
                      <a:pt x="147" y="115"/>
                      <a:pt x="147" y="115"/>
                    </a:cubicBezTo>
                    <a:cubicBezTo>
                      <a:pt x="147" y="115"/>
                      <a:pt x="147" y="115"/>
                      <a:pt x="147" y="115"/>
                    </a:cubicBezTo>
                    <a:cubicBezTo>
                      <a:pt x="147" y="115"/>
                      <a:pt x="147" y="115"/>
                      <a:pt x="147" y="115"/>
                    </a:cubicBezTo>
                    <a:cubicBezTo>
                      <a:pt x="147" y="115"/>
                      <a:pt x="147" y="115"/>
                      <a:pt x="147" y="115"/>
                    </a:cubicBezTo>
                    <a:cubicBezTo>
                      <a:pt x="147" y="115"/>
                      <a:pt x="147" y="115"/>
                      <a:pt x="147" y="115"/>
                    </a:cubicBezTo>
                    <a:cubicBezTo>
                      <a:pt x="147" y="114"/>
                      <a:pt x="147" y="114"/>
                      <a:pt x="147" y="114"/>
                    </a:cubicBezTo>
                    <a:cubicBezTo>
                      <a:pt x="147" y="114"/>
                      <a:pt x="147" y="114"/>
                      <a:pt x="147" y="114"/>
                    </a:cubicBezTo>
                    <a:cubicBezTo>
                      <a:pt x="147" y="114"/>
                      <a:pt x="147" y="114"/>
                      <a:pt x="147" y="114"/>
                    </a:cubicBezTo>
                    <a:cubicBezTo>
                      <a:pt x="147" y="114"/>
                      <a:pt x="147" y="114"/>
                      <a:pt x="147" y="114"/>
                    </a:cubicBezTo>
                    <a:cubicBezTo>
                      <a:pt x="147" y="114"/>
                      <a:pt x="147" y="114"/>
                      <a:pt x="147" y="114"/>
                    </a:cubicBezTo>
                    <a:cubicBezTo>
                      <a:pt x="147" y="114"/>
                      <a:pt x="147" y="114"/>
                      <a:pt x="147" y="114"/>
                    </a:cubicBezTo>
                    <a:cubicBezTo>
                      <a:pt x="147" y="114"/>
                      <a:pt x="147" y="114"/>
                      <a:pt x="147" y="114"/>
                    </a:cubicBezTo>
                    <a:cubicBezTo>
                      <a:pt x="148" y="114"/>
                      <a:pt x="148" y="114"/>
                      <a:pt x="148" y="114"/>
                    </a:cubicBezTo>
                    <a:cubicBezTo>
                      <a:pt x="148" y="114"/>
                      <a:pt x="148" y="114"/>
                      <a:pt x="148" y="114"/>
                    </a:cubicBezTo>
                    <a:cubicBezTo>
                      <a:pt x="148" y="114"/>
                      <a:pt x="148" y="114"/>
                      <a:pt x="148" y="114"/>
                    </a:cubicBezTo>
                    <a:cubicBezTo>
                      <a:pt x="148" y="114"/>
                      <a:pt x="148" y="113"/>
                      <a:pt x="148" y="113"/>
                    </a:cubicBezTo>
                    <a:cubicBezTo>
                      <a:pt x="148" y="113"/>
                      <a:pt x="148" y="113"/>
                      <a:pt x="148" y="113"/>
                    </a:cubicBezTo>
                    <a:cubicBezTo>
                      <a:pt x="148" y="113"/>
                      <a:pt x="148" y="113"/>
                      <a:pt x="148" y="113"/>
                    </a:cubicBezTo>
                    <a:cubicBezTo>
                      <a:pt x="148" y="113"/>
                      <a:pt x="148" y="113"/>
                      <a:pt x="148" y="113"/>
                    </a:cubicBezTo>
                    <a:cubicBezTo>
                      <a:pt x="148" y="113"/>
                      <a:pt x="148" y="113"/>
                      <a:pt x="148" y="113"/>
                    </a:cubicBezTo>
                    <a:cubicBezTo>
                      <a:pt x="148" y="113"/>
                      <a:pt x="148" y="113"/>
                      <a:pt x="148" y="113"/>
                    </a:cubicBezTo>
                    <a:cubicBezTo>
                      <a:pt x="148" y="112"/>
                      <a:pt x="148" y="112"/>
                      <a:pt x="148" y="112"/>
                    </a:cubicBezTo>
                    <a:cubicBezTo>
                      <a:pt x="148" y="112"/>
                      <a:pt x="148" y="111"/>
                      <a:pt x="148" y="111"/>
                    </a:cubicBezTo>
                    <a:cubicBezTo>
                      <a:pt x="148" y="111"/>
                      <a:pt x="148" y="111"/>
                      <a:pt x="148" y="110"/>
                    </a:cubicBezTo>
                    <a:cubicBezTo>
                      <a:pt x="148" y="110"/>
                      <a:pt x="148" y="110"/>
                      <a:pt x="148" y="110"/>
                    </a:cubicBezTo>
                    <a:cubicBezTo>
                      <a:pt x="148" y="110"/>
                      <a:pt x="148" y="110"/>
                      <a:pt x="148" y="110"/>
                    </a:cubicBezTo>
                    <a:cubicBezTo>
                      <a:pt x="148" y="110"/>
                      <a:pt x="148" y="109"/>
                      <a:pt x="148" y="109"/>
                    </a:cubicBezTo>
                    <a:cubicBezTo>
                      <a:pt x="148" y="109"/>
                      <a:pt x="148" y="109"/>
                      <a:pt x="148" y="109"/>
                    </a:cubicBezTo>
                    <a:cubicBezTo>
                      <a:pt x="148" y="109"/>
                      <a:pt x="148" y="109"/>
                      <a:pt x="148" y="109"/>
                    </a:cubicBezTo>
                    <a:cubicBezTo>
                      <a:pt x="148" y="109"/>
                      <a:pt x="148" y="109"/>
                      <a:pt x="148" y="109"/>
                    </a:cubicBezTo>
                    <a:cubicBezTo>
                      <a:pt x="148" y="109"/>
                      <a:pt x="148" y="109"/>
                      <a:pt x="148" y="109"/>
                    </a:cubicBezTo>
                    <a:cubicBezTo>
                      <a:pt x="149" y="109"/>
                      <a:pt x="149" y="109"/>
                      <a:pt x="149" y="109"/>
                    </a:cubicBezTo>
                    <a:cubicBezTo>
                      <a:pt x="149" y="109"/>
                      <a:pt x="149" y="109"/>
                      <a:pt x="149" y="109"/>
                    </a:cubicBezTo>
                    <a:cubicBezTo>
                      <a:pt x="149" y="109"/>
                      <a:pt x="149" y="110"/>
                      <a:pt x="149" y="110"/>
                    </a:cubicBezTo>
                    <a:cubicBezTo>
                      <a:pt x="149" y="110"/>
                      <a:pt x="149" y="110"/>
                      <a:pt x="149" y="110"/>
                    </a:cubicBezTo>
                    <a:cubicBezTo>
                      <a:pt x="149" y="110"/>
                      <a:pt x="149" y="110"/>
                      <a:pt x="149" y="111"/>
                    </a:cubicBezTo>
                    <a:cubicBezTo>
                      <a:pt x="149" y="111"/>
                      <a:pt x="149" y="111"/>
                      <a:pt x="149" y="111"/>
                    </a:cubicBezTo>
                    <a:cubicBezTo>
                      <a:pt x="149" y="111"/>
                      <a:pt x="149" y="111"/>
                      <a:pt x="149" y="111"/>
                    </a:cubicBezTo>
                    <a:cubicBezTo>
                      <a:pt x="149" y="111"/>
                      <a:pt x="149" y="111"/>
                      <a:pt x="149" y="111"/>
                    </a:cubicBezTo>
                    <a:cubicBezTo>
                      <a:pt x="149" y="111"/>
                      <a:pt x="149" y="111"/>
                      <a:pt x="149" y="111"/>
                    </a:cubicBezTo>
                    <a:cubicBezTo>
                      <a:pt x="149" y="111"/>
                      <a:pt x="150" y="111"/>
                      <a:pt x="150" y="111"/>
                    </a:cubicBezTo>
                    <a:cubicBezTo>
                      <a:pt x="150" y="111"/>
                      <a:pt x="150" y="111"/>
                      <a:pt x="150" y="111"/>
                    </a:cubicBezTo>
                    <a:cubicBezTo>
                      <a:pt x="150" y="111"/>
                      <a:pt x="150" y="111"/>
                      <a:pt x="150" y="111"/>
                    </a:cubicBezTo>
                    <a:cubicBezTo>
                      <a:pt x="150" y="111"/>
                      <a:pt x="150" y="111"/>
                      <a:pt x="150" y="111"/>
                    </a:cubicBezTo>
                    <a:cubicBezTo>
                      <a:pt x="150" y="111"/>
                      <a:pt x="150" y="111"/>
                      <a:pt x="150" y="111"/>
                    </a:cubicBezTo>
                    <a:cubicBezTo>
                      <a:pt x="150" y="111"/>
                      <a:pt x="150" y="111"/>
                      <a:pt x="150" y="111"/>
                    </a:cubicBezTo>
                    <a:cubicBezTo>
                      <a:pt x="150" y="111"/>
                      <a:pt x="150" y="111"/>
                      <a:pt x="150" y="111"/>
                    </a:cubicBezTo>
                    <a:cubicBezTo>
                      <a:pt x="150" y="111"/>
                      <a:pt x="150" y="111"/>
                      <a:pt x="150" y="111"/>
                    </a:cubicBezTo>
                    <a:cubicBezTo>
                      <a:pt x="150" y="111"/>
                      <a:pt x="151" y="111"/>
                      <a:pt x="151" y="111"/>
                    </a:cubicBezTo>
                    <a:cubicBezTo>
                      <a:pt x="151" y="111"/>
                      <a:pt x="151" y="111"/>
                      <a:pt x="151" y="111"/>
                    </a:cubicBezTo>
                    <a:cubicBezTo>
                      <a:pt x="151" y="111"/>
                      <a:pt x="151" y="111"/>
                      <a:pt x="151" y="111"/>
                    </a:cubicBezTo>
                    <a:cubicBezTo>
                      <a:pt x="151" y="111"/>
                      <a:pt x="151" y="111"/>
                      <a:pt x="151" y="111"/>
                    </a:cubicBezTo>
                    <a:cubicBezTo>
                      <a:pt x="151" y="111"/>
                      <a:pt x="151" y="111"/>
                      <a:pt x="151" y="111"/>
                    </a:cubicBezTo>
                    <a:cubicBezTo>
                      <a:pt x="151" y="111"/>
                      <a:pt x="151" y="111"/>
                      <a:pt x="151" y="111"/>
                    </a:cubicBezTo>
                    <a:cubicBezTo>
                      <a:pt x="151" y="111"/>
                      <a:pt x="151" y="111"/>
                      <a:pt x="151" y="111"/>
                    </a:cubicBezTo>
                    <a:cubicBezTo>
                      <a:pt x="151" y="111"/>
                      <a:pt x="151" y="111"/>
                      <a:pt x="151" y="111"/>
                    </a:cubicBezTo>
                    <a:cubicBezTo>
                      <a:pt x="151" y="111"/>
                      <a:pt x="151" y="111"/>
                      <a:pt x="151" y="111"/>
                    </a:cubicBezTo>
                    <a:cubicBezTo>
                      <a:pt x="151" y="111"/>
                      <a:pt x="151" y="111"/>
                      <a:pt x="151" y="111"/>
                    </a:cubicBezTo>
                    <a:cubicBezTo>
                      <a:pt x="151" y="111"/>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2"/>
                      <a:pt x="152" y="112"/>
                    </a:cubicBezTo>
                    <a:cubicBezTo>
                      <a:pt x="152" y="112"/>
                      <a:pt x="152" y="113"/>
                      <a:pt x="152" y="113"/>
                    </a:cubicBezTo>
                    <a:cubicBezTo>
                      <a:pt x="152" y="113"/>
                      <a:pt x="152" y="113"/>
                      <a:pt x="152" y="113"/>
                    </a:cubicBezTo>
                    <a:cubicBezTo>
                      <a:pt x="152" y="113"/>
                      <a:pt x="152" y="113"/>
                      <a:pt x="152" y="113"/>
                    </a:cubicBezTo>
                    <a:cubicBezTo>
                      <a:pt x="152" y="113"/>
                      <a:pt x="152" y="113"/>
                      <a:pt x="152" y="113"/>
                    </a:cubicBezTo>
                    <a:cubicBezTo>
                      <a:pt x="152" y="113"/>
                      <a:pt x="152" y="113"/>
                      <a:pt x="153" y="113"/>
                    </a:cubicBezTo>
                    <a:cubicBezTo>
                      <a:pt x="153" y="113"/>
                      <a:pt x="153" y="113"/>
                      <a:pt x="153" y="113"/>
                    </a:cubicBezTo>
                    <a:cubicBezTo>
                      <a:pt x="153" y="113"/>
                      <a:pt x="153" y="113"/>
                      <a:pt x="153" y="113"/>
                    </a:cubicBezTo>
                    <a:cubicBezTo>
                      <a:pt x="153" y="113"/>
                      <a:pt x="153" y="113"/>
                      <a:pt x="153" y="113"/>
                    </a:cubicBezTo>
                    <a:cubicBezTo>
                      <a:pt x="153" y="114"/>
                      <a:pt x="153" y="114"/>
                      <a:pt x="153" y="114"/>
                    </a:cubicBezTo>
                    <a:cubicBezTo>
                      <a:pt x="153" y="114"/>
                      <a:pt x="153" y="114"/>
                      <a:pt x="153" y="114"/>
                    </a:cubicBezTo>
                    <a:cubicBezTo>
                      <a:pt x="153" y="114"/>
                      <a:pt x="153" y="114"/>
                      <a:pt x="153" y="114"/>
                    </a:cubicBezTo>
                    <a:cubicBezTo>
                      <a:pt x="153" y="114"/>
                      <a:pt x="153" y="114"/>
                      <a:pt x="153" y="114"/>
                    </a:cubicBezTo>
                    <a:cubicBezTo>
                      <a:pt x="153" y="114"/>
                      <a:pt x="153" y="114"/>
                      <a:pt x="153" y="114"/>
                    </a:cubicBezTo>
                    <a:cubicBezTo>
                      <a:pt x="153" y="114"/>
                      <a:pt x="153" y="114"/>
                      <a:pt x="153" y="114"/>
                    </a:cubicBezTo>
                    <a:cubicBezTo>
                      <a:pt x="153" y="114"/>
                      <a:pt x="153" y="114"/>
                      <a:pt x="154" y="114"/>
                    </a:cubicBezTo>
                    <a:cubicBezTo>
                      <a:pt x="154" y="114"/>
                      <a:pt x="154" y="114"/>
                      <a:pt x="154" y="114"/>
                    </a:cubicBezTo>
                    <a:cubicBezTo>
                      <a:pt x="154" y="114"/>
                      <a:pt x="154" y="114"/>
                      <a:pt x="154" y="114"/>
                    </a:cubicBezTo>
                    <a:cubicBezTo>
                      <a:pt x="154" y="114"/>
                      <a:pt x="154" y="114"/>
                      <a:pt x="154" y="114"/>
                    </a:cubicBezTo>
                    <a:cubicBezTo>
                      <a:pt x="154" y="114"/>
                      <a:pt x="154" y="114"/>
                      <a:pt x="154" y="114"/>
                    </a:cubicBezTo>
                    <a:cubicBezTo>
                      <a:pt x="154" y="114"/>
                      <a:pt x="154" y="114"/>
                      <a:pt x="154" y="114"/>
                    </a:cubicBezTo>
                    <a:cubicBezTo>
                      <a:pt x="154" y="114"/>
                      <a:pt x="154" y="114"/>
                      <a:pt x="154" y="114"/>
                    </a:cubicBezTo>
                    <a:cubicBezTo>
                      <a:pt x="154" y="114"/>
                      <a:pt x="154" y="114"/>
                      <a:pt x="154" y="114"/>
                    </a:cubicBezTo>
                    <a:cubicBezTo>
                      <a:pt x="154" y="114"/>
                      <a:pt x="154" y="115"/>
                      <a:pt x="155" y="115"/>
                    </a:cubicBezTo>
                    <a:cubicBezTo>
                      <a:pt x="155" y="115"/>
                      <a:pt x="155" y="115"/>
                      <a:pt x="155" y="115"/>
                    </a:cubicBezTo>
                    <a:cubicBezTo>
                      <a:pt x="155" y="115"/>
                      <a:pt x="155" y="115"/>
                      <a:pt x="155" y="115"/>
                    </a:cubicBezTo>
                    <a:cubicBezTo>
                      <a:pt x="155" y="115"/>
                      <a:pt x="155" y="115"/>
                      <a:pt x="155" y="115"/>
                    </a:cubicBezTo>
                    <a:cubicBezTo>
                      <a:pt x="155" y="115"/>
                      <a:pt x="155" y="115"/>
                      <a:pt x="155" y="115"/>
                    </a:cubicBezTo>
                    <a:cubicBezTo>
                      <a:pt x="155" y="115"/>
                      <a:pt x="155" y="115"/>
                      <a:pt x="155" y="115"/>
                    </a:cubicBezTo>
                    <a:cubicBezTo>
                      <a:pt x="155" y="115"/>
                      <a:pt x="155" y="115"/>
                      <a:pt x="154" y="115"/>
                    </a:cubicBezTo>
                    <a:cubicBezTo>
                      <a:pt x="154" y="115"/>
                      <a:pt x="154" y="115"/>
                      <a:pt x="154" y="116"/>
                    </a:cubicBezTo>
                    <a:cubicBezTo>
                      <a:pt x="154" y="116"/>
                      <a:pt x="154" y="116"/>
                      <a:pt x="154" y="116"/>
                    </a:cubicBezTo>
                    <a:cubicBezTo>
                      <a:pt x="154" y="116"/>
                      <a:pt x="154" y="116"/>
                      <a:pt x="154" y="116"/>
                    </a:cubicBezTo>
                    <a:cubicBezTo>
                      <a:pt x="154" y="116"/>
                      <a:pt x="154" y="116"/>
                      <a:pt x="154" y="116"/>
                    </a:cubicBezTo>
                    <a:cubicBezTo>
                      <a:pt x="154" y="116"/>
                      <a:pt x="154" y="116"/>
                      <a:pt x="154" y="116"/>
                    </a:cubicBezTo>
                    <a:cubicBezTo>
                      <a:pt x="154" y="117"/>
                      <a:pt x="154" y="117"/>
                      <a:pt x="155" y="117"/>
                    </a:cubicBezTo>
                    <a:cubicBezTo>
                      <a:pt x="155" y="117"/>
                      <a:pt x="155" y="117"/>
                      <a:pt x="155" y="117"/>
                    </a:cubicBezTo>
                    <a:cubicBezTo>
                      <a:pt x="155" y="117"/>
                      <a:pt x="155" y="117"/>
                      <a:pt x="154" y="117"/>
                    </a:cubicBezTo>
                    <a:cubicBezTo>
                      <a:pt x="154" y="117"/>
                      <a:pt x="154" y="117"/>
                      <a:pt x="154" y="117"/>
                    </a:cubicBezTo>
                    <a:cubicBezTo>
                      <a:pt x="154" y="117"/>
                      <a:pt x="154" y="117"/>
                      <a:pt x="154" y="117"/>
                    </a:cubicBezTo>
                    <a:cubicBezTo>
                      <a:pt x="154" y="117"/>
                      <a:pt x="154" y="117"/>
                      <a:pt x="154" y="117"/>
                    </a:cubicBezTo>
                    <a:cubicBezTo>
                      <a:pt x="155" y="117"/>
                      <a:pt x="155" y="117"/>
                      <a:pt x="155" y="117"/>
                    </a:cubicBezTo>
                    <a:cubicBezTo>
                      <a:pt x="155" y="117"/>
                      <a:pt x="155" y="117"/>
                      <a:pt x="155" y="117"/>
                    </a:cubicBezTo>
                    <a:cubicBezTo>
                      <a:pt x="155" y="117"/>
                      <a:pt x="155" y="117"/>
                      <a:pt x="155" y="116"/>
                    </a:cubicBezTo>
                    <a:cubicBezTo>
                      <a:pt x="155" y="116"/>
                      <a:pt x="156" y="116"/>
                      <a:pt x="156" y="116"/>
                    </a:cubicBezTo>
                    <a:cubicBezTo>
                      <a:pt x="156" y="116"/>
                      <a:pt x="156" y="116"/>
                      <a:pt x="156" y="116"/>
                    </a:cubicBezTo>
                    <a:cubicBezTo>
                      <a:pt x="156" y="116"/>
                      <a:pt x="156" y="115"/>
                      <a:pt x="156" y="115"/>
                    </a:cubicBezTo>
                    <a:cubicBezTo>
                      <a:pt x="156" y="115"/>
                      <a:pt x="156" y="115"/>
                      <a:pt x="156" y="115"/>
                    </a:cubicBezTo>
                    <a:cubicBezTo>
                      <a:pt x="156" y="115"/>
                      <a:pt x="156" y="115"/>
                      <a:pt x="156" y="115"/>
                    </a:cubicBezTo>
                    <a:cubicBezTo>
                      <a:pt x="156" y="115"/>
                      <a:pt x="156" y="115"/>
                      <a:pt x="156" y="115"/>
                    </a:cubicBezTo>
                    <a:cubicBezTo>
                      <a:pt x="156" y="115"/>
                      <a:pt x="156" y="115"/>
                      <a:pt x="157" y="115"/>
                    </a:cubicBezTo>
                    <a:cubicBezTo>
                      <a:pt x="157" y="115"/>
                      <a:pt x="157" y="115"/>
                      <a:pt x="157" y="115"/>
                    </a:cubicBezTo>
                    <a:cubicBezTo>
                      <a:pt x="157" y="115"/>
                      <a:pt x="157" y="115"/>
                      <a:pt x="157" y="115"/>
                    </a:cubicBezTo>
                    <a:cubicBezTo>
                      <a:pt x="157" y="115"/>
                      <a:pt x="157" y="115"/>
                      <a:pt x="156" y="115"/>
                    </a:cubicBezTo>
                    <a:cubicBezTo>
                      <a:pt x="156" y="115"/>
                      <a:pt x="156" y="115"/>
                      <a:pt x="156" y="115"/>
                    </a:cubicBezTo>
                    <a:cubicBezTo>
                      <a:pt x="156" y="115"/>
                      <a:pt x="156" y="115"/>
                      <a:pt x="156" y="115"/>
                    </a:cubicBezTo>
                    <a:cubicBezTo>
                      <a:pt x="157" y="115"/>
                      <a:pt x="157" y="115"/>
                      <a:pt x="157" y="115"/>
                    </a:cubicBezTo>
                    <a:cubicBezTo>
                      <a:pt x="157" y="115"/>
                      <a:pt x="157" y="115"/>
                      <a:pt x="157" y="115"/>
                    </a:cubicBezTo>
                    <a:cubicBezTo>
                      <a:pt x="157" y="115"/>
                      <a:pt x="157" y="115"/>
                      <a:pt x="157" y="115"/>
                    </a:cubicBezTo>
                    <a:cubicBezTo>
                      <a:pt x="157" y="115"/>
                      <a:pt x="157" y="115"/>
                      <a:pt x="157" y="115"/>
                    </a:cubicBezTo>
                    <a:cubicBezTo>
                      <a:pt x="157" y="115"/>
                      <a:pt x="157" y="114"/>
                      <a:pt x="157" y="114"/>
                    </a:cubicBezTo>
                    <a:cubicBezTo>
                      <a:pt x="157" y="114"/>
                      <a:pt x="157" y="114"/>
                      <a:pt x="157" y="114"/>
                    </a:cubicBezTo>
                    <a:cubicBezTo>
                      <a:pt x="157" y="114"/>
                      <a:pt x="157" y="114"/>
                      <a:pt x="157" y="114"/>
                    </a:cubicBezTo>
                    <a:cubicBezTo>
                      <a:pt x="157" y="114"/>
                      <a:pt x="157" y="114"/>
                      <a:pt x="157" y="114"/>
                    </a:cubicBezTo>
                    <a:cubicBezTo>
                      <a:pt x="157" y="114"/>
                      <a:pt x="157" y="114"/>
                      <a:pt x="157" y="114"/>
                    </a:cubicBezTo>
                    <a:cubicBezTo>
                      <a:pt x="157" y="114"/>
                      <a:pt x="157" y="114"/>
                      <a:pt x="157" y="114"/>
                    </a:cubicBezTo>
                    <a:cubicBezTo>
                      <a:pt x="157" y="114"/>
                      <a:pt x="157" y="114"/>
                      <a:pt x="157" y="114"/>
                    </a:cubicBezTo>
                    <a:cubicBezTo>
                      <a:pt x="157" y="114"/>
                      <a:pt x="157" y="114"/>
                      <a:pt x="157" y="114"/>
                    </a:cubicBezTo>
                    <a:cubicBezTo>
                      <a:pt x="157" y="114"/>
                      <a:pt x="157" y="114"/>
                      <a:pt x="157" y="114"/>
                    </a:cubicBezTo>
                    <a:cubicBezTo>
                      <a:pt x="157" y="114"/>
                      <a:pt x="157" y="114"/>
                      <a:pt x="158" y="114"/>
                    </a:cubicBezTo>
                    <a:cubicBezTo>
                      <a:pt x="158" y="114"/>
                      <a:pt x="158" y="114"/>
                      <a:pt x="158" y="114"/>
                    </a:cubicBezTo>
                    <a:cubicBezTo>
                      <a:pt x="158" y="114"/>
                      <a:pt x="158" y="113"/>
                      <a:pt x="159" y="113"/>
                    </a:cubicBezTo>
                    <a:cubicBezTo>
                      <a:pt x="159" y="113"/>
                      <a:pt x="159" y="113"/>
                      <a:pt x="159" y="113"/>
                    </a:cubicBezTo>
                    <a:cubicBezTo>
                      <a:pt x="159" y="113"/>
                      <a:pt x="159" y="113"/>
                      <a:pt x="159" y="113"/>
                    </a:cubicBezTo>
                    <a:cubicBezTo>
                      <a:pt x="160" y="112"/>
                      <a:pt x="160" y="112"/>
                      <a:pt x="159" y="112"/>
                    </a:cubicBezTo>
                    <a:cubicBezTo>
                      <a:pt x="159" y="112"/>
                      <a:pt x="159" y="112"/>
                      <a:pt x="159" y="112"/>
                    </a:cubicBezTo>
                    <a:cubicBezTo>
                      <a:pt x="159" y="112"/>
                      <a:pt x="159" y="112"/>
                      <a:pt x="159" y="112"/>
                    </a:cubicBezTo>
                    <a:cubicBezTo>
                      <a:pt x="159" y="112"/>
                      <a:pt x="159" y="112"/>
                      <a:pt x="159" y="112"/>
                    </a:cubicBezTo>
                    <a:cubicBezTo>
                      <a:pt x="159" y="112"/>
                      <a:pt x="160" y="112"/>
                      <a:pt x="160" y="112"/>
                    </a:cubicBezTo>
                    <a:cubicBezTo>
                      <a:pt x="160" y="112"/>
                      <a:pt x="160" y="112"/>
                      <a:pt x="160" y="112"/>
                    </a:cubicBezTo>
                    <a:cubicBezTo>
                      <a:pt x="160" y="112"/>
                      <a:pt x="160" y="112"/>
                      <a:pt x="160" y="112"/>
                    </a:cubicBezTo>
                    <a:cubicBezTo>
                      <a:pt x="160" y="112"/>
                      <a:pt x="160" y="112"/>
                      <a:pt x="160" y="112"/>
                    </a:cubicBezTo>
                    <a:cubicBezTo>
                      <a:pt x="160" y="112"/>
                      <a:pt x="160" y="112"/>
                      <a:pt x="160" y="112"/>
                    </a:cubicBezTo>
                    <a:cubicBezTo>
                      <a:pt x="160" y="112"/>
                      <a:pt x="160" y="112"/>
                      <a:pt x="160" y="112"/>
                    </a:cubicBezTo>
                    <a:cubicBezTo>
                      <a:pt x="160" y="112"/>
                      <a:pt x="160" y="112"/>
                      <a:pt x="160" y="112"/>
                    </a:cubicBezTo>
                    <a:cubicBezTo>
                      <a:pt x="160" y="112"/>
                      <a:pt x="160" y="112"/>
                      <a:pt x="160" y="111"/>
                    </a:cubicBezTo>
                    <a:cubicBezTo>
                      <a:pt x="160" y="111"/>
                      <a:pt x="160" y="111"/>
                      <a:pt x="160" y="111"/>
                    </a:cubicBezTo>
                    <a:cubicBezTo>
                      <a:pt x="160" y="111"/>
                      <a:pt x="160" y="111"/>
                      <a:pt x="160" y="112"/>
                    </a:cubicBezTo>
                    <a:cubicBezTo>
                      <a:pt x="160" y="112"/>
                      <a:pt x="160" y="112"/>
                      <a:pt x="160" y="112"/>
                    </a:cubicBezTo>
                    <a:cubicBezTo>
                      <a:pt x="160" y="112"/>
                      <a:pt x="160" y="112"/>
                      <a:pt x="160" y="112"/>
                    </a:cubicBezTo>
                    <a:cubicBezTo>
                      <a:pt x="160" y="112"/>
                      <a:pt x="160" y="111"/>
                      <a:pt x="160" y="111"/>
                    </a:cubicBezTo>
                    <a:cubicBezTo>
                      <a:pt x="160" y="111"/>
                      <a:pt x="160" y="111"/>
                      <a:pt x="160" y="111"/>
                    </a:cubicBezTo>
                    <a:cubicBezTo>
                      <a:pt x="160" y="111"/>
                      <a:pt x="160" y="111"/>
                      <a:pt x="160" y="111"/>
                    </a:cubicBezTo>
                    <a:cubicBezTo>
                      <a:pt x="160" y="111"/>
                      <a:pt x="160" y="111"/>
                      <a:pt x="160" y="111"/>
                    </a:cubicBezTo>
                    <a:cubicBezTo>
                      <a:pt x="160" y="111"/>
                      <a:pt x="160" y="110"/>
                      <a:pt x="160" y="110"/>
                    </a:cubicBezTo>
                    <a:cubicBezTo>
                      <a:pt x="160" y="110"/>
                      <a:pt x="160" y="110"/>
                      <a:pt x="160" y="110"/>
                    </a:cubicBezTo>
                    <a:cubicBezTo>
                      <a:pt x="160" y="110"/>
                      <a:pt x="160" y="110"/>
                      <a:pt x="160" y="110"/>
                    </a:cubicBezTo>
                    <a:cubicBezTo>
                      <a:pt x="160" y="110"/>
                      <a:pt x="160" y="110"/>
                      <a:pt x="160" y="110"/>
                    </a:cubicBezTo>
                    <a:cubicBezTo>
                      <a:pt x="160" y="109"/>
                      <a:pt x="160" y="109"/>
                      <a:pt x="160" y="109"/>
                    </a:cubicBezTo>
                    <a:cubicBezTo>
                      <a:pt x="160" y="109"/>
                      <a:pt x="160" y="109"/>
                      <a:pt x="160" y="109"/>
                    </a:cubicBezTo>
                    <a:cubicBezTo>
                      <a:pt x="160" y="109"/>
                      <a:pt x="159" y="109"/>
                      <a:pt x="159" y="109"/>
                    </a:cubicBezTo>
                    <a:cubicBezTo>
                      <a:pt x="159" y="109"/>
                      <a:pt x="159" y="109"/>
                      <a:pt x="159" y="109"/>
                    </a:cubicBezTo>
                    <a:cubicBezTo>
                      <a:pt x="159" y="109"/>
                      <a:pt x="159" y="109"/>
                      <a:pt x="159" y="108"/>
                    </a:cubicBezTo>
                    <a:cubicBezTo>
                      <a:pt x="160" y="108"/>
                      <a:pt x="159" y="108"/>
                      <a:pt x="159" y="108"/>
                    </a:cubicBezTo>
                    <a:cubicBezTo>
                      <a:pt x="159" y="108"/>
                      <a:pt x="159" y="108"/>
                      <a:pt x="159" y="108"/>
                    </a:cubicBezTo>
                    <a:cubicBezTo>
                      <a:pt x="159" y="108"/>
                      <a:pt x="159" y="108"/>
                      <a:pt x="159" y="108"/>
                    </a:cubicBezTo>
                    <a:cubicBezTo>
                      <a:pt x="159" y="108"/>
                      <a:pt x="159" y="108"/>
                      <a:pt x="159" y="107"/>
                    </a:cubicBezTo>
                    <a:cubicBezTo>
                      <a:pt x="159" y="107"/>
                      <a:pt x="159" y="107"/>
                      <a:pt x="159" y="107"/>
                    </a:cubicBezTo>
                    <a:cubicBezTo>
                      <a:pt x="159" y="107"/>
                      <a:pt x="159" y="107"/>
                      <a:pt x="159" y="107"/>
                    </a:cubicBezTo>
                    <a:cubicBezTo>
                      <a:pt x="159" y="106"/>
                      <a:pt x="159" y="106"/>
                      <a:pt x="159" y="106"/>
                    </a:cubicBezTo>
                    <a:cubicBezTo>
                      <a:pt x="159" y="106"/>
                      <a:pt x="159" y="106"/>
                      <a:pt x="158" y="106"/>
                    </a:cubicBezTo>
                    <a:cubicBezTo>
                      <a:pt x="158" y="106"/>
                      <a:pt x="158" y="106"/>
                      <a:pt x="158" y="106"/>
                    </a:cubicBezTo>
                    <a:cubicBezTo>
                      <a:pt x="158" y="106"/>
                      <a:pt x="158" y="106"/>
                      <a:pt x="158" y="105"/>
                    </a:cubicBezTo>
                    <a:cubicBezTo>
                      <a:pt x="158" y="105"/>
                      <a:pt x="158" y="105"/>
                      <a:pt x="158" y="105"/>
                    </a:cubicBezTo>
                    <a:cubicBezTo>
                      <a:pt x="158" y="105"/>
                      <a:pt x="158" y="105"/>
                      <a:pt x="158" y="105"/>
                    </a:cubicBezTo>
                    <a:cubicBezTo>
                      <a:pt x="158" y="105"/>
                      <a:pt x="158" y="105"/>
                      <a:pt x="158" y="105"/>
                    </a:cubicBezTo>
                    <a:cubicBezTo>
                      <a:pt x="158" y="105"/>
                      <a:pt x="158" y="105"/>
                      <a:pt x="158" y="105"/>
                    </a:cubicBezTo>
                    <a:cubicBezTo>
                      <a:pt x="158" y="105"/>
                      <a:pt x="158" y="105"/>
                      <a:pt x="158" y="105"/>
                    </a:cubicBezTo>
                    <a:cubicBezTo>
                      <a:pt x="158" y="105"/>
                      <a:pt x="158" y="105"/>
                      <a:pt x="158" y="105"/>
                    </a:cubicBezTo>
                    <a:cubicBezTo>
                      <a:pt x="158" y="105"/>
                      <a:pt x="158" y="105"/>
                      <a:pt x="158" y="105"/>
                    </a:cubicBezTo>
                    <a:cubicBezTo>
                      <a:pt x="158" y="105"/>
                      <a:pt x="158" y="105"/>
                      <a:pt x="158" y="105"/>
                    </a:cubicBezTo>
                    <a:cubicBezTo>
                      <a:pt x="158" y="105"/>
                      <a:pt x="158" y="105"/>
                      <a:pt x="158" y="105"/>
                    </a:cubicBezTo>
                    <a:cubicBezTo>
                      <a:pt x="157" y="105"/>
                      <a:pt x="157" y="105"/>
                      <a:pt x="157" y="105"/>
                    </a:cubicBezTo>
                    <a:cubicBezTo>
                      <a:pt x="157" y="105"/>
                      <a:pt x="157" y="105"/>
                      <a:pt x="157" y="105"/>
                    </a:cubicBezTo>
                    <a:cubicBezTo>
                      <a:pt x="158" y="105"/>
                      <a:pt x="157" y="105"/>
                      <a:pt x="157" y="104"/>
                    </a:cubicBezTo>
                    <a:cubicBezTo>
                      <a:pt x="157" y="104"/>
                      <a:pt x="157" y="104"/>
                      <a:pt x="157" y="104"/>
                    </a:cubicBezTo>
                    <a:cubicBezTo>
                      <a:pt x="157" y="104"/>
                      <a:pt x="157" y="104"/>
                      <a:pt x="157" y="104"/>
                    </a:cubicBezTo>
                    <a:cubicBezTo>
                      <a:pt x="157" y="104"/>
                      <a:pt x="157" y="104"/>
                      <a:pt x="157" y="104"/>
                    </a:cubicBezTo>
                    <a:cubicBezTo>
                      <a:pt x="157" y="104"/>
                      <a:pt x="157" y="104"/>
                      <a:pt x="157" y="104"/>
                    </a:cubicBezTo>
                    <a:cubicBezTo>
                      <a:pt x="157" y="104"/>
                      <a:pt x="157" y="104"/>
                      <a:pt x="157" y="104"/>
                    </a:cubicBezTo>
                    <a:cubicBezTo>
                      <a:pt x="157" y="104"/>
                      <a:pt x="157" y="104"/>
                      <a:pt x="157" y="104"/>
                    </a:cubicBezTo>
                    <a:cubicBezTo>
                      <a:pt x="157" y="104"/>
                      <a:pt x="157" y="104"/>
                      <a:pt x="157" y="104"/>
                    </a:cubicBezTo>
                    <a:cubicBezTo>
                      <a:pt x="157" y="104"/>
                      <a:pt x="157" y="104"/>
                      <a:pt x="156" y="103"/>
                    </a:cubicBezTo>
                    <a:cubicBezTo>
                      <a:pt x="156" y="103"/>
                      <a:pt x="156" y="103"/>
                      <a:pt x="156" y="103"/>
                    </a:cubicBezTo>
                    <a:cubicBezTo>
                      <a:pt x="156" y="103"/>
                      <a:pt x="156" y="103"/>
                      <a:pt x="156" y="103"/>
                    </a:cubicBezTo>
                    <a:cubicBezTo>
                      <a:pt x="156" y="103"/>
                      <a:pt x="156" y="102"/>
                      <a:pt x="155" y="102"/>
                    </a:cubicBezTo>
                    <a:cubicBezTo>
                      <a:pt x="155" y="102"/>
                      <a:pt x="155" y="102"/>
                      <a:pt x="155" y="102"/>
                    </a:cubicBezTo>
                    <a:cubicBezTo>
                      <a:pt x="155" y="102"/>
                      <a:pt x="155" y="102"/>
                      <a:pt x="155" y="102"/>
                    </a:cubicBezTo>
                    <a:cubicBezTo>
                      <a:pt x="155" y="102"/>
                      <a:pt x="155" y="102"/>
                      <a:pt x="155" y="102"/>
                    </a:cubicBezTo>
                    <a:cubicBezTo>
                      <a:pt x="155" y="102"/>
                      <a:pt x="155" y="102"/>
                      <a:pt x="155" y="102"/>
                    </a:cubicBezTo>
                    <a:cubicBezTo>
                      <a:pt x="155" y="101"/>
                      <a:pt x="154" y="101"/>
                      <a:pt x="154" y="101"/>
                    </a:cubicBezTo>
                    <a:cubicBezTo>
                      <a:pt x="154" y="101"/>
                      <a:pt x="154" y="101"/>
                      <a:pt x="154" y="101"/>
                    </a:cubicBezTo>
                    <a:cubicBezTo>
                      <a:pt x="154" y="101"/>
                      <a:pt x="154" y="100"/>
                      <a:pt x="154" y="100"/>
                    </a:cubicBezTo>
                    <a:cubicBezTo>
                      <a:pt x="154" y="100"/>
                      <a:pt x="154" y="100"/>
                      <a:pt x="154" y="100"/>
                    </a:cubicBezTo>
                    <a:cubicBezTo>
                      <a:pt x="154" y="100"/>
                      <a:pt x="154" y="100"/>
                      <a:pt x="154" y="100"/>
                    </a:cubicBezTo>
                    <a:cubicBezTo>
                      <a:pt x="154" y="100"/>
                      <a:pt x="154" y="100"/>
                      <a:pt x="154" y="100"/>
                    </a:cubicBezTo>
                    <a:cubicBezTo>
                      <a:pt x="154" y="100"/>
                      <a:pt x="154" y="99"/>
                      <a:pt x="154" y="99"/>
                    </a:cubicBezTo>
                    <a:cubicBezTo>
                      <a:pt x="154" y="99"/>
                      <a:pt x="154" y="99"/>
                      <a:pt x="154" y="99"/>
                    </a:cubicBezTo>
                    <a:cubicBezTo>
                      <a:pt x="154" y="99"/>
                      <a:pt x="154" y="99"/>
                      <a:pt x="154" y="99"/>
                    </a:cubicBezTo>
                    <a:cubicBezTo>
                      <a:pt x="154" y="99"/>
                      <a:pt x="154" y="99"/>
                      <a:pt x="155" y="99"/>
                    </a:cubicBezTo>
                    <a:cubicBezTo>
                      <a:pt x="155" y="99"/>
                      <a:pt x="155" y="99"/>
                      <a:pt x="155" y="98"/>
                    </a:cubicBezTo>
                    <a:cubicBezTo>
                      <a:pt x="155" y="98"/>
                      <a:pt x="155" y="98"/>
                      <a:pt x="155" y="98"/>
                    </a:cubicBezTo>
                    <a:cubicBezTo>
                      <a:pt x="155" y="98"/>
                      <a:pt x="155" y="98"/>
                      <a:pt x="155" y="98"/>
                    </a:cubicBezTo>
                    <a:cubicBezTo>
                      <a:pt x="155" y="98"/>
                      <a:pt x="155" y="98"/>
                      <a:pt x="155" y="98"/>
                    </a:cubicBezTo>
                    <a:cubicBezTo>
                      <a:pt x="155" y="98"/>
                      <a:pt x="155" y="98"/>
                      <a:pt x="155" y="97"/>
                    </a:cubicBezTo>
                    <a:cubicBezTo>
                      <a:pt x="155" y="97"/>
                      <a:pt x="155" y="97"/>
                      <a:pt x="155" y="97"/>
                    </a:cubicBezTo>
                    <a:cubicBezTo>
                      <a:pt x="155" y="97"/>
                      <a:pt x="155" y="97"/>
                      <a:pt x="155" y="97"/>
                    </a:cubicBezTo>
                    <a:cubicBezTo>
                      <a:pt x="155" y="97"/>
                      <a:pt x="155" y="97"/>
                      <a:pt x="155" y="97"/>
                    </a:cubicBezTo>
                    <a:cubicBezTo>
                      <a:pt x="155" y="97"/>
                      <a:pt x="155" y="97"/>
                      <a:pt x="155" y="97"/>
                    </a:cubicBezTo>
                    <a:cubicBezTo>
                      <a:pt x="155" y="97"/>
                      <a:pt x="155" y="97"/>
                      <a:pt x="155" y="97"/>
                    </a:cubicBezTo>
                    <a:cubicBezTo>
                      <a:pt x="155" y="97"/>
                      <a:pt x="155" y="97"/>
                      <a:pt x="155" y="97"/>
                    </a:cubicBezTo>
                    <a:cubicBezTo>
                      <a:pt x="155" y="97"/>
                      <a:pt x="155" y="97"/>
                      <a:pt x="155" y="97"/>
                    </a:cubicBezTo>
                    <a:cubicBezTo>
                      <a:pt x="155" y="97"/>
                      <a:pt x="155" y="97"/>
                      <a:pt x="155" y="97"/>
                    </a:cubicBezTo>
                    <a:cubicBezTo>
                      <a:pt x="155" y="97"/>
                      <a:pt x="155" y="97"/>
                      <a:pt x="155" y="97"/>
                    </a:cubicBezTo>
                    <a:cubicBezTo>
                      <a:pt x="156" y="97"/>
                      <a:pt x="156" y="97"/>
                      <a:pt x="156" y="97"/>
                    </a:cubicBezTo>
                    <a:cubicBezTo>
                      <a:pt x="156" y="97"/>
                      <a:pt x="156" y="97"/>
                      <a:pt x="156" y="97"/>
                    </a:cubicBezTo>
                    <a:cubicBezTo>
                      <a:pt x="156" y="97"/>
                      <a:pt x="156" y="97"/>
                      <a:pt x="156" y="96"/>
                    </a:cubicBezTo>
                    <a:cubicBezTo>
                      <a:pt x="156" y="96"/>
                      <a:pt x="156" y="96"/>
                      <a:pt x="156" y="96"/>
                    </a:cubicBezTo>
                    <a:cubicBezTo>
                      <a:pt x="156" y="96"/>
                      <a:pt x="156" y="96"/>
                      <a:pt x="156" y="96"/>
                    </a:cubicBezTo>
                    <a:cubicBezTo>
                      <a:pt x="156" y="96"/>
                      <a:pt x="156" y="96"/>
                      <a:pt x="156" y="96"/>
                    </a:cubicBezTo>
                    <a:cubicBezTo>
                      <a:pt x="156" y="96"/>
                      <a:pt x="156" y="96"/>
                      <a:pt x="156" y="96"/>
                    </a:cubicBezTo>
                    <a:cubicBezTo>
                      <a:pt x="156" y="96"/>
                      <a:pt x="156" y="96"/>
                      <a:pt x="156" y="96"/>
                    </a:cubicBezTo>
                    <a:cubicBezTo>
                      <a:pt x="156" y="96"/>
                      <a:pt x="156" y="96"/>
                      <a:pt x="156" y="96"/>
                    </a:cubicBezTo>
                    <a:cubicBezTo>
                      <a:pt x="157" y="96"/>
                      <a:pt x="157" y="96"/>
                      <a:pt x="157" y="96"/>
                    </a:cubicBezTo>
                    <a:cubicBezTo>
                      <a:pt x="157" y="96"/>
                      <a:pt x="157" y="96"/>
                      <a:pt x="157" y="96"/>
                    </a:cubicBezTo>
                    <a:cubicBezTo>
                      <a:pt x="157" y="96"/>
                      <a:pt x="157" y="96"/>
                      <a:pt x="157" y="96"/>
                    </a:cubicBezTo>
                    <a:cubicBezTo>
                      <a:pt x="157" y="96"/>
                      <a:pt x="157" y="96"/>
                      <a:pt x="157" y="96"/>
                    </a:cubicBezTo>
                    <a:cubicBezTo>
                      <a:pt x="157" y="96"/>
                      <a:pt x="157" y="96"/>
                      <a:pt x="157" y="96"/>
                    </a:cubicBezTo>
                    <a:cubicBezTo>
                      <a:pt x="157" y="96"/>
                      <a:pt x="157" y="96"/>
                      <a:pt x="157" y="96"/>
                    </a:cubicBezTo>
                    <a:cubicBezTo>
                      <a:pt x="157" y="96"/>
                      <a:pt x="157" y="96"/>
                      <a:pt x="157" y="96"/>
                    </a:cubicBezTo>
                    <a:cubicBezTo>
                      <a:pt x="157" y="96"/>
                      <a:pt x="157"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8" y="96"/>
                      <a:pt x="158" y="96"/>
                      <a:pt x="158" y="96"/>
                    </a:cubicBezTo>
                    <a:cubicBezTo>
                      <a:pt x="159" y="96"/>
                      <a:pt x="159" y="96"/>
                      <a:pt x="159" y="96"/>
                    </a:cubicBezTo>
                    <a:cubicBezTo>
                      <a:pt x="159" y="96"/>
                      <a:pt x="159" y="96"/>
                      <a:pt x="159" y="96"/>
                    </a:cubicBezTo>
                    <a:cubicBezTo>
                      <a:pt x="158" y="96"/>
                      <a:pt x="158" y="96"/>
                      <a:pt x="158" y="96"/>
                    </a:cubicBezTo>
                    <a:cubicBezTo>
                      <a:pt x="158" y="96"/>
                      <a:pt x="158" y="96"/>
                      <a:pt x="158" y="96"/>
                    </a:cubicBezTo>
                    <a:cubicBezTo>
                      <a:pt x="158" y="97"/>
                      <a:pt x="158" y="97"/>
                      <a:pt x="159" y="97"/>
                    </a:cubicBezTo>
                    <a:cubicBezTo>
                      <a:pt x="159" y="97"/>
                      <a:pt x="159" y="97"/>
                      <a:pt x="159" y="97"/>
                    </a:cubicBezTo>
                    <a:cubicBezTo>
                      <a:pt x="159" y="97"/>
                      <a:pt x="159" y="97"/>
                      <a:pt x="159" y="97"/>
                    </a:cubicBezTo>
                    <a:cubicBezTo>
                      <a:pt x="159" y="97"/>
                      <a:pt x="159" y="97"/>
                      <a:pt x="159" y="97"/>
                    </a:cubicBezTo>
                    <a:cubicBezTo>
                      <a:pt x="159" y="97"/>
                      <a:pt x="159" y="97"/>
                      <a:pt x="159" y="98"/>
                    </a:cubicBezTo>
                    <a:cubicBezTo>
                      <a:pt x="159" y="98"/>
                      <a:pt x="159" y="98"/>
                      <a:pt x="159" y="98"/>
                    </a:cubicBezTo>
                    <a:cubicBezTo>
                      <a:pt x="159" y="98"/>
                      <a:pt x="159" y="98"/>
                      <a:pt x="159" y="98"/>
                    </a:cubicBezTo>
                    <a:cubicBezTo>
                      <a:pt x="159" y="98"/>
                      <a:pt x="159" y="98"/>
                      <a:pt x="159" y="98"/>
                    </a:cubicBezTo>
                    <a:cubicBezTo>
                      <a:pt x="159" y="98"/>
                      <a:pt x="159" y="98"/>
                      <a:pt x="159" y="98"/>
                    </a:cubicBezTo>
                    <a:cubicBezTo>
                      <a:pt x="159" y="98"/>
                      <a:pt x="159" y="98"/>
                      <a:pt x="159" y="98"/>
                    </a:cubicBezTo>
                    <a:cubicBezTo>
                      <a:pt x="159" y="98"/>
                      <a:pt x="159" y="98"/>
                      <a:pt x="159" y="98"/>
                    </a:cubicBezTo>
                    <a:cubicBezTo>
                      <a:pt x="159" y="98"/>
                      <a:pt x="159" y="98"/>
                      <a:pt x="159" y="98"/>
                    </a:cubicBezTo>
                    <a:cubicBezTo>
                      <a:pt x="159" y="98"/>
                      <a:pt x="159" y="98"/>
                      <a:pt x="160" y="98"/>
                    </a:cubicBezTo>
                    <a:cubicBezTo>
                      <a:pt x="160" y="98"/>
                      <a:pt x="160" y="98"/>
                      <a:pt x="160" y="98"/>
                    </a:cubicBezTo>
                    <a:cubicBezTo>
                      <a:pt x="160" y="98"/>
                      <a:pt x="160" y="98"/>
                      <a:pt x="160" y="98"/>
                    </a:cubicBezTo>
                    <a:cubicBezTo>
                      <a:pt x="160" y="98"/>
                      <a:pt x="160" y="98"/>
                      <a:pt x="160" y="98"/>
                    </a:cubicBezTo>
                    <a:cubicBezTo>
                      <a:pt x="160" y="98"/>
                      <a:pt x="160" y="98"/>
                      <a:pt x="160" y="98"/>
                    </a:cubicBezTo>
                    <a:cubicBezTo>
                      <a:pt x="160" y="97"/>
                      <a:pt x="160" y="97"/>
                      <a:pt x="160" y="97"/>
                    </a:cubicBezTo>
                    <a:cubicBezTo>
                      <a:pt x="160" y="97"/>
                      <a:pt x="160" y="97"/>
                      <a:pt x="160" y="97"/>
                    </a:cubicBezTo>
                    <a:cubicBezTo>
                      <a:pt x="159" y="97"/>
                      <a:pt x="159" y="97"/>
                      <a:pt x="160" y="97"/>
                    </a:cubicBezTo>
                    <a:cubicBezTo>
                      <a:pt x="160" y="97"/>
                      <a:pt x="160" y="97"/>
                      <a:pt x="160" y="97"/>
                    </a:cubicBezTo>
                    <a:cubicBezTo>
                      <a:pt x="160" y="97"/>
                      <a:pt x="159" y="97"/>
                      <a:pt x="159" y="97"/>
                    </a:cubicBezTo>
                    <a:cubicBezTo>
                      <a:pt x="159" y="97"/>
                      <a:pt x="159" y="97"/>
                      <a:pt x="159" y="97"/>
                    </a:cubicBezTo>
                    <a:cubicBezTo>
                      <a:pt x="159" y="97"/>
                      <a:pt x="159" y="97"/>
                      <a:pt x="159" y="97"/>
                    </a:cubicBezTo>
                    <a:cubicBezTo>
                      <a:pt x="159" y="97"/>
                      <a:pt x="159" y="97"/>
                      <a:pt x="159" y="97"/>
                    </a:cubicBezTo>
                    <a:cubicBezTo>
                      <a:pt x="159" y="97"/>
                      <a:pt x="159" y="97"/>
                      <a:pt x="159" y="97"/>
                    </a:cubicBezTo>
                    <a:cubicBezTo>
                      <a:pt x="159" y="97"/>
                      <a:pt x="159" y="97"/>
                      <a:pt x="159" y="97"/>
                    </a:cubicBezTo>
                    <a:cubicBezTo>
                      <a:pt x="159" y="97"/>
                      <a:pt x="159" y="97"/>
                      <a:pt x="159" y="97"/>
                    </a:cubicBezTo>
                    <a:cubicBezTo>
                      <a:pt x="159" y="97"/>
                      <a:pt x="159" y="97"/>
                      <a:pt x="159" y="97"/>
                    </a:cubicBezTo>
                    <a:cubicBezTo>
                      <a:pt x="160" y="97"/>
                      <a:pt x="160" y="97"/>
                      <a:pt x="160" y="97"/>
                    </a:cubicBezTo>
                    <a:cubicBezTo>
                      <a:pt x="160" y="97"/>
                      <a:pt x="160" y="97"/>
                      <a:pt x="159" y="97"/>
                    </a:cubicBezTo>
                    <a:cubicBezTo>
                      <a:pt x="159" y="97"/>
                      <a:pt x="159" y="97"/>
                      <a:pt x="159" y="97"/>
                    </a:cubicBezTo>
                    <a:cubicBezTo>
                      <a:pt x="159" y="97"/>
                      <a:pt x="159" y="97"/>
                      <a:pt x="159" y="97"/>
                    </a:cubicBezTo>
                    <a:cubicBezTo>
                      <a:pt x="159" y="97"/>
                      <a:pt x="159" y="96"/>
                      <a:pt x="160" y="96"/>
                    </a:cubicBezTo>
                    <a:cubicBezTo>
                      <a:pt x="160" y="96"/>
                      <a:pt x="160" y="96"/>
                      <a:pt x="160" y="96"/>
                    </a:cubicBezTo>
                    <a:cubicBezTo>
                      <a:pt x="160" y="96"/>
                      <a:pt x="160" y="96"/>
                      <a:pt x="160" y="96"/>
                    </a:cubicBezTo>
                    <a:cubicBezTo>
                      <a:pt x="160" y="96"/>
                      <a:pt x="160" y="96"/>
                      <a:pt x="160" y="96"/>
                    </a:cubicBezTo>
                    <a:cubicBezTo>
                      <a:pt x="160" y="96"/>
                      <a:pt x="160" y="96"/>
                      <a:pt x="160" y="96"/>
                    </a:cubicBezTo>
                    <a:cubicBezTo>
                      <a:pt x="160" y="96"/>
                      <a:pt x="160" y="96"/>
                      <a:pt x="160" y="96"/>
                    </a:cubicBezTo>
                    <a:cubicBezTo>
                      <a:pt x="160" y="96"/>
                      <a:pt x="160" y="96"/>
                      <a:pt x="160" y="96"/>
                    </a:cubicBezTo>
                    <a:cubicBezTo>
                      <a:pt x="160" y="96"/>
                      <a:pt x="161" y="96"/>
                      <a:pt x="161" y="96"/>
                    </a:cubicBezTo>
                    <a:cubicBezTo>
                      <a:pt x="161" y="96"/>
                      <a:pt x="161" y="96"/>
                      <a:pt x="161" y="96"/>
                    </a:cubicBezTo>
                    <a:cubicBezTo>
                      <a:pt x="161" y="96"/>
                      <a:pt x="161" y="96"/>
                      <a:pt x="161" y="96"/>
                    </a:cubicBezTo>
                    <a:cubicBezTo>
                      <a:pt x="161" y="95"/>
                      <a:pt x="161" y="95"/>
                      <a:pt x="161" y="95"/>
                    </a:cubicBezTo>
                    <a:cubicBezTo>
                      <a:pt x="161" y="95"/>
                      <a:pt x="161" y="95"/>
                      <a:pt x="161" y="96"/>
                    </a:cubicBezTo>
                    <a:cubicBezTo>
                      <a:pt x="161" y="96"/>
                      <a:pt x="161" y="96"/>
                      <a:pt x="161" y="96"/>
                    </a:cubicBezTo>
                    <a:cubicBezTo>
                      <a:pt x="161" y="96"/>
                      <a:pt x="161" y="96"/>
                      <a:pt x="161" y="95"/>
                    </a:cubicBezTo>
                    <a:cubicBezTo>
                      <a:pt x="161" y="95"/>
                      <a:pt x="161" y="95"/>
                      <a:pt x="161" y="95"/>
                    </a:cubicBezTo>
                    <a:cubicBezTo>
                      <a:pt x="161" y="95"/>
                      <a:pt x="161" y="95"/>
                      <a:pt x="161" y="95"/>
                    </a:cubicBezTo>
                    <a:cubicBezTo>
                      <a:pt x="162" y="95"/>
                      <a:pt x="162" y="96"/>
                      <a:pt x="162" y="96"/>
                    </a:cubicBezTo>
                    <a:cubicBezTo>
                      <a:pt x="162" y="96"/>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2" y="95"/>
                      <a:pt x="162" y="95"/>
                    </a:cubicBezTo>
                    <a:cubicBezTo>
                      <a:pt x="162" y="95"/>
                      <a:pt x="163" y="95"/>
                      <a:pt x="163" y="95"/>
                    </a:cubicBezTo>
                    <a:cubicBezTo>
                      <a:pt x="163" y="95"/>
                      <a:pt x="163" y="95"/>
                      <a:pt x="163" y="95"/>
                    </a:cubicBezTo>
                    <a:cubicBezTo>
                      <a:pt x="163" y="94"/>
                      <a:pt x="163" y="94"/>
                      <a:pt x="163" y="94"/>
                    </a:cubicBezTo>
                    <a:cubicBezTo>
                      <a:pt x="163" y="94"/>
                      <a:pt x="163" y="94"/>
                      <a:pt x="163" y="94"/>
                    </a:cubicBezTo>
                    <a:cubicBezTo>
                      <a:pt x="163" y="94"/>
                      <a:pt x="163" y="94"/>
                      <a:pt x="163" y="94"/>
                    </a:cubicBezTo>
                    <a:cubicBezTo>
                      <a:pt x="163" y="94"/>
                      <a:pt x="163" y="94"/>
                      <a:pt x="163" y="94"/>
                    </a:cubicBezTo>
                    <a:cubicBezTo>
                      <a:pt x="163" y="94"/>
                      <a:pt x="163" y="94"/>
                      <a:pt x="163" y="94"/>
                    </a:cubicBezTo>
                    <a:cubicBezTo>
                      <a:pt x="163" y="94"/>
                      <a:pt x="163" y="94"/>
                      <a:pt x="163" y="94"/>
                    </a:cubicBezTo>
                    <a:cubicBezTo>
                      <a:pt x="163" y="94"/>
                      <a:pt x="163" y="94"/>
                      <a:pt x="163"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4" y="94"/>
                    </a:cubicBezTo>
                    <a:cubicBezTo>
                      <a:pt x="164" y="94"/>
                      <a:pt x="164" y="94"/>
                      <a:pt x="165" y="94"/>
                    </a:cubicBezTo>
                    <a:cubicBezTo>
                      <a:pt x="165" y="94"/>
                      <a:pt x="165" y="94"/>
                      <a:pt x="165" y="94"/>
                    </a:cubicBezTo>
                    <a:cubicBezTo>
                      <a:pt x="165" y="94"/>
                      <a:pt x="165" y="94"/>
                      <a:pt x="165" y="94"/>
                    </a:cubicBezTo>
                    <a:cubicBezTo>
                      <a:pt x="165" y="94"/>
                      <a:pt x="165" y="94"/>
                      <a:pt x="165" y="94"/>
                    </a:cubicBezTo>
                    <a:cubicBezTo>
                      <a:pt x="165" y="94"/>
                      <a:pt x="165" y="94"/>
                      <a:pt x="165" y="94"/>
                    </a:cubicBezTo>
                    <a:cubicBezTo>
                      <a:pt x="165" y="94"/>
                      <a:pt x="165" y="94"/>
                      <a:pt x="165" y="94"/>
                    </a:cubicBezTo>
                    <a:cubicBezTo>
                      <a:pt x="165" y="94"/>
                      <a:pt x="165" y="94"/>
                      <a:pt x="165" y="94"/>
                    </a:cubicBezTo>
                    <a:cubicBezTo>
                      <a:pt x="165" y="94"/>
                      <a:pt x="165" y="94"/>
                      <a:pt x="165" y="94"/>
                    </a:cubicBezTo>
                    <a:cubicBezTo>
                      <a:pt x="165" y="94"/>
                      <a:pt x="165" y="94"/>
                      <a:pt x="165" y="94"/>
                    </a:cubicBezTo>
                    <a:cubicBezTo>
                      <a:pt x="165" y="94"/>
                      <a:pt x="166" y="94"/>
                      <a:pt x="166" y="94"/>
                    </a:cubicBezTo>
                    <a:cubicBezTo>
                      <a:pt x="166" y="94"/>
                      <a:pt x="166" y="94"/>
                      <a:pt x="166" y="94"/>
                    </a:cubicBezTo>
                    <a:cubicBezTo>
                      <a:pt x="166" y="94"/>
                      <a:pt x="166" y="94"/>
                      <a:pt x="166" y="94"/>
                    </a:cubicBezTo>
                    <a:cubicBezTo>
                      <a:pt x="166" y="94"/>
                      <a:pt x="166" y="94"/>
                      <a:pt x="166" y="94"/>
                    </a:cubicBezTo>
                    <a:cubicBezTo>
                      <a:pt x="166" y="93"/>
                      <a:pt x="166" y="93"/>
                      <a:pt x="166" y="93"/>
                    </a:cubicBezTo>
                    <a:cubicBezTo>
                      <a:pt x="166" y="93"/>
                      <a:pt x="166" y="93"/>
                      <a:pt x="166" y="93"/>
                    </a:cubicBezTo>
                    <a:cubicBezTo>
                      <a:pt x="166" y="93"/>
                      <a:pt x="166" y="93"/>
                      <a:pt x="166" y="93"/>
                    </a:cubicBezTo>
                    <a:cubicBezTo>
                      <a:pt x="166" y="93"/>
                      <a:pt x="166" y="93"/>
                      <a:pt x="166" y="93"/>
                    </a:cubicBezTo>
                    <a:cubicBezTo>
                      <a:pt x="166" y="93"/>
                      <a:pt x="166" y="93"/>
                      <a:pt x="166" y="93"/>
                    </a:cubicBezTo>
                    <a:cubicBezTo>
                      <a:pt x="166" y="93"/>
                      <a:pt x="166" y="93"/>
                      <a:pt x="166" y="93"/>
                    </a:cubicBezTo>
                    <a:cubicBezTo>
                      <a:pt x="166" y="93"/>
                      <a:pt x="166" y="93"/>
                      <a:pt x="166" y="93"/>
                    </a:cubicBezTo>
                    <a:cubicBezTo>
                      <a:pt x="166" y="93"/>
                      <a:pt x="166" y="93"/>
                      <a:pt x="166" y="93"/>
                    </a:cubicBezTo>
                    <a:cubicBezTo>
                      <a:pt x="166" y="93"/>
                      <a:pt x="166" y="93"/>
                      <a:pt x="166" y="93"/>
                    </a:cubicBezTo>
                    <a:cubicBezTo>
                      <a:pt x="166"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7" y="92"/>
                      <a:pt x="167" y="92"/>
                      <a:pt x="167" y="92"/>
                    </a:cubicBezTo>
                    <a:cubicBezTo>
                      <a:pt x="168" y="92"/>
                      <a:pt x="168" y="91"/>
                      <a:pt x="168" y="91"/>
                    </a:cubicBezTo>
                    <a:cubicBezTo>
                      <a:pt x="168" y="91"/>
                      <a:pt x="168" y="91"/>
                      <a:pt x="168" y="91"/>
                    </a:cubicBezTo>
                    <a:cubicBezTo>
                      <a:pt x="168" y="91"/>
                      <a:pt x="168" y="91"/>
                      <a:pt x="168" y="91"/>
                    </a:cubicBezTo>
                    <a:cubicBezTo>
                      <a:pt x="168" y="91"/>
                      <a:pt x="168" y="91"/>
                      <a:pt x="168" y="91"/>
                    </a:cubicBezTo>
                    <a:cubicBezTo>
                      <a:pt x="168" y="91"/>
                      <a:pt x="167" y="91"/>
                      <a:pt x="167" y="91"/>
                    </a:cubicBezTo>
                    <a:cubicBezTo>
                      <a:pt x="167" y="91"/>
                      <a:pt x="167" y="91"/>
                      <a:pt x="167" y="91"/>
                    </a:cubicBezTo>
                    <a:cubicBezTo>
                      <a:pt x="167" y="91"/>
                      <a:pt x="167" y="91"/>
                      <a:pt x="167" y="91"/>
                    </a:cubicBezTo>
                    <a:cubicBezTo>
                      <a:pt x="167" y="91"/>
                      <a:pt x="167" y="91"/>
                      <a:pt x="167" y="91"/>
                    </a:cubicBezTo>
                    <a:cubicBezTo>
                      <a:pt x="167" y="91"/>
                      <a:pt x="168" y="91"/>
                      <a:pt x="168" y="90"/>
                    </a:cubicBezTo>
                    <a:cubicBezTo>
                      <a:pt x="168" y="90"/>
                      <a:pt x="168" y="90"/>
                      <a:pt x="168" y="90"/>
                    </a:cubicBezTo>
                    <a:cubicBezTo>
                      <a:pt x="168" y="90"/>
                      <a:pt x="168" y="90"/>
                      <a:pt x="168" y="90"/>
                    </a:cubicBezTo>
                    <a:cubicBezTo>
                      <a:pt x="168" y="90"/>
                      <a:pt x="168" y="90"/>
                      <a:pt x="168" y="90"/>
                    </a:cubicBezTo>
                    <a:cubicBezTo>
                      <a:pt x="168" y="90"/>
                      <a:pt x="168" y="90"/>
                      <a:pt x="168" y="91"/>
                    </a:cubicBezTo>
                    <a:cubicBezTo>
                      <a:pt x="168" y="91"/>
                      <a:pt x="168" y="91"/>
                      <a:pt x="168" y="91"/>
                    </a:cubicBezTo>
                    <a:cubicBezTo>
                      <a:pt x="168" y="91"/>
                      <a:pt x="168" y="91"/>
                      <a:pt x="168" y="91"/>
                    </a:cubicBezTo>
                    <a:cubicBezTo>
                      <a:pt x="168" y="90"/>
                      <a:pt x="168" y="90"/>
                      <a:pt x="168" y="90"/>
                    </a:cubicBezTo>
                    <a:cubicBezTo>
                      <a:pt x="168" y="90"/>
                      <a:pt x="168" y="90"/>
                      <a:pt x="168" y="90"/>
                    </a:cubicBezTo>
                    <a:cubicBezTo>
                      <a:pt x="168" y="90"/>
                      <a:pt x="168" y="90"/>
                      <a:pt x="168" y="90"/>
                    </a:cubicBezTo>
                    <a:cubicBezTo>
                      <a:pt x="168" y="90"/>
                      <a:pt x="168" y="90"/>
                      <a:pt x="168" y="90"/>
                    </a:cubicBezTo>
                    <a:cubicBezTo>
                      <a:pt x="168" y="90"/>
                      <a:pt x="168" y="90"/>
                      <a:pt x="168" y="90"/>
                    </a:cubicBezTo>
                    <a:cubicBezTo>
                      <a:pt x="168" y="90"/>
                      <a:pt x="168" y="90"/>
                      <a:pt x="168" y="90"/>
                    </a:cubicBezTo>
                    <a:cubicBezTo>
                      <a:pt x="168" y="90"/>
                      <a:pt x="168" y="90"/>
                      <a:pt x="168" y="90"/>
                    </a:cubicBezTo>
                    <a:cubicBezTo>
                      <a:pt x="168" y="90"/>
                      <a:pt x="168" y="90"/>
                      <a:pt x="168" y="90"/>
                    </a:cubicBezTo>
                    <a:cubicBezTo>
                      <a:pt x="168" y="90"/>
                      <a:pt x="168" y="90"/>
                      <a:pt x="168" y="90"/>
                    </a:cubicBezTo>
                    <a:cubicBezTo>
                      <a:pt x="169" y="90"/>
                      <a:pt x="169" y="90"/>
                      <a:pt x="169" y="90"/>
                    </a:cubicBezTo>
                    <a:cubicBezTo>
                      <a:pt x="169" y="90"/>
                      <a:pt x="169" y="90"/>
                      <a:pt x="169" y="90"/>
                    </a:cubicBezTo>
                    <a:cubicBezTo>
                      <a:pt x="169" y="90"/>
                      <a:pt x="169" y="90"/>
                      <a:pt x="169" y="90"/>
                    </a:cubicBezTo>
                    <a:cubicBezTo>
                      <a:pt x="169" y="90"/>
                      <a:pt x="169" y="90"/>
                      <a:pt x="169" y="90"/>
                    </a:cubicBezTo>
                    <a:cubicBezTo>
                      <a:pt x="169" y="90"/>
                      <a:pt x="169" y="90"/>
                      <a:pt x="169" y="90"/>
                    </a:cubicBezTo>
                    <a:cubicBezTo>
                      <a:pt x="169" y="90"/>
                      <a:pt x="169" y="90"/>
                      <a:pt x="168" y="90"/>
                    </a:cubicBezTo>
                    <a:cubicBezTo>
                      <a:pt x="168" y="90"/>
                      <a:pt x="168" y="90"/>
                      <a:pt x="168" y="90"/>
                    </a:cubicBezTo>
                    <a:cubicBezTo>
                      <a:pt x="168" y="90"/>
                      <a:pt x="168" y="90"/>
                      <a:pt x="168" y="90"/>
                    </a:cubicBezTo>
                    <a:cubicBezTo>
                      <a:pt x="168" y="90"/>
                      <a:pt x="168" y="90"/>
                      <a:pt x="168" y="90"/>
                    </a:cubicBezTo>
                    <a:cubicBezTo>
                      <a:pt x="169" y="90"/>
                      <a:pt x="169" y="90"/>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9"/>
                    </a:cubicBezTo>
                    <a:cubicBezTo>
                      <a:pt x="169" y="89"/>
                      <a:pt x="169" y="89"/>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8"/>
                      <a:pt x="169" y="88"/>
                      <a:pt x="169" y="88"/>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7"/>
                      <a:pt x="169" y="87"/>
                      <a:pt x="169" y="87"/>
                    </a:cubicBezTo>
                    <a:cubicBezTo>
                      <a:pt x="169" y="86"/>
                      <a:pt x="169" y="86"/>
                      <a:pt x="169" y="86"/>
                    </a:cubicBezTo>
                    <a:cubicBezTo>
                      <a:pt x="169" y="86"/>
                      <a:pt x="169" y="86"/>
                      <a:pt x="169" y="86"/>
                    </a:cubicBezTo>
                    <a:cubicBezTo>
                      <a:pt x="169" y="86"/>
                      <a:pt x="169" y="86"/>
                      <a:pt x="169" y="86"/>
                    </a:cubicBezTo>
                    <a:cubicBezTo>
                      <a:pt x="169" y="86"/>
                      <a:pt x="169" y="86"/>
                      <a:pt x="169" y="86"/>
                    </a:cubicBezTo>
                    <a:cubicBezTo>
                      <a:pt x="169" y="86"/>
                      <a:pt x="170" y="86"/>
                      <a:pt x="170" y="86"/>
                    </a:cubicBezTo>
                    <a:cubicBezTo>
                      <a:pt x="170" y="86"/>
                      <a:pt x="170" y="86"/>
                      <a:pt x="170" y="86"/>
                    </a:cubicBezTo>
                    <a:cubicBezTo>
                      <a:pt x="170" y="86"/>
                      <a:pt x="170" y="86"/>
                      <a:pt x="170" y="86"/>
                    </a:cubicBezTo>
                    <a:cubicBezTo>
                      <a:pt x="170" y="86"/>
                      <a:pt x="170" y="86"/>
                      <a:pt x="170" y="86"/>
                    </a:cubicBezTo>
                    <a:cubicBezTo>
                      <a:pt x="170" y="86"/>
                      <a:pt x="170" y="86"/>
                      <a:pt x="170" y="86"/>
                    </a:cubicBezTo>
                    <a:cubicBezTo>
                      <a:pt x="170" y="86"/>
                      <a:pt x="170" y="86"/>
                      <a:pt x="170" y="86"/>
                    </a:cubicBezTo>
                    <a:cubicBezTo>
                      <a:pt x="170" y="86"/>
                      <a:pt x="169" y="86"/>
                      <a:pt x="169" y="86"/>
                    </a:cubicBezTo>
                    <a:cubicBezTo>
                      <a:pt x="169" y="86"/>
                      <a:pt x="169" y="86"/>
                      <a:pt x="170" y="85"/>
                    </a:cubicBezTo>
                    <a:cubicBezTo>
                      <a:pt x="170" y="85"/>
                      <a:pt x="170" y="85"/>
                      <a:pt x="170" y="85"/>
                    </a:cubicBezTo>
                    <a:cubicBezTo>
                      <a:pt x="170" y="85"/>
                      <a:pt x="170" y="85"/>
                      <a:pt x="170" y="85"/>
                    </a:cubicBezTo>
                    <a:cubicBezTo>
                      <a:pt x="170" y="85"/>
                      <a:pt x="170" y="85"/>
                      <a:pt x="170" y="85"/>
                    </a:cubicBezTo>
                    <a:cubicBezTo>
                      <a:pt x="170" y="85"/>
                      <a:pt x="170" y="85"/>
                      <a:pt x="170" y="85"/>
                    </a:cubicBezTo>
                    <a:cubicBezTo>
                      <a:pt x="170" y="85"/>
                      <a:pt x="170" y="85"/>
                      <a:pt x="170" y="84"/>
                    </a:cubicBezTo>
                    <a:cubicBezTo>
                      <a:pt x="170" y="84"/>
                      <a:pt x="170" y="84"/>
                      <a:pt x="170" y="84"/>
                    </a:cubicBezTo>
                    <a:cubicBezTo>
                      <a:pt x="170" y="84"/>
                      <a:pt x="170" y="84"/>
                      <a:pt x="170" y="84"/>
                    </a:cubicBezTo>
                    <a:cubicBezTo>
                      <a:pt x="170" y="84"/>
                      <a:pt x="170" y="84"/>
                      <a:pt x="170" y="84"/>
                    </a:cubicBezTo>
                    <a:cubicBezTo>
                      <a:pt x="170" y="84"/>
                      <a:pt x="170" y="84"/>
                      <a:pt x="170" y="84"/>
                    </a:cubicBezTo>
                    <a:cubicBezTo>
                      <a:pt x="170" y="84"/>
                      <a:pt x="170" y="85"/>
                      <a:pt x="170" y="85"/>
                    </a:cubicBezTo>
                    <a:cubicBezTo>
                      <a:pt x="170" y="85"/>
                      <a:pt x="170" y="84"/>
                      <a:pt x="170" y="84"/>
                    </a:cubicBezTo>
                    <a:cubicBezTo>
                      <a:pt x="170" y="84"/>
                      <a:pt x="170" y="84"/>
                      <a:pt x="170" y="84"/>
                    </a:cubicBezTo>
                    <a:cubicBezTo>
                      <a:pt x="170" y="84"/>
                      <a:pt x="170" y="84"/>
                      <a:pt x="170" y="84"/>
                    </a:cubicBezTo>
                    <a:cubicBezTo>
                      <a:pt x="170" y="84"/>
                      <a:pt x="170" y="84"/>
                      <a:pt x="170" y="84"/>
                    </a:cubicBezTo>
                    <a:cubicBezTo>
                      <a:pt x="170" y="84"/>
                      <a:pt x="170" y="84"/>
                      <a:pt x="170" y="84"/>
                    </a:cubicBezTo>
                    <a:cubicBezTo>
                      <a:pt x="170" y="84"/>
                      <a:pt x="170" y="84"/>
                      <a:pt x="170" y="84"/>
                    </a:cubicBezTo>
                    <a:cubicBezTo>
                      <a:pt x="170" y="84"/>
                      <a:pt x="170" y="84"/>
                      <a:pt x="170" y="84"/>
                    </a:cubicBezTo>
                    <a:cubicBezTo>
                      <a:pt x="170" y="84"/>
                      <a:pt x="170" y="84"/>
                      <a:pt x="170" y="84"/>
                    </a:cubicBezTo>
                    <a:cubicBezTo>
                      <a:pt x="170" y="83"/>
                      <a:pt x="170" y="83"/>
                      <a:pt x="170" y="83"/>
                    </a:cubicBezTo>
                    <a:cubicBezTo>
                      <a:pt x="170" y="83"/>
                      <a:pt x="170" y="83"/>
                      <a:pt x="170" y="83"/>
                    </a:cubicBezTo>
                    <a:cubicBezTo>
                      <a:pt x="170" y="83"/>
                      <a:pt x="170" y="83"/>
                      <a:pt x="170" y="83"/>
                    </a:cubicBezTo>
                    <a:cubicBezTo>
                      <a:pt x="170" y="83"/>
                      <a:pt x="170" y="83"/>
                      <a:pt x="170" y="83"/>
                    </a:cubicBezTo>
                    <a:cubicBezTo>
                      <a:pt x="170" y="83"/>
                      <a:pt x="170" y="83"/>
                      <a:pt x="170" y="83"/>
                    </a:cubicBezTo>
                    <a:cubicBezTo>
                      <a:pt x="170" y="83"/>
                      <a:pt x="170" y="83"/>
                      <a:pt x="170" y="83"/>
                    </a:cubicBezTo>
                    <a:cubicBezTo>
                      <a:pt x="170" y="83"/>
                      <a:pt x="170" y="83"/>
                      <a:pt x="170" y="83"/>
                    </a:cubicBezTo>
                    <a:cubicBezTo>
                      <a:pt x="170" y="82"/>
                      <a:pt x="170" y="82"/>
                      <a:pt x="170" y="82"/>
                    </a:cubicBezTo>
                    <a:cubicBezTo>
                      <a:pt x="170" y="82"/>
                      <a:pt x="170" y="82"/>
                      <a:pt x="170" y="83"/>
                    </a:cubicBezTo>
                    <a:cubicBezTo>
                      <a:pt x="170" y="83"/>
                      <a:pt x="170" y="83"/>
                      <a:pt x="170" y="83"/>
                    </a:cubicBezTo>
                    <a:cubicBezTo>
                      <a:pt x="170" y="83"/>
                      <a:pt x="170" y="83"/>
                      <a:pt x="170" y="83"/>
                    </a:cubicBezTo>
                    <a:cubicBezTo>
                      <a:pt x="170" y="83"/>
                      <a:pt x="170" y="83"/>
                      <a:pt x="170" y="83"/>
                    </a:cubicBezTo>
                    <a:cubicBezTo>
                      <a:pt x="170" y="83"/>
                      <a:pt x="170" y="82"/>
                      <a:pt x="170" y="82"/>
                    </a:cubicBezTo>
                    <a:cubicBezTo>
                      <a:pt x="170" y="82"/>
                      <a:pt x="170" y="82"/>
                      <a:pt x="170" y="82"/>
                    </a:cubicBezTo>
                    <a:cubicBezTo>
                      <a:pt x="170" y="82"/>
                      <a:pt x="170" y="82"/>
                      <a:pt x="170" y="82"/>
                    </a:cubicBezTo>
                    <a:cubicBezTo>
                      <a:pt x="170" y="82"/>
                      <a:pt x="170" y="82"/>
                      <a:pt x="170" y="82"/>
                    </a:cubicBezTo>
                    <a:cubicBezTo>
                      <a:pt x="170" y="82"/>
                      <a:pt x="170" y="81"/>
                      <a:pt x="170" y="81"/>
                    </a:cubicBezTo>
                    <a:cubicBezTo>
                      <a:pt x="170" y="81"/>
                      <a:pt x="170" y="81"/>
                      <a:pt x="170" y="81"/>
                    </a:cubicBezTo>
                    <a:cubicBezTo>
                      <a:pt x="169" y="81"/>
                      <a:pt x="169" y="81"/>
                      <a:pt x="169" y="81"/>
                    </a:cubicBezTo>
                    <a:cubicBezTo>
                      <a:pt x="169" y="81"/>
                      <a:pt x="169" y="81"/>
                      <a:pt x="169" y="81"/>
                    </a:cubicBezTo>
                    <a:cubicBezTo>
                      <a:pt x="169" y="81"/>
                      <a:pt x="169" y="81"/>
                      <a:pt x="169" y="81"/>
                    </a:cubicBezTo>
                    <a:cubicBezTo>
                      <a:pt x="169" y="81"/>
                      <a:pt x="168" y="81"/>
                      <a:pt x="168" y="81"/>
                    </a:cubicBezTo>
                    <a:cubicBezTo>
                      <a:pt x="168" y="81"/>
                      <a:pt x="168" y="81"/>
                      <a:pt x="168" y="81"/>
                    </a:cubicBezTo>
                    <a:cubicBezTo>
                      <a:pt x="168" y="81"/>
                      <a:pt x="168" y="81"/>
                      <a:pt x="168" y="81"/>
                    </a:cubicBezTo>
                    <a:cubicBezTo>
                      <a:pt x="168" y="81"/>
                      <a:pt x="168" y="81"/>
                      <a:pt x="168" y="81"/>
                    </a:cubicBezTo>
                    <a:cubicBezTo>
                      <a:pt x="168" y="81"/>
                      <a:pt x="168" y="81"/>
                      <a:pt x="168" y="81"/>
                    </a:cubicBezTo>
                    <a:cubicBezTo>
                      <a:pt x="168" y="81"/>
                      <a:pt x="168" y="81"/>
                      <a:pt x="168" y="81"/>
                    </a:cubicBezTo>
                    <a:cubicBezTo>
                      <a:pt x="168" y="81"/>
                      <a:pt x="168" y="81"/>
                      <a:pt x="168" y="81"/>
                    </a:cubicBezTo>
                    <a:cubicBezTo>
                      <a:pt x="168" y="81"/>
                      <a:pt x="168" y="81"/>
                      <a:pt x="168" y="81"/>
                    </a:cubicBezTo>
                    <a:cubicBezTo>
                      <a:pt x="168" y="81"/>
                      <a:pt x="168" y="81"/>
                      <a:pt x="168" y="81"/>
                    </a:cubicBezTo>
                    <a:cubicBezTo>
                      <a:pt x="168" y="81"/>
                      <a:pt x="168" y="81"/>
                      <a:pt x="168" y="81"/>
                    </a:cubicBezTo>
                    <a:cubicBezTo>
                      <a:pt x="169" y="81"/>
                      <a:pt x="169" y="81"/>
                      <a:pt x="169" y="81"/>
                    </a:cubicBezTo>
                    <a:cubicBezTo>
                      <a:pt x="169" y="81"/>
                      <a:pt x="169" y="81"/>
                      <a:pt x="169" y="81"/>
                    </a:cubicBezTo>
                    <a:cubicBezTo>
                      <a:pt x="169" y="81"/>
                      <a:pt x="169" y="80"/>
                      <a:pt x="169" y="80"/>
                    </a:cubicBezTo>
                    <a:cubicBezTo>
                      <a:pt x="169" y="80"/>
                      <a:pt x="169" y="80"/>
                      <a:pt x="169" y="80"/>
                    </a:cubicBezTo>
                    <a:cubicBezTo>
                      <a:pt x="169" y="80"/>
                      <a:pt x="169" y="80"/>
                      <a:pt x="169" y="80"/>
                    </a:cubicBezTo>
                    <a:cubicBezTo>
                      <a:pt x="169" y="80"/>
                      <a:pt x="169" y="80"/>
                      <a:pt x="169" y="80"/>
                    </a:cubicBezTo>
                    <a:cubicBezTo>
                      <a:pt x="169" y="80"/>
                      <a:pt x="169" y="80"/>
                      <a:pt x="169" y="80"/>
                    </a:cubicBezTo>
                    <a:cubicBezTo>
                      <a:pt x="169" y="80"/>
                      <a:pt x="169" y="80"/>
                      <a:pt x="169" y="80"/>
                    </a:cubicBezTo>
                    <a:cubicBezTo>
                      <a:pt x="169" y="80"/>
                      <a:pt x="169" y="80"/>
                      <a:pt x="169" y="80"/>
                    </a:cubicBezTo>
                    <a:cubicBezTo>
                      <a:pt x="170" y="80"/>
                      <a:pt x="170" y="80"/>
                      <a:pt x="170" y="80"/>
                    </a:cubicBezTo>
                    <a:cubicBezTo>
                      <a:pt x="170" y="80"/>
                      <a:pt x="170" y="80"/>
                      <a:pt x="169" y="80"/>
                    </a:cubicBezTo>
                    <a:cubicBezTo>
                      <a:pt x="169" y="80"/>
                      <a:pt x="169" y="80"/>
                      <a:pt x="169" y="80"/>
                    </a:cubicBezTo>
                    <a:cubicBezTo>
                      <a:pt x="169" y="80"/>
                      <a:pt x="169" y="80"/>
                      <a:pt x="169" y="80"/>
                    </a:cubicBezTo>
                    <a:cubicBezTo>
                      <a:pt x="169" y="79"/>
                      <a:pt x="169" y="79"/>
                      <a:pt x="169" y="79"/>
                    </a:cubicBezTo>
                    <a:cubicBezTo>
                      <a:pt x="169" y="79"/>
                      <a:pt x="169" y="79"/>
                      <a:pt x="169" y="79"/>
                    </a:cubicBezTo>
                    <a:cubicBezTo>
                      <a:pt x="168" y="79"/>
                      <a:pt x="168" y="79"/>
                      <a:pt x="168" y="79"/>
                    </a:cubicBezTo>
                    <a:cubicBezTo>
                      <a:pt x="168" y="79"/>
                      <a:pt x="168" y="79"/>
                      <a:pt x="168" y="79"/>
                    </a:cubicBezTo>
                    <a:cubicBezTo>
                      <a:pt x="168" y="79"/>
                      <a:pt x="168" y="78"/>
                      <a:pt x="168" y="78"/>
                    </a:cubicBezTo>
                    <a:cubicBezTo>
                      <a:pt x="168" y="78"/>
                      <a:pt x="168" y="78"/>
                      <a:pt x="168" y="78"/>
                    </a:cubicBezTo>
                    <a:cubicBezTo>
                      <a:pt x="168" y="78"/>
                      <a:pt x="168" y="78"/>
                      <a:pt x="168" y="78"/>
                    </a:cubicBezTo>
                    <a:cubicBezTo>
                      <a:pt x="167" y="78"/>
                      <a:pt x="167" y="78"/>
                      <a:pt x="167" y="78"/>
                    </a:cubicBezTo>
                    <a:cubicBezTo>
                      <a:pt x="167" y="78"/>
                      <a:pt x="167" y="78"/>
                      <a:pt x="167" y="78"/>
                    </a:cubicBezTo>
                    <a:cubicBezTo>
                      <a:pt x="167" y="78"/>
                      <a:pt x="167" y="78"/>
                      <a:pt x="167" y="78"/>
                    </a:cubicBezTo>
                    <a:cubicBezTo>
                      <a:pt x="167" y="78"/>
                      <a:pt x="167" y="78"/>
                      <a:pt x="167" y="78"/>
                    </a:cubicBezTo>
                    <a:cubicBezTo>
                      <a:pt x="166" y="78"/>
                      <a:pt x="166" y="78"/>
                      <a:pt x="166" y="78"/>
                    </a:cubicBezTo>
                    <a:cubicBezTo>
                      <a:pt x="166" y="78"/>
                      <a:pt x="166" y="78"/>
                      <a:pt x="166" y="78"/>
                    </a:cubicBezTo>
                    <a:cubicBezTo>
                      <a:pt x="166" y="78"/>
                      <a:pt x="167" y="78"/>
                      <a:pt x="167" y="78"/>
                    </a:cubicBezTo>
                    <a:cubicBezTo>
                      <a:pt x="167" y="78"/>
                      <a:pt x="167" y="78"/>
                      <a:pt x="167" y="78"/>
                    </a:cubicBezTo>
                    <a:cubicBezTo>
                      <a:pt x="167" y="78"/>
                      <a:pt x="167" y="78"/>
                      <a:pt x="167" y="78"/>
                    </a:cubicBezTo>
                    <a:cubicBezTo>
                      <a:pt x="167" y="78"/>
                      <a:pt x="167" y="78"/>
                      <a:pt x="167" y="78"/>
                    </a:cubicBezTo>
                    <a:cubicBezTo>
                      <a:pt x="167" y="78"/>
                      <a:pt x="167" y="78"/>
                      <a:pt x="168" y="78"/>
                    </a:cubicBezTo>
                    <a:cubicBezTo>
                      <a:pt x="168" y="78"/>
                      <a:pt x="168" y="78"/>
                      <a:pt x="168" y="78"/>
                    </a:cubicBezTo>
                    <a:cubicBezTo>
                      <a:pt x="168" y="78"/>
                      <a:pt x="168" y="78"/>
                      <a:pt x="168" y="78"/>
                    </a:cubicBezTo>
                    <a:cubicBezTo>
                      <a:pt x="168" y="78"/>
                      <a:pt x="168" y="78"/>
                      <a:pt x="168" y="78"/>
                    </a:cubicBezTo>
                    <a:cubicBezTo>
                      <a:pt x="168" y="78"/>
                      <a:pt x="168" y="78"/>
                      <a:pt x="168" y="78"/>
                    </a:cubicBezTo>
                    <a:cubicBezTo>
                      <a:pt x="168" y="78"/>
                      <a:pt x="168" y="78"/>
                      <a:pt x="169" y="78"/>
                    </a:cubicBezTo>
                    <a:cubicBezTo>
                      <a:pt x="169" y="78"/>
                      <a:pt x="169" y="78"/>
                      <a:pt x="169" y="78"/>
                    </a:cubicBezTo>
                    <a:cubicBezTo>
                      <a:pt x="169" y="78"/>
                      <a:pt x="169" y="78"/>
                      <a:pt x="169" y="78"/>
                    </a:cubicBezTo>
                    <a:cubicBezTo>
                      <a:pt x="169" y="78"/>
                      <a:pt x="169" y="78"/>
                      <a:pt x="169" y="78"/>
                    </a:cubicBezTo>
                    <a:cubicBezTo>
                      <a:pt x="169" y="78"/>
                      <a:pt x="169" y="79"/>
                      <a:pt x="169" y="79"/>
                    </a:cubicBezTo>
                    <a:cubicBezTo>
                      <a:pt x="169" y="79"/>
                      <a:pt x="169" y="79"/>
                      <a:pt x="169" y="79"/>
                    </a:cubicBezTo>
                    <a:cubicBezTo>
                      <a:pt x="169" y="79"/>
                      <a:pt x="169" y="79"/>
                      <a:pt x="169" y="79"/>
                    </a:cubicBezTo>
                    <a:cubicBezTo>
                      <a:pt x="169" y="79"/>
                      <a:pt x="169" y="78"/>
                      <a:pt x="169" y="78"/>
                    </a:cubicBezTo>
                    <a:cubicBezTo>
                      <a:pt x="169" y="78"/>
                      <a:pt x="169" y="78"/>
                      <a:pt x="169" y="78"/>
                    </a:cubicBezTo>
                    <a:cubicBezTo>
                      <a:pt x="169" y="78"/>
                      <a:pt x="169" y="78"/>
                      <a:pt x="169" y="78"/>
                    </a:cubicBezTo>
                    <a:cubicBezTo>
                      <a:pt x="169" y="78"/>
                      <a:pt x="169" y="78"/>
                      <a:pt x="169" y="78"/>
                    </a:cubicBezTo>
                    <a:cubicBezTo>
                      <a:pt x="169" y="78"/>
                      <a:pt x="168" y="78"/>
                      <a:pt x="168" y="78"/>
                    </a:cubicBezTo>
                    <a:cubicBezTo>
                      <a:pt x="168" y="78"/>
                      <a:pt x="168" y="78"/>
                      <a:pt x="168" y="77"/>
                    </a:cubicBezTo>
                    <a:cubicBezTo>
                      <a:pt x="168" y="77"/>
                      <a:pt x="168" y="77"/>
                      <a:pt x="168" y="77"/>
                    </a:cubicBezTo>
                    <a:cubicBezTo>
                      <a:pt x="168" y="77"/>
                      <a:pt x="168" y="77"/>
                      <a:pt x="168" y="77"/>
                    </a:cubicBezTo>
                    <a:cubicBezTo>
                      <a:pt x="168" y="77"/>
                      <a:pt x="168" y="77"/>
                      <a:pt x="168" y="77"/>
                    </a:cubicBezTo>
                    <a:cubicBezTo>
                      <a:pt x="168" y="77"/>
                      <a:pt x="168" y="77"/>
                      <a:pt x="168" y="77"/>
                    </a:cubicBezTo>
                    <a:cubicBezTo>
                      <a:pt x="168" y="77"/>
                      <a:pt x="168" y="77"/>
                      <a:pt x="168" y="77"/>
                    </a:cubicBezTo>
                    <a:cubicBezTo>
                      <a:pt x="168" y="77"/>
                      <a:pt x="168" y="77"/>
                      <a:pt x="168" y="77"/>
                    </a:cubicBezTo>
                    <a:cubicBezTo>
                      <a:pt x="168" y="76"/>
                      <a:pt x="167" y="76"/>
                      <a:pt x="167" y="76"/>
                    </a:cubicBezTo>
                    <a:cubicBezTo>
                      <a:pt x="167" y="76"/>
                      <a:pt x="167" y="76"/>
                      <a:pt x="167" y="76"/>
                    </a:cubicBezTo>
                    <a:cubicBezTo>
                      <a:pt x="167" y="76"/>
                      <a:pt x="167" y="76"/>
                      <a:pt x="167" y="76"/>
                    </a:cubicBezTo>
                    <a:cubicBezTo>
                      <a:pt x="167" y="76"/>
                      <a:pt x="167" y="76"/>
                      <a:pt x="167" y="76"/>
                    </a:cubicBezTo>
                    <a:cubicBezTo>
                      <a:pt x="167" y="76"/>
                      <a:pt x="167" y="76"/>
                      <a:pt x="167" y="76"/>
                    </a:cubicBezTo>
                    <a:cubicBezTo>
                      <a:pt x="167" y="76"/>
                      <a:pt x="167" y="76"/>
                      <a:pt x="167" y="75"/>
                    </a:cubicBezTo>
                    <a:cubicBezTo>
                      <a:pt x="167" y="75"/>
                      <a:pt x="167" y="75"/>
                      <a:pt x="166" y="75"/>
                    </a:cubicBezTo>
                    <a:cubicBezTo>
                      <a:pt x="166" y="75"/>
                      <a:pt x="166" y="75"/>
                      <a:pt x="166" y="75"/>
                    </a:cubicBezTo>
                    <a:cubicBezTo>
                      <a:pt x="166" y="75"/>
                      <a:pt x="166" y="75"/>
                      <a:pt x="166" y="75"/>
                    </a:cubicBezTo>
                    <a:cubicBezTo>
                      <a:pt x="166" y="75"/>
                      <a:pt x="166" y="75"/>
                      <a:pt x="166" y="75"/>
                    </a:cubicBezTo>
                    <a:cubicBezTo>
                      <a:pt x="166" y="74"/>
                      <a:pt x="166" y="74"/>
                      <a:pt x="165" y="74"/>
                    </a:cubicBezTo>
                    <a:cubicBezTo>
                      <a:pt x="165" y="74"/>
                      <a:pt x="165" y="74"/>
                      <a:pt x="165" y="74"/>
                    </a:cubicBezTo>
                    <a:cubicBezTo>
                      <a:pt x="165" y="74"/>
                      <a:pt x="165" y="74"/>
                      <a:pt x="165" y="74"/>
                    </a:cubicBezTo>
                    <a:cubicBezTo>
                      <a:pt x="165" y="74"/>
                      <a:pt x="165" y="74"/>
                      <a:pt x="165" y="74"/>
                    </a:cubicBezTo>
                    <a:cubicBezTo>
                      <a:pt x="165" y="74"/>
                      <a:pt x="165" y="74"/>
                      <a:pt x="165" y="74"/>
                    </a:cubicBezTo>
                    <a:cubicBezTo>
                      <a:pt x="165" y="74"/>
                      <a:pt x="165" y="74"/>
                      <a:pt x="165" y="74"/>
                    </a:cubicBezTo>
                    <a:cubicBezTo>
                      <a:pt x="165" y="74"/>
                      <a:pt x="165" y="74"/>
                      <a:pt x="165" y="73"/>
                    </a:cubicBezTo>
                    <a:cubicBezTo>
                      <a:pt x="165" y="73"/>
                      <a:pt x="165" y="73"/>
                      <a:pt x="165" y="73"/>
                    </a:cubicBezTo>
                    <a:cubicBezTo>
                      <a:pt x="165" y="73"/>
                      <a:pt x="165" y="73"/>
                      <a:pt x="165" y="73"/>
                    </a:cubicBezTo>
                    <a:cubicBezTo>
                      <a:pt x="165" y="73"/>
                      <a:pt x="165" y="73"/>
                      <a:pt x="165" y="73"/>
                    </a:cubicBezTo>
                    <a:cubicBezTo>
                      <a:pt x="165" y="73"/>
                      <a:pt x="165" y="73"/>
                      <a:pt x="165" y="73"/>
                    </a:cubicBezTo>
                    <a:cubicBezTo>
                      <a:pt x="165" y="73"/>
                      <a:pt x="165" y="73"/>
                      <a:pt x="165" y="73"/>
                    </a:cubicBezTo>
                    <a:cubicBezTo>
                      <a:pt x="165" y="73"/>
                      <a:pt x="165" y="73"/>
                      <a:pt x="165" y="73"/>
                    </a:cubicBezTo>
                    <a:cubicBezTo>
                      <a:pt x="165" y="73"/>
                      <a:pt x="165" y="73"/>
                      <a:pt x="165" y="73"/>
                    </a:cubicBezTo>
                    <a:cubicBezTo>
                      <a:pt x="165" y="73"/>
                      <a:pt x="165" y="73"/>
                      <a:pt x="165" y="73"/>
                    </a:cubicBezTo>
                    <a:cubicBezTo>
                      <a:pt x="165" y="73"/>
                      <a:pt x="165" y="73"/>
                      <a:pt x="165" y="73"/>
                    </a:cubicBezTo>
                    <a:cubicBezTo>
                      <a:pt x="165" y="73"/>
                      <a:pt x="165" y="73"/>
                      <a:pt x="165" y="73"/>
                    </a:cubicBezTo>
                    <a:cubicBezTo>
                      <a:pt x="165" y="72"/>
                      <a:pt x="165" y="72"/>
                      <a:pt x="165" y="72"/>
                    </a:cubicBezTo>
                    <a:cubicBezTo>
                      <a:pt x="165" y="72"/>
                      <a:pt x="165" y="72"/>
                      <a:pt x="165" y="72"/>
                    </a:cubicBezTo>
                    <a:cubicBezTo>
                      <a:pt x="165" y="72"/>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5" y="71"/>
                      <a:pt x="165" y="71"/>
                    </a:cubicBezTo>
                    <a:cubicBezTo>
                      <a:pt x="165" y="71"/>
                      <a:pt x="166" y="71"/>
                      <a:pt x="166" y="71"/>
                    </a:cubicBezTo>
                    <a:cubicBezTo>
                      <a:pt x="166" y="71"/>
                      <a:pt x="166" y="71"/>
                      <a:pt x="165" y="71"/>
                    </a:cubicBezTo>
                    <a:cubicBezTo>
                      <a:pt x="165" y="70"/>
                      <a:pt x="165" y="70"/>
                      <a:pt x="165" y="70"/>
                    </a:cubicBezTo>
                    <a:cubicBezTo>
                      <a:pt x="165" y="70"/>
                      <a:pt x="165" y="70"/>
                      <a:pt x="166" y="70"/>
                    </a:cubicBezTo>
                    <a:cubicBezTo>
                      <a:pt x="166" y="70"/>
                      <a:pt x="166" y="70"/>
                      <a:pt x="166" y="70"/>
                    </a:cubicBezTo>
                    <a:cubicBezTo>
                      <a:pt x="166" y="70"/>
                      <a:pt x="166" y="70"/>
                      <a:pt x="166" y="70"/>
                    </a:cubicBezTo>
                    <a:cubicBezTo>
                      <a:pt x="166" y="70"/>
                      <a:pt x="166" y="70"/>
                      <a:pt x="166" y="70"/>
                    </a:cubicBezTo>
                    <a:cubicBezTo>
                      <a:pt x="166" y="70"/>
                      <a:pt x="166" y="70"/>
                      <a:pt x="166" y="70"/>
                    </a:cubicBezTo>
                    <a:cubicBezTo>
                      <a:pt x="166" y="70"/>
                      <a:pt x="166" y="70"/>
                      <a:pt x="166" y="70"/>
                    </a:cubicBezTo>
                    <a:cubicBezTo>
                      <a:pt x="166" y="70"/>
                      <a:pt x="166" y="70"/>
                      <a:pt x="166" y="70"/>
                    </a:cubicBezTo>
                    <a:cubicBezTo>
                      <a:pt x="166" y="70"/>
                      <a:pt x="166" y="70"/>
                      <a:pt x="166" y="70"/>
                    </a:cubicBezTo>
                    <a:cubicBezTo>
                      <a:pt x="166" y="70"/>
                      <a:pt x="166" y="70"/>
                      <a:pt x="166" y="70"/>
                    </a:cubicBezTo>
                    <a:cubicBezTo>
                      <a:pt x="166" y="70"/>
                      <a:pt x="166" y="70"/>
                      <a:pt x="166" y="70"/>
                    </a:cubicBezTo>
                    <a:cubicBezTo>
                      <a:pt x="166" y="70"/>
                      <a:pt x="166" y="70"/>
                      <a:pt x="167" y="70"/>
                    </a:cubicBezTo>
                    <a:cubicBezTo>
                      <a:pt x="167" y="70"/>
                      <a:pt x="167" y="70"/>
                      <a:pt x="167" y="70"/>
                    </a:cubicBezTo>
                    <a:cubicBezTo>
                      <a:pt x="167" y="70"/>
                      <a:pt x="167" y="70"/>
                      <a:pt x="167" y="70"/>
                    </a:cubicBezTo>
                    <a:cubicBezTo>
                      <a:pt x="167" y="70"/>
                      <a:pt x="167" y="70"/>
                      <a:pt x="167" y="70"/>
                    </a:cubicBezTo>
                    <a:cubicBezTo>
                      <a:pt x="167" y="70"/>
                      <a:pt x="167" y="70"/>
                      <a:pt x="167" y="70"/>
                    </a:cubicBezTo>
                    <a:cubicBezTo>
                      <a:pt x="167" y="70"/>
                      <a:pt x="167" y="70"/>
                      <a:pt x="167" y="70"/>
                    </a:cubicBezTo>
                    <a:cubicBezTo>
                      <a:pt x="167" y="70"/>
                      <a:pt x="167" y="70"/>
                      <a:pt x="167" y="70"/>
                    </a:cubicBezTo>
                    <a:cubicBezTo>
                      <a:pt x="167" y="70"/>
                      <a:pt x="167" y="70"/>
                      <a:pt x="167" y="70"/>
                    </a:cubicBezTo>
                    <a:cubicBezTo>
                      <a:pt x="167" y="70"/>
                      <a:pt x="167" y="69"/>
                      <a:pt x="167" y="69"/>
                    </a:cubicBezTo>
                    <a:cubicBezTo>
                      <a:pt x="167" y="69"/>
                      <a:pt x="167" y="69"/>
                      <a:pt x="167" y="69"/>
                    </a:cubicBezTo>
                    <a:cubicBezTo>
                      <a:pt x="167" y="69"/>
                      <a:pt x="167" y="69"/>
                      <a:pt x="167" y="69"/>
                    </a:cubicBezTo>
                    <a:cubicBezTo>
                      <a:pt x="167" y="69"/>
                      <a:pt x="167" y="69"/>
                      <a:pt x="167" y="69"/>
                    </a:cubicBezTo>
                    <a:cubicBezTo>
                      <a:pt x="167" y="69"/>
                      <a:pt x="167" y="69"/>
                      <a:pt x="167" y="69"/>
                    </a:cubicBezTo>
                    <a:cubicBezTo>
                      <a:pt x="167" y="69"/>
                      <a:pt x="167" y="69"/>
                      <a:pt x="167" y="69"/>
                    </a:cubicBezTo>
                    <a:cubicBezTo>
                      <a:pt x="167" y="69"/>
                      <a:pt x="167" y="69"/>
                      <a:pt x="167" y="69"/>
                    </a:cubicBezTo>
                    <a:cubicBezTo>
                      <a:pt x="167" y="69"/>
                      <a:pt x="167" y="69"/>
                      <a:pt x="167"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6" y="69"/>
                      <a:pt x="166" y="69"/>
                      <a:pt x="166" y="69"/>
                    </a:cubicBezTo>
                    <a:cubicBezTo>
                      <a:pt x="165" y="69"/>
                      <a:pt x="165" y="69"/>
                      <a:pt x="165" y="69"/>
                    </a:cubicBezTo>
                    <a:cubicBezTo>
                      <a:pt x="165" y="69"/>
                      <a:pt x="165" y="69"/>
                      <a:pt x="165" y="69"/>
                    </a:cubicBezTo>
                    <a:cubicBezTo>
                      <a:pt x="165" y="69"/>
                      <a:pt x="165" y="69"/>
                      <a:pt x="165" y="69"/>
                    </a:cubicBezTo>
                    <a:cubicBezTo>
                      <a:pt x="165" y="69"/>
                      <a:pt x="165" y="69"/>
                      <a:pt x="165" y="69"/>
                    </a:cubicBezTo>
                    <a:cubicBezTo>
                      <a:pt x="165" y="69"/>
                      <a:pt x="165" y="69"/>
                      <a:pt x="165" y="69"/>
                    </a:cubicBezTo>
                    <a:cubicBezTo>
                      <a:pt x="165" y="69"/>
                      <a:pt x="165" y="69"/>
                      <a:pt x="165" y="69"/>
                    </a:cubicBezTo>
                    <a:cubicBezTo>
                      <a:pt x="165" y="69"/>
                      <a:pt x="164" y="69"/>
                      <a:pt x="164" y="69"/>
                    </a:cubicBezTo>
                    <a:cubicBezTo>
                      <a:pt x="164" y="69"/>
                      <a:pt x="164" y="69"/>
                      <a:pt x="164" y="69"/>
                    </a:cubicBezTo>
                    <a:cubicBezTo>
                      <a:pt x="164" y="69"/>
                      <a:pt x="164" y="69"/>
                      <a:pt x="164" y="69"/>
                    </a:cubicBezTo>
                    <a:cubicBezTo>
                      <a:pt x="164" y="69"/>
                      <a:pt x="164" y="69"/>
                      <a:pt x="164" y="69"/>
                    </a:cubicBezTo>
                    <a:cubicBezTo>
                      <a:pt x="164" y="69"/>
                      <a:pt x="164" y="69"/>
                      <a:pt x="164" y="69"/>
                    </a:cubicBezTo>
                    <a:cubicBezTo>
                      <a:pt x="164" y="69"/>
                      <a:pt x="164" y="69"/>
                      <a:pt x="164" y="69"/>
                    </a:cubicBezTo>
                    <a:cubicBezTo>
                      <a:pt x="164" y="69"/>
                      <a:pt x="164" y="69"/>
                      <a:pt x="164" y="69"/>
                    </a:cubicBezTo>
                    <a:cubicBezTo>
                      <a:pt x="164" y="69"/>
                      <a:pt x="164" y="69"/>
                      <a:pt x="164" y="69"/>
                    </a:cubicBezTo>
                    <a:cubicBezTo>
                      <a:pt x="164" y="69"/>
                      <a:pt x="164" y="69"/>
                      <a:pt x="164" y="69"/>
                    </a:cubicBezTo>
                    <a:cubicBezTo>
                      <a:pt x="164" y="69"/>
                      <a:pt x="164" y="69"/>
                      <a:pt x="164" y="69"/>
                    </a:cubicBezTo>
                    <a:cubicBezTo>
                      <a:pt x="164" y="70"/>
                      <a:pt x="164" y="70"/>
                      <a:pt x="164" y="70"/>
                    </a:cubicBezTo>
                    <a:cubicBezTo>
                      <a:pt x="164" y="70"/>
                      <a:pt x="164" y="70"/>
                      <a:pt x="164" y="70"/>
                    </a:cubicBezTo>
                    <a:cubicBezTo>
                      <a:pt x="163" y="70"/>
                      <a:pt x="163" y="70"/>
                      <a:pt x="163" y="70"/>
                    </a:cubicBezTo>
                    <a:cubicBezTo>
                      <a:pt x="163" y="70"/>
                      <a:pt x="163" y="70"/>
                      <a:pt x="163" y="70"/>
                    </a:cubicBezTo>
                    <a:cubicBezTo>
                      <a:pt x="163" y="70"/>
                      <a:pt x="163" y="70"/>
                      <a:pt x="163" y="70"/>
                    </a:cubicBezTo>
                    <a:cubicBezTo>
                      <a:pt x="163" y="70"/>
                      <a:pt x="163" y="70"/>
                      <a:pt x="163" y="70"/>
                    </a:cubicBezTo>
                    <a:cubicBezTo>
                      <a:pt x="163" y="70"/>
                      <a:pt x="163" y="69"/>
                      <a:pt x="163" y="69"/>
                    </a:cubicBezTo>
                    <a:cubicBezTo>
                      <a:pt x="163" y="69"/>
                      <a:pt x="163" y="69"/>
                      <a:pt x="163" y="69"/>
                    </a:cubicBezTo>
                    <a:cubicBezTo>
                      <a:pt x="163" y="69"/>
                      <a:pt x="163" y="69"/>
                      <a:pt x="163" y="69"/>
                    </a:cubicBezTo>
                    <a:cubicBezTo>
                      <a:pt x="163" y="69"/>
                      <a:pt x="163" y="69"/>
                      <a:pt x="163" y="69"/>
                    </a:cubicBezTo>
                    <a:cubicBezTo>
                      <a:pt x="163" y="68"/>
                      <a:pt x="163" y="68"/>
                      <a:pt x="162" y="68"/>
                    </a:cubicBezTo>
                    <a:cubicBezTo>
                      <a:pt x="162" y="68"/>
                      <a:pt x="162" y="68"/>
                      <a:pt x="162" y="68"/>
                    </a:cubicBezTo>
                    <a:cubicBezTo>
                      <a:pt x="162" y="68"/>
                      <a:pt x="162" y="68"/>
                      <a:pt x="162" y="68"/>
                    </a:cubicBezTo>
                    <a:cubicBezTo>
                      <a:pt x="162" y="68"/>
                      <a:pt x="162" y="68"/>
                      <a:pt x="162" y="68"/>
                    </a:cubicBezTo>
                    <a:cubicBezTo>
                      <a:pt x="162" y="68"/>
                      <a:pt x="162" y="68"/>
                      <a:pt x="162" y="68"/>
                    </a:cubicBezTo>
                    <a:cubicBezTo>
                      <a:pt x="162" y="68"/>
                      <a:pt x="162" y="68"/>
                      <a:pt x="162" y="68"/>
                    </a:cubicBezTo>
                    <a:cubicBezTo>
                      <a:pt x="162" y="68"/>
                      <a:pt x="162" y="68"/>
                      <a:pt x="162" y="68"/>
                    </a:cubicBezTo>
                    <a:cubicBezTo>
                      <a:pt x="162" y="68"/>
                      <a:pt x="162" y="68"/>
                      <a:pt x="162" y="68"/>
                    </a:cubicBezTo>
                    <a:cubicBezTo>
                      <a:pt x="162" y="68"/>
                      <a:pt x="161" y="68"/>
                      <a:pt x="161" y="68"/>
                    </a:cubicBezTo>
                    <a:cubicBezTo>
                      <a:pt x="161" y="68"/>
                      <a:pt x="161" y="68"/>
                      <a:pt x="161" y="68"/>
                    </a:cubicBezTo>
                    <a:cubicBezTo>
                      <a:pt x="161" y="68"/>
                      <a:pt x="161" y="68"/>
                      <a:pt x="161" y="68"/>
                    </a:cubicBezTo>
                    <a:cubicBezTo>
                      <a:pt x="161" y="68"/>
                      <a:pt x="161" y="68"/>
                      <a:pt x="161" y="68"/>
                    </a:cubicBezTo>
                    <a:cubicBezTo>
                      <a:pt x="161" y="68"/>
                      <a:pt x="161" y="68"/>
                      <a:pt x="161" y="68"/>
                    </a:cubicBezTo>
                    <a:cubicBezTo>
                      <a:pt x="161" y="68"/>
                      <a:pt x="161" y="68"/>
                      <a:pt x="161" y="68"/>
                    </a:cubicBezTo>
                    <a:cubicBezTo>
                      <a:pt x="161" y="68"/>
                      <a:pt x="161" y="68"/>
                      <a:pt x="161" y="68"/>
                    </a:cubicBezTo>
                    <a:cubicBezTo>
                      <a:pt x="161" y="67"/>
                      <a:pt x="161" y="67"/>
                      <a:pt x="161" y="67"/>
                    </a:cubicBezTo>
                    <a:cubicBezTo>
                      <a:pt x="161" y="67"/>
                      <a:pt x="161" y="67"/>
                      <a:pt x="161" y="67"/>
                    </a:cubicBezTo>
                    <a:cubicBezTo>
                      <a:pt x="161" y="67"/>
                      <a:pt x="160" y="67"/>
                      <a:pt x="160" y="67"/>
                    </a:cubicBezTo>
                    <a:cubicBezTo>
                      <a:pt x="160" y="67"/>
                      <a:pt x="160" y="67"/>
                      <a:pt x="160" y="67"/>
                    </a:cubicBezTo>
                    <a:cubicBezTo>
                      <a:pt x="160" y="67"/>
                      <a:pt x="160" y="67"/>
                      <a:pt x="160" y="67"/>
                    </a:cubicBezTo>
                    <a:cubicBezTo>
                      <a:pt x="160" y="67"/>
                      <a:pt x="160" y="67"/>
                      <a:pt x="160" y="67"/>
                    </a:cubicBezTo>
                    <a:cubicBezTo>
                      <a:pt x="160" y="67"/>
                      <a:pt x="161" y="67"/>
                      <a:pt x="161" y="66"/>
                    </a:cubicBezTo>
                    <a:cubicBezTo>
                      <a:pt x="161" y="66"/>
                      <a:pt x="161" y="66"/>
                      <a:pt x="161" y="66"/>
                    </a:cubicBezTo>
                    <a:cubicBezTo>
                      <a:pt x="161" y="66"/>
                      <a:pt x="161" y="66"/>
                      <a:pt x="161" y="67"/>
                    </a:cubicBezTo>
                    <a:cubicBezTo>
                      <a:pt x="161" y="67"/>
                      <a:pt x="161" y="67"/>
                      <a:pt x="161" y="67"/>
                    </a:cubicBezTo>
                    <a:cubicBezTo>
                      <a:pt x="161" y="67"/>
                      <a:pt x="161" y="67"/>
                      <a:pt x="161" y="67"/>
                    </a:cubicBezTo>
                    <a:cubicBezTo>
                      <a:pt x="161" y="67"/>
                      <a:pt x="161" y="67"/>
                      <a:pt x="161" y="67"/>
                    </a:cubicBezTo>
                    <a:cubicBezTo>
                      <a:pt x="161" y="66"/>
                      <a:pt x="161" y="66"/>
                      <a:pt x="161" y="66"/>
                    </a:cubicBezTo>
                    <a:cubicBezTo>
                      <a:pt x="161" y="66"/>
                      <a:pt x="161" y="67"/>
                      <a:pt x="161" y="67"/>
                    </a:cubicBezTo>
                    <a:cubicBezTo>
                      <a:pt x="161" y="67"/>
                      <a:pt x="162" y="67"/>
                      <a:pt x="162" y="67"/>
                    </a:cubicBezTo>
                    <a:cubicBezTo>
                      <a:pt x="162" y="67"/>
                      <a:pt x="162" y="67"/>
                      <a:pt x="162" y="66"/>
                    </a:cubicBezTo>
                    <a:cubicBezTo>
                      <a:pt x="162" y="66"/>
                      <a:pt x="162" y="66"/>
                      <a:pt x="162" y="66"/>
                    </a:cubicBezTo>
                    <a:cubicBezTo>
                      <a:pt x="162" y="66"/>
                      <a:pt x="162" y="66"/>
                      <a:pt x="162" y="66"/>
                    </a:cubicBezTo>
                    <a:cubicBezTo>
                      <a:pt x="162" y="66"/>
                      <a:pt x="162" y="66"/>
                      <a:pt x="162" y="66"/>
                    </a:cubicBezTo>
                    <a:cubicBezTo>
                      <a:pt x="162" y="66"/>
                      <a:pt x="162" y="66"/>
                      <a:pt x="162" y="66"/>
                    </a:cubicBezTo>
                    <a:cubicBezTo>
                      <a:pt x="162" y="66"/>
                      <a:pt x="162" y="65"/>
                      <a:pt x="162" y="65"/>
                    </a:cubicBezTo>
                    <a:cubicBezTo>
                      <a:pt x="162" y="65"/>
                      <a:pt x="162" y="65"/>
                      <a:pt x="162" y="65"/>
                    </a:cubicBezTo>
                    <a:cubicBezTo>
                      <a:pt x="162" y="65"/>
                      <a:pt x="162" y="65"/>
                      <a:pt x="162" y="65"/>
                    </a:cubicBezTo>
                    <a:cubicBezTo>
                      <a:pt x="162" y="65"/>
                      <a:pt x="162" y="65"/>
                      <a:pt x="162" y="65"/>
                    </a:cubicBezTo>
                    <a:cubicBezTo>
                      <a:pt x="162" y="65"/>
                      <a:pt x="162" y="65"/>
                      <a:pt x="163" y="65"/>
                    </a:cubicBezTo>
                    <a:cubicBezTo>
                      <a:pt x="163" y="65"/>
                      <a:pt x="163" y="65"/>
                      <a:pt x="163" y="65"/>
                    </a:cubicBezTo>
                    <a:cubicBezTo>
                      <a:pt x="163" y="65"/>
                      <a:pt x="163" y="65"/>
                      <a:pt x="163" y="65"/>
                    </a:cubicBezTo>
                    <a:cubicBezTo>
                      <a:pt x="163" y="64"/>
                      <a:pt x="163" y="64"/>
                      <a:pt x="163" y="64"/>
                    </a:cubicBezTo>
                    <a:cubicBezTo>
                      <a:pt x="163" y="64"/>
                      <a:pt x="163" y="64"/>
                      <a:pt x="163" y="64"/>
                    </a:cubicBezTo>
                    <a:cubicBezTo>
                      <a:pt x="163" y="64"/>
                      <a:pt x="163" y="64"/>
                      <a:pt x="163" y="64"/>
                    </a:cubicBezTo>
                    <a:cubicBezTo>
                      <a:pt x="163" y="64"/>
                      <a:pt x="163" y="64"/>
                      <a:pt x="163" y="64"/>
                    </a:cubicBezTo>
                    <a:cubicBezTo>
                      <a:pt x="163" y="64"/>
                      <a:pt x="163" y="64"/>
                      <a:pt x="163" y="63"/>
                    </a:cubicBezTo>
                    <a:cubicBezTo>
                      <a:pt x="163" y="63"/>
                      <a:pt x="163" y="63"/>
                      <a:pt x="163" y="63"/>
                    </a:cubicBezTo>
                    <a:cubicBezTo>
                      <a:pt x="163" y="63"/>
                      <a:pt x="163" y="63"/>
                      <a:pt x="163" y="63"/>
                    </a:cubicBezTo>
                    <a:cubicBezTo>
                      <a:pt x="163" y="63"/>
                      <a:pt x="163" y="63"/>
                      <a:pt x="163" y="63"/>
                    </a:cubicBezTo>
                    <a:cubicBezTo>
                      <a:pt x="163" y="63"/>
                      <a:pt x="163" y="63"/>
                      <a:pt x="163" y="63"/>
                    </a:cubicBezTo>
                    <a:cubicBezTo>
                      <a:pt x="163" y="63"/>
                      <a:pt x="163" y="63"/>
                      <a:pt x="164" y="63"/>
                    </a:cubicBezTo>
                    <a:cubicBezTo>
                      <a:pt x="164" y="63"/>
                      <a:pt x="164" y="63"/>
                      <a:pt x="164" y="63"/>
                    </a:cubicBezTo>
                    <a:cubicBezTo>
                      <a:pt x="164" y="63"/>
                      <a:pt x="164" y="63"/>
                      <a:pt x="164" y="63"/>
                    </a:cubicBezTo>
                    <a:cubicBezTo>
                      <a:pt x="164" y="63"/>
                      <a:pt x="164" y="63"/>
                      <a:pt x="164" y="63"/>
                    </a:cubicBezTo>
                    <a:cubicBezTo>
                      <a:pt x="164" y="63"/>
                      <a:pt x="164" y="63"/>
                      <a:pt x="164" y="63"/>
                    </a:cubicBezTo>
                    <a:cubicBezTo>
                      <a:pt x="164" y="63"/>
                      <a:pt x="164" y="63"/>
                      <a:pt x="164" y="63"/>
                    </a:cubicBezTo>
                    <a:cubicBezTo>
                      <a:pt x="164" y="63"/>
                      <a:pt x="164" y="63"/>
                      <a:pt x="164" y="63"/>
                    </a:cubicBezTo>
                    <a:cubicBezTo>
                      <a:pt x="164" y="64"/>
                      <a:pt x="164" y="64"/>
                      <a:pt x="164" y="64"/>
                    </a:cubicBezTo>
                    <a:cubicBezTo>
                      <a:pt x="165" y="64"/>
                      <a:pt x="165" y="64"/>
                      <a:pt x="165" y="64"/>
                    </a:cubicBezTo>
                    <a:cubicBezTo>
                      <a:pt x="165" y="64"/>
                      <a:pt x="165" y="64"/>
                      <a:pt x="165" y="64"/>
                    </a:cubicBezTo>
                    <a:cubicBezTo>
                      <a:pt x="165" y="64"/>
                      <a:pt x="165" y="64"/>
                      <a:pt x="165" y="64"/>
                    </a:cubicBezTo>
                    <a:cubicBezTo>
                      <a:pt x="165" y="64"/>
                      <a:pt x="165" y="64"/>
                      <a:pt x="165" y="64"/>
                    </a:cubicBezTo>
                    <a:cubicBezTo>
                      <a:pt x="165" y="64"/>
                      <a:pt x="165" y="64"/>
                      <a:pt x="165" y="64"/>
                    </a:cubicBezTo>
                    <a:cubicBezTo>
                      <a:pt x="165" y="64"/>
                      <a:pt x="165" y="64"/>
                      <a:pt x="164" y="64"/>
                    </a:cubicBezTo>
                    <a:cubicBezTo>
                      <a:pt x="164" y="64"/>
                      <a:pt x="164" y="65"/>
                      <a:pt x="164" y="65"/>
                    </a:cubicBezTo>
                    <a:cubicBezTo>
                      <a:pt x="164" y="65"/>
                      <a:pt x="164" y="65"/>
                      <a:pt x="164" y="65"/>
                    </a:cubicBezTo>
                    <a:cubicBezTo>
                      <a:pt x="164" y="65"/>
                      <a:pt x="164" y="65"/>
                      <a:pt x="164" y="65"/>
                    </a:cubicBezTo>
                    <a:cubicBezTo>
                      <a:pt x="164" y="65"/>
                      <a:pt x="164" y="65"/>
                      <a:pt x="164" y="65"/>
                    </a:cubicBezTo>
                    <a:cubicBezTo>
                      <a:pt x="164" y="65"/>
                      <a:pt x="164" y="65"/>
                      <a:pt x="164" y="65"/>
                    </a:cubicBezTo>
                    <a:cubicBezTo>
                      <a:pt x="164" y="65"/>
                      <a:pt x="164" y="65"/>
                      <a:pt x="164" y="66"/>
                    </a:cubicBezTo>
                    <a:cubicBezTo>
                      <a:pt x="164" y="66"/>
                      <a:pt x="164" y="66"/>
                      <a:pt x="164" y="66"/>
                    </a:cubicBezTo>
                    <a:cubicBezTo>
                      <a:pt x="164" y="66"/>
                      <a:pt x="164" y="66"/>
                      <a:pt x="164" y="66"/>
                    </a:cubicBezTo>
                    <a:cubicBezTo>
                      <a:pt x="164" y="66"/>
                      <a:pt x="164" y="66"/>
                      <a:pt x="164" y="66"/>
                    </a:cubicBezTo>
                    <a:cubicBezTo>
                      <a:pt x="164" y="66"/>
                      <a:pt x="164" y="66"/>
                      <a:pt x="165" y="66"/>
                    </a:cubicBezTo>
                    <a:cubicBezTo>
                      <a:pt x="165" y="66"/>
                      <a:pt x="165" y="66"/>
                      <a:pt x="165" y="66"/>
                    </a:cubicBezTo>
                    <a:cubicBezTo>
                      <a:pt x="165" y="66"/>
                      <a:pt x="165" y="66"/>
                      <a:pt x="165" y="66"/>
                    </a:cubicBezTo>
                    <a:cubicBezTo>
                      <a:pt x="165" y="66"/>
                      <a:pt x="165" y="66"/>
                      <a:pt x="165" y="66"/>
                    </a:cubicBezTo>
                    <a:cubicBezTo>
                      <a:pt x="165" y="66"/>
                      <a:pt x="165" y="66"/>
                      <a:pt x="165" y="66"/>
                    </a:cubicBezTo>
                    <a:cubicBezTo>
                      <a:pt x="165" y="66"/>
                      <a:pt x="165" y="66"/>
                      <a:pt x="165" y="66"/>
                    </a:cubicBezTo>
                    <a:cubicBezTo>
                      <a:pt x="165" y="66"/>
                      <a:pt x="165" y="66"/>
                      <a:pt x="165" y="66"/>
                    </a:cubicBezTo>
                    <a:cubicBezTo>
                      <a:pt x="165" y="66"/>
                      <a:pt x="165" y="66"/>
                      <a:pt x="165" y="66"/>
                    </a:cubicBezTo>
                    <a:cubicBezTo>
                      <a:pt x="165" y="66"/>
                      <a:pt x="165" y="66"/>
                      <a:pt x="165" y="66"/>
                    </a:cubicBezTo>
                    <a:cubicBezTo>
                      <a:pt x="165" y="66"/>
                      <a:pt x="165" y="66"/>
                      <a:pt x="165" y="66"/>
                    </a:cubicBezTo>
                    <a:cubicBezTo>
                      <a:pt x="164" y="66"/>
                      <a:pt x="164" y="66"/>
                      <a:pt x="164" y="66"/>
                    </a:cubicBezTo>
                    <a:cubicBezTo>
                      <a:pt x="164" y="66"/>
                      <a:pt x="164" y="66"/>
                      <a:pt x="164" y="66"/>
                    </a:cubicBezTo>
                    <a:cubicBezTo>
                      <a:pt x="164" y="66"/>
                      <a:pt x="164" y="66"/>
                      <a:pt x="164" y="66"/>
                    </a:cubicBezTo>
                    <a:cubicBezTo>
                      <a:pt x="164" y="66"/>
                      <a:pt x="164" y="66"/>
                      <a:pt x="164" y="66"/>
                    </a:cubicBezTo>
                    <a:cubicBezTo>
                      <a:pt x="164" y="67"/>
                      <a:pt x="164" y="67"/>
                      <a:pt x="164" y="67"/>
                    </a:cubicBezTo>
                    <a:cubicBezTo>
                      <a:pt x="164" y="67"/>
                      <a:pt x="164" y="67"/>
                      <a:pt x="164" y="67"/>
                    </a:cubicBezTo>
                    <a:cubicBezTo>
                      <a:pt x="164" y="67"/>
                      <a:pt x="165" y="67"/>
                      <a:pt x="165" y="67"/>
                    </a:cubicBezTo>
                    <a:cubicBezTo>
                      <a:pt x="165" y="67"/>
                      <a:pt x="165" y="66"/>
                      <a:pt x="165" y="66"/>
                    </a:cubicBezTo>
                    <a:cubicBezTo>
                      <a:pt x="165" y="66"/>
                      <a:pt x="165" y="66"/>
                      <a:pt x="165" y="66"/>
                    </a:cubicBezTo>
                    <a:cubicBezTo>
                      <a:pt x="165" y="66"/>
                      <a:pt x="165" y="66"/>
                      <a:pt x="165" y="66"/>
                    </a:cubicBezTo>
                    <a:cubicBezTo>
                      <a:pt x="165" y="66"/>
                      <a:pt x="165" y="66"/>
                      <a:pt x="165" y="66"/>
                    </a:cubicBezTo>
                    <a:cubicBezTo>
                      <a:pt x="165" y="66"/>
                      <a:pt x="165" y="66"/>
                      <a:pt x="165" y="66"/>
                    </a:cubicBezTo>
                    <a:cubicBezTo>
                      <a:pt x="165" y="66"/>
                      <a:pt x="166" y="66"/>
                      <a:pt x="166" y="66"/>
                    </a:cubicBezTo>
                    <a:cubicBezTo>
                      <a:pt x="166" y="66"/>
                      <a:pt x="166" y="66"/>
                      <a:pt x="166" y="66"/>
                    </a:cubicBezTo>
                    <a:cubicBezTo>
                      <a:pt x="166" y="66"/>
                      <a:pt x="166" y="66"/>
                      <a:pt x="166" y="66"/>
                    </a:cubicBezTo>
                    <a:cubicBezTo>
                      <a:pt x="166" y="66"/>
                      <a:pt x="166" y="65"/>
                      <a:pt x="166" y="65"/>
                    </a:cubicBezTo>
                    <a:cubicBezTo>
                      <a:pt x="166" y="65"/>
                      <a:pt x="166" y="65"/>
                      <a:pt x="166" y="65"/>
                    </a:cubicBezTo>
                    <a:cubicBezTo>
                      <a:pt x="166" y="65"/>
                      <a:pt x="166" y="65"/>
                      <a:pt x="166" y="65"/>
                    </a:cubicBezTo>
                    <a:cubicBezTo>
                      <a:pt x="166" y="65"/>
                      <a:pt x="166" y="65"/>
                      <a:pt x="166" y="65"/>
                    </a:cubicBezTo>
                    <a:cubicBezTo>
                      <a:pt x="166" y="65"/>
                      <a:pt x="166" y="65"/>
                      <a:pt x="166" y="65"/>
                    </a:cubicBezTo>
                    <a:cubicBezTo>
                      <a:pt x="166" y="65"/>
                      <a:pt x="166" y="65"/>
                      <a:pt x="166" y="65"/>
                    </a:cubicBezTo>
                    <a:cubicBezTo>
                      <a:pt x="166" y="65"/>
                      <a:pt x="166" y="65"/>
                      <a:pt x="166" y="65"/>
                    </a:cubicBezTo>
                    <a:cubicBezTo>
                      <a:pt x="166" y="65"/>
                      <a:pt x="166" y="65"/>
                      <a:pt x="166" y="65"/>
                    </a:cubicBezTo>
                    <a:cubicBezTo>
                      <a:pt x="166" y="65"/>
                      <a:pt x="166" y="65"/>
                      <a:pt x="166" y="65"/>
                    </a:cubicBezTo>
                    <a:cubicBezTo>
                      <a:pt x="166" y="65"/>
                      <a:pt x="166" y="65"/>
                      <a:pt x="166" y="65"/>
                    </a:cubicBezTo>
                    <a:cubicBezTo>
                      <a:pt x="166" y="65"/>
                      <a:pt x="166" y="65"/>
                      <a:pt x="166" y="65"/>
                    </a:cubicBezTo>
                    <a:cubicBezTo>
                      <a:pt x="166" y="65"/>
                      <a:pt x="167" y="65"/>
                      <a:pt x="167" y="65"/>
                    </a:cubicBezTo>
                    <a:cubicBezTo>
                      <a:pt x="167" y="65"/>
                      <a:pt x="167" y="65"/>
                      <a:pt x="167" y="65"/>
                    </a:cubicBezTo>
                    <a:cubicBezTo>
                      <a:pt x="167" y="65"/>
                      <a:pt x="167" y="65"/>
                      <a:pt x="167" y="65"/>
                    </a:cubicBezTo>
                    <a:cubicBezTo>
                      <a:pt x="167" y="65"/>
                      <a:pt x="167" y="65"/>
                      <a:pt x="167" y="65"/>
                    </a:cubicBezTo>
                    <a:cubicBezTo>
                      <a:pt x="167" y="65"/>
                      <a:pt x="167" y="65"/>
                      <a:pt x="167" y="65"/>
                    </a:cubicBezTo>
                    <a:cubicBezTo>
                      <a:pt x="167" y="65"/>
                      <a:pt x="167" y="65"/>
                      <a:pt x="167" y="65"/>
                    </a:cubicBezTo>
                    <a:cubicBezTo>
                      <a:pt x="167" y="65"/>
                      <a:pt x="167" y="65"/>
                      <a:pt x="167" y="65"/>
                    </a:cubicBezTo>
                    <a:cubicBezTo>
                      <a:pt x="167" y="65"/>
                      <a:pt x="167" y="65"/>
                      <a:pt x="167" y="65"/>
                    </a:cubicBezTo>
                    <a:cubicBezTo>
                      <a:pt x="167" y="65"/>
                      <a:pt x="167" y="65"/>
                      <a:pt x="167"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8" y="65"/>
                      <a:pt x="168" y="65"/>
                    </a:cubicBezTo>
                    <a:cubicBezTo>
                      <a:pt x="168" y="65"/>
                      <a:pt x="169" y="65"/>
                      <a:pt x="169" y="65"/>
                    </a:cubicBezTo>
                    <a:cubicBezTo>
                      <a:pt x="169" y="65"/>
                      <a:pt x="169" y="65"/>
                      <a:pt x="169" y="65"/>
                    </a:cubicBezTo>
                    <a:cubicBezTo>
                      <a:pt x="169" y="65"/>
                      <a:pt x="169" y="65"/>
                      <a:pt x="169" y="65"/>
                    </a:cubicBezTo>
                    <a:cubicBezTo>
                      <a:pt x="169" y="65"/>
                      <a:pt x="169" y="65"/>
                      <a:pt x="169" y="65"/>
                    </a:cubicBezTo>
                    <a:cubicBezTo>
                      <a:pt x="169" y="65"/>
                      <a:pt x="169" y="65"/>
                      <a:pt x="169" y="65"/>
                    </a:cubicBezTo>
                    <a:cubicBezTo>
                      <a:pt x="169" y="65"/>
                      <a:pt x="169" y="66"/>
                      <a:pt x="169" y="66"/>
                    </a:cubicBezTo>
                    <a:cubicBezTo>
                      <a:pt x="169" y="66"/>
                      <a:pt x="169" y="65"/>
                      <a:pt x="169" y="65"/>
                    </a:cubicBezTo>
                    <a:cubicBezTo>
                      <a:pt x="169" y="65"/>
                      <a:pt x="169" y="65"/>
                      <a:pt x="169" y="65"/>
                    </a:cubicBezTo>
                    <a:cubicBezTo>
                      <a:pt x="169" y="65"/>
                      <a:pt x="169" y="65"/>
                      <a:pt x="169" y="65"/>
                    </a:cubicBezTo>
                    <a:cubicBezTo>
                      <a:pt x="169" y="65"/>
                      <a:pt x="169" y="66"/>
                      <a:pt x="169" y="66"/>
                    </a:cubicBezTo>
                    <a:cubicBezTo>
                      <a:pt x="169" y="66"/>
                      <a:pt x="169" y="66"/>
                      <a:pt x="169" y="66"/>
                    </a:cubicBezTo>
                    <a:cubicBezTo>
                      <a:pt x="169" y="66"/>
                      <a:pt x="169" y="66"/>
                      <a:pt x="169" y="66"/>
                    </a:cubicBezTo>
                    <a:cubicBezTo>
                      <a:pt x="169" y="66"/>
                      <a:pt x="169" y="66"/>
                      <a:pt x="169" y="66"/>
                    </a:cubicBezTo>
                    <a:cubicBezTo>
                      <a:pt x="169" y="66"/>
                      <a:pt x="169" y="66"/>
                      <a:pt x="169" y="66"/>
                    </a:cubicBezTo>
                    <a:cubicBezTo>
                      <a:pt x="169" y="66"/>
                      <a:pt x="169" y="66"/>
                      <a:pt x="169" y="67"/>
                    </a:cubicBezTo>
                    <a:cubicBezTo>
                      <a:pt x="169" y="67"/>
                      <a:pt x="169" y="67"/>
                      <a:pt x="169" y="67"/>
                    </a:cubicBezTo>
                    <a:cubicBezTo>
                      <a:pt x="169" y="67"/>
                      <a:pt x="169" y="67"/>
                      <a:pt x="169" y="67"/>
                    </a:cubicBezTo>
                    <a:cubicBezTo>
                      <a:pt x="169" y="67"/>
                      <a:pt x="169" y="67"/>
                      <a:pt x="169" y="67"/>
                    </a:cubicBezTo>
                    <a:cubicBezTo>
                      <a:pt x="169" y="67"/>
                      <a:pt x="169" y="67"/>
                      <a:pt x="169" y="67"/>
                    </a:cubicBezTo>
                    <a:cubicBezTo>
                      <a:pt x="169" y="67"/>
                      <a:pt x="169" y="67"/>
                      <a:pt x="169" y="67"/>
                    </a:cubicBezTo>
                    <a:cubicBezTo>
                      <a:pt x="169" y="67"/>
                      <a:pt x="169" y="67"/>
                      <a:pt x="169" y="67"/>
                    </a:cubicBezTo>
                    <a:cubicBezTo>
                      <a:pt x="169" y="68"/>
                      <a:pt x="169" y="68"/>
                      <a:pt x="169" y="68"/>
                    </a:cubicBezTo>
                    <a:cubicBezTo>
                      <a:pt x="169" y="68"/>
                      <a:pt x="169" y="68"/>
                      <a:pt x="169" y="68"/>
                    </a:cubicBezTo>
                    <a:cubicBezTo>
                      <a:pt x="169" y="68"/>
                      <a:pt x="169" y="68"/>
                      <a:pt x="169" y="68"/>
                    </a:cubicBezTo>
                    <a:cubicBezTo>
                      <a:pt x="169" y="68"/>
                      <a:pt x="169" y="68"/>
                      <a:pt x="169" y="68"/>
                    </a:cubicBezTo>
                    <a:cubicBezTo>
                      <a:pt x="169" y="68"/>
                      <a:pt x="169" y="68"/>
                      <a:pt x="169" y="68"/>
                    </a:cubicBezTo>
                    <a:cubicBezTo>
                      <a:pt x="169" y="68"/>
                      <a:pt x="169" y="68"/>
                      <a:pt x="169" y="68"/>
                    </a:cubicBezTo>
                    <a:cubicBezTo>
                      <a:pt x="169" y="68"/>
                      <a:pt x="169" y="68"/>
                      <a:pt x="169" y="68"/>
                    </a:cubicBezTo>
                    <a:cubicBezTo>
                      <a:pt x="169" y="68"/>
                      <a:pt x="169" y="68"/>
                      <a:pt x="169" y="68"/>
                    </a:cubicBezTo>
                    <a:cubicBezTo>
                      <a:pt x="169" y="68"/>
                      <a:pt x="170" y="68"/>
                      <a:pt x="170" y="68"/>
                    </a:cubicBezTo>
                    <a:cubicBezTo>
                      <a:pt x="170" y="68"/>
                      <a:pt x="170" y="68"/>
                      <a:pt x="170" y="68"/>
                    </a:cubicBezTo>
                    <a:cubicBezTo>
                      <a:pt x="170" y="68"/>
                      <a:pt x="170" y="68"/>
                      <a:pt x="170" y="68"/>
                    </a:cubicBezTo>
                    <a:cubicBezTo>
                      <a:pt x="170" y="68"/>
                      <a:pt x="170" y="68"/>
                      <a:pt x="170" y="68"/>
                    </a:cubicBezTo>
                    <a:cubicBezTo>
                      <a:pt x="170" y="68"/>
                      <a:pt x="170" y="68"/>
                      <a:pt x="170" y="68"/>
                    </a:cubicBezTo>
                    <a:cubicBezTo>
                      <a:pt x="170" y="68"/>
                      <a:pt x="170" y="68"/>
                      <a:pt x="170" y="68"/>
                    </a:cubicBezTo>
                    <a:cubicBezTo>
                      <a:pt x="170" y="68"/>
                      <a:pt x="170" y="68"/>
                      <a:pt x="170" y="68"/>
                    </a:cubicBezTo>
                    <a:cubicBezTo>
                      <a:pt x="170" y="68"/>
                      <a:pt x="170" y="68"/>
                      <a:pt x="170" y="68"/>
                    </a:cubicBezTo>
                    <a:cubicBezTo>
                      <a:pt x="170" y="68"/>
                      <a:pt x="170" y="68"/>
                      <a:pt x="170"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1" y="68"/>
                      <a:pt x="171" y="68"/>
                      <a:pt x="171" y="68"/>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2" y="69"/>
                      <a:pt x="172" y="69"/>
                    </a:cubicBezTo>
                    <a:cubicBezTo>
                      <a:pt x="172" y="69"/>
                      <a:pt x="171" y="69"/>
                      <a:pt x="171" y="69"/>
                    </a:cubicBezTo>
                    <a:cubicBezTo>
                      <a:pt x="171" y="69"/>
                      <a:pt x="171" y="70"/>
                      <a:pt x="171" y="70"/>
                    </a:cubicBezTo>
                    <a:cubicBezTo>
                      <a:pt x="171" y="70"/>
                      <a:pt x="171" y="70"/>
                      <a:pt x="171" y="70"/>
                    </a:cubicBezTo>
                    <a:cubicBezTo>
                      <a:pt x="172" y="70"/>
                      <a:pt x="172" y="70"/>
                      <a:pt x="172" y="70"/>
                    </a:cubicBezTo>
                    <a:cubicBezTo>
                      <a:pt x="172" y="70"/>
                      <a:pt x="172" y="70"/>
                      <a:pt x="172" y="70"/>
                    </a:cubicBezTo>
                    <a:cubicBezTo>
                      <a:pt x="172" y="70"/>
                      <a:pt x="172" y="70"/>
                      <a:pt x="172" y="70"/>
                    </a:cubicBezTo>
                    <a:cubicBezTo>
                      <a:pt x="172" y="70"/>
                      <a:pt x="172" y="70"/>
                      <a:pt x="172" y="70"/>
                    </a:cubicBezTo>
                    <a:cubicBezTo>
                      <a:pt x="172" y="70"/>
                      <a:pt x="172" y="70"/>
                      <a:pt x="172" y="70"/>
                    </a:cubicBezTo>
                    <a:cubicBezTo>
                      <a:pt x="172" y="71"/>
                      <a:pt x="172" y="71"/>
                      <a:pt x="172" y="71"/>
                    </a:cubicBezTo>
                    <a:cubicBezTo>
                      <a:pt x="173" y="71"/>
                      <a:pt x="173" y="71"/>
                      <a:pt x="173" y="71"/>
                    </a:cubicBezTo>
                    <a:cubicBezTo>
                      <a:pt x="173" y="71"/>
                      <a:pt x="172" y="72"/>
                      <a:pt x="172" y="72"/>
                    </a:cubicBezTo>
                    <a:cubicBezTo>
                      <a:pt x="172" y="72"/>
                      <a:pt x="172" y="72"/>
                      <a:pt x="173" y="72"/>
                    </a:cubicBezTo>
                    <a:cubicBezTo>
                      <a:pt x="173" y="72"/>
                      <a:pt x="173" y="72"/>
                      <a:pt x="172" y="72"/>
                    </a:cubicBezTo>
                    <a:cubicBezTo>
                      <a:pt x="172" y="72"/>
                      <a:pt x="172" y="72"/>
                      <a:pt x="172" y="72"/>
                    </a:cubicBezTo>
                    <a:cubicBezTo>
                      <a:pt x="172" y="72"/>
                      <a:pt x="173" y="73"/>
                      <a:pt x="173" y="73"/>
                    </a:cubicBezTo>
                    <a:cubicBezTo>
                      <a:pt x="173" y="73"/>
                      <a:pt x="173" y="73"/>
                      <a:pt x="173" y="73"/>
                    </a:cubicBezTo>
                    <a:cubicBezTo>
                      <a:pt x="173" y="73"/>
                      <a:pt x="173" y="73"/>
                      <a:pt x="173" y="73"/>
                    </a:cubicBezTo>
                    <a:cubicBezTo>
                      <a:pt x="173" y="73"/>
                      <a:pt x="173" y="73"/>
                      <a:pt x="173" y="73"/>
                    </a:cubicBezTo>
                    <a:cubicBezTo>
                      <a:pt x="173" y="73"/>
                      <a:pt x="173" y="73"/>
                      <a:pt x="173" y="73"/>
                    </a:cubicBezTo>
                    <a:cubicBezTo>
                      <a:pt x="173" y="73"/>
                      <a:pt x="173" y="73"/>
                      <a:pt x="173" y="73"/>
                    </a:cubicBezTo>
                    <a:cubicBezTo>
                      <a:pt x="173" y="73"/>
                      <a:pt x="173" y="73"/>
                      <a:pt x="173" y="73"/>
                    </a:cubicBezTo>
                    <a:cubicBezTo>
                      <a:pt x="173" y="73"/>
                      <a:pt x="173" y="73"/>
                      <a:pt x="173" y="73"/>
                    </a:cubicBezTo>
                    <a:cubicBezTo>
                      <a:pt x="173" y="73"/>
                      <a:pt x="173" y="73"/>
                      <a:pt x="173" y="73"/>
                    </a:cubicBezTo>
                    <a:cubicBezTo>
                      <a:pt x="173" y="74"/>
                      <a:pt x="173" y="74"/>
                      <a:pt x="173" y="74"/>
                    </a:cubicBezTo>
                    <a:cubicBezTo>
                      <a:pt x="173" y="74"/>
                      <a:pt x="173" y="74"/>
                      <a:pt x="173" y="74"/>
                    </a:cubicBezTo>
                    <a:cubicBezTo>
                      <a:pt x="173" y="74"/>
                      <a:pt x="173" y="74"/>
                      <a:pt x="173" y="74"/>
                    </a:cubicBezTo>
                    <a:cubicBezTo>
                      <a:pt x="173" y="74"/>
                      <a:pt x="173" y="73"/>
                      <a:pt x="173" y="73"/>
                    </a:cubicBezTo>
                    <a:cubicBezTo>
                      <a:pt x="173"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4" y="73"/>
                    </a:cubicBezTo>
                    <a:cubicBezTo>
                      <a:pt x="174" y="73"/>
                      <a:pt x="174" y="73"/>
                      <a:pt x="175" y="72"/>
                    </a:cubicBezTo>
                    <a:cubicBezTo>
                      <a:pt x="175" y="72"/>
                      <a:pt x="175" y="72"/>
                      <a:pt x="175" y="72"/>
                    </a:cubicBezTo>
                    <a:cubicBezTo>
                      <a:pt x="175" y="72"/>
                      <a:pt x="175" y="72"/>
                      <a:pt x="175" y="73"/>
                    </a:cubicBezTo>
                    <a:cubicBezTo>
                      <a:pt x="175" y="73"/>
                      <a:pt x="175" y="73"/>
                      <a:pt x="175" y="73"/>
                    </a:cubicBezTo>
                    <a:cubicBezTo>
                      <a:pt x="175" y="73"/>
                      <a:pt x="175" y="73"/>
                      <a:pt x="175" y="73"/>
                    </a:cubicBezTo>
                    <a:cubicBezTo>
                      <a:pt x="175" y="73"/>
                      <a:pt x="175" y="73"/>
                      <a:pt x="175" y="73"/>
                    </a:cubicBezTo>
                    <a:cubicBezTo>
                      <a:pt x="175" y="73"/>
                      <a:pt x="175" y="73"/>
                      <a:pt x="175" y="73"/>
                    </a:cubicBezTo>
                    <a:cubicBezTo>
                      <a:pt x="175" y="73"/>
                      <a:pt x="175" y="73"/>
                      <a:pt x="175" y="73"/>
                    </a:cubicBezTo>
                    <a:cubicBezTo>
                      <a:pt x="175" y="73"/>
                      <a:pt x="175" y="72"/>
                      <a:pt x="175" y="72"/>
                    </a:cubicBezTo>
                    <a:cubicBezTo>
                      <a:pt x="175" y="72"/>
                      <a:pt x="175" y="72"/>
                      <a:pt x="175" y="72"/>
                    </a:cubicBezTo>
                    <a:cubicBezTo>
                      <a:pt x="175" y="72"/>
                      <a:pt x="175" y="72"/>
                      <a:pt x="175" y="72"/>
                    </a:cubicBezTo>
                    <a:cubicBezTo>
                      <a:pt x="175" y="72"/>
                      <a:pt x="175" y="72"/>
                      <a:pt x="175" y="72"/>
                    </a:cubicBezTo>
                    <a:cubicBezTo>
                      <a:pt x="175" y="72"/>
                      <a:pt x="175" y="72"/>
                      <a:pt x="175" y="72"/>
                    </a:cubicBezTo>
                    <a:cubicBezTo>
                      <a:pt x="175" y="72"/>
                      <a:pt x="175" y="72"/>
                      <a:pt x="175" y="72"/>
                    </a:cubicBezTo>
                    <a:cubicBezTo>
                      <a:pt x="175" y="72"/>
                      <a:pt x="175" y="72"/>
                      <a:pt x="175" y="72"/>
                    </a:cubicBezTo>
                    <a:cubicBezTo>
                      <a:pt x="175" y="72"/>
                      <a:pt x="176" y="72"/>
                      <a:pt x="176" y="72"/>
                    </a:cubicBezTo>
                    <a:cubicBezTo>
                      <a:pt x="176" y="72"/>
                      <a:pt x="176" y="72"/>
                      <a:pt x="176" y="72"/>
                    </a:cubicBezTo>
                    <a:cubicBezTo>
                      <a:pt x="176" y="72"/>
                      <a:pt x="176" y="72"/>
                      <a:pt x="176" y="72"/>
                    </a:cubicBezTo>
                    <a:cubicBezTo>
                      <a:pt x="176" y="72"/>
                      <a:pt x="176" y="72"/>
                      <a:pt x="176" y="72"/>
                    </a:cubicBezTo>
                    <a:cubicBezTo>
                      <a:pt x="176" y="72"/>
                      <a:pt x="176" y="72"/>
                      <a:pt x="176" y="72"/>
                    </a:cubicBezTo>
                    <a:cubicBezTo>
                      <a:pt x="176" y="72"/>
                      <a:pt x="176" y="72"/>
                      <a:pt x="176" y="72"/>
                    </a:cubicBezTo>
                    <a:cubicBezTo>
                      <a:pt x="176" y="72"/>
                      <a:pt x="176" y="72"/>
                      <a:pt x="176" y="72"/>
                    </a:cubicBezTo>
                    <a:cubicBezTo>
                      <a:pt x="176" y="72"/>
                      <a:pt x="176" y="71"/>
                      <a:pt x="176" y="71"/>
                    </a:cubicBezTo>
                    <a:cubicBezTo>
                      <a:pt x="176" y="71"/>
                      <a:pt x="176" y="71"/>
                      <a:pt x="176" y="71"/>
                    </a:cubicBezTo>
                    <a:cubicBezTo>
                      <a:pt x="176" y="71"/>
                      <a:pt x="176" y="71"/>
                      <a:pt x="176" y="71"/>
                    </a:cubicBezTo>
                    <a:cubicBezTo>
                      <a:pt x="176" y="71"/>
                      <a:pt x="176" y="71"/>
                      <a:pt x="175" y="71"/>
                    </a:cubicBezTo>
                    <a:cubicBezTo>
                      <a:pt x="175" y="71"/>
                      <a:pt x="175" y="70"/>
                      <a:pt x="175" y="70"/>
                    </a:cubicBezTo>
                    <a:cubicBezTo>
                      <a:pt x="175" y="70"/>
                      <a:pt x="175" y="70"/>
                      <a:pt x="175" y="70"/>
                    </a:cubicBezTo>
                    <a:cubicBezTo>
                      <a:pt x="175" y="70"/>
                      <a:pt x="175" y="70"/>
                      <a:pt x="175" y="70"/>
                    </a:cubicBezTo>
                    <a:cubicBezTo>
                      <a:pt x="175" y="70"/>
                      <a:pt x="175" y="70"/>
                      <a:pt x="175" y="69"/>
                    </a:cubicBezTo>
                    <a:cubicBezTo>
                      <a:pt x="175" y="69"/>
                      <a:pt x="175" y="68"/>
                      <a:pt x="175" y="68"/>
                    </a:cubicBezTo>
                    <a:cubicBezTo>
                      <a:pt x="175" y="68"/>
                      <a:pt x="175" y="68"/>
                      <a:pt x="175" y="68"/>
                    </a:cubicBezTo>
                    <a:cubicBezTo>
                      <a:pt x="174" y="68"/>
                      <a:pt x="174" y="68"/>
                      <a:pt x="174" y="68"/>
                    </a:cubicBezTo>
                    <a:cubicBezTo>
                      <a:pt x="174" y="68"/>
                      <a:pt x="174" y="68"/>
                      <a:pt x="174" y="68"/>
                    </a:cubicBezTo>
                    <a:cubicBezTo>
                      <a:pt x="174" y="67"/>
                      <a:pt x="173" y="67"/>
                      <a:pt x="173" y="67"/>
                    </a:cubicBezTo>
                    <a:cubicBezTo>
                      <a:pt x="173" y="67"/>
                      <a:pt x="173" y="67"/>
                      <a:pt x="173" y="66"/>
                    </a:cubicBezTo>
                    <a:cubicBezTo>
                      <a:pt x="173" y="66"/>
                      <a:pt x="173" y="66"/>
                      <a:pt x="173" y="66"/>
                    </a:cubicBezTo>
                    <a:cubicBezTo>
                      <a:pt x="173" y="66"/>
                      <a:pt x="173" y="66"/>
                      <a:pt x="173" y="66"/>
                    </a:cubicBezTo>
                    <a:cubicBezTo>
                      <a:pt x="173" y="66"/>
                      <a:pt x="173" y="66"/>
                      <a:pt x="173" y="66"/>
                    </a:cubicBezTo>
                    <a:cubicBezTo>
                      <a:pt x="173" y="66"/>
                      <a:pt x="173" y="66"/>
                      <a:pt x="173" y="66"/>
                    </a:cubicBezTo>
                    <a:cubicBezTo>
                      <a:pt x="172" y="66"/>
                      <a:pt x="172" y="66"/>
                      <a:pt x="172" y="66"/>
                    </a:cubicBezTo>
                    <a:cubicBezTo>
                      <a:pt x="172" y="66"/>
                      <a:pt x="172" y="65"/>
                      <a:pt x="172" y="65"/>
                    </a:cubicBezTo>
                    <a:cubicBezTo>
                      <a:pt x="171" y="65"/>
                      <a:pt x="171" y="65"/>
                      <a:pt x="171" y="65"/>
                    </a:cubicBezTo>
                    <a:cubicBezTo>
                      <a:pt x="171" y="65"/>
                      <a:pt x="171" y="65"/>
                      <a:pt x="171" y="65"/>
                    </a:cubicBezTo>
                    <a:cubicBezTo>
                      <a:pt x="172" y="65"/>
                      <a:pt x="172" y="65"/>
                      <a:pt x="171" y="65"/>
                    </a:cubicBezTo>
                    <a:cubicBezTo>
                      <a:pt x="171" y="65"/>
                      <a:pt x="171" y="65"/>
                      <a:pt x="171" y="65"/>
                    </a:cubicBezTo>
                    <a:cubicBezTo>
                      <a:pt x="171" y="65"/>
                      <a:pt x="171" y="64"/>
                      <a:pt x="171" y="64"/>
                    </a:cubicBezTo>
                    <a:cubicBezTo>
                      <a:pt x="171" y="64"/>
                      <a:pt x="171" y="64"/>
                      <a:pt x="171" y="64"/>
                    </a:cubicBezTo>
                    <a:cubicBezTo>
                      <a:pt x="171" y="64"/>
                      <a:pt x="171" y="64"/>
                      <a:pt x="172" y="64"/>
                    </a:cubicBezTo>
                    <a:cubicBezTo>
                      <a:pt x="172" y="64"/>
                      <a:pt x="172" y="64"/>
                      <a:pt x="172" y="64"/>
                    </a:cubicBezTo>
                    <a:cubicBezTo>
                      <a:pt x="172" y="64"/>
                      <a:pt x="172" y="64"/>
                      <a:pt x="172" y="64"/>
                    </a:cubicBezTo>
                    <a:cubicBezTo>
                      <a:pt x="172" y="64"/>
                      <a:pt x="172" y="64"/>
                      <a:pt x="172" y="64"/>
                    </a:cubicBezTo>
                    <a:cubicBezTo>
                      <a:pt x="172" y="64"/>
                      <a:pt x="172" y="64"/>
                      <a:pt x="172" y="64"/>
                    </a:cubicBezTo>
                    <a:cubicBezTo>
                      <a:pt x="172" y="64"/>
                      <a:pt x="172" y="64"/>
                      <a:pt x="172" y="64"/>
                    </a:cubicBezTo>
                    <a:cubicBezTo>
                      <a:pt x="172" y="64"/>
                      <a:pt x="172" y="64"/>
                      <a:pt x="172" y="64"/>
                    </a:cubicBezTo>
                    <a:cubicBezTo>
                      <a:pt x="172" y="64"/>
                      <a:pt x="172" y="64"/>
                      <a:pt x="172" y="63"/>
                    </a:cubicBezTo>
                    <a:cubicBezTo>
                      <a:pt x="172" y="63"/>
                      <a:pt x="172" y="63"/>
                      <a:pt x="172" y="63"/>
                    </a:cubicBezTo>
                    <a:cubicBezTo>
                      <a:pt x="172" y="63"/>
                      <a:pt x="172" y="63"/>
                      <a:pt x="172" y="63"/>
                    </a:cubicBezTo>
                    <a:cubicBezTo>
                      <a:pt x="172" y="63"/>
                      <a:pt x="173" y="63"/>
                      <a:pt x="173" y="63"/>
                    </a:cubicBezTo>
                    <a:cubicBezTo>
                      <a:pt x="173" y="62"/>
                      <a:pt x="172" y="61"/>
                      <a:pt x="172" y="61"/>
                    </a:cubicBezTo>
                    <a:cubicBezTo>
                      <a:pt x="172" y="61"/>
                      <a:pt x="172" y="61"/>
                      <a:pt x="172" y="61"/>
                    </a:cubicBezTo>
                    <a:cubicBezTo>
                      <a:pt x="172" y="60"/>
                      <a:pt x="172" y="60"/>
                      <a:pt x="172" y="60"/>
                    </a:cubicBezTo>
                    <a:cubicBezTo>
                      <a:pt x="172" y="60"/>
                      <a:pt x="172" y="60"/>
                      <a:pt x="172" y="60"/>
                    </a:cubicBezTo>
                    <a:cubicBezTo>
                      <a:pt x="172" y="60"/>
                      <a:pt x="172" y="60"/>
                      <a:pt x="172" y="60"/>
                    </a:cubicBezTo>
                    <a:cubicBezTo>
                      <a:pt x="172" y="60"/>
                      <a:pt x="172" y="60"/>
                      <a:pt x="172" y="60"/>
                    </a:cubicBezTo>
                    <a:cubicBezTo>
                      <a:pt x="172" y="60"/>
                      <a:pt x="173" y="60"/>
                      <a:pt x="173" y="60"/>
                    </a:cubicBezTo>
                    <a:cubicBezTo>
                      <a:pt x="173" y="60"/>
                      <a:pt x="173" y="60"/>
                      <a:pt x="173" y="60"/>
                    </a:cubicBezTo>
                    <a:cubicBezTo>
                      <a:pt x="173" y="60"/>
                      <a:pt x="173" y="60"/>
                      <a:pt x="173" y="60"/>
                    </a:cubicBezTo>
                    <a:cubicBezTo>
                      <a:pt x="173" y="60"/>
                      <a:pt x="173" y="60"/>
                      <a:pt x="173" y="60"/>
                    </a:cubicBezTo>
                    <a:cubicBezTo>
                      <a:pt x="173" y="60"/>
                      <a:pt x="173" y="60"/>
                      <a:pt x="173" y="60"/>
                    </a:cubicBezTo>
                    <a:cubicBezTo>
                      <a:pt x="173" y="60"/>
                      <a:pt x="173" y="60"/>
                      <a:pt x="173" y="60"/>
                    </a:cubicBezTo>
                    <a:cubicBezTo>
                      <a:pt x="173" y="60"/>
                      <a:pt x="173" y="60"/>
                      <a:pt x="173" y="60"/>
                    </a:cubicBezTo>
                    <a:cubicBezTo>
                      <a:pt x="173" y="60"/>
                      <a:pt x="173" y="60"/>
                      <a:pt x="173" y="60"/>
                    </a:cubicBezTo>
                    <a:cubicBezTo>
                      <a:pt x="173" y="60"/>
                      <a:pt x="173" y="60"/>
                      <a:pt x="173" y="60"/>
                    </a:cubicBezTo>
                    <a:cubicBezTo>
                      <a:pt x="173" y="60"/>
                      <a:pt x="173" y="59"/>
                      <a:pt x="173" y="59"/>
                    </a:cubicBezTo>
                    <a:cubicBezTo>
                      <a:pt x="173" y="59"/>
                      <a:pt x="173" y="59"/>
                      <a:pt x="173" y="59"/>
                    </a:cubicBezTo>
                    <a:cubicBezTo>
                      <a:pt x="173" y="59"/>
                      <a:pt x="173" y="59"/>
                      <a:pt x="173" y="59"/>
                    </a:cubicBezTo>
                    <a:cubicBezTo>
                      <a:pt x="173" y="59"/>
                      <a:pt x="173" y="59"/>
                      <a:pt x="173" y="59"/>
                    </a:cubicBezTo>
                    <a:cubicBezTo>
                      <a:pt x="173" y="59"/>
                      <a:pt x="173" y="59"/>
                      <a:pt x="173" y="59"/>
                    </a:cubicBezTo>
                    <a:cubicBezTo>
                      <a:pt x="173" y="59"/>
                      <a:pt x="173" y="59"/>
                      <a:pt x="173" y="59"/>
                    </a:cubicBezTo>
                    <a:cubicBezTo>
                      <a:pt x="173" y="59"/>
                      <a:pt x="173" y="59"/>
                      <a:pt x="173" y="59"/>
                    </a:cubicBezTo>
                    <a:cubicBezTo>
                      <a:pt x="173" y="59"/>
                      <a:pt x="173" y="59"/>
                      <a:pt x="173" y="59"/>
                    </a:cubicBezTo>
                    <a:cubicBezTo>
                      <a:pt x="173" y="59"/>
                      <a:pt x="173" y="58"/>
                      <a:pt x="173" y="58"/>
                    </a:cubicBezTo>
                    <a:cubicBezTo>
                      <a:pt x="173" y="58"/>
                      <a:pt x="173" y="58"/>
                      <a:pt x="173" y="58"/>
                    </a:cubicBezTo>
                    <a:cubicBezTo>
                      <a:pt x="173" y="58"/>
                      <a:pt x="173" y="58"/>
                      <a:pt x="173" y="58"/>
                    </a:cubicBezTo>
                    <a:cubicBezTo>
                      <a:pt x="174" y="58"/>
                      <a:pt x="174" y="58"/>
                      <a:pt x="174" y="58"/>
                    </a:cubicBezTo>
                    <a:cubicBezTo>
                      <a:pt x="174" y="58"/>
                      <a:pt x="174" y="58"/>
                      <a:pt x="174" y="58"/>
                    </a:cubicBezTo>
                    <a:cubicBezTo>
                      <a:pt x="174" y="58"/>
                      <a:pt x="174" y="58"/>
                      <a:pt x="174" y="59"/>
                    </a:cubicBezTo>
                    <a:cubicBezTo>
                      <a:pt x="174" y="59"/>
                      <a:pt x="174" y="59"/>
                      <a:pt x="174" y="59"/>
                    </a:cubicBezTo>
                    <a:cubicBezTo>
                      <a:pt x="174" y="59"/>
                      <a:pt x="174" y="59"/>
                      <a:pt x="174" y="59"/>
                    </a:cubicBezTo>
                    <a:cubicBezTo>
                      <a:pt x="174" y="59"/>
                      <a:pt x="174" y="59"/>
                      <a:pt x="174" y="59"/>
                    </a:cubicBezTo>
                    <a:cubicBezTo>
                      <a:pt x="174" y="59"/>
                      <a:pt x="174" y="59"/>
                      <a:pt x="174" y="59"/>
                    </a:cubicBezTo>
                    <a:cubicBezTo>
                      <a:pt x="174"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5" y="59"/>
                      <a:pt x="175" y="59"/>
                      <a:pt x="175" y="59"/>
                    </a:cubicBezTo>
                    <a:cubicBezTo>
                      <a:pt x="176" y="59"/>
                      <a:pt x="176" y="58"/>
                      <a:pt x="176" y="58"/>
                    </a:cubicBezTo>
                    <a:cubicBezTo>
                      <a:pt x="176" y="58"/>
                      <a:pt x="176" y="58"/>
                      <a:pt x="176" y="58"/>
                    </a:cubicBezTo>
                    <a:cubicBezTo>
                      <a:pt x="176" y="58"/>
                      <a:pt x="177" y="58"/>
                      <a:pt x="177" y="58"/>
                    </a:cubicBezTo>
                    <a:cubicBezTo>
                      <a:pt x="177" y="57"/>
                      <a:pt x="177" y="57"/>
                      <a:pt x="177" y="57"/>
                    </a:cubicBezTo>
                    <a:cubicBezTo>
                      <a:pt x="177" y="57"/>
                      <a:pt x="177" y="56"/>
                      <a:pt x="177" y="56"/>
                    </a:cubicBezTo>
                    <a:cubicBezTo>
                      <a:pt x="177" y="56"/>
                      <a:pt x="177" y="56"/>
                      <a:pt x="177" y="56"/>
                    </a:cubicBezTo>
                    <a:cubicBezTo>
                      <a:pt x="177" y="56"/>
                      <a:pt x="177" y="56"/>
                      <a:pt x="177" y="56"/>
                    </a:cubicBezTo>
                    <a:cubicBezTo>
                      <a:pt x="177" y="56"/>
                      <a:pt x="177" y="56"/>
                      <a:pt x="177" y="55"/>
                    </a:cubicBezTo>
                    <a:cubicBezTo>
                      <a:pt x="177" y="55"/>
                      <a:pt x="177" y="55"/>
                      <a:pt x="177" y="55"/>
                    </a:cubicBezTo>
                    <a:cubicBezTo>
                      <a:pt x="177" y="55"/>
                      <a:pt x="177" y="54"/>
                      <a:pt x="177" y="54"/>
                    </a:cubicBezTo>
                    <a:cubicBezTo>
                      <a:pt x="177" y="54"/>
                      <a:pt x="177" y="54"/>
                      <a:pt x="177" y="54"/>
                    </a:cubicBezTo>
                    <a:cubicBezTo>
                      <a:pt x="177" y="54"/>
                      <a:pt x="178" y="54"/>
                      <a:pt x="178" y="53"/>
                    </a:cubicBezTo>
                    <a:cubicBezTo>
                      <a:pt x="178" y="53"/>
                      <a:pt x="178" y="52"/>
                      <a:pt x="178" y="52"/>
                    </a:cubicBezTo>
                    <a:cubicBezTo>
                      <a:pt x="178" y="52"/>
                      <a:pt x="178" y="52"/>
                      <a:pt x="178" y="52"/>
                    </a:cubicBezTo>
                    <a:cubicBezTo>
                      <a:pt x="178" y="51"/>
                      <a:pt x="178" y="51"/>
                      <a:pt x="178" y="51"/>
                    </a:cubicBezTo>
                    <a:cubicBezTo>
                      <a:pt x="178" y="51"/>
                      <a:pt x="178" y="51"/>
                      <a:pt x="178" y="51"/>
                    </a:cubicBezTo>
                    <a:cubicBezTo>
                      <a:pt x="178" y="51"/>
                      <a:pt x="178" y="50"/>
                      <a:pt x="178" y="50"/>
                    </a:cubicBezTo>
                    <a:cubicBezTo>
                      <a:pt x="177" y="50"/>
                      <a:pt x="178" y="49"/>
                      <a:pt x="178" y="49"/>
                    </a:cubicBezTo>
                    <a:cubicBezTo>
                      <a:pt x="178" y="49"/>
                      <a:pt x="178" y="48"/>
                      <a:pt x="178" y="48"/>
                    </a:cubicBezTo>
                    <a:cubicBezTo>
                      <a:pt x="178" y="47"/>
                      <a:pt x="177" y="47"/>
                      <a:pt x="177" y="47"/>
                    </a:cubicBezTo>
                    <a:cubicBezTo>
                      <a:pt x="177" y="47"/>
                      <a:pt x="177" y="47"/>
                      <a:pt x="177" y="47"/>
                    </a:cubicBezTo>
                    <a:cubicBezTo>
                      <a:pt x="177" y="47"/>
                      <a:pt x="177" y="47"/>
                      <a:pt x="177" y="46"/>
                    </a:cubicBezTo>
                    <a:cubicBezTo>
                      <a:pt x="177" y="46"/>
                      <a:pt x="177" y="46"/>
                      <a:pt x="177" y="46"/>
                    </a:cubicBezTo>
                    <a:cubicBezTo>
                      <a:pt x="177" y="46"/>
                      <a:pt x="177" y="46"/>
                      <a:pt x="177" y="46"/>
                    </a:cubicBezTo>
                    <a:cubicBezTo>
                      <a:pt x="177" y="46"/>
                      <a:pt x="177" y="46"/>
                      <a:pt x="177" y="45"/>
                    </a:cubicBezTo>
                    <a:cubicBezTo>
                      <a:pt x="177" y="45"/>
                      <a:pt x="177" y="45"/>
                      <a:pt x="176" y="45"/>
                    </a:cubicBezTo>
                    <a:cubicBezTo>
                      <a:pt x="176" y="45"/>
                      <a:pt x="176" y="45"/>
                      <a:pt x="176" y="45"/>
                    </a:cubicBezTo>
                    <a:cubicBezTo>
                      <a:pt x="176" y="44"/>
                      <a:pt x="176" y="44"/>
                      <a:pt x="176" y="44"/>
                    </a:cubicBezTo>
                    <a:cubicBezTo>
                      <a:pt x="176" y="44"/>
                      <a:pt x="176" y="44"/>
                      <a:pt x="176" y="44"/>
                    </a:cubicBezTo>
                    <a:cubicBezTo>
                      <a:pt x="176" y="44"/>
                      <a:pt x="176" y="44"/>
                      <a:pt x="176" y="44"/>
                    </a:cubicBezTo>
                    <a:cubicBezTo>
                      <a:pt x="176" y="44"/>
                      <a:pt x="176" y="44"/>
                      <a:pt x="176" y="44"/>
                    </a:cubicBezTo>
                    <a:cubicBezTo>
                      <a:pt x="176" y="44"/>
                      <a:pt x="176" y="44"/>
                      <a:pt x="176" y="44"/>
                    </a:cubicBezTo>
                    <a:cubicBezTo>
                      <a:pt x="176" y="44"/>
                      <a:pt x="176" y="44"/>
                      <a:pt x="176" y="43"/>
                    </a:cubicBezTo>
                    <a:cubicBezTo>
                      <a:pt x="176" y="43"/>
                      <a:pt x="176" y="43"/>
                      <a:pt x="176" y="43"/>
                    </a:cubicBezTo>
                    <a:cubicBezTo>
                      <a:pt x="175" y="43"/>
                      <a:pt x="175" y="43"/>
                      <a:pt x="175" y="43"/>
                    </a:cubicBezTo>
                    <a:cubicBezTo>
                      <a:pt x="175" y="43"/>
                      <a:pt x="175" y="43"/>
                      <a:pt x="176" y="43"/>
                    </a:cubicBezTo>
                    <a:cubicBezTo>
                      <a:pt x="176" y="43"/>
                      <a:pt x="176" y="43"/>
                      <a:pt x="176" y="43"/>
                    </a:cubicBezTo>
                    <a:cubicBezTo>
                      <a:pt x="176" y="43"/>
                      <a:pt x="176" y="43"/>
                      <a:pt x="176" y="42"/>
                    </a:cubicBezTo>
                    <a:cubicBezTo>
                      <a:pt x="176" y="42"/>
                      <a:pt x="176" y="42"/>
                      <a:pt x="176" y="42"/>
                    </a:cubicBezTo>
                    <a:cubicBezTo>
                      <a:pt x="176" y="42"/>
                      <a:pt x="176" y="42"/>
                      <a:pt x="176" y="42"/>
                    </a:cubicBezTo>
                    <a:cubicBezTo>
                      <a:pt x="176" y="42"/>
                      <a:pt x="176" y="42"/>
                      <a:pt x="176" y="42"/>
                    </a:cubicBezTo>
                    <a:cubicBezTo>
                      <a:pt x="175" y="42"/>
                      <a:pt x="175" y="42"/>
                      <a:pt x="175" y="42"/>
                    </a:cubicBezTo>
                    <a:cubicBezTo>
                      <a:pt x="175" y="41"/>
                      <a:pt x="175" y="41"/>
                      <a:pt x="175" y="41"/>
                    </a:cubicBezTo>
                    <a:cubicBezTo>
                      <a:pt x="175" y="41"/>
                      <a:pt x="175" y="41"/>
                      <a:pt x="175" y="41"/>
                    </a:cubicBezTo>
                    <a:cubicBezTo>
                      <a:pt x="175" y="41"/>
                      <a:pt x="175" y="41"/>
                      <a:pt x="175" y="41"/>
                    </a:cubicBezTo>
                    <a:cubicBezTo>
                      <a:pt x="175" y="41"/>
                      <a:pt x="175" y="41"/>
                      <a:pt x="175" y="41"/>
                    </a:cubicBezTo>
                    <a:cubicBezTo>
                      <a:pt x="175" y="41"/>
                      <a:pt x="175" y="41"/>
                      <a:pt x="175" y="40"/>
                    </a:cubicBezTo>
                    <a:cubicBezTo>
                      <a:pt x="175" y="40"/>
                      <a:pt x="174" y="40"/>
                      <a:pt x="174" y="40"/>
                    </a:cubicBezTo>
                    <a:cubicBezTo>
                      <a:pt x="174" y="40"/>
                      <a:pt x="174" y="40"/>
                      <a:pt x="174" y="40"/>
                    </a:cubicBezTo>
                    <a:cubicBezTo>
                      <a:pt x="174" y="40"/>
                      <a:pt x="174" y="40"/>
                      <a:pt x="174" y="40"/>
                    </a:cubicBezTo>
                    <a:cubicBezTo>
                      <a:pt x="174" y="40"/>
                      <a:pt x="174" y="40"/>
                      <a:pt x="174" y="40"/>
                    </a:cubicBezTo>
                    <a:cubicBezTo>
                      <a:pt x="174" y="40"/>
                      <a:pt x="174" y="40"/>
                      <a:pt x="174" y="40"/>
                    </a:cubicBezTo>
                    <a:cubicBezTo>
                      <a:pt x="174" y="40"/>
                      <a:pt x="174" y="40"/>
                      <a:pt x="174" y="40"/>
                    </a:cubicBezTo>
                    <a:cubicBezTo>
                      <a:pt x="174" y="40"/>
                      <a:pt x="174" y="40"/>
                      <a:pt x="174" y="40"/>
                    </a:cubicBezTo>
                    <a:cubicBezTo>
                      <a:pt x="174" y="40"/>
                      <a:pt x="174" y="40"/>
                      <a:pt x="174" y="40"/>
                    </a:cubicBezTo>
                    <a:cubicBezTo>
                      <a:pt x="174" y="40"/>
                      <a:pt x="174" y="40"/>
                      <a:pt x="174" y="39"/>
                    </a:cubicBezTo>
                    <a:cubicBezTo>
                      <a:pt x="174" y="39"/>
                      <a:pt x="174" y="39"/>
                      <a:pt x="174" y="39"/>
                    </a:cubicBezTo>
                    <a:cubicBezTo>
                      <a:pt x="174" y="39"/>
                      <a:pt x="173" y="39"/>
                      <a:pt x="173" y="39"/>
                    </a:cubicBezTo>
                    <a:cubicBezTo>
                      <a:pt x="173" y="39"/>
                      <a:pt x="173" y="39"/>
                      <a:pt x="173" y="39"/>
                    </a:cubicBezTo>
                    <a:cubicBezTo>
                      <a:pt x="173" y="39"/>
                      <a:pt x="173" y="39"/>
                      <a:pt x="173" y="39"/>
                    </a:cubicBezTo>
                    <a:cubicBezTo>
                      <a:pt x="173" y="39"/>
                      <a:pt x="173" y="39"/>
                      <a:pt x="172" y="39"/>
                    </a:cubicBezTo>
                    <a:cubicBezTo>
                      <a:pt x="172" y="39"/>
                      <a:pt x="172" y="39"/>
                      <a:pt x="172" y="39"/>
                    </a:cubicBezTo>
                    <a:cubicBezTo>
                      <a:pt x="172" y="38"/>
                      <a:pt x="172" y="38"/>
                      <a:pt x="172" y="38"/>
                    </a:cubicBezTo>
                    <a:cubicBezTo>
                      <a:pt x="172" y="38"/>
                      <a:pt x="172" y="38"/>
                      <a:pt x="172" y="38"/>
                    </a:cubicBezTo>
                    <a:cubicBezTo>
                      <a:pt x="172" y="38"/>
                      <a:pt x="171" y="38"/>
                      <a:pt x="171" y="38"/>
                    </a:cubicBezTo>
                    <a:cubicBezTo>
                      <a:pt x="171" y="38"/>
                      <a:pt x="171" y="38"/>
                      <a:pt x="171" y="38"/>
                    </a:cubicBezTo>
                    <a:cubicBezTo>
                      <a:pt x="171" y="38"/>
                      <a:pt x="171" y="38"/>
                      <a:pt x="171" y="38"/>
                    </a:cubicBezTo>
                    <a:cubicBezTo>
                      <a:pt x="171" y="38"/>
                      <a:pt x="171" y="38"/>
                      <a:pt x="171" y="38"/>
                    </a:cubicBezTo>
                    <a:cubicBezTo>
                      <a:pt x="171" y="38"/>
                      <a:pt x="171" y="38"/>
                      <a:pt x="171" y="38"/>
                    </a:cubicBezTo>
                    <a:cubicBezTo>
                      <a:pt x="171" y="38"/>
                      <a:pt x="170" y="38"/>
                      <a:pt x="170" y="38"/>
                    </a:cubicBezTo>
                    <a:cubicBezTo>
                      <a:pt x="170" y="38"/>
                      <a:pt x="171" y="39"/>
                      <a:pt x="171" y="39"/>
                    </a:cubicBezTo>
                    <a:cubicBezTo>
                      <a:pt x="171" y="39"/>
                      <a:pt x="171" y="39"/>
                      <a:pt x="171" y="39"/>
                    </a:cubicBezTo>
                    <a:cubicBezTo>
                      <a:pt x="171" y="39"/>
                      <a:pt x="171" y="39"/>
                      <a:pt x="171" y="39"/>
                    </a:cubicBezTo>
                    <a:cubicBezTo>
                      <a:pt x="171" y="39"/>
                      <a:pt x="171" y="39"/>
                      <a:pt x="171" y="39"/>
                    </a:cubicBezTo>
                    <a:cubicBezTo>
                      <a:pt x="171" y="39"/>
                      <a:pt x="171" y="39"/>
                      <a:pt x="171" y="39"/>
                    </a:cubicBezTo>
                    <a:cubicBezTo>
                      <a:pt x="171" y="39"/>
                      <a:pt x="171" y="39"/>
                      <a:pt x="171" y="39"/>
                    </a:cubicBezTo>
                    <a:cubicBezTo>
                      <a:pt x="171" y="39"/>
                      <a:pt x="171" y="39"/>
                      <a:pt x="171" y="39"/>
                    </a:cubicBezTo>
                    <a:cubicBezTo>
                      <a:pt x="171" y="39"/>
                      <a:pt x="171" y="39"/>
                      <a:pt x="171" y="39"/>
                    </a:cubicBezTo>
                    <a:cubicBezTo>
                      <a:pt x="171" y="39"/>
                      <a:pt x="171" y="39"/>
                      <a:pt x="171" y="39"/>
                    </a:cubicBezTo>
                    <a:cubicBezTo>
                      <a:pt x="171" y="39"/>
                      <a:pt x="171" y="39"/>
                      <a:pt x="171" y="39"/>
                    </a:cubicBezTo>
                    <a:cubicBezTo>
                      <a:pt x="170" y="39"/>
                      <a:pt x="170" y="39"/>
                      <a:pt x="170" y="39"/>
                    </a:cubicBezTo>
                    <a:cubicBezTo>
                      <a:pt x="170" y="39"/>
                      <a:pt x="170" y="39"/>
                      <a:pt x="170" y="39"/>
                    </a:cubicBezTo>
                    <a:cubicBezTo>
                      <a:pt x="170" y="39"/>
                      <a:pt x="170" y="39"/>
                      <a:pt x="170" y="39"/>
                    </a:cubicBezTo>
                    <a:cubicBezTo>
                      <a:pt x="170" y="39"/>
                      <a:pt x="170" y="40"/>
                      <a:pt x="170" y="40"/>
                    </a:cubicBezTo>
                    <a:cubicBezTo>
                      <a:pt x="170" y="40"/>
                      <a:pt x="170" y="40"/>
                      <a:pt x="170" y="40"/>
                    </a:cubicBezTo>
                    <a:cubicBezTo>
                      <a:pt x="170" y="40"/>
                      <a:pt x="170" y="40"/>
                      <a:pt x="170" y="40"/>
                    </a:cubicBezTo>
                    <a:cubicBezTo>
                      <a:pt x="170" y="40"/>
                      <a:pt x="170" y="40"/>
                      <a:pt x="170" y="40"/>
                    </a:cubicBezTo>
                    <a:cubicBezTo>
                      <a:pt x="170" y="40"/>
                      <a:pt x="170" y="40"/>
                      <a:pt x="170" y="40"/>
                    </a:cubicBezTo>
                    <a:cubicBezTo>
                      <a:pt x="170" y="39"/>
                      <a:pt x="170" y="39"/>
                      <a:pt x="170" y="39"/>
                    </a:cubicBezTo>
                    <a:cubicBezTo>
                      <a:pt x="170" y="39"/>
                      <a:pt x="170" y="39"/>
                      <a:pt x="170" y="39"/>
                    </a:cubicBezTo>
                    <a:cubicBezTo>
                      <a:pt x="170" y="39"/>
                      <a:pt x="170" y="39"/>
                      <a:pt x="170" y="39"/>
                    </a:cubicBezTo>
                    <a:cubicBezTo>
                      <a:pt x="170" y="39"/>
                      <a:pt x="170" y="39"/>
                      <a:pt x="170" y="39"/>
                    </a:cubicBezTo>
                    <a:cubicBezTo>
                      <a:pt x="170" y="39"/>
                      <a:pt x="170" y="39"/>
                      <a:pt x="170" y="39"/>
                    </a:cubicBezTo>
                    <a:cubicBezTo>
                      <a:pt x="170" y="39"/>
                      <a:pt x="170" y="39"/>
                      <a:pt x="170" y="39"/>
                    </a:cubicBezTo>
                    <a:cubicBezTo>
                      <a:pt x="170" y="39"/>
                      <a:pt x="170" y="39"/>
                      <a:pt x="170" y="39"/>
                    </a:cubicBezTo>
                    <a:cubicBezTo>
                      <a:pt x="170" y="39"/>
                      <a:pt x="170" y="39"/>
                      <a:pt x="169" y="39"/>
                    </a:cubicBezTo>
                    <a:cubicBezTo>
                      <a:pt x="169" y="39"/>
                      <a:pt x="169" y="39"/>
                      <a:pt x="169" y="39"/>
                    </a:cubicBezTo>
                    <a:cubicBezTo>
                      <a:pt x="169" y="39"/>
                      <a:pt x="169" y="39"/>
                      <a:pt x="169" y="39"/>
                    </a:cubicBezTo>
                    <a:cubicBezTo>
                      <a:pt x="169" y="38"/>
                      <a:pt x="169" y="38"/>
                      <a:pt x="169" y="38"/>
                    </a:cubicBezTo>
                    <a:cubicBezTo>
                      <a:pt x="169" y="38"/>
                      <a:pt x="169" y="38"/>
                      <a:pt x="169" y="38"/>
                    </a:cubicBezTo>
                    <a:cubicBezTo>
                      <a:pt x="169" y="38"/>
                      <a:pt x="169" y="38"/>
                      <a:pt x="169" y="38"/>
                    </a:cubicBezTo>
                    <a:cubicBezTo>
                      <a:pt x="169" y="38"/>
                      <a:pt x="169" y="38"/>
                      <a:pt x="169" y="38"/>
                    </a:cubicBezTo>
                    <a:cubicBezTo>
                      <a:pt x="169" y="38"/>
                      <a:pt x="169" y="38"/>
                      <a:pt x="169" y="39"/>
                    </a:cubicBezTo>
                    <a:cubicBezTo>
                      <a:pt x="169" y="39"/>
                      <a:pt x="169" y="39"/>
                      <a:pt x="169" y="39"/>
                    </a:cubicBezTo>
                    <a:cubicBezTo>
                      <a:pt x="169" y="39"/>
                      <a:pt x="169" y="39"/>
                      <a:pt x="169" y="39"/>
                    </a:cubicBezTo>
                    <a:cubicBezTo>
                      <a:pt x="169" y="39"/>
                      <a:pt x="169" y="39"/>
                      <a:pt x="169" y="39"/>
                    </a:cubicBezTo>
                    <a:cubicBezTo>
                      <a:pt x="169" y="39"/>
                      <a:pt x="169" y="39"/>
                      <a:pt x="169" y="39"/>
                    </a:cubicBezTo>
                    <a:cubicBezTo>
                      <a:pt x="169" y="39"/>
                      <a:pt x="169" y="39"/>
                      <a:pt x="169" y="39"/>
                    </a:cubicBezTo>
                    <a:cubicBezTo>
                      <a:pt x="169" y="39"/>
                      <a:pt x="169" y="39"/>
                      <a:pt x="169" y="39"/>
                    </a:cubicBezTo>
                    <a:cubicBezTo>
                      <a:pt x="169" y="39"/>
                      <a:pt x="169" y="39"/>
                      <a:pt x="169" y="39"/>
                    </a:cubicBezTo>
                    <a:cubicBezTo>
                      <a:pt x="169" y="39"/>
                      <a:pt x="169" y="39"/>
                      <a:pt x="169" y="39"/>
                    </a:cubicBezTo>
                    <a:cubicBezTo>
                      <a:pt x="169" y="39"/>
                      <a:pt x="169" y="39"/>
                      <a:pt x="169" y="39"/>
                    </a:cubicBezTo>
                    <a:cubicBezTo>
                      <a:pt x="169" y="39"/>
                      <a:pt x="169" y="38"/>
                      <a:pt x="169" y="38"/>
                    </a:cubicBezTo>
                    <a:cubicBezTo>
                      <a:pt x="169" y="38"/>
                      <a:pt x="168" y="38"/>
                      <a:pt x="168" y="38"/>
                    </a:cubicBezTo>
                    <a:cubicBezTo>
                      <a:pt x="168" y="38"/>
                      <a:pt x="168" y="38"/>
                      <a:pt x="168" y="38"/>
                    </a:cubicBezTo>
                    <a:cubicBezTo>
                      <a:pt x="168" y="38"/>
                      <a:pt x="168" y="38"/>
                      <a:pt x="168" y="38"/>
                    </a:cubicBezTo>
                    <a:cubicBezTo>
                      <a:pt x="168" y="38"/>
                      <a:pt x="168" y="38"/>
                      <a:pt x="168" y="38"/>
                    </a:cubicBezTo>
                    <a:cubicBezTo>
                      <a:pt x="168" y="38"/>
                      <a:pt x="168" y="38"/>
                      <a:pt x="168" y="38"/>
                    </a:cubicBezTo>
                    <a:cubicBezTo>
                      <a:pt x="168" y="38"/>
                      <a:pt x="168" y="38"/>
                      <a:pt x="168" y="38"/>
                    </a:cubicBezTo>
                    <a:cubicBezTo>
                      <a:pt x="168" y="38"/>
                      <a:pt x="168" y="38"/>
                      <a:pt x="167" y="38"/>
                    </a:cubicBezTo>
                    <a:cubicBezTo>
                      <a:pt x="167" y="38"/>
                      <a:pt x="167" y="38"/>
                      <a:pt x="167" y="38"/>
                    </a:cubicBezTo>
                    <a:cubicBezTo>
                      <a:pt x="167" y="38"/>
                      <a:pt x="167" y="38"/>
                      <a:pt x="167" y="38"/>
                    </a:cubicBezTo>
                    <a:cubicBezTo>
                      <a:pt x="167" y="38"/>
                      <a:pt x="167" y="38"/>
                      <a:pt x="167" y="38"/>
                    </a:cubicBezTo>
                    <a:cubicBezTo>
                      <a:pt x="167" y="38"/>
                      <a:pt x="167" y="38"/>
                      <a:pt x="167" y="38"/>
                    </a:cubicBezTo>
                    <a:cubicBezTo>
                      <a:pt x="167" y="38"/>
                      <a:pt x="167" y="38"/>
                      <a:pt x="167" y="38"/>
                    </a:cubicBezTo>
                    <a:cubicBezTo>
                      <a:pt x="167" y="38"/>
                      <a:pt x="167" y="38"/>
                      <a:pt x="167" y="38"/>
                    </a:cubicBezTo>
                    <a:cubicBezTo>
                      <a:pt x="166" y="38"/>
                      <a:pt x="166" y="38"/>
                      <a:pt x="166" y="38"/>
                    </a:cubicBezTo>
                    <a:cubicBezTo>
                      <a:pt x="166" y="37"/>
                      <a:pt x="167" y="37"/>
                      <a:pt x="167" y="37"/>
                    </a:cubicBezTo>
                    <a:cubicBezTo>
                      <a:pt x="167" y="37"/>
                      <a:pt x="167" y="37"/>
                      <a:pt x="167" y="37"/>
                    </a:cubicBezTo>
                    <a:cubicBezTo>
                      <a:pt x="167" y="37"/>
                      <a:pt x="167" y="37"/>
                      <a:pt x="167" y="37"/>
                    </a:cubicBezTo>
                    <a:cubicBezTo>
                      <a:pt x="167" y="36"/>
                      <a:pt x="167" y="36"/>
                      <a:pt x="167" y="36"/>
                    </a:cubicBezTo>
                    <a:cubicBezTo>
                      <a:pt x="167" y="36"/>
                      <a:pt x="167" y="36"/>
                      <a:pt x="167" y="36"/>
                    </a:cubicBezTo>
                    <a:cubicBezTo>
                      <a:pt x="167" y="36"/>
                      <a:pt x="167" y="36"/>
                      <a:pt x="167" y="36"/>
                    </a:cubicBezTo>
                    <a:cubicBezTo>
                      <a:pt x="167" y="36"/>
                      <a:pt x="167" y="36"/>
                      <a:pt x="167" y="36"/>
                    </a:cubicBezTo>
                    <a:cubicBezTo>
                      <a:pt x="167" y="36"/>
                      <a:pt x="167" y="36"/>
                      <a:pt x="167" y="36"/>
                    </a:cubicBezTo>
                    <a:cubicBezTo>
                      <a:pt x="167" y="36"/>
                      <a:pt x="167" y="36"/>
                      <a:pt x="167" y="36"/>
                    </a:cubicBezTo>
                    <a:cubicBezTo>
                      <a:pt x="167" y="36"/>
                      <a:pt x="167" y="36"/>
                      <a:pt x="167" y="35"/>
                    </a:cubicBezTo>
                    <a:cubicBezTo>
                      <a:pt x="167" y="35"/>
                      <a:pt x="167" y="35"/>
                      <a:pt x="167" y="35"/>
                    </a:cubicBezTo>
                    <a:cubicBezTo>
                      <a:pt x="167" y="35"/>
                      <a:pt x="167" y="35"/>
                      <a:pt x="167" y="35"/>
                    </a:cubicBezTo>
                    <a:cubicBezTo>
                      <a:pt x="167" y="35"/>
                      <a:pt x="167" y="35"/>
                      <a:pt x="167" y="34"/>
                    </a:cubicBezTo>
                    <a:cubicBezTo>
                      <a:pt x="167" y="34"/>
                      <a:pt x="167" y="34"/>
                      <a:pt x="167" y="33"/>
                    </a:cubicBezTo>
                    <a:cubicBezTo>
                      <a:pt x="167" y="33"/>
                      <a:pt x="168" y="33"/>
                      <a:pt x="168" y="33"/>
                    </a:cubicBezTo>
                    <a:cubicBezTo>
                      <a:pt x="168" y="33"/>
                      <a:pt x="168" y="33"/>
                      <a:pt x="168" y="33"/>
                    </a:cubicBezTo>
                    <a:cubicBezTo>
                      <a:pt x="168" y="33"/>
                      <a:pt x="168" y="33"/>
                      <a:pt x="168" y="33"/>
                    </a:cubicBezTo>
                    <a:cubicBezTo>
                      <a:pt x="168" y="33"/>
                      <a:pt x="168" y="33"/>
                      <a:pt x="168" y="33"/>
                    </a:cubicBezTo>
                    <a:cubicBezTo>
                      <a:pt x="168" y="33"/>
                      <a:pt x="168" y="32"/>
                      <a:pt x="168" y="32"/>
                    </a:cubicBezTo>
                    <a:cubicBezTo>
                      <a:pt x="168" y="32"/>
                      <a:pt x="168" y="32"/>
                      <a:pt x="168" y="32"/>
                    </a:cubicBezTo>
                    <a:cubicBezTo>
                      <a:pt x="168" y="32"/>
                      <a:pt x="168" y="32"/>
                      <a:pt x="168" y="31"/>
                    </a:cubicBezTo>
                    <a:cubicBezTo>
                      <a:pt x="168" y="31"/>
                      <a:pt x="168" y="30"/>
                      <a:pt x="168" y="30"/>
                    </a:cubicBezTo>
                    <a:cubicBezTo>
                      <a:pt x="168" y="30"/>
                      <a:pt x="168" y="30"/>
                      <a:pt x="168" y="30"/>
                    </a:cubicBezTo>
                    <a:cubicBezTo>
                      <a:pt x="168" y="30"/>
                      <a:pt x="168" y="30"/>
                      <a:pt x="168" y="30"/>
                    </a:cubicBezTo>
                    <a:cubicBezTo>
                      <a:pt x="169" y="30"/>
                      <a:pt x="169" y="29"/>
                      <a:pt x="169" y="29"/>
                    </a:cubicBezTo>
                    <a:cubicBezTo>
                      <a:pt x="169" y="29"/>
                      <a:pt x="169" y="29"/>
                      <a:pt x="169" y="29"/>
                    </a:cubicBezTo>
                    <a:cubicBezTo>
                      <a:pt x="169" y="29"/>
                      <a:pt x="169" y="29"/>
                      <a:pt x="169" y="29"/>
                    </a:cubicBezTo>
                    <a:cubicBezTo>
                      <a:pt x="169" y="29"/>
                      <a:pt x="169" y="29"/>
                      <a:pt x="169" y="29"/>
                    </a:cubicBezTo>
                    <a:cubicBezTo>
                      <a:pt x="169" y="29"/>
                      <a:pt x="169" y="29"/>
                      <a:pt x="169" y="29"/>
                    </a:cubicBezTo>
                    <a:cubicBezTo>
                      <a:pt x="169" y="29"/>
                      <a:pt x="170" y="29"/>
                      <a:pt x="170" y="29"/>
                    </a:cubicBezTo>
                    <a:cubicBezTo>
                      <a:pt x="170" y="29"/>
                      <a:pt x="170" y="29"/>
                      <a:pt x="170" y="28"/>
                    </a:cubicBezTo>
                    <a:cubicBezTo>
                      <a:pt x="171" y="28"/>
                      <a:pt x="171" y="28"/>
                      <a:pt x="171" y="28"/>
                    </a:cubicBezTo>
                    <a:cubicBezTo>
                      <a:pt x="171" y="28"/>
                      <a:pt x="171" y="28"/>
                      <a:pt x="171" y="28"/>
                    </a:cubicBezTo>
                    <a:cubicBezTo>
                      <a:pt x="171" y="28"/>
                      <a:pt x="171" y="28"/>
                      <a:pt x="171" y="28"/>
                    </a:cubicBezTo>
                    <a:cubicBezTo>
                      <a:pt x="171" y="28"/>
                      <a:pt x="171" y="28"/>
                      <a:pt x="171" y="28"/>
                    </a:cubicBezTo>
                    <a:cubicBezTo>
                      <a:pt x="171" y="28"/>
                      <a:pt x="171" y="28"/>
                      <a:pt x="171" y="28"/>
                    </a:cubicBezTo>
                    <a:cubicBezTo>
                      <a:pt x="171" y="28"/>
                      <a:pt x="171" y="28"/>
                      <a:pt x="171" y="28"/>
                    </a:cubicBezTo>
                    <a:cubicBezTo>
                      <a:pt x="171" y="28"/>
                      <a:pt x="171" y="28"/>
                      <a:pt x="171" y="28"/>
                    </a:cubicBezTo>
                    <a:cubicBezTo>
                      <a:pt x="171" y="28"/>
                      <a:pt x="171" y="28"/>
                      <a:pt x="171" y="28"/>
                    </a:cubicBezTo>
                    <a:cubicBezTo>
                      <a:pt x="171" y="28"/>
                      <a:pt x="171" y="28"/>
                      <a:pt x="171" y="28"/>
                    </a:cubicBezTo>
                    <a:cubicBezTo>
                      <a:pt x="171" y="28"/>
                      <a:pt x="171" y="29"/>
                      <a:pt x="171" y="29"/>
                    </a:cubicBezTo>
                    <a:cubicBezTo>
                      <a:pt x="171" y="29"/>
                      <a:pt x="171" y="29"/>
                      <a:pt x="171" y="29"/>
                    </a:cubicBezTo>
                    <a:cubicBezTo>
                      <a:pt x="171" y="29"/>
                      <a:pt x="172" y="29"/>
                      <a:pt x="172" y="29"/>
                    </a:cubicBezTo>
                    <a:cubicBezTo>
                      <a:pt x="172" y="29"/>
                      <a:pt x="172" y="29"/>
                      <a:pt x="172" y="29"/>
                    </a:cubicBezTo>
                    <a:cubicBezTo>
                      <a:pt x="172" y="29"/>
                      <a:pt x="172" y="29"/>
                      <a:pt x="172" y="28"/>
                    </a:cubicBezTo>
                    <a:cubicBezTo>
                      <a:pt x="172" y="28"/>
                      <a:pt x="172" y="28"/>
                      <a:pt x="172" y="28"/>
                    </a:cubicBezTo>
                    <a:cubicBezTo>
                      <a:pt x="172" y="28"/>
                      <a:pt x="172" y="28"/>
                      <a:pt x="172" y="28"/>
                    </a:cubicBezTo>
                    <a:cubicBezTo>
                      <a:pt x="172" y="28"/>
                      <a:pt x="172" y="28"/>
                      <a:pt x="172" y="28"/>
                    </a:cubicBezTo>
                    <a:cubicBezTo>
                      <a:pt x="172" y="28"/>
                      <a:pt x="172" y="28"/>
                      <a:pt x="172" y="28"/>
                    </a:cubicBezTo>
                    <a:cubicBezTo>
                      <a:pt x="172" y="28"/>
                      <a:pt x="172" y="28"/>
                      <a:pt x="172" y="28"/>
                    </a:cubicBezTo>
                    <a:cubicBezTo>
                      <a:pt x="173" y="28"/>
                      <a:pt x="173" y="28"/>
                      <a:pt x="173" y="29"/>
                    </a:cubicBezTo>
                    <a:cubicBezTo>
                      <a:pt x="173" y="29"/>
                      <a:pt x="173" y="29"/>
                      <a:pt x="173" y="29"/>
                    </a:cubicBezTo>
                    <a:cubicBezTo>
                      <a:pt x="173" y="29"/>
                      <a:pt x="173" y="28"/>
                      <a:pt x="173" y="28"/>
                    </a:cubicBezTo>
                    <a:cubicBezTo>
                      <a:pt x="173" y="28"/>
                      <a:pt x="173" y="28"/>
                      <a:pt x="173" y="28"/>
                    </a:cubicBezTo>
                    <a:cubicBezTo>
                      <a:pt x="173" y="28"/>
                      <a:pt x="173" y="28"/>
                      <a:pt x="173" y="28"/>
                    </a:cubicBezTo>
                    <a:cubicBezTo>
                      <a:pt x="173" y="28"/>
                      <a:pt x="173" y="28"/>
                      <a:pt x="173" y="28"/>
                    </a:cubicBezTo>
                    <a:cubicBezTo>
                      <a:pt x="173" y="28"/>
                      <a:pt x="173" y="28"/>
                      <a:pt x="173" y="28"/>
                    </a:cubicBezTo>
                    <a:cubicBezTo>
                      <a:pt x="173" y="28"/>
                      <a:pt x="173" y="28"/>
                      <a:pt x="173" y="28"/>
                    </a:cubicBezTo>
                    <a:cubicBezTo>
                      <a:pt x="173"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8"/>
                    </a:cubicBezTo>
                    <a:cubicBezTo>
                      <a:pt x="174" y="28"/>
                      <a:pt x="174" y="28"/>
                      <a:pt x="174" y="27"/>
                    </a:cubicBezTo>
                    <a:cubicBezTo>
                      <a:pt x="174" y="27"/>
                      <a:pt x="174" y="27"/>
                      <a:pt x="174" y="27"/>
                    </a:cubicBezTo>
                    <a:cubicBezTo>
                      <a:pt x="174" y="27"/>
                      <a:pt x="174" y="27"/>
                      <a:pt x="174" y="27"/>
                    </a:cubicBezTo>
                    <a:cubicBezTo>
                      <a:pt x="174" y="27"/>
                      <a:pt x="174" y="27"/>
                      <a:pt x="174" y="27"/>
                    </a:cubicBezTo>
                    <a:cubicBezTo>
                      <a:pt x="175" y="27"/>
                      <a:pt x="175" y="27"/>
                      <a:pt x="175" y="27"/>
                    </a:cubicBezTo>
                    <a:cubicBezTo>
                      <a:pt x="175" y="27"/>
                      <a:pt x="175" y="27"/>
                      <a:pt x="175" y="27"/>
                    </a:cubicBezTo>
                    <a:cubicBezTo>
                      <a:pt x="175" y="27"/>
                      <a:pt x="175" y="27"/>
                      <a:pt x="175" y="27"/>
                    </a:cubicBezTo>
                    <a:cubicBezTo>
                      <a:pt x="175" y="27"/>
                      <a:pt x="175" y="27"/>
                      <a:pt x="175" y="27"/>
                    </a:cubicBezTo>
                    <a:cubicBezTo>
                      <a:pt x="175" y="27"/>
                      <a:pt x="175" y="27"/>
                      <a:pt x="175" y="27"/>
                    </a:cubicBezTo>
                    <a:cubicBezTo>
                      <a:pt x="175" y="27"/>
                      <a:pt x="175" y="27"/>
                      <a:pt x="175" y="27"/>
                    </a:cubicBezTo>
                    <a:cubicBezTo>
                      <a:pt x="175" y="27"/>
                      <a:pt x="175" y="27"/>
                      <a:pt x="175" y="27"/>
                    </a:cubicBezTo>
                    <a:cubicBezTo>
                      <a:pt x="175" y="27"/>
                      <a:pt x="175" y="27"/>
                      <a:pt x="175" y="28"/>
                    </a:cubicBezTo>
                    <a:cubicBezTo>
                      <a:pt x="175" y="28"/>
                      <a:pt x="175" y="28"/>
                      <a:pt x="175" y="28"/>
                    </a:cubicBezTo>
                    <a:cubicBezTo>
                      <a:pt x="175" y="28"/>
                      <a:pt x="175" y="28"/>
                      <a:pt x="175" y="28"/>
                    </a:cubicBezTo>
                    <a:cubicBezTo>
                      <a:pt x="175" y="28"/>
                      <a:pt x="175" y="28"/>
                      <a:pt x="175" y="28"/>
                    </a:cubicBezTo>
                    <a:cubicBezTo>
                      <a:pt x="176" y="28"/>
                      <a:pt x="176" y="28"/>
                      <a:pt x="176" y="28"/>
                    </a:cubicBezTo>
                    <a:cubicBezTo>
                      <a:pt x="176" y="28"/>
                      <a:pt x="176" y="28"/>
                      <a:pt x="176" y="28"/>
                    </a:cubicBezTo>
                    <a:cubicBezTo>
                      <a:pt x="176" y="28"/>
                      <a:pt x="176" y="28"/>
                      <a:pt x="176" y="28"/>
                    </a:cubicBezTo>
                    <a:cubicBezTo>
                      <a:pt x="176" y="28"/>
                      <a:pt x="176" y="28"/>
                      <a:pt x="176" y="28"/>
                    </a:cubicBezTo>
                    <a:cubicBezTo>
                      <a:pt x="176" y="28"/>
                      <a:pt x="176" y="28"/>
                      <a:pt x="176" y="28"/>
                    </a:cubicBezTo>
                    <a:cubicBezTo>
                      <a:pt x="176" y="28"/>
                      <a:pt x="176" y="27"/>
                      <a:pt x="176" y="27"/>
                    </a:cubicBezTo>
                    <a:cubicBezTo>
                      <a:pt x="176" y="27"/>
                      <a:pt x="176" y="27"/>
                      <a:pt x="176" y="27"/>
                    </a:cubicBezTo>
                    <a:cubicBezTo>
                      <a:pt x="176" y="27"/>
                      <a:pt x="176" y="27"/>
                      <a:pt x="176" y="27"/>
                    </a:cubicBezTo>
                    <a:cubicBezTo>
                      <a:pt x="176" y="27"/>
                      <a:pt x="176" y="27"/>
                      <a:pt x="176" y="27"/>
                    </a:cubicBezTo>
                    <a:cubicBezTo>
                      <a:pt x="176" y="27"/>
                      <a:pt x="176" y="27"/>
                      <a:pt x="176" y="27"/>
                    </a:cubicBezTo>
                    <a:cubicBezTo>
                      <a:pt x="176" y="27"/>
                      <a:pt x="176" y="27"/>
                      <a:pt x="176" y="27"/>
                    </a:cubicBezTo>
                    <a:cubicBezTo>
                      <a:pt x="176" y="27"/>
                      <a:pt x="176" y="27"/>
                      <a:pt x="177" y="27"/>
                    </a:cubicBezTo>
                    <a:cubicBezTo>
                      <a:pt x="177" y="27"/>
                      <a:pt x="177" y="27"/>
                      <a:pt x="177" y="27"/>
                    </a:cubicBezTo>
                    <a:cubicBezTo>
                      <a:pt x="177" y="28"/>
                      <a:pt x="177" y="28"/>
                      <a:pt x="177" y="28"/>
                    </a:cubicBezTo>
                    <a:cubicBezTo>
                      <a:pt x="177" y="28"/>
                      <a:pt x="177" y="28"/>
                      <a:pt x="177" y="28"/>
                    </a:cubicBezTo>
                    <a:cubicBezTo>
                      <a:pt x="177" y="28"/>
                      <a:pt x="177" y="28"/>
                      <a:pt x="177" y="28"/>
                    </a:cubicBezTo>
                    <a:cubicBezTo>
                      <a:pt x="177" y="28"/>
                      <a:pt x="177" y="28"/>
                      <a:pt x="177" y="28"/>
                    </a:cubicBezTo>
                    <a:cubicBezTo>
                      <a:pt x="177" y="28"/>
                      <a:pt x="177" y="28"/>
                      <a:pt x="177" y="28"/>
                    </a:cubicBezTo>
                    <a:cubicBezTo>
                      <a:pt x="177" y="28"/>
                      <a:pt x="176" y="28"/>
                      <a:pt x="176" y="28"/>
                    </a:cubicBezTo>
                    <a:cubicBezTo>
                      <a:pt x="176" y="28"/>
                      <a:pt x="177" y="28"/>
                      <a:pt x="177" y="28"/>
                    </a:cubicBezTo>
                    <a:cubicBezTo>
                      <a:pt x="177" y="28"/>
                      <a:pt x="177" y="28"/>
                      <a:pt x="177" y="28"/>
                    </a:cubicBezTo>
                    <a:cubicBezTo>
                      <a:pt x="177" y="28"/>
                      <a:pt x="177" y="28"/>
                      <a:pt x="177" y="28"/>
                    </a:cubicBezTo>
                    <a:cubicBezTo>
                      <a:pt x="177" y="28"/>
                      <a:pt x="177" y="28"/>
                      <a:pt x="177" y="28"/>
                    </a:cubicBezTo>
                    <a:cubicBezTo>
                      <a:pt x="177" y="28"/>
                      <a:pt x="177" y="28"/>
                      <a:pt x="177" y="28"/>
                    </a:cubicBezTo>
                    <a:cubicBezTo>
                      <a:pt x="177" y="28"/>
                      <a:pt x="177" y="28"/>
                      <a:pt x="177" y="28"/>
                    </a:cubicBezTo>
                    <a:cubicBezTo>
                      <a:pt x="177" y="28"/>
                      <a:pt x="177" y="28"/>
                      <a:pt x="177" y="28"/>
                    </a:cubicBezTo>
                    <a:cubicBezTo>
                      <a:pt x="177" y="28"/>
                      <a:pt x="177" y="28"/>
                      <a:pt x="177" y="28"/>
                    </a:cubicBezTo>
                    <a:cubicBezTo>
                      <a:pt x="177" y="28"/>
                      <a:pt x="177" y="28"/>
                      <a:pt x="177" y="28"/>
                    </a:cubicBezTo>
                    <a:cubicBezTo>
                      <a:pt x="177" y="28"/>
                      <a:pt x="177" y="28"/>
                      <a:pt x="178" y="28"/>
                    </a:cubicBezTo>
                    <a:cubicBezTo>
                      <a:pt x="178" y="28"/>
                      <a:pt x="178" y="28"/>
                      <a:pt x="178" y="28"/>
                    </a:cubicBezTo>
                    <a:cubicBezTo>
                      <a:pt x="178" y="28"/>
                      <a:pt x="178" y="28"/>
                      <a:pt x="178" y="28"/>
                    </a:cubicBezTo>
                    <a:cubicBezTo>
                      <a:pt x="178" y="28"/>
                      <a:pt x="178" y="28"/>
                      <a:pt x="178" y="28"/>
                    </a:cubicBezTo>
                    <a:cubicBezTo>
                      <a:pt x="178" y="28"/>
                      <a:pt x="178" y="28"/>
                      <a:pt x="178" y="28"/>
                    </a:cubicBezTo>
                    <a:cubicBezTo>
                      <a:pt x="178" y="28"/>
                      <a:pt x="178" y="28"/>
                      <a:pt x="178" y="28"/>
                    </a:cubicBezTo>
                    <a:cubicBezTo>
                      <a:pt x="178" y="28"/>
                      <a:pt x="178" y="28"/>
                      <a:pt x="178" y="28"/>
                    </a:cubicBezTo>
                    <a:cubicBezTo>
                      <a:pt x="178" y="28"/>
                      <a:pt x="178" y="28"/>
                      <a:pt x="178" y="28"/>
                    </a:cubicBezTo>
                    <a:cubicBezTo>
                      <a:pt x="178" y="28"/>
                      <a:pt x="179" y="28"/>
                      <a:pt x="179" y="28"/>
                    </a:cubicBezTo>
                    <a:cubicBezTo>
                      <a:pt x="179" y="28"/>
                      <a:pt x="179" y="28"/>
                      <a:pt x="179" y="28"/>
                    </a:cubicBezTo>
                    <a:cubicBezTo>
                      <a:pt x="179" y="28"/>
                      <a:pt x="179" y="28"/>
                      <a:pt x="179" y="28"/>
                    </a:cubicBezTo>
                    <a:cubicBezTo>
                      <a:pt x="179" y="28"/>
                      <a:pt x="179" y="28"/>
                      <a:pt x="179" y="28"/>
                    </a:cubicBezTo>
                    <a:cubicBezTo>
                      <a:pt x="179" y="28"/>
                      <a:pt x="179" y="28"/>
                      <a:pt x="179" y="28"/>
                    </a:cubicBezTo>
                    <a:cubicBezTo>
                      <a:pt x="179" y="28"/>
                      <a:pt x="179" y="27"/>
                      <a:pt x="180" y="27"/>
                    </a:cubicBezTo>
                    <a:cubicBezTo>
                      <a:pt x="180" y="27"/>
                      <a:pt x="180" y="27"/>
                      <a:pt x="180" y="27"/>
                    </a:cubicBezTo>
                    <a:cubicBezTo>
                      <a:pt x="180" y="27"/>
                      <a:pt x="180" y="27"/>
                      <a:pt x="180" y="27"/>
                    </a:cubicBezTo>
                    <a:cubicBezTo>
                      <a:pt x="180" y="27"/>
                      <a:pt x="180" y="27"/>
                      <a:pt x="180" y="27"/>
                    </a:cubicBezTo>
                    <a:cubicBezTo>
                      <a:pt x="180" y="27"/>
                      <a:pt x="180" y="27"/>
                      <a:pt x="180" y="27"/>
                    </a:cubicBezTo>
                    <a:cubicBezTo>
                      <a:pt x="180" y="27"/>
                      <a:pt x="180" y="27"/>
                      <a:pt x="180" y="27"/>
                    </a:cubicBezTo>
                    <a:cubicBezTo>
                      <a:pt x="180" y="27"/>
                      <a:pt x="180" y="27"/>
                      <a:pt x="180" y="27"/>
                    </a:cubicBezTo>
                    <a:cubicBezTo>
                      <a:pt x="180" y="27"/>
                      <a:pt x="180" y="27"/>
                      <a:pt x="180" y="27"/>
                    </a:cubicBezTo>
                    <a:cubicBezTo>
                      <a:pt x="180" y="27"/>
                      <a:pt x="180" y="27"/>
                      <a:pt x="180" y="27"/>
                    </a:cubicBezTo>
                    <a:cubicBezTo>
                      <a:pt x="180" y="27"/>
                      <a:pt x="180" y="27"/>
                      <a:pt x="180" y="27"/>
                    </a:cubicBezTo>
                    <a:cubicBezTo>
                      <a:pt x="180" y="27"/>
                      <a:pt x="180" y="27"/>
                      <a:pt x="180" y="27"/>
                    </a:cubicBezTo>
                    <a:cubicBezTo>
                      <a:pt x="180"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7"/>
                      <a:pt x="179" y="27"/>
                      <a:pt x="179" y="27"/>
                    </a:cubicBezTo>
                    <a:cubicBezTo>
                      <a:pt x="179" y="26"/>
                      <a:pt x="179" y="26"/>
                      <a:pt x="179" y="26"/>
                    </a:cubicBezTo>
                    <a:cubicBezTo>
                      <a:pt x="179" y="26"/>
                      <a:pt x="179" y="26"/>
                      <a:pt x="179" y="26"/>
                    </a:cubicBezTo>
                    <a:cubicBezTo>
                      <a:pt x="178" y="26"/>
                      <a:pt x="178" y="26"/>
                      <a:pt x="178" y="26"/>
                    </a:cubicBezTo>
                    <a:cubicBezTo>
                      <a:pt x="178" y="26"/>
                      <a:pt x="178" y="26"/>
                      <a:pt x="178" y="26"/>
                    </a:cubicBezTo>
                    <a:cubicBezTo>
                      <a:pt x="178" y="26"/>
                      <a:pt x="178" y="26"/>
                      <a:pt x="178" y="26"/>
                    </a:cubicBezTo>
                    <a:cubicBezTo>
                      <a:pt x="179" y="26"/>
                      <a:pt x="178" y="26"/>
                      <a:pt x="178" y="26"/>
                    </a:cubicBezTo>
                    <a:cubicBezTo>
                      <a:pt x="178" y="26"/>
                      <a:pt x="178" y="26"/>
                      <a:pt x="178" y="26"/>
                    </a:cubicBezTo>
                    <a:cubicBezTo>
                      <a:pt x="178" y="26"/>
                      <a:pt x="178" y="25"/>
                      <a:pt x="178" y="25"/>
                    </a:cubicBezTo>
                    <a:cubicBezTo>
                      <a:pt x="178" y="25"/>
                      <a:pt x="178" y="25"/>
                      <a:pt x="178" y="25"/>
                    </a:cubicBezTo>
                    <a:cubicBezTo>
                      <a:pt x="178" y="25"/>
                      <a:pt x="178" y="25"/>
                      <a:pt x="178" y="25"/>
                    </a:cubicBezTo>
                    <a:cubicBezTo>
                      <a:pt x="178" y="25"/>
                      <a:pt x="178" y="25"/>
                      <a:pt x="178" y="25"/>
                    </a:cubicBezTo>
                    <a:cubicBezTo>
                      <a:pt x="178" y="25"/>
                      <a:pt x="178" y="24"/>
                      <a:pt x="178" y="24"/>
                    </a:cubicBezTo>
                    <a:cubicBezTo>
                      <a:pt x="178" y="24"/>
                      <a:pt x="178" y="24"/>
                      <a:pt x="178" y="24"/>
                    </a:cubicBezTo>
                    <a:cubicBezTo>
                      <a:pt x="178" y="24"/>
                      <a:pt x="178" y="24"/>
                      <a:pt x="178" y="24"/>
                    </a:cubicBezTo>
                    <a:cubicBezTo>
                      <a:pt x="178" y="24"/>
                      <a:pt x="178" y="24"/>
                      <a:pt x="178" y="24"/>
                    </a:cubicBezTo>
                    <a:cubicBezTo>
                      <a:pt x="178" y="24"/>
                      <a:pt x="179" y="23"/>
                      <a:pt x="179" y="23"/>
                    </a:cubicBezTo>
                    <a:cubicBezTo>
                      <a:pt x="179" y="23"/>
                      <a:pt x="178" y="23"/>
                      <a:pt x="178" y="23"/>
                    </a:cubicBezTo>
                    <a:cubicBezTo>
                      <a:pt x="178" y="23"/>
                      <a:pt x="178" y="23"/>
                      <a:pt x="178" y="23"/>
                    </a:cubicBezTo>
                    <a:cubicBezTo>
                      <a:pt x="178" y="23"/>
                      <a:pt x="178" y="23"/>
                      <a:pt x="178" y="22"/>
                    </a:cubicBezTo>
                    <a:cubicBezTo>
                      <a:pt x="178" y="22"/>
                      <a:pt x="179" y="22"/>
                      <a:pt x="179" y="22"/>
                    </a:cubicBezTo>
                    <a:cubicBezTo>
                      <a:pt x="179" y="22"/>
                      <a:pt x="179" y="22"/>
                      <a:pt x="179" y="22"/>
                    </a:cubicBezTo>
                    <a:cubicBezTo>
                      <a:pt x="179" y="22"/>
                      <a:pt x="179" y="22"/>
                      <a:pt x="179" y="22"/>
                    </a:cubicBezTo>
                    <a:cubicBezTo>
                      <a:pt x="179" y="22"/>
                      <a:pt x="179" y="22"/>
                      <a:pt x="179" y="22"/>
                    </a:cubicBezTo>
                    <a:cubicBezTo>
                      <a:pt x="179" y="22"/>
                      <a:pt x="179" y="22"/>
                      <a:pt x="179" y="22"/>
                    </a:cubicBezTo>
                    <a:cubicBezTo>
                      <a:pt x="179" y="22"/>
                      <a:pt x="179" y="22"/>
                      <a:pt x="180" y="22"/>
                    </a:cubicBezTo>
                    <a:cubicBezTo>
                      <a:pt x="180" y="22"/>
                      <a:pt x="180" y="22"/>
                      <a:pt x="180" y="22"/>
                    </a:cubicBezTo>
                    <a:cubicBezTo>
                      <a:pt x="180" y="22"/>
                      <a:pt x="180" y="22"/>
                      <a:pt x="180" y="22"/>
                    </a:cubicBezTo>
                    <a:cubicBezTo>
                      <a:pt x="180" y="22"/>
                      <a:pt x="180" y="22"/>
                      <a:pt x="180" y="22"/>
                    </a:cubicBezTo>
                    <a:cubicBezTo>
                      <a:pt x="180" y="22"/>
                      <a:pt x="180" y="22"/>
                      <a:pt x="180" y="22"/>
                    </a:cubicBezTo>
                    <a:cubicBezTo>
                      <a:pt x="180" y="22"/>
                      <a:pt x="180" y="22"/>
                      <a:pt x="180" y="22"/>
                    </a:cubicBezTo>
                    <a:cubicBezTo>
                      <a:pt x="180" y="22"/>
                      <a:pt x="180" y="22"/>
                      <a:pt x="180" y="22"/>
                    </a:cubicBezTo>
                    <a:cubicBezTo>
                      <a:pt x="180" y="22"/>
                      <a:pt x="180" y="22"/>
                      <a:pt x="180" y="22"/>
                    </a:cubicBezTo>
                    <a:cubicBezTo>
                      <a:pt x="180" y="22"/>
                      <a:pt x="180" y="22"/>
                      <a:pt x="180" y="22"/>
                    </a:cubicBezTo>
                    <a:cubicBezTo>
                      <a:pt x="180" y="22"/>
                      <a:pt x="180" y="22"/>
                      <a:pt x="180" y="22"/>
                    </a:cubicBezTo>
                    <a:cubicBezTo>
                      <a:pt x="180" y="22"/>
                      <a:pt x="180" y="22"/>
                      <a:pt x="181" y="22"/>
                    </a:cubicBezTo>
                    <a:cubicBezTo>
                      <a:pt x="181" y="22"/>
                      <a:pt x="181" y="22"/>
                      <a:pt x="181" y="22"/>
                    </a:cubicBezTo>
                    <a:cubicBezTo>
                      <a:pt x="181" y="22"/>
                      <a:pt x="181" y="22"/>
                      <a:pt x="181" y="22"/>
                    </a:cubicBezTo>
                    <a:cubicBezTo>
                      <a:pt x="181" y="22"/>
                      <a:pt x="181" y="21"/>
                      <a:pt x="181" y="21"/>
                    </a:cubicBezTo>
                    <a:cubicBezTo>
                      <a:pt x="181" y="22"/>
                      <a:pt x="181" y="22"/>
                      <a:pt x="181" y="22"/>
                    </a:cubicBezTo>
                    <a:cubicBezTo>
                      <a:pt x="181" y="22"/>
                      <a:pt x="181" y="22"/>
                      <a:pt x="181" y="22"/>
                    </a:cubicBezTo>
                    <a:cubicBezTo>
                      <a:pt x="181" y="22"/>
                      <a:pt x="181" y="22"/>
                      <a:pt x="181" y="22"/>
                    </a:cubicBezTo>
                    <a:cubicBezTo>
                      <a:pt x="181" y="22"/>
                      <a:pt x="181" y="22"/>
                      <a:pt x="181" y="22"/>
                    </a:cubicBezTo>
                    <a:cubicBezTo>
                      <a:pt x="181" y="22"/>
                      <a:pt x="181" y="22"/>
                      <a:pt x="181" y="23"/>
                    </a:cubicBezTo>
                    <a:cubicBezTo>
                      <a:pt x="181" y="23"/>
                      <a:pt x="181" y="23"/>
                      <a:pt x="181" y="23"/>
                    </a:cubicBezTo>
                    <a:cubicBezTo>
                      <a:pt x="181" y="23"/>
                      <a:pt x="181" y="23"/>
                      <a:pt x="181" y="23"/>
                    </a:cubicBezTo>
                    <a:cubicBezTo>
                      <a:pt x="181" y="23"/>
                      <a:pt x="181" y="23"/>
                      <a:pt x="181" y="23"/>
                    </a:cubicBezTo>
                    <a:cubicBezTo>
                      <a:pt x="181" y="23"/>
                      <a:pt x="181" y="23"/>
                      <a:pt x="181" y="23"/>
                    </a:cubicBezTo>
                    <a:cubicBezTo>
                      <a:pt x="181" y="23"/>
                      <a:pt x="181" y="23"/>
                      <a:pt x="181" y="23"/>
                    </a:cubicBezTo>
                    <a:cubicBezTo>
                      <a:pt x="182" y="23"/>
                      <a:pt x="182" y="23"/>
                      <a:pt x="182" y="23"/>
                    </a:cubicBezTo>
                    <a:cubicBezTo>
                      <a:pt x="182" y="23"/>
                      <a:pt x="182" y="23"/>
                      <a:pt x="182" y="23"/>
                    </a:cubicBezTo>
                    <a:cubicBezTo>
                      <a:pt x="182" y="23"/>
                      <a:pt x="182" y="23"/>
                      <a:pt x="182" y="23"/>
                    </a:cubicBezTo>
                    <a:cubicBezTo>
                      <a:pt x="182" y="23"/>
                      <a:pt x="182" y="23"/>
                      <a:pt x="182" y="23"/>
                    </a:cubicBezTo>
                    <a:cubicBezTo>
                      <a:pt x="182" y="23"/>
                      <a:pt x="182" y="23"/>
                      <a:pt x="182" y="23"/>
                    </a:cubicBezTo>
                    <a:cubicBezTo>
                      <a:pt x="182" y="23"/>
                      <a:pt x="182" y="23"/>
                      <a:pt x="182" y="23"/>
                    </a:cubicBezTo>
                    <a:cubicBezTo>
                      <a:pt x="182" y="23"/>
                      <a:pt x="182" y="23"/>
                      <a:pt x="182" y="23"/>
                    </a:cubicBezTo>
                    <a:cubicBezTo>
                      <a:pt x="182" y="23"/>
                      <a:pt x="182" y="23"/>
                      <a:pt x="182" y="24"/>
                    </a:cubicBezTo>
                    <a:cubicBezTo>
                      <a:pt x="182" y="24"/>
                      <a:pt x="182" y="24"/>
                      <a:pt x="182" y="24"/>
                    </a:cubicBezTo>
                    <a:cubicBezTo>
                      <a:pt x="182" y="24"/>
                      <a:pt x="182" y="24"/>
                      <a:pt x="183" y="24"/>
                    </a:cubicBezTo>
                    <a:cubicBezTo>
                      <a:pt x="183" y="24"/>
                      <a:pt x="183" y="24"/>
                      <a:pt x="183" y="24"/>
                    </a:cubicBezTo>
                    <a:cubicBezTo>
                      <a:pt x="183" y="24"/>
                      <a:pt x="183" y="24"/>
                      <a:pt x="183" y="24"/>
                    </a:cubicBezTo>
                    <a:cubicBezTo>
                      <a:pt x="183" y="24"/>
                      <a:pt x="183" y="24"/>
                      <a:pt x="183" y="24"/>
                    </a:cubicBezTo>
                    <a:cubicBezTo>
                      <a:pt x="183" y="24"/>
                      <a:pt x="183" y="24"/>
                      <a:pt x="183" y="24"/>
                    </a:cubicBezTo>
                    <a:cubicBezTo>
                      <a:pt x="183" y="23"/>
                      <a:pt x="183" y="23"/>
                      <a:pt x="183" y="23"/>
                    </a:cubicBezTo>
                    <a:cubicBezTo>
                      <a:pt x="183" y="23"/>
                      <a:pt x="183" y="23"/>
                      <a:pt x="183" y="23"/>
                    </a:cubicBezTo>
                    <a:cubicBezTo>
                      <a:pt x="183" y="23"/>
                      <a:pt x="183" y="23"/>
                      <a:pt x="183" y="23"/>
                    </a:cubicBezTo>
                    <a:cubicBezTo>
                      <a:pt x="183" y="23"/>
                      <a:pt x="183" y="22"/>
                      <a:pt x="183" y="22"/>
                    </a:cubicBezTo>
                    <a:cubicBezTo>
                      <a:pt x="183" y="22"/>
                      <a:pt x="183" y="22"/>
                      <a:pt x="183" y="22"/>
                    </a:cubicBezTo>
                    <a:cubicBezTo>
                      <a:pt x="183" y="22"/>
                      <a:pt x="183" y="22"/>
                      <a:pt x="183" y="22"/>
                    </a:cubicBezTo>
                    <a:cubicBezTo>
                      <a:pt x="183" y="22"/>
                      <a:pt x="183" y="22"/>
                      <a:pt x="183" y="22"/>
                    </a:cubicBezTo>
                    <a:cubicBezTo>
                      <a:pt x="183" y="22"/>
                      <a:pt x="183" y="22"/>
                      <a:pt x="183" y="22"/>
                    </a:cubicBezTo>
                    <a:cubicBezTo>
                      <a:pt x="184" y="22"/>
                      <a:pt x="184" y="22"/>
                      <a:pt x="184" y="22"/>
                    </a:cubicBezTo>
                    <a:cubicBezTo>
                      <a:pt x="184" y="22"/>
                      <a:pt x="184" y="22"/>
                      <a:pt x="184" y="22"/>
                    </a:cubicBezTo>
                    <a:cubicBezTo>
                      <a:pt x="184" y="22"/>
                      <a:pt x="184" y="22"/>
                      <a:pt x="184" y="22"/>
                    </a:cubicBezTo>
                    <a:cubicBezTo>
                      <a:pt x="184" y="22"/>
                      <a:pt x="184" y="21"/>
                      <a:pt x="184" y="21"/>
                    </a:cubicBezTo>
                    <a:cubicBezTo>
                      <a:pt x="184" y="21"/>
                      <a:pt x="183" y="21"/>
                      <a:pt x="183" y="21"/>
                    </a:cubicBezTo>
                    <a:cubicBezTo>
                      <a:pt x="183" y="21"/>
                      <a:pt x="183" y="21"/>
                      <a:pt x="183" y="21"/>
                    </a:cubicBezTo>
                    <a:cubicBezTo>
                      <a:pt x="183" y="21"/>
                      <a:pt x="183" y="21"/>
                      <a:pt x="183" y="21"/>
                    </a:cubicBezTo>
                    <a:cubicBezTo>
                      <a:pt x="183" y="21"/>
                      <a:pt x="183" y="21"/>
                      <a:pt x="183" y="21"/>
                    </a:cubicBezTo>
                    <a:cubicBezTo>
                      <a:pt x="183" y="21"/>
                      <a:pt x="183" y="20"/>
                      <a:pt x="183" y="20"/>
                    </a:cubicBezTo>
                    <a:cubicBezTo>
                      <a:pt x="183" y="20"/>
                      <a:pt x="183" y="20"/>
                      <a:pt x="183" y="20"/>
                    </a:cubicBezTo>
                    <a:cubicBezTo>
                      <a:pt x="183" y="20"/>
                      <a:pt x="183" y="20"/>
                      <a:pt x="183" y="20"/>
                    </a:cubicBezTo>
                    <a:cubicBezTo>
                      <a:pt x="183" y="20"/>
                      <a:pt x="183" y="20"/>
                      <a:pt x="183" y="20"/>
                    </a:cubicBezTo>
                    <a:cubicBezTo>
                      <a:pt x="183" y="20"/>
                      <a:pt x="183" y="20"/>
                      <a:pt x="183" y="20"/>
                    </a:cubicBezTo>
                    <a:cubicBezTo>
                      <a:pt x="182" y="20"/>
                      <a:pt x="183" y="20"/>
                      <a:pt x="183" y="20"/>
                    </a:cubicBezTo>
                    <a:cubicBezTo>
                      <a:pt x="183" y="20"/>
                      <a:pt x="183" y="20"/>
                      <a:pt x="183" y="20"/>
                    </a:cubicBezTo>
                    <a:cubicBezTo>
                      <a:pt x="183" y="20"/>
                      <a:pt x="183" y="20"/>
                      <a:pt x="183" y="20"/>
                    </a:cubicBezTo>
                    <a:cubicBezTo>
                      <a:pt x="183" y="20"/>
                      <a:pt x="183" y="20"/>
                      <a:pt x="184" y="20"/>
                    </a:cubicBezTo>
                    <a:cubicBezTo>
                      <a:pt x="184" y="20"/>
                      <a:pt x="184" y="20"/>
                      <a:pt x="184" y="20"/>
                    </a:cubicBezTo>
                    <a:cubicBezTo>
                      <a:pt x="184" y="20"/>
                      <a:pt x="184" y="20"/>
                      <a:pt x="184" y="20"/>
                    </a:cubicBezTo>
                    <a:cubicBezTo>
                      <a:pt x="184" y="20"/>
                      <a:pt x="184" y="20"/>
                      <a:pt x="184" y="20"/>
                    </a:cubicBezTo>
                    <a:cubicBezTo>
                      <a:pt x="184" y="20"/>
                      <a:pt x="184" y="20"/>
                      <a:pt x="184" y="20"/>
                    </a:cubicBezTo>
                    <a:cubicBezTo>
                      <a:pt x="184" y="20"/>
                      <a:pt x="184" y="20"/>
                      <a:pt x="184" y="20"/>
                    </a:cubicBezTo>
                    <a:cubicBezTo>
                      <a:pt x="184" y="20"/>
                      <a:pt x="184" y="21"/>
                      <a:pt x="184" y="21"/>
                    </a:cubicBezTo>
                    <a:cubicBezTo>
                      <a:pt x="184" y="21"/>
                      <a:pt x="184" y="21"/>
                      <a:pt x="184" y="21"/>
                    </a:cubicBezTo>
                    <a:cubicBezTo>
                      <a:pt x="184" y="21"/>
                      <a:pt x="184" y="21"/>
                      <a:pt x="184" y="21"/>
                    </a:cubicBezTo>
                    <a:cubicBezTo>
                      <a:pt x="184" y="21"/>
                      <a:pt x="184" y="21"/>
                      <a:pt x="184" y="21"/>
                    </a:cubicBezTo>
                    <a:cubicBezTo>
                      <a:pt x="184" y="21"/>
                      <a:pt x="184" y="21"/>
                      <a:pt x="184" y="21"/>
                    </a:cubicBezTo>
                    <a:cubicBezTo>
                      <a:pt x="184" y="21"/>
                      <a:pt x="184" y="21"/>
                      <a:pt x="184" y="22"/>
                    </a:cubicBezTo>
                    <a:cubicBezTo>
                      <a:pt x="184" y="22"/>
                      <a:pt x="184" y="22"/>
                      <a:pt x="184" y="22"/>
                    </a:cubicBezTo>
                    <a:cubicBezTo>
                      <a:pt x="184" y="22"/>
                      <a:pt x="184" y="22"/>
                      <a:pt x="185" y="22"/>
                    </a:cubicBezTo>
                    <a:cubicBezTo>
                      <a:pt x="185" y="22"/>
                      <a:pt x="185" y="22"/>
                      <a:pt x="185" y="22"/>
                    </a:cubicBezTo>
                    <a:cubicBezTo>
                      <a:pt x="185" y="22"/>
                      <a:pt x="185" y="22"/>
                      <a:pt x="185" y="22"/>
                    </a:cubicBezTo>
                    <a:cubicBezTo>
                      <a:pt x="185" y="22"/>
                      <a:pt x="185" y="22"/>
                      <a:pt x="185" y="22"/>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5" y="23"/>
                      <a:pt x="185" y="23"/>
                      <a:pt x="185" y="23"/>
                    </a:cubicBezTo>
                    <a:cubicBezTo>
                      <a:pt x="184" y="24"/>
                      <a:pt x="184" y="24"/>
                      <a:pt x="184" y="24"/>
                    </a:cubicBezTo>
                    <a:cubicBezTo>
                      <a:pt x="184" y="24"/>
                      <a:pt x="184" y="24"/>
                      <a:pt x="184" y="24"/>
                    </a:cubicBezTo>
                    <a:cubicBezTo>
                      <a:pt x="184" y="24"/>
                      <a:pt x="184" y="24"/>
                      <a:pt x="185" y="24"/>
                    </a:cubicBezTo>
                    <a:cubicBezTo>
                      <a:pt x="185" y="24"/>
                      <a:pt x="185" y="24"/>
                      <a:pt x="185" y="24"/>
                    </a:cubicBezTo>
                    <a:cubicBezTo>
                      <a:pt x="185" y="24"/>
                      <a:pt x="185" y="25"/>
                      <a:pt x="185" y="25"/>
                    </a:cubicBezTo>
                    <a:cubicBezTo>
                      <a:pt x="185" y="25"/>
                      <a:pt x="185" y="25"/>
                      <a:pt x="185" y="25"/>
                    </a:cubicBezTo>
                    <a:cubicBezTo>
                      <a:pt x="185" y="25"/>
                      <a:pt x="185" y="26"/>
                      <a:pt x="185" y="26"/>
                    </a:cubicBezTo>
                    <a:cubicBezTo>
                      <a:pt x="185" y="26"/>
                      <a:pt x="185" y="26"/>
                      <a:pt x="185" y="26"/>
                    </a:cubicBezTo>
                    <a:cubicBezTo>
                      <a:pt x="185" y="26"/>
                      <a:pt x="185" y="26"/>
                      <a:pt x="185" y="27"/>
                    </a:cubicBezTo>
                    <a:cubicBezTo>
                      <a:pt x="185" y="27"/>
                      <a:pt x="185" y="27"/>
                      <a:pt x="185" y="27"/>
                    </a:cubicBezTo>
                    <a:cubicBezTo>
                      <a:pt x="185" y="27"/>
                      <a:pt x="185" y="27"/>
                      <a:pt x="185" y="27"/>
                    </a:cubicBezTo>
                    <a:cubicBezTo>
                      <a:pt x="185" y="27"/>
                      <a:pt x="185" y="27"/>
                      <a:pt x="185" y="27"/>
                    </a:cubicBezTo>
                    <a:cubicBezTo>
                      <a:pt x="185" y="28"/>
                      <a:pt x="185" y="28"/>
                      <a:pt x="185" y="28"/>
                    </a:cubicBezTo>
                    <a:cubicBezTo>
                      <a:pt x="185" y="28"/>
                      <a:pt x="185" y="28"/>
                      <a:pt x="185" y="28"/>
                    </a:cubicBezTo>
                    <a:cubicBezTo>
                      <a:pt x="185" y="28"/>
                      <a:pt x="185" y="28"/>
                      <a:pt x="185" y="28"/>
                    </a:cubicBezTo>
                    <a:cubicBezTo>
                      <a:pt x="185" y="28"/>
                      <a:pt x="185" y="28"/>
                      <a:pt x="185" y="29"/>
                    </a:cubicBezTo>
                    <a:cubicBezTo>
                      <a:pt x="185" y="29"/>
                      <a:pt x="185" y="29"/>
                      <a:pt x="185" y="29"/>
                    </a:cubicBezTo>
                    <a:cubicBezTo>
                      <a:pt x="185" y="29"/>
                      <a:pt x="185" y="29"/>
                      <a:pt x="185" y="29"/>
                    </a:cubicBezTo>
                    <a:cubicBezTo>
                      <a:pt x="185" y="29"/>
                      <a:pt x="185" y="29"/>
                      <a:pt x="184" y="29"/>
                    </a:cubicBezTo>
                    <a:cubicBezTo>
                      <a:pt x="184" y="29"/>
                      <a:pt x="184" y="29"/>
                      <a:pt x="184" y="29"/>
                    </a:cubicBezTo>
                    <a:cubicBezTo>
                      <a:pt x="184" y="29"/>
                      <a:pt x="184" y="29"/>
                      <a:pt x="184" y="29"/>
                    </a:cubicBezTo>
                    <a:cubicBezTo>
                      <a:pt x="184" y="29"/>
                      <a:pt x="184" y="29"/>
                      <a:pt x="184" y="29"/>
                    </a:cubicBezTo>
                    <a:cubicBezTo>
                      <a:pt x="184" y="29"/>
                      <a:pt x="184" y="29"/>
                      <a:pt x="184" y="29"/>
                    </a:cubicBezTo>
                    <a:cubicBezTo>
                      <a:pt x="184" y="29"/>
                      <a:pt x="184" y="29"/>
                      <a:pt x="184" y="29"/>
                    </a:cubicBezTo>
                    <a:cubicBezTo>
                      <a:pt x="184" y="29"/>
                      <a:pt x="184" y="30"/>
                      <a:pt x="184" y="30"/>
                    </a:cubicBezTo>
                    <a:cubicBezTo>
                      <a:pt x="184" y="30"/>
                      <a:pt x="184" y="30"/>
                      <a:pt x="184" y="30"/>
                    </a:cubicBezTo>
                    <a:cubicBezTo>
                      <a:pt x="184" y="30"/>
                      <a:pt x="184" y="30"/>
                      <a:pt x="184" y="30"/>
                    </a:cubicBezTo>
                    <a:cubicBezTo>
                      <a:pt x="184" y="30"/>
                      <a:pt x="184" y="31"/>
                      <a:pt x="184" y="31"/>
                    </a:cubicBezTo>
                    <a:cubicBezTo>
                      <a:pt x="184" y="31"/>
                      <a:pt x="184" y="31"/>
                      <a:pt x="184" y="31"/>
                    </a:cubicBezTo>
                    <a:cubicBezTo>
                      <a:pt x="184" y="31"/>
                      <a:pt x="184" y="31"/>
                      <a:pt x="184" y="31"/>
                    </a:cubicBezTo>
                    <a:cubicBezTo>
                      <a:pt x="184" y="31"/>
                      <a:pt x="184" y="31"/>
                      <a:pt x="184" y="31"/>
                    </a:cubicBezTo>
                    <a:cubicBezTo>
                      <a:pt x="184" y="31"/>
                      <a:pt x="184" y="31"/>
                      <a:pt x="184" y="31"/>
                    </a:cubicBezTo>
                    <a:cubicBezTo>
                      <a:pt x="184" y="31"/>
                      <a:pt x="184" y="31"/>
                      <a:pt x="184" y="31"/>
                    </a:cubicBezTo>
                    <a:cubicBezTo>
                      <a:pt x="184" y="31"/>
                      <a:pt x="184" y="32"/>
                      <a:pt x="185" y="32"/>
                    </a:cubicBezTo>
                    <a:cubicBezTo>
                      <a:pt x="185" y="32"/>
                      <a:pt x="185" y="33"/>
                      <a:pt x="185" y="33"/>
                    </a:cubicBezTo>
                    <a:cubicBezTo>
                      <a:pt x="185" y="33"/>
                      <a:pt x="185" y="33"/>
                      <a:pt x="186" y="34"/>
                    </a:cubicBezTo>
                    <a:cubicBezTo>
                      <a:pt x="186" y="34"/>
                      <a:pt x="186" y="34"/>
                      <a:pt x="186" y="34"/>
                    </a:cubicBezTo>
                    <a:cubicBezTo>
                      <a:pt x="186" y="34"/>
                      <a:pt x="186" y="34"/>
                      <a:pt x="186" y="34"/>
                    </a:cubicBezTo>
                    <a:cubicBezTo>
                      <a:pt x="186" y="34"/>
                      <a:pt x="186" y="35"/>
                      <a:pt x="186" y="35"/>
                    </a:cubicBezTo>
                    <a:cubicBezTo>
                      <a:pt x="187" y="35"/>
                      <a:pt x="187" y="35"/>
                      <a:pt x="187" y="35"/>
                    </a:cubicBezTo>
                    <a:cubicBezTo>
                      <a:pt x="187" y="36"/>
                      <a:pt x="187" y="36"/>
                      <a:pt x="187" y="36"/>
                    </a:cubicBezTo>
                    <a:cubicBezTo>
                      <a:pt x="187" y="36"/>
                      <a:pt x="187" y="36"/>
                      <a:pt x="187" y="36"/>
                    </a:cubicBezTo>
                    <a:cubicBezTo>
                      <a:pt x="187" y="36"/>
                      <a:pt x="188" y="36"/>
                      <a:pt x="188" y="37"/>
                    </a:cubicBezTo>
                    <a:cubicBezTo>
                      <a:pt x="188" y="37"/>
                      <a:pt x="189" y="38"/>
                      <a:pt x="189" y="38"/>
                    </a:cubicBezTo>
                    <a:cubicBezTo>
                      <a:pt x="189" y="38"/>
                      <a:pt x="190" y="39"/>
                      <a:pt x="190" y="39"/>
                    </a:cubicBezTo>
                    <a:cubicBezTo>
                      <a:pt x="191" y="39"/>
                      <a:pt x="191" y="40"/>
                      <a:pt x="191" y="40"/>
                    </a:cubicBezTo>
                    <a:cubicBezTo>
                      <a:pt x="191" y="40"/>
                      <a:pt x="191" y="40"/>
                      <a:pt x="191" y="40"/>
                    </a:cubicBezTo>
                    <a:cubicBezTo>
                      <a:pt x="191" y="40"/>
                      <a:pt x="191" y="40"/>
                      <a:pt x="191" y="40"/>
                    </a:cubicBezTo>
                    <a:cubicBezTo>
                      <a:pt x="191" y="40"/>
                      <a:pt x="191" y="40"/>
                      <a:pt x="191" y="40"/>
                    </a:cubicBezTo>
                    <a:cubicBezTo>
                      <a:pt x="191" y="41"/>
                      <a:pt x="191" y="41"/>
                      <a:pt x="192" y="41"/>
                    </a:cubicBezTo>
                    <a:cubicBezTo>
                      <a:pt x="192" y="41"/>
                      <a:pt x="192" y="41"/>
                      <a:pt x="192" y="41"/>
                    </a:cubicBezTo>
                    <a:cubicBezTo>
                      <a:pt x="192" y="41"/>
                      <a:pt x="192" y="41"/>
                      <a:pt x="192" y="41"/>
                    </a:cubicBezTo>
                    <a:cubicBezTo>
                      <a:pt x="192" y="41"/>
                      <a:pt x="192" y="41"/>
                      <a:pt x="192" y="41"/>
                    </a:cubicBezTo>
                    <a:cubicBezTo>
                      <a:pt x="192" y="41"/>
                      <a:pt x="192" y="41"/>
                      <a:pt x="192" y="41"/>
                    </a:cubicBezTo>
                    <a:cubicBezTo>
                      <a:pt x="192" y="41"/>
                      <a:pt x="192" y="41"/>
                      <a:pt x="192" y="41"/>
                    </a:cubicBezTo>
                    <a:cubicBezTo>
                      <a:pt x="193" y="41"/>
                      <a:pt x="192" y="41"/>
                      <a:pt x="192" y="41"/>
                    </a:cubicBezTo>
                    <a:cubicBezTo>
                      <a:pt x="192" y="41"/>
                      <a:pt x="193" y="40"/>
                      <a:pt x="193" y="40"/>
                    </a:cubicBezTo>
                    <a:cubicBezTo>
                      <a:pt x="193" y="40"/>
                      <a:pt x="193" y="40"/>
                      <a:pt x="193" y="40"/>
                    </a:cubicBezTo>
                    <a:cubicBezTo>
                      <a:pt x="193" y="39"/>
                      <a:pt x="193" y="39"/>
                      <a:pt x="193" y="39"/>
                    </a:cubicBezTo>
                    <a:cubicBezTo>
                      <a:pt x="193" y="39"/>
                      <a:pt x="193" y="39"/>
                      <a:pt x="193" y="39"/>
                    </a:cubicBezTo>
                    <a:cubicBezTo>
                      <a:pt x="193" y="39"/>
                      <a:pt x="193" y="39"/>
                      <a:pt x="192" y="39"/>
                    </a:cubicBezTo>
                    <a:cubicBezTo>
                      <a:pt x="192" y="39"/>
                      <a:pt x="192" y="38"/>
                      <a:pt x="192" y="38"/>
                    </a:cubicBezTo>
                    <a:cubicBezTo>
                      <a:pt x="192" y="38"/>
                      <a:pt x="192" y="38"/>
                      <a:pt x="192" y="38"/>
                    </a:cubicBezTo>
                    <a:cubicBezTo>
                      <a:pt x="192" y="38"/>
                      <a:pt x="192" y="38"/>
                      <a:pt x="192" y="38"/>
                    </a:cubicBezTo>
                    <a:cubicBezTo>
                      <a:pt x="192" y="38"/>
                      <a:pt x="192" y="38"/>
                      <a:pt x="192" y="38"/>
                    </a:cubicBezTo>
                    <a:cubicBezTo>
                      <a:pt x="192" y="38"/>
                      <a:pt x="192" y="38"/>
                      <a:pt x="192" y="38"/>
                    </a:cubicBezTo>
                    <a:cubicBezTo>
                      <a:pt x="192" y="38"/>
                      <a:pt x="192" y="38"/>
                      <a:pt x="192" y="38"/>
                    </a:cubicBezTo>
                    <a:cubicBezTo>
                      <a:pt x="192" y="38"/>
                      <a:pt x="192" y="38"/>
                      <a:pt x="192" y="38"/>
                    </a:cubicBezTo>
                    <a:cubicBezTo>
                      <a:pt x="192" y="38"/>
                      <a:pt x="192" y="38"/>
                      <a:pt x="192" y="38"/>
                    </a:cubicBezTo>
                    <a:cubicBezTo>
                      <a:pt x="192" y="38"/>
                      <a:pt x="192" y="38"/>
                      <a:pt x="192" y="38"/>
                    </a:cubicBezTo>
                    <a:cubicBezTo>
                      <a:pt x="192" y="38"/>
                      <a:pt x="192" y="38"/>
                      <a:pt x="192" y="38"/>
                    </a:cubicBezTo>
                    <a:cubicBezTo>
                      <a:pt x="192" y="38"/>
                      <a:pt x="192" y="38"/>
                      <a:pt x="192" y="38"/>
                    </a:cubicBezTo>
                    <a:cubicBezTo>
                      <a:pt x="192" y="38"/>
                      <a:pt x="192" y="37"/>
                      <a:pt x="192" y="37"/>
                    </a:cubicBezTo>
                    <a:cubicBezTo>
                      <a:pt x="192" y="37"/>
                      <a:pt x="192" y="37"/>
                      <a:pt x="192" y="37"/>
                    </a:cubicBezTo>
                    <a:cubicBezTo>
                      <a:pt x="192" y="37"/>
                      <a:pt x="192" y="37"/>
                      <a:pt x="192" y="37"/>
                    </a:cubicBezTo>
                    <a:cubicBezTo>
                      <a:pt x="192" y="37"/>
                      <a:pt x="192" y="37"/>
                      <a:pt x="192" y="37"/>
                    </a:cubicBezTo>
                    <a:cubicBezTo>
                      <a:pt x="192" y="37"/>
                      <a:pt x="192" y="37"/>
                      <a:pt x="192" y="37"/>
                    </a:cubicBezTo>
                    <a:cubicBezTo>
                      <a:pt x="193" y="37"/>
                      <a:pt x="193" y="37"/>
                      <a:pt x="193" y="37"/>
                    </a:cubicBezTo>
                    <a:cubicBezTo>
                      <a:pt x="193" y="37"/>
                      <a:pt x="193" y="37"/>
                      <a:pt x="193" y="37"/>
                    </a:cubicBezTo>
                    <a:cubicBezTo>
                      <a:pt x="193" y="37"/>
                      <a:pt x="193" y="37"/>
                      <a:pt x="193" y="37"/>
                    </a:cubicBezTo>
                    <a:cubicBezTo>
                      <a:pt x="193" y="37"/>
                      <a:pt x="193" y="37"/>
                      <a:pt x="193" y="37"/>
                    </a:cubicBezTo>
                    <a:cubicBezTo>
                      <a:pt x="193" y="37"/>
                      <a:pt x="192" y="37"/>
                      <a:pt x="192" y="36"/>
                    </a:cubicBezTo>
                    <a:cubicBezTo>
                      <a:pt x="192" y="36"/>
                      <a:pt x="192" y="36"/>
                      <a:pt x="192" y="36"/>
                    </a:cubicBezTo>
                    <a:cubicBezTo>
                      <a:pt x="192" y="36"/>
                      <a:pt x="192" y="36"/>
                      <a:pt x="192" y="35"/>
                    </a:cubicBezTo>
                    <a:cubicBezTo>
                      <a:pt x="191" y="35"/>
                      <a:pt x="192" y="35"/>
                      <a:pt x="192" y="35"/>
                    </a:cubicBezTo>
                    <a:cubicBezTo>
                      <a:pt x="192" y="35"/>
                      <a:pt x="192" y="35"/>
                      <a:pt x="192" y="35"/>
                    </a:cubicBezTo>
                    <a:cubicBezTo>
                      <a:pt x="192" y="35"/>
                      <a:pt x="192" y="35"/>
                      <a:pt x="192" y="35"/>
                    </a:cubicBezTo>
                    <a:cubicBezTo>
                      <a:pt x="192" y="35"/>
                      <a:pt x="192" y="35"/>
                      <a:pt x="192" y="35"/>
                    </a:cubicBezTo>
                    <a:cubicBezTo>
                      <a:pt x="192" y="35"/>
                      <a:pt x="192" y="35"/>
                      <a:pt x="192" y="34"/>
                    </a:cubicBezTo>
                    <a:cubicBezTo>
                      <a:pt x="192" y="34"/>
                      <a:pt x="192" y="34"/>
                      <a:pt x="192" y="34"/>
                    </a:cubicBezTo>
                    <a:cubicBezTo>
                      <a:pt x="192" y="34"/>
                      <a:pt x="192" y="34"/>
                      <a:pt x="192" y="34"/>
                    </a:cubicBezTo>
                    <a:cubicBezTo>
                      <a:pt x="192" y="34"/>
                      <a:pt x="192" y="35"/>
                      <a:pt x="192" y="35"/>
                    </a:cubicBezTo>
                    <a:cubicBezTo>
                      <a:pt x="192" y="35"/>
                      <a:pt x="192" y="35"/>
                      <a:pt x="192" y="34"/>
                    </a:cubicBezTo>
                    <a:cubicBezTo>
                      <a:pt x="193" y="34"/>
                      <a:pt x="193" y="34"/>
                      <a:pt x="193" y="34"/>
                    </a:cubicBezTo>
                    <a:cubicBezTo>
                      <a:pt x="193" y="34"/>
                      <a:pt x="193" y="34"/>
                      <a:pt x="193" y="34"/>
                    </a:cubicBezTo>
                    <a:cubicBezTo>
                      <a:pt x="193" y="34"/>
                      <a:pt x="193" y="34"/>
                      <a:pt x="193" y="34"/>
                    </a:cubicBezTo>
                    <a:cubicBezTo>
                      <a:pt x="193" y="34"/>
                      <a:pt x="193" y="34"/>
                      <a:pt x="193" y="34"/>
                    </a:cubicBezTo>
                    <a:cubicBezTo>
                      <a:pt x="193" y="34"/>
                      <a:pt x="193" y="34"/>
                      <a:pt x="193" y="34"/>
                    </a:cubicBezTo>
                    <a:cubicBezTo>
                      <a:pt x="193" y="34"/>
                      <a:pt x="193" y="34"/>
                      <a:pt x="193" y="34"/>
                    </a:cubicBezTo>
                    <a:cubicBezTo>
                      <a:pt x="193" y="34"/>
                      <a:pt x="193" y="34"/>
                      <a:pt x="193" y="34"/>
                    </a:cubicBezTo>
                    <a:cubicBezTo>
                      <a:pt x="193" y="34"/>
                      <a:pt x="193" y="34"/>
                      <a:pt x="193" y="34"/>
                    </a:cubicBezTo>
                    <a:cubicBezTo>
                      <a:pt x="192" y="34"/>
                      <a:pt x="192" y="33"/>
                      <a:pt x="192" y="33"/>
                    </a:cubicBezTo>
                    <a:cubicBezTo>
                      <a:pt x="192" y="33"/>
                      <a:pt x="192" y="33"/>
                      <a:pt x="192" y="33"/>
                    </a:cubicBezTo>
                    <a:cubicBezTo>
                      <a:pt x="192" y="33"/>
                      <a:pt x="192" y="33"/>
                      <a:pt x="191" y="32"/>
                    </a:cubicBezTo>
                    <a:cubicBezTo>
                      <a:pt x="191" y="32"/>
                      <a:pt x="191" y="32"/>
                      <a:pt x="191" y="32"/>
                    </a:cubicBezTo>
                    <a:cubicBezTo>
                      <a:pt x="191" y="32"/>
                      <a:pt x="191" y="32"/>
                      <a:pt x="191" y="31"/>
                    </a:cubicBezTo>
                    <a:cubicBezTo>
                      <a:pt x="191" y="31"/>
                      <a:pt x="191" y="31"/>
                      <a:pt x="191" y="31"/>
                    </a:cubicBezTo>
                    <a:cubicBezTo>
                      <a:pt x="191" y="31"/>
                      <a:pt x="191" y="31"/>
                      <a:pt x="191" y="31"/>
                    </a:cubicBezTo>
                    <a:cubicBezTo>
                      <a:pt x="191" y="31"/>
                      <a:pt x="191" y="31"/>
                      <a:pt x="191" y="31"/>
                    </a:cubicBezTo>
                    <a:cubicBezTo>
                      <a:pt x="191" y="31"/>
                      <a:pt x="191" y="31"/>
                      <a:pt x="191" y="31"/>
                    </a:cubicBezTo>
                    <a:cubicBezTo>
                      <a:pt x="191" y="31"/>
                      <a:pt x="191" y="31"/>
                      <a:pt x="191" y="31"/>
                    </a:cubicBezTo>
                    <a:cubicBezTo>
                      <a:pt x="191" y="31"/>
                      <a:pt x="191" y="31"/>
                      <a:pt x="191" y="31"/>
                    </a:cubicBezTo>
                    <a:cubicBezTo>
                      <a:pt x="191" y="31"/>
                      <a:pt x="191" y="31"/>
                      <a:pt x="191" y="31"/>
                    </a:cubicBezTo>
                    <a:cubicBezTo>
                      <a:pt x="191" y="31"/>
                      <a:pt x="191" y="31"/>
                      <a:pt x="191" y="31"/>
                    </a:cubicBezTo>
                    <a:cubicBezTo>
                      <a:pt x="191" y="31"/>
                      <a:pt x="191" y="31"/>
                      <a:pt x="191" y="31"/>
                    </a:cubicBezTo>
                    <a:cubicBezTo>
                      <a:pt x="191" y="31"/>
                      <a:pt x="192" y="31"/>
                      <a:pt x="192" y="31"/>
                    </a:cubicBezTo>
                    <a:cubicBezTo>
                      <a:pt x="192" y="31"/>
                      <a:pt x="192" y="31"/>
                      <a:pt x="192" y="31"/>
                    </a:cubicBezTo>
                    <a:cubicBezTo>
                      <a:pt x="192" y="31"/>
                      <a:pt x="192" y="31"/>
                      <a:pt x="192" y="31"/>
                    </a:cubicBezTo>
                    <a:cubicBezTo>
                      <a:pt x="192" y="31"/>
                      <a:pt x="192" y="31"/>
                      <a:pt x="192" y="31"/>
                    </a:cubicBezTo>
                    <a:cubicBezTo>
                      <a:pt x="191" y="31"/>
                      <a:pt x="191" y="30"/>
                      <a:pt x="191" y="30"/>
                    </a:cubicBezTo>
                    <a:cubicBezTo>
                      <a:pt x="191" y="30"/>
                      <a:pt x="191" y="30"/>
                      <a:pt x="191" y="30"/>
                    </a:cubicBezTo>
                    <a:cubicBezTo>
                      <a:pt x="191" y="30"/>
                      <a:pt x="191" y="30"/>
                      <a:pt x="191" y="30"/>
                    </a:cubicBezTo>
                    <a:cubicBezTo>
                      <a:pt x="191" y="30"/>
                      <a:pt x="191" y="30"/>
                      <a:pt x="191" y="30"/>
                    </a:cubicBezTo>
                    <a:cubicBezTo>
                      <a:pt x="191" y="30"/>
                      <a:pt x="191" y="30"/>
                      <a:pt x="191" y="30"/>
                    </a:cubicBezTo>
                    <a:cubicBezTo>
                      <a:pt x="191" y="30"/>
                      <a:pt x="191" y="30"/>
                      <a:pt x="190" y="30"/>
                    </a:cubicBezTo>
                    <a:cubicBezTo>
                      <a:pt x="190" y="30"/>
                      <a:pt x="190" y="30"/>
                      <a:pt x="190" y="30"/>
                    </a:cubicBezTo>
                    <a:cubicBezTo>
                      <a:pt x="190" y="29"/>
                      <a:pt x="190" y="29"/>
                      <a:pt x="190" y="29"/>
                    </a:cubicBezTo>
                    <a:cubicBezTo>
                      <a:pt x="190" y="29"/>
                      <a:pt x="190" y="29"/>
                      <a:pt x="190" y="29"/>
                    </a:cubicBezTo>
                    <a:cubicBezTo>
                      <a:pt x="190" y="29"/>
                      <a:pt x="190" y="29"/>
                      <a:pt x="190" y="29"/>
                    </a:cubicBezTo>
                    <a:cubicBezTo>
                      <a:pt x="190" y="29"/>
                      <a:pt x="190" y="29"/>
                      <a:pt x="190" y="29"/>
                    </a:cubicBezTo>
                    <a:cubicBezTo>
                      <a:pt x="190" y="29"/>
                      <a:pt x="190" y="28"/>
                      <a:pt x="190" y="28"/>
                    </a:cubicBezTo>
                    <a:cubicBezTo>
                      <a:pt x="190" y="28"/>
                      <a:pt x="190" y="28"/>
                      <a:pt x="190" y="28"/>
                    </a:cubicBezTo>
                    <a:cubicBezTo>
                      <a:pt x="190" y="28"/>
                      <a:pt x="190" y="28"/>
                      <a:pt x="189" y="28"/>
                    </a:cubicBezTo>
                    <a:cubicBezTo>
                      <a:pt x="189" y="28"/>
                      <a:pt x="189" y="28"/>
                      <a:pt x="189" y="28"/>
                    </a:cubicBezTo>
                    <a:cubicBezTo>
                      <a:pt x="189" y="28"/>
                      <a:pt x="189" y="28"/>
                      <a:pt x="189" y="29"/>
                    </a:cubicBezTo>
                    <a:cubicBezTo>
                      <a:pt x="189" y="29"/>
                      <a:pt x="189" y="29"/>
                      <a:pt x="189" y="29"/>
                    </a:cubicBezTo>
                    <a:cubicBezTo>
                      <a:pt x="189" y="29"/>
                      <a:pt x="189" y="29"/>
                      <a:pt x="189" y="29"/>
                    </a:cubicBezTo>
                    <a:cubicBezTo>
                      <a:pt x="189" y="29"/>
                      <a:pt x="189" y="29"/>
                      <a:pt x="189" y="29"/>
                    </a:cubicBezTo>
                    <a:cubicBezTo>
                      <a:pt x="189" y="29"/>
                      <a:pt x="189" y="29"/>
                      <a:pt x="189" y="29"/>
                    </a:cubicBezTo>
                    <a:cubicBezTo>
                      <a:pt x="189" y="28"/>
                      <a:pt x="189" y="28"/>
                      <a:pt x="189" y="28"/>
                    </a:cubicBezTo>
                    <a:cubicBezTo>
                      <a:pt x="188" y="28"/>
                      <a:pt x="188" y="28"/>
                      <a:pt x="188" y="28"/>
                    </a:cubicBezTo>
                    <a:cubicBezTo>
                      <a:pt x="188" y="28"/>
                      <a:pt x="188" y="28"/>
                      <a:pt x="188" y="28"/>
                    </a:cubicBezTo>
                    <a:cubicBezTo>
                      <a:pt x="188" y="28"/>
                      <a:pt x="188" y="27"/>
                      <a:pt x="188" y="27"/>
                    </a:cubicBezTo>
                    <a:cubicBezTo>
                      <a:pt x="188" y="27"/>
                      <a:pt x="188" y="27"/>
                      <a:pt x="188" y="27"/>
                    </a:cubicBezTo>
                    <a:cubicBezTo>
                      <a:pt x="188" y="27"/>
                      <a:pt x="188" y="27"/>
                      <a:pt x="188" y="27"/>
                    </a:cubicBezTo>
                    <a:cubicBezTo>
                      <a:pt x="188" y="27"/>
                      <a:pt x="188" y="26"/>
                      <a:pt x="188" y="26"/>
                    </a:cubicBezTo>
                    <a:cubicBezTo>
                      <a:pt x="188" y="26"/>
                      <a:pt x="188" y="26"/>
                      <a:pt x="188" y="26"/>
                    </a:cubicBezTo>
                    <a:cubicBezTo>
                      <a:pt x="188" y="26"/>
                      <a:pt x="188" y="26"/>
                      <a:pt x="188" y="26"/>
                    </a:cubicBezTo>
                    <a:cubicBezTo>
                      <a:pt x="188" y="26"/>
                      <a:pt x="188" y="26"/>
                      <a:pt x="188" y="26"/>
                    </a:cubicBezTo>
                    <a:cubicBezTo>
                      <a:pt x="188" y="26"/>
                      <a:pt x="188" y="26"/>
                      <a:pt x="188" y="26"/>
                    </a:cubicBezTo>
                    <a:cubicBezTo>
                      <a:pt x="188" y="26"/>
                      <a:pt x="188" y="26"/>
                      <a:pt x="188" y="26"/>
                    </a:cubicBezTo>
                    <a:cubicBezTo>
                      <a:pt x="188" y="26"/>
                      <a:pt x="188" y="26"/>
                      <a:pt x="188" y="26"/>
                    </a:cubicBezTo>
                    <a:cubicBezTo>
                      <a:pt x="188" y="26"/>
                      <a:pt x="188" y="26"/>
                      <a:pt x="188" y="26"/>
                    </a:cubicBezTo>
                    <a:cubicBezTo>
                      <a:pt x="188" y="26"/>
                      <a:pt x="188" y="26"/>
                      <a:pt x="188" y="26"/>
                    </a:cubicBezTo>
                    <a:cubicBezTo>
                      <a:pt x="188" y="26"/>
                      <a:pt x="188" y="25"/>
                      <a:pt x="187" y="25"/>
                    </a:cubicBezTo>
                    <a:cubicBezTo>
                      <a:pt x="187" y="25"/>
                      <a:pt x="187" y="25"/>
                      <a:pt x="187" y="25"/>
                    </a:cubicBezTo>
                    <a:cubicBezTo>
                      <a:pt x="187" y="25"/>
                      <a:pt x="187" y="25"/>
                      <a:pt x="187" y="25"/>
                    </a:cubicBezTo>
                    <a:cubicBezTo>
                      <a:pt x="187" y="25"/>
                      <a:pt x="187" y="25"/>
                      <a:pt x="187" y="25"/>
                    </a:cubicBezTo>
                    <a:cubicBezTo>
                      <a:pt x="187" y="25"/>
                      <a:pt x="187" y="25"/>
                      <a:pt x="187" y="25"/>
                    </a:cubicBezTo>
                    <a:cubicBezTo>
                      <a:pt x="187" y="25"/>
                      <a:pt x="187" y="25"/>
                      <a:pt x="187" y="25"/>
                    </a:cubicBezTo>
                    <a:cubicBezTo>
                      <a:pt x="187" y="24"/>
                      <a:pt x="187" y="24"/>
                      <a:pt x="187" y="24"/>
                    </a:cubicBezTo>
                    <a:cubicBezTo>
                      <a:pt x="187" y="24"/>
                      <a:pt x="187" y="24"/>
                      <a:pt x="187" y="24"/>
                    </a:cubicBezTo>
                    <a:cubicBezTo>
                      <a:pt x="187" y="24"/>
                      <a:pt x="187" y="24"/>
                      <a:pt x="187" y="24"/>
                    </a:cubicBezTo>
                    <a:cubicBezTo>
                      <a:pt x="187" y="24"/>
                      <a:pt x="187" y="24"/>
                      <a:pt x="187" y="24"/>
                    </a:cubicBezTo>
                    <a:cubicBezTo>
                      <a:pt x="187" y="24"/>
                      <a:pt x="187" y="24"/>
                      <a:pt x="187" y="24"/>
                    </a:cubicBezTo>
                    <a:cubicBezTo>
                      <a:pt x="187" y="24"/>
                      <a:pt x="187" y="24"/>
                      <a:pt x="187" y="24"/>
                    </a:cubicBezTo>
                    <a:cubicBezTo>
                      <a:pt x="187" y="24"/>
                      <a:pt x="187" y="24"/>
                      <a:pt x="187" y="24"/>
                    </a:cubicBezTo>
                    <a:cubicBezTo>
                      <a:pt x="187" y="24"/>
                      <a:pt x="187" y="24"/>
                      <a:pt x="187" y="24"/>
                    </a:cubicBezTo>
                    <a:cubicBezTo>
                      <a:pt x="187" y="24"/>
                      <a:pt x="188" y="24"/>
                      <a:pt x="188" y="24"/>
                    </a:cubicBezTo>
                    <a:cubicBezTo>
                      <a:pt x="188" y="25"/>
                      <a:pt x="188" y="25"/>
                      <a:pt x="188" y="25"/>
                    </a:cubicBezTo>
                    <a:cubicBezTo>
                      <a:pt x="188" y="25"/>
                      <a:pt x="188" y="25"/>
                      <a:pt x="188" y="25"/>
                    </a:cubicBezTo>
                    <a:cubicBezTo>
                      <a:pt x="188" y="25"/>
                      <a:pt x="188" y="25"/>
                      <a:pt x="188" y="25"/>
                    </a:cubicBezTo>
                    <a:cubicBezTo>
                      <a:pt x="188" y="25"/>
                      <a:pt x="188" y="25"/>
                      <a:pt x="188" y="25"/>
                    </a:cubicBezTo>
                    <a:cubicBezTo>
                      <a:pt x="188" y="25"/>
                      <a:pt x="188" y="24"/>
                      <a:pt x="188" y="24"/>
                    </a:cubicBezTo>
                    <a:cubicBezTo>
                      <a:pt x="188" y="24"/>
                      <a:pt x="188" y="24"/>
                      <a:pt x="188" y="24"/>
                    </a:cubicBezTo>
                    <a:cubicBezTo>
                      <a:pt x="188" y="24"/>
                      <a:pt x="188" y="24"/>
                      <a:pt x="188" y="24"/>
                    </a:cubicBezTo>
                    <a:cubicBezTo>
                      <a:pt x="188" y="24"/>
                      <a:pt x="188" y="24"/>
                      <a:pt x="188" y="24"/>
                    </a:cubicBezTo>
                    <a:cubicBezTo>
                      <a:pt x="188" y="24"/>
                      <a:pt x="188" y="24"/>
                      <a:pt x="188" y="24"/>
                    </a:cubicBezTo>
                    <a:cubicBezTo>
                      <a:pt x="188" y="24"/>
                      <a:pt x="188" y="24"/>
                      <a:pt x="188" y="24"/>
                    </a:cubicBezTo>
                    <a:cubicBezTo>
                      <a:pt x="188" y="24"/>
                      <a:pt x="188" y="23"/>
                      <a:pt x="189" y="23"/>
                    </a:cubicBezTo>
                    <a:cubicBezTo>
                      <a:pt x="189" y="23"/>
                      <a:pt x="189" y="23"/>
                      <a:pt x="189" y="23"/>
                    </a:cubicBezTo>
                    <a:cubicBezTo>
                      <a:pt x="189" y="23"/>
                      <a:pt x="189" y="24"/>
                      <a:pt x="189" y="24"/>
                    </a:cubicBezTo>
                    <a:cubicBezTo>
                      <a:pt x="189" y="25"/>
                      <a:pt x="189" y="25"/>
                      <a:pt x="189" y="25"/>
                    </a:cubicBezTo>
                    <a:cubicBezTo>
                      <a:pt x="189" y="25"/>
                      <a:pt x="189" y="25"/>
                      <a:pt x="189" y="25"/>
                    </a:cubicBezTo>
                    <a:cubicBezTo>
                      <a:pt x="190" y="24"/>
                      <a:pt x="190" y="24"/>
                      <a:pt x="190" y="24"/>
                    </a:cubicBezTo>
                    <a:cubicBezTo>
                      <a:pt x="189" y="24"/>
                      <a:pt x="190" y="24"/>
                      <a:pt x="190" y="24"/>
                    </a:cubicBezTo>
                    <a:cubicBezTo>
                      <a:pt x="190" y="24"/>
                      <a:pt x="190" y="23"/>
                      <a:pt x="189" y="23"/>
                    </a:cubicBezTo>
                    <a:cubicBezTo>
                      <a:pt x="189" y="23"/>
                      <a:pt x="189" y="23"/>
                      <a:pt x="189" y="23"/>
                    </a:cubicBezTo>
                    <a:cubicBezTo>
                      <a:pt x="189" y="23"/>
                      <a:pt x="189" y="23"/>
                      <a:pt x="190" y="23"/>
                    </a:cubicBezTo>
                    <a:cubicBezTo>
                      <a:pt x="190" y="23"/>
                      <a:pt x="190" y="23"/>
                      <a:pt x="190" y="23"/>
                    </a:cubicBezTo>
                    <a:cubicBezTo>
                      <a:pt x="190" y="23"/>
                      <a:pt x="190" y="23"/>
                      <a:pt x="190" y="23"/>
                    </a:cubicBezTo>
                    <a:cubicBezTo>
                      <a:pt x="190" y="23"/>
                      <a:pt x="190" y="22"/>
                      <a:pt x="190" y="22"/>
                    </a:cubicBezTo>
                    <a:cubicBezTo>
                      <a:pt x="190" y="22"/>
                      <a:pt x="190" y="22"/>
                      <a:pt x="190" y="22"/>
                    </a:cubicBezTo>
                    <a:cubicBezTo>
                      <a:pt x="190" y="22"/>
                      <a:pt x="190" y="22"/>
                      <a:pt x="190" y="22"/>
                    </a:cubicBezTo>
                    <a:cubicBezTo>
                      <a:pt x="191" y="22"/>
                      <a:pt x="191" y="22"/>
                      <a:pt x="191" y="22"/>
                    </a:cubicBezTo>
                    <a:cubicBezTo>
                      <a:pt x="191" y="22"/>
                      <a:pt x="191" y="22"/>
                      <a:pt x="191" y="22"/>
                    </a:cubicBezTo>
                    <a:cubicBezTo>
                      <a:pt x="191" y="22"/>
                      <a:pt x="191" y="22"/>
                      <a:pt x="191" y="22"/>
                    </a:cubicBezTo>
                    <a:cubicBezTo>
                      <a:pt x="191" y="22"/>
                      <a:pt x="191" y="22"/>
                      <a:pt x="191" y="22"/>
                    </a:cubicBezTo>
                    <a:cubicBezTo>
                      <a:pt x="191" y="23"/>
                      <a:pt x="191" y="23"/>
                      <a:pt x="191" y="23"/>
                    </a:cubicBezTo>
                    <a:cubicBezTo>
                      <a:pt x="191" y="23"/>
                      <a:pt x="191" y="23"/>
                      <a:pt x="191" y="23"/>
                    </a:cubicBezTo>
                    <a:cubicBezTo>
                      <a:pt x="191" y="23"/>
                      <a:pt x="191" y="23"/>
                      <a:pt x="191" y="23"/>
                    </a:cubicBezTo>
                    <a:cubicBezTo>
                      <a:pt x="191" y="23"/>
                      <a:pt x="191" y="23"/>
                      <a:pt x="191" y="23"/>
                    </a:cubicBezTo>
                    <a:cubicBezTo>
                      <a:pt x="191" y="23"/>
                      <a:pt x="191" y="23"/>
                      <a:pt x="191" y="23"/>
                    </a:cubicBezTo>
                    <a:cubicBezTo>
                      <a:pt x="191" y="23"/>
                      <a:pt x="191" y="23"/>
                      <a:pt x="191" y="23"/>
                    </a:cubicBezTo>
                    <a:cubicBezTo>
                      <a:pt x="192" y="23"/>
                      <a:pt x="192" y="23"/>
                      <a:pt x="192" y="23"/>
                    </a:cubicBezTo>
                    <a:cubicBezTo>
                      <a:pt x="192" y="23"/>
                      <a:pt x="192" y="23"/>
                      <a:pt x="192" y="23"/>
                    </a:cubicBezTo>
                    <a:cubicBezTo>
                      <a:pt x="192" y="23"/>
                      <a:pt x="192" y="23"/>
                      <a:pt x="192" y="23"/>
                    </a:cubicBezTo>
                    <a:cubicBezTo>
                      <a:pt x="192" y="23"/>
                      <a:pt x="192" y="23"/>
                      <a:pt x="192" y="23"/>
                    </a:cubicBezTo>
                    <a:cubicBezTo>
                      <a:pt x="192" y="23"/>
                      <a:pt x="192" y="23"/>
                      <a:pt x="192" y="23"/>
                    </a:cubicBezTo>
                    <a:cubicBezTo>
                      <a:pt x="192" y="23"/>
                      <a:pt x="192" y="23"/>
                      <a:pt x="192" y="23"/>
                    </a:cubicBezTo>
                    <a:cubicBezTo>
                      <a:pt x="192" y="23"/>
                      <a:pt x="192" y="23"/>
                      <a:pt x="192" y="23"/>
                    </a:cubicBezTo>
                    <a:cubicBezTo>
                      <a:pt x="192" y="23"/>
                      <a:pt x="193" y="23"/>
                      <a:pt x="193" y="23"/>
                    </a:cubicBezTo>
                    <a:cubicBezTo>
                      <a:pt x="193" y="23"/>
                      <a:pt x="193" y="23"/>
                      <a:pt x="193" y="23"/>
                    </a:cubicBezTo>
                    <a:cubicBezTo>
                      <a:pt x="193" y="23"/>
                      <a:pt x="193" y="23"/>
                      <a:pt x="193" y="23"/>
                    </a:cubicBezTo>
                    <a:cubicBezTo>
                      <a:pt x="193" y="23"/>
                      <a:pt x="193" y="23"/>
                      <a:pt x="193" y="23"/>
                    </a:cubicBezTo>
                    <a:cubicBezTo>
                      <a:pt x="193" y="23"/>
                      <a:pt x="193" y="23"/>
                      <a:pt x="193" y="23"/>
                    </a:cubicBezTo>
                    <a:cubicBezTo>
                      <a:pt x="193" y="23"/>
                      <a:pt x="193" y="23"/>
                      <a:pt x="193" y="23"/>
                    </a:cubicBezTo>
                    <a:cubicBezTo>
                      <a:pt x="193" y="23"/>
                      <a:pt x="193" y="23"/>
                      <a:pt x="193" y="23"/>
                    </a:cubicBezTo>
                    <a:cubicBezTo>
                      <a:pt x="193" y="23"/>
                      <a:pt x="193" y="23"/>
                      <a:pt x="193" y="23"/>
                    </a:cubicBezTo>
                    <a:cubicBezTo>
                      <a:pt x="193" y="23"/>
                      <a:pt x="193" y="23"/>
                      <a:pt x="193" y="23"/>
                    </a:cubicBezTo>
                    <a:cubicBezTo>
                      <a:pt x="193" y="22"/>
                      <a:pt x="193" y="22"/>
                      <a:pt x="193" y="22"/>
                    </a:cubicBezTo>
                    <a:cubicBezTo>
                      <a:pt x="193" y="22"/>
                      <a:pt x="193" y="22"/>
                      <a:pt x="193" y="22"/>
                    </a:cubicBezTo>
                    <a:cubicBezTo>
                      <a:pt x="193" y="22"/>
                      <a:pt x="193" y="21"/>
                      <a:pt x="193" y="21"/>
                    </a:cubicBezTo>
                    <a:cubicBezTo>
                      <a:pt x="193" y="21"/>
                      <a:pt x="193" y="21"/>
                      <a:pt x="193" y="21"/>
                    </a:cubicBezTo>
                    <a:cubicBezTo>
                      <a:pt x="193" y="21"/>
                      <a:pt x="193" y="21"/>
                      <a:pt x="193" y="21"/>
                    </a:cubicBezTo>
                    <a:cubicBezTo>
                      <a:pt x="193" y="21"/>
                      <a:pt x="193" y="20"/>
                      <a:pt x="193" y="20"/>
                    </a:cubicBezTo>
                    <a:cubicBezTo>
                      <a:pt x="193" y="20"/>
                      <a:pt x="193" y="20"/>
                      <a:pt x="193" y="20"/>
                    </a:cubicBezTo>
                    <a:cubicBezTo>
                      <a:pt x="193" y="20"/>
                      <a:pt x="193" y="20"/>
                      <a:pt x="193" y="20"/>
                    </a:cubicBezTo>
                    <a:cubicBezTo>
                      <a:pt x="193" y="20"/>
                      <a:pt x="194" y="19"/>
                      <a:pt x="194" y="19"/>
                    </a:cubicBezTo>
                    <a:cubicBezTo>
                      <a:pt x="194" y="19"/>
                      <a:pt x="194" y="19"/>
                      <a:pt x="194" y="19"/>
                    </a:cubicBezTo>
                    <a:cubicBezTo>
                      <a:pt x="194" y="19"/>
                      <a:pt x="194" y="19"/>
                      <a:pt x="194" y="19"/>
                    </a:cubicBezTo>
                    <a:cubicBezTo>
                      <a:pt x="194" y="19"/>
                      <a:pt x="194" y="19"/>
                      <a:pt x="194" y="19"/>
                    </a:cubicBezTo>
                    <a:cubicBezTo>
                      <a:pt x="194" y="19"/>
                      <a:pt x="194" y="19"/>
                      <a:pt x="194" y="19"/>
                    </a:cubicBezTo>
                    <a:cubicBezTo>
                      <a:pt x="194" y="19"/>
                      <a:pt x="194" y="18"/>
                      <a:pt x="194" y="18"/>
                    </a:cubicBezTo>
                    <a:cubicBezTo>
                      <a:pt x="194" y="18"/>
                      <a:pt x="194" y="18"/>
                      <a:pt x="194" y="18"/>
                    </a:cubicBezTo>
                    <a:cubicBezTo>
                      <a:pt x="195" y="18"/>
                      <a:pt x="195" y="18"/>
                      <a:pt x="194" y="18"/>
                    </a:cubicBezTo>
                    <a:cubicBezTo>
                      <a:pt x="194" y="18"/>
                      <a:pt x="194" y="18"/>
                      <a:pt x="194" y="18"/>
                    </a:cubicBezTo>
                    <a:cubicBezTo>
                      <a:pt x="194" y="18"/>
                      <a:pt x="194" y="18"/>
                      <a:pt x="194" y="17"/>
                    </a:cubicBezTo>
                    <a:cubicBezTo>
                      <a:pt x="194" y="17"/>
                      <a:pt x="194" y="17"/>
                      <a:pt x="194" y="17"/>
                    </a:cubicBezTo>
                    <a:cubicBezTo>
                      <a:pt x="194" y="17"/>
                      <a:pt x="194" y="17"/>
                      <a:pt x="194" y="17"/>
                    </a:cubicBezTo>
                    <a:cubicBezTo>
                      <a:pt x="194" y="17"/>
                      <a:pt x="195" y="17"/>
                      <a:pt x="195" y="17"/>
                    </a:cubicBezTo>
                    <a:cubicBezTo>
                      <a:pt x="195" y="17"/>
                      <a:pt x="195" y="17"/>
                      <a:pt x="195" y="17"/>
                    </a:cubicBezTo>
                    <a:cubicBezTo>
                      <a:pt x="195" y="17"/>
                      <a:pt x="195" y="18"/>
                      <a:pt x="195" y="18"/>
                    </a:cubicBezTo>
                    <a:cubicBezTo>
                      <a:pt x="195" y="18"/>
                      <a:pt x="195" y="18"/>
                      <a:pt x="195" y="17"/>
                    </a:cubicBezTo>
                    <a:cubicBezTo>
                      <a:pt x="195" y="17"/>
                      <a:pt x="195" y="17"/>
                      <a:pt x="195" y="17"/>
                    </a:cubicBezTo>
                    <a:cubicBezTo>
                      <a:pt x="195" y="17"/>
                      <a:pt x="195" y="17"/>
                      <a:pt x="195" y="17"/>
                    </a:cubicBezTo>
                    <a:cubicBezTo>
                      <a:pt x="195" y="17"/>
                      <a:pt x="196" y="17"/>
                      <a:pt x="196" y="17"/>
                    </a:cubicBezTo>
                    <a:cubicBezTo>
                      <a:pt x="196" y="17"/>
                      <a:pt x="196" y="17"/>
                      <a:pt x="196" y="17"/>
                    </a:cubicBezTo>
                    <a:cubicBezTo>
                      <a:pt x="196" y="17"/>
                      <a:pt x="196" y="18"/>
                      <a:pt x="196" y="18"/>
                    </a:cubicBezTo>
                    <a:cubicBezTo>
                      <a:pt x="196" y="18"/>
                      <a:pt x="196" y="18"/>
                      <a:pt x="196" y="18"/>
                    </a:cubicBezTo>
                    <a:cubicBezTo>
                      <a:pt x="196" y="18"/>
                      <a:pt x="197" y="18"/>
                      <a:pt x="197" y="18"/>
                    </a:cubicBezTo>
                    <a:cubicBezTo>
                      <a:pt x="197" y="18"/>
                      <a:pt x="197" y="18"/>
                      <a:pt x="197" y="18"/>
                    </a:cubicBezTo>
                    <a:cubicBezTo>
                      <a:pt x="197" y="18"/>
                      <a:pt x="197" y="17"/>
                      <a:pt x="197" y="17"/>
                    </a:cubicBezTo>
                    <a:cubicBezTo>
                      <a:pt x="196" y="17"/>
                      <a:pt x="196" y="17"/>
                      <a:pt x="197" y="17"/>
                    </a:cubicBezTo>
                    <a:cubicBezTo>
                      <a:pt x="197" y="17"/>
                      <a:pt x="197" y="17"/>
                      <a:pt x="197" y="17"/>
                    </a:cubicBezTo>
                    <a:cubicBezTo>
                      <a:pt x="197" y="17"/>
                      <a:pt x="196" y="17"/>
                      <a:pt x="196" y="17"/>
                    </a:cubicBezTo>
                    <a:cubicBezTo>
                      <a:pt x="196" y="17"/>
                      <a:pt x="196" y="17"/>
                      <a:pt x="196" y="17"/>
                    </a:cubicBezTo>
                    <a:cubicBezTo>
                      <a:pt x="196" y="17"/>
                      <a:pt x="196" y="17"/>
                      <a:pt x="196" y="16"/>
                    </a:cubicBezTo>
                    <a:cubicBezTo>
                      <a:pt x="196" y="16"/>
                      <a:pt x="196" y="16"/>
                      <a:pt x="196" y="16"/>
                    </a:cubicBezTo>
                    <a:cubicBezTo>
                      <a:pt x="196" y="16"/>
                      <a:pt x="196" y="16"/>
                      <a:pt x="196" y="16"/>
                    </a:cubicBezTo>
                    <a:cubicBezTo>
                      <a:pt x="196" y="16"/>
                      <a:pt x="195" y="16"/>
                      <a:pt x="195" y="16"/>
                    </a:cubicBezTo>
                    <a:cubicBezTo>
                      <a:pt x="195" y="16"/>
                      <a:pt x="195" y="16"/>
                      <a:pt x="195" y="16"/>
                    </a:cubicBezTo>
                    <a:cubicBezTo>
                      <a:pt x="195" y="16"/>
                      <a:pt x="195" y="16"/>
                      <a:pt x="195" y="16"/>
                    </a:cubicBezTo>
                    <a:cubicBezTo>
                      <a:pt x="195" y="15"/>
                      <a:pt x="194" y="15"/>
                      <a:pt x="194" y="15"/>
                    </a:cubicBezTo>
                    <a:cubicBezTo>
                      <a:pt x="194" y="15"/>
                      <a:pt x="194" y="15"/>
                      <a:pt x="194" y="15"/>
                    </a:cubicBezTo>
                    <a:cubicBezTo>
                      <a:pt x="194" y="15"/>
                      <a:pt x="194" y="15"/>
                      <a:pt x="194" y="15"/>
                    </a:cubicBezTo>
                    <a:cubicBezTo>
                      <a:pt x="194" y="15"/>
                      <a:pt x="194" y="15"/>
                      <a:pt x="194" y="15"/>
                    </a:cubicBezTo>
                    <a:cubicBezTo>
                      <a:pt x="194" y="15"/>
                      <a:pt x="194" y="15"/>
                      <a:pt x="194" y="15"/>
                    </a:cubicBezTo>
                    <a:cubicBezTo>
                      <a:pt x="194" y="15"/>
                      <a:pt x="194" y="15"/>
                      <a:pt x="194" y="15"/>
                    </a:cubicBezTo>
                    <a:cubicBezTo>
                      <a:pt x="194" y="15"/>
                      <a:pt x="194" y="15"/>
                      <a:pt x="194" y="15"/>
                    </a:cubicBezTo>
                    <a:cubicBezTo>
                      <a:pt x="194" y="15"/>
                      <a:pt x="194" y="15"/>
                      <a:pt x="194" y="15"/>
                    </a:cubicBezTo>
                    <a:cubicBezTo>
                      <a:pt x="194" y="15"/>
                      <a:pt x="194" y="15"/>
                      <a:pt x="193" y="15"/>
                    </a:cubicBezTo>
                    <a:cubicBezTo>
                      <a:pt x="193" y="15"/>
                      <a:pt x="193" y="15"/>
                      <a:pt x="193" y="15"/>
                    </a:cubicBezTo>
                    <a:cubicBezTo>
                      <a:pt x="193" y="15"/>
                      <a:pt x="193" y="15"/>
                      <a:pt x="193" y="15"/>
                    </a:cubicBezTo>
                    <a:cubicBezTo>
                      <a:pt x="193" y="15"/>
                      <a:pt x="193" y="15"/>
                      <a:pt x="193" y="15"/>
                    </a:cubicBezTo>
                    <a:cubicBezTo>
                      <a:pt x="193" y="15"/>
                      <a:pt x="193" y="15"/>
                      <a:pt x="193" y="15"/>
                    </a:cubicBezTo>
                    <a:cubicBezTo>
                      <a:pt x="193" y="15"/>
                      <a:pt x="193" y="14"/>
                      <a:pt x="193" y="14"/>
                    </a:cubicBezTo>
                    <a:cubicBezTo>
                      <a:pt x="193" y="14"/>
                      <a:pt x="193" y="14"/>
                      <a:pt x="192" y="14"/>
                    </a:cubicBezTo>
                    <a:cubicBezTo>
                      <a:pt x="192" y="14"/>
                      <a:pt x="192" y="14"/>
                      <a:pt x="192" y="14"/>
                    </a:cubicBezTo>
                    <a:cubicBezTo>
                      <a:pt x="192" y="14"/>
                      <a:pt x="192" y="14"/>
                      <a:pt x="192" y="14"/>
                    </a:cubicBezTo>
                    <a:cubicBezTo>
                      <a:pt x="192" y="14"/>
                      <a:pt x="192" y="14"/>
                      <a:pt x="192" y="14"/>
                    </a:cubicBezTo>
                    <a:cubicBezTo>
                      <a:pt x="192" y="14"/>
                      <a:pt x="192" y="14"/>
                      <a:pt x="192" y="14"/>
                    </a:cubicBezTo>
                    <a:cubicBezTo>
                      <a:pt x="192" y="14"/>
                      <a:pt x="192" y="14"/>
                      <a:pt x="192" y="14"/>
                    </a:cubicBezTo>
                    <a:cubicBezTo>
                      <a:pt x="192" y="14"/>
                      <a:pt x="191" y="14"/>
                      <a:pt x="191" y="14"/>
                    </a:cubicBezTo>
                    <a:cubicBezTo>
                      <a:pt x="191" y="14"/>
                      <a:pt x="191" y="14"/>
                      <a:pt x="191" y="14"/>
                    </a:cubicBezTo>
                    <a:cubicBezTo>
                      <a:pt x="191" y="14"/>
                      <a:pt x="191" y="14"/>
                      <a:pt x="191" y="14"/>
                    </a:cubicBezTo>
                    <a:cubicBezTo>
                      <a:pt x="191" y="14"/>
                      <a:pt x="191" y="14"/>
                      <a:pt x="191" y="14"/>
                    </a:cubicBezTo>
                    <a:cubicBezTo>
                      <a:pt x="191" y="14"/>
                      <a:pt x="191" y="14"/>
                      <a:pt x="191" y="14"/>
                    </a:cubicBezTo>
                    <a:cubicBezTo>
                      <a:pt x="191" y="14"/>
                      <a:pt x="191" y="14"/>
                      <a:pt x="191" y="14"/>
                    </a:cubicBezTo>
                    <a:cubicBezTo>
                      <a:pt x="191" y="14"/>
                      <a:pt x="191" y="14"/>
                      <a:pt x="191" y="14"/>
                    </a:cubicBezTo>
                    <a:cubicBezTo>
                      <a:pt x="190" y="14"/>
                      <a:pt x="190" y="14"/>
                      <a:pt x="190" y="14"/>
                    </a:cubicBezTo>
                    <a:cubicBezTo>
                      <a:pt x="190" y="14"/>
                      <a:pt x="190" y="14"/>
                      <a:pt x="190" y="14"/>
                    </a:cubicBezTo>
                    <a:cubicBezTo>
                      <a:pt x="190" y="14"/>
                      <a:pt x="190" y="14"/>
                      <a:pt x="190" y="14"/>
                    </a:cubicBezTo>
                    <a:cubicBezTo>
                      <a:pt x="190" y="14"/>
                      <a:pt x="190" y="14"/>
                      <a:pt x="190" y="14"/>
                    </a:cubicBezTo>
                    <a:cubicBezTo>
                      <a:pt x="190" y="14"/>
                      <a:pt x="190" y="14"/>
                      <a:pt x="190" y="14"/>
                    </a:cubicBezTo>
                    <a:cubicBezTo>
                      <a:pt x="190" y="14"/>
                      <a:pt x="190" y="14"/>
                      <a:pt x="190" y="14"/>
                    </a:cubicBezTo>
                    <a:cubicBezTo>
                      <a:pt x="190" y="14"/>
                      <a:pt x="190" y="14"/>
                      <a:pt x="190" y="14"/>
                    </a:cubicBezTo>
                    <a:cubicBezTo>
                      <a:pt x="190" y="14"/>
                      <a:pt x="190" y="14"/>
                      <a:pt x="190" y="14"/>
                    </a:cubicBezTo>
                    <a:cubicBezTo>
                      <a:pt x="190" y="14"/>
                      <a:pt x="190" y="14"/>
                      <a:pt x="190" y="14"/>
                    </a:cubicBezTo>
                    <a:cubicBezTo>
                      <a:pt x="190" y="14"/>
                      <a:pt x="190" y="14"/>
                      <a:pt x="190" y="14"/>
                    </a:cubicBezTo>
                    <a:cubicBezTo>
                      <a:pt x="190" y="14"/>
                      <a:pt x="190" y="14"/>
                      <a:pt x="190" y="13"/>
                    </a:cubicBezTo>
                    <a:cubicBezTo>
                      <a:pt x="190" y="13"/>
                      <a:pt x="190" y="13"/>
                      <a:pt x="190" y="13"/>
                    </a:cubicBezTo>
                    <a:cubicBezTo>
                      <a:pt x="190" y="13"/>
                      <a:pt x="190" y="13"/>
                      <a:pt x="190" y="13"/>
                    </a:cubicBezTo>
                    <a:cubicBezTo>
                      <a:pt x="190" y="13"/>
                      <a:pt x="190" y="13"/>
                      <a:pt x="190" y="13"/>
                    </a:cubicBezTo>
                    <a:cubicBezTo>
                      <a:pt x="190" y="13"/>
                      <a:pt x="189" y="13"/>
                      <a:pt x="189" y="13"/>
                    </a:cubicBezTo>
                    <a:cubicBezTo>
                      <a:pt x="189" y="13"/>
                      <a:pt x="189" y="13"/>
                      <a:pt x="189" y="13"/>
                    </a:cubicBezTo>
                    <a:cubicBezTo>
                      <a:pt x="189" y="13"/>
                      <a:pt x="190" y="13"/>
                      <a:pt x="190" y="13"/>
                    </a:cubicBezTo>
                    <a:cubicBezTo>
                      <a:pt x="190" y="13"/>
                      <a:pt x="190" y="13"/>
                      <a:pt x="190" y="13"/>
                    </a:cubicBezTo>
                    <a:cubicBezTo>
                      <a:pt x="190" y="13"/>
                      <a:pt x="190" y="13"/>
                      <a:pt x="190" y="13"/>
                    </a:cubicBezTo>
                    <a:cubicBezTo>
                      <a:pt x="190" y="13"/>
                      <a:pt x="190" y="13"/>
                      <a:pt x="191" y="13"/>
                    </a:cubicBezTo>
                    <a:cubicBezTo>
                      <a:pt x="191" y="14"/>
                      <a:pt x="191" y="14"/>
                      <a:pt x="191" y="14"/>
                    </a:cubicBezTo>
                    <a:cubicBezTo>
                      <a:pt x="191" y="14"/>
                      <a:pt x="191" y="14"/>
                      <a:pt x="191" y="14"/>
                    </a:cubicBezTo>
                    <a:cubicBezTo>
                      <a:pt x="191" y="14"/>
                      <a:pt x="191" y="14"/>
                      <a:pt x="191" y="14"/>
                    </a:cubicBezTo>
                    <a:cubicBezTo>
                      <a:pt x="192" y="14"/>
                      <a:pt x="192" y="14"/>
                      <a:pt x="192" y="14"/>
                    </a:cubicBezTo>
                    <a:cubicBezTo>
                      <a:pt x="192" y="14"/>
                      <a:pt x="192" y="14"/>
                      <a:pt x="192" y="14"/>
                    </a:cubicBezTo>
                    <a:cubicBezTo>
                      <a:pt x="192" y="14"/>
                      <a:pt x="192" y="14"/>
                      <a:pt x="192" y="14"/>
                    </a:cubicBezTo>
                    <a:cubicBezTo>
                      <a:pt x="192" y="14"/>
                      <a:pt x="192" y="14"/>
                      <a:pt x="192" y="13"/>
                    </a:cubicBezTo>
                    <a:cubicBezTo>
                      <a:pt x="192" y="13"/>
                      <a:pt x="192" y="13"/>
                      <a:pt x="192" y="13"/>
                    </a:cubicBezTo>
                    <a:cubicBezTo>
                      <a:pt x="193" y="13"/>
                      <a:pt x="192" y="13"/>
                      <a:pt x="192" y="12"/>
                    </a:cubicBezTo>
                    <a:cubicBezTo>
                      <a:pt x="192" y="12"/>
                      <a:pt x="192" y="12"/>
                      <a:pt x="192" y="12"/>
                    </a:cubicBezTo>
                    <a:cubicBezTo>
                      <a:pt x="192" y="12"/>
                      <a:pt x="192" y="12"/>
                      <a:pt x="192" y="12"/>
                    </a:cubicBezTo>
                    <a:cubicBezTo>
                      <a:pt x="192" y="12"/>
                      <a:pt x="192" y="12"/>
                      <a:pt x="192" y="12"/>
                    </a:cubicBezTo>
                    <a:cubicBezTo>
                      <a:pt x="192" y="12"/>
                      <a:pt x="191" y="11"/>
                      <a:pt x="191" y="11"/>
                    </a:cubicBezTo>
                    <a:cubicBezTo>
                      <a:pt x="191" y="11"/>
                      <a:pt x="191" y="11"/>
                      <a:pt x="191" y="11"/>
                    </a:cubicBezTo>
                    <a:cubicBezTo>
                      <a:pt x="191" y="11"/>
                      <a:pt x="191" y="11"/>
                      <a:pt x="191" y="11"/>
                    </a:cubicBezTo>
                    <a:cubicBezTo>
                      <a:pt x="190" y="11"/>
                      <a:pt x="190" y="11"/>
                      <a:pt x="190" y="11"/>
                    </a:cubicBezTo>
                    <a:cubicBezTo>
                      <a:pt x="190" y="11"/>
                      <a:pt x="190" y="11"/>
                      <a:pt x="191" y="11"/>
                    </a:cubicBezTo>
                    <a:cubicBezTo>
                      <a:pt x="191" y="11"/>
                      <a:pt x="191" y="11"/>
                      <a:pt x="191" y="11"/>
                    </a:cubicBezTo>
                    <a:cubicBezTo>
                      <a:pt x="191" y="11"/>
                      <a:pt x="191" y="11"/>
                      <a:pt x="191" y="11"/>
                    </a:cubicBezTo>
                    <a:cubicBezTo>
                      <a:pt x="191" y="11"/>
                      <a:pt x="191" y="11"/>
                      <a:pt x="191" y="11"/>
                    </a:cubicBezTo>
                    <a:cubicBezTo>
                      <a:pt x="191" y="11"/>
                      <a:pt x="191" y="11"/>
                      <a:pt x="191" y="10"/>
                    </a:cubicBezTo>
                    <a:cubicBezTo>
                      <a:pt x="191" y="10"/>
                      <a:pt x="191" y="10"/>
                      <a:pt x="191" y="10"/>
                    </a:cubicBezTo>
                    <a:cubicBezTo>
                      <a:pt x="191" y="10"/>
                      <a:pt x="191" y="10"/>
                      <a:pt x="191" y="10"/>
                    </a:cubicBezTo>
                    <a:cubicBezTo>
                      <a:pt x="191" y="10"/>
                      <a:pt x="191" y="10"/>
                      <a:pt x="191" y="10"/>
                    </a:cubicBezTo>
                    <a:cubicBezTo>
                      <a:pt x="191" y="11"/>
                      <a:pt x="191" y="11"/>
                      <a:pt x="191" y="11"/>
                    </a:cubicBezTo>
                    <a:cubicBezTo>
                      <a:pt x="191" y="11"/>
                      <a:pt x="191" y="11"/>
                      <a:pt x="191" y="11"/>
                    </a:cubicBezTo>
                    <a:cubicBezTo>
                      <a:pt x="191" y="11"/>
                      <a:pt x="191" y="10"/>
                      <a:pt x="191" y="10"/>
                    </a:cubicBezTo>
                    <a:cubicBezTo>
                      <a:pt x="191" y="10"/>
                      <a:pt x="191" y="10"/>
                      <a:pt x="191" y="10"/>
                    </a:cubicBezTo>
                    <a:cubicBezTo>
                      <a:pt x="191" y="10"/>
                      <a:pt x="191" y="10"/>
                      <a:pt x="191" y="10"/>
                    </a:cubicBezTo>
                    <a:cubicBezTo>
                      <a:pt x="191" y="10"/>
                      <a:pt x="191" y="10"/>
                      <a:pt x="192" y="10"/>
                    </a:cubicBezTo>
                    <a:cubicBezTo>
                      <a:pt x="192" y="10"/>
                      <a:pt x="192" y="11"/>
                      <a:pt x="192" y="11"/>
                    </a:cubicBezTo>
                    <a:cubicBezTo>
                      <a:pt x="192" y="11"/>
                      <a:pt x="192" y="11"/>
                      <a:pt x="192" y="11"/>
                    </a:cubicBezTo>
                    <a:cubicBezTo>
                      <a:pt x="192" y="11"/>
                      <a:pt x="192" y="11"/>
                      <a:pt x="192" y="11"/>
                    </a:cubicBezTo>
                    <a:cubicBezTo>
                      <a:pt x="192" y="11"/>
                      <a:pt x="192" y="11"/>
                      <a:pt x="192" y="11"/>
                    </a:cubicBezTo>
                    <a:cubicBezTo>
                      <a:pt x="192" y="11"/>
                      <a:pt x="192" y="11"/>
                      <a:pt x="192" y="11"/>
                    </a:cubicBezTo>
                    <a:cubicBezTo>
                      <a:pt x="192" y="11"/>
                      <a:pt x="192" y="11"/>
                      <a:pt x="192" y="11"/>
                    </a:cubicBezTo>
                    <a:cubicBezTo>
                      <a:pt x="192" y="11"/>
                      <a:pt x="192" y="11"/>
                      <a:pt x="192" y="11"/>
                    </a:cubicBezTo>
                    <a:cubicBezTo>
                      <a:pt x="192" y="11"/>
                      <a:pt x="192" y="11"/>
                      <a:pt x="192" y="11"/>
                    </a:cubicBezTo>
                    <a:cubicBezTo>
                      <a:pt x="192" y="11"/>
                      <a:pt x="192" y="11"/>
                      <a:pt x="193" y="11"/>
                    </a:cubicBezTo>
                    <a:cubicBezTo>
                      <a:pt x="193" y="11"/>
                      <a:pt x="193" y="11"/>
                      <a:pt x="193" y="11"/>
                    </a:cubicBezTo>
                    <a:cubicBezTo>
                      <a:pt x="193" y="11"/>
                      <a:pt x="193" y="11"/>
                      <a:pt x="193" y="11"/>
                    </a:cubicBezTo>
                    <a:cubicBezTo>
                      <a:pt x="193" y="11"/>
                      <a:pt x="193" y="12"/>
                      <a:pt x="193" y="12"/>
                    </a:cubicBezTo>
                    <a:cubicBezTo>
                      <a:pt x="193" y="12"/>
                      <a:pt x="193" y="12"/>
                      <a:pt x="193" y="12"/>
                    </a:cubicBezTo>
                    <a:cubicBezTo>
                      <a:pt x="193" y="11"/>
                      <a:pt x="193" y="11"/>
                      <a:pt x="194" y="11"/>
                    </a:cubicBezTo>
                    <a:cubicBezTo>
                      <a:pt x="194" y="11"/>
                      <a:pt x="194" y="11"/>
                      <a:pt x="194" y="11"/>
                    </a:cubicBezTo>
                    <a:cubicBezTo>
                      <a:pt x="194" y="11"/>
                      <a:pt x="194" y="11"/>
                      <a:pt x="194" y="11"/>
                    </a:cubicBezTo>
                    <a:cubicBezTo>
                      <a:pt x="194" y="11"/>
                      <a:pt x="194" y="11"/>
                      <a:pt x="194" y="11"/>
                    </a:cubicBezTo>
                    <a:cubicBezTo>
                      <a:pt x="194" y="11"/>
                      <a:pt x="194" y="11"/>
                      <a:pt x="194" y="11"/>
                    </a:cubicBezTo>
                    <a:cubicBezTo>
                      <a:pt x="194" y="11"/>
                      <a:pt x="194" y="11"/>
                      <a:pt x="194" y="11"/>
                    </a:cubicBezTo>
                    <a:cubicBezTo>
                      <a:pt x="194" y="11"/>
                      <a:pt x="194" y="11"/>
                      <a:pt x="194" y="11"/>
                    </a:cubicBezTo>
                    <a:cubicBezTo>
                      <a:pt x="194" y="11"/>
                      <a:pt x="194" y="11"/>
                      <a:pt x="195" y="11"/>
                    </a:cubicBezTo>
                    <a:cubicBezTo>
                      <a:pt x="195" y="11"/>
                      <a:pt x="195" y="11"/>
                      <a:pt x="195" y="11"/>
                    </a:cubicBezTo>
                    <a:cubicBezTo>
                      <a:pt x="195" y="11"/>
                      <a:pt x="196" y="12"/>
                      <a:pt x="196" y="12"/>
                    </a:cubicBezTo>
                    <a:cubicBezTo>
                      <a:pt x="196" y="12"/>
                      <a:pt x="196" y="12"/>
                      <a:pt x="196" y="12"/>
                    </a:cubicBezTo>
                    <a:cubicBezTo>
                      <a:pt x="196" y="12"/>
                      <a:pt x="196" y="12"/>
                      <a:pt x="196" y="12"/>
                    </a:cubicBezTo>
                    <a:cubicBezTo>
                      <a:pt x="196" y="12"/>
                      <a:pt x="196" y="12"/>
                      <a:pt x="196" y="12"/>
                    </a:cubicBezTo>
                    <a:cubicBezTo>
                      <a:pt x="196" y="12"/>
                      <a:pt x="196" y="12"/>
                      <a:pt x="196" y="12"/>
                    </a:cubicBezTo>
                    <a:cubicBezTo>
                      <a:pt x="197" y="12"/>
                      <a:pt x="197" y="12"/>
                      <a:pt x="197" y="12"/>
                    </a:cubicBezTo>
                    <a:cubicBezTo>
                      <a:pt x="197" y="12"/>
                      <a:pt x="197" y="12"/>
                      <a:pt x="197" y="12"/>
                    </a:cubicBezTo>
                    <a:cubicBezTo>
                      <a:pt x="197" y="12"/>
                      <a:pt x="197" y="12"/>
                      <a:pt x="197" y="12"/>
                    </a:cubicBezTo>
                    <a:cubicBezTo>
                      <a:pt x="197" y="12"/>
                      <a:pt x="197" y="12"/>
                      <a:pt x="197" y="12"/>
                    </a:cubicBezTo>
                    <a:cubicBezTo>
                      <a:pt x="197" y="12"/>
                      <a:pt x="197" y="12"/>
                      <a:pt x="197" y="12"/>
                    </a:cubicBezTo>
                    <a:cubicBezTo>
                      <a:pt x="197" y="12"/>
                      <a:pt x="197" y="12"/>
                      <a:pt x="197" y="12"/>
                    </a:cubicBezTo>
                    <a:cubicBezTo>
                      <a:pt x="197" y="12"/>
                      <a:pt x="197" y="12"/>
                      <a:pt x="197" y="12"/>
                    </a:cubicBezTo>
                    <a:cubicBezTo>
                      <a:pt x="197" y="12"/>
                      <a:pt x="197" y="12"/>
                      <a:pt x="197" y="12"/>
                    </a:cubicBezTo>
                    <a:cubicBezTo>
                      <a:pt x="197" y="12"/>
                      <a:pt x="198" y="12"/>
                      <a:pt x="198" y="12"/>
                    </a:cubicBezTo>
                    <a:cubicBezTo>
                      <a:pt x="198" y="12"/>
                      <a:pt x="198" y="12"/>
                      <a:pt x="198" y="12"/>
                    </a:cubicBezTo>
                    <a:cubicBezTo>
                      <a:pt x="198" y="12"/>
                      <a:pt x="198" y="12"/>
                      <a:pt x="198" y="12"/>
                    </a:cubicBezTo>
                    <a:cubicBezTo>
                      <a:pt x="198" y="12"/>
                      <a:pt x="198" y="12"/>
                      <a:pt x="198" y="12"/>
                    </a:cubicBezTo>
                    <a:cubicBezTo>
                      <a:pt x="198" y="13"/>
                      <a:pt x="198" y="13"/>
                      <a:pt x="198" y="13"/>
                    </a:cubicBezTo>
                    <a:cubicBezTo>
                      <a:pt x="198" y="13"/>
                      <a:pt x="199" y="13"/>
                      <a:pt x="199" y="13"/>
                    </a:cubicBezTo>
                    <a:cubicBezTo>
                      <a:pt x="199" y="13"/>
                      <a:pt x="199" y="13"/>
                      <a:pt x="199" y="13"/>
                    </a:cubicBezTo>
                    <a:cubicBezTo>
                      <a:pt x="199" y="13"/>
                      <a:pt x="199" y="13"/>
                      <a:pt x="199" y="13"/>
                    </a:cubicBezTo>
                    <a:cubicBezTo>
                      <a:pt x="199" y="13"/>
                      <a:pt x="199" y="13"/>
                      <a:pt x="199" y="13"/>
                    </a:cubicBezTo>
                    <a:cubicBezTo>
                      <a:pt x="199" y="12"/>
                      <a:pt x="199" y="12"/>
                      <a:pt x="199" y="12"/>
                    </a:cubicBezTo>
                    <a:cubicBezTo>
                      <a:pt x="199" y="12"/>
                      <a:pt x="199" y="12"/>
                      <a:pt x="199" y="12"/>
                    </a:cubicBezTo>
                    <a:cubicBezTo>
                      <a:pt x="199" y="12"/>
                      <a:pt x="199" y="12"/>
                      <a:pt x="199" y="12"/>
                    </a:cubicBezTo>
                    <a:cubicBezTo>
                      <a:pt x="199" y="12"/>
                      <a:pt x="199" y="13"/>
                      <a:pt x="199" y="13"/>
                    </a:cubicBezTo>
                    <a:cubicBezTo>
                      <a:pt x="200" y="13"/>
                      <a:pt x="200" y="13"/>
                      <a:pt x="200" y="13"/>
                    </a:cubicBezTo>
                    <a:cubicBezTo>
                      <a:pt x="200" y="13"/>
                      <a:pt x="200" y="13"/>
                      <a:pt x="200" y="12"/>
                    </a:cubicBezTo>
                    <a:cubicBezTo>
                      <a:pt x="200" y="12"/>
                      <a:pt x="200" y="12"/>
                      <a:pt x="200" y="12"/>
                    </a:cubicBezTo>
                    <a:cubicBezTo>
                      <a:pt x="200" y="12"/>
                      <a:pt x="200" y="12"/>
                      <a:pt x="200" y="12"/>
                    </a:cubicBezTo>
                    <a:cubicBezTo>
                      <a:pt x="200" y="12"/>
                      <a:pt x="200" y="12"/>
                      <a:pt x="200" y="12"/>
                    </a:cubicBezTo>
                    <a:cubicBezTo>
                      <a:pt x="200" y="12"/>
                      <a:pt x="200" y="12"/>
                      <a:pt x="200" y="12"/>
                    </a:cubicBezTo>
                    <a:cubicBezTo>
                      <a:pt x="200" y="12"/>
                      <a:pt x="200" y="12"/>
                      <a:pt x="200" y="12"/>
                    </a:cubicBezTo>
                    <a:cubicBezTo>
                      <a:pt x="200" y="12"/>
                      <a:pt x="200" y="12"/>
                      <a:pt x="199" y="12"/>
                    </a:cubicBezTo>
                    <a:cubicBezTo>
                      <a:pt x="199" y="12"/>
                      <a:pt x="199" y="12"/>
                      <a:pt x="199" y="12"/>
                    </a:cubicBezTo>
                    <a:cubicBezTo>
                      <a:pt x="199" y="12"/>
                      <a:pt x="199" y="12"/>
                      <a:pt x="199" y="12"/>
                    </a:cubicBezTo>
                    <a:cubicBezTo>
                      <a:pt x="199" y="12"/>
                      <a:pt x="199" y="12"/>
                      <a:pt x="199" y="12"/>
                    </a:cubicBezTo>
                    <a:cubicBezTo>
                      <a:pt x="199" y="12"/>
                      <a:pt x="199" y="12"/>
                      <a:pt x="199" y="12"/>
                    </a:cubicBezTo>
                    <a:cubicBezTo>
                      <a:pt x="199" y="12"/>
                      <a:pt x="199" y="12"/>
                      <a:pt x="199" y="12"/>
                    </a:cubicBezTo>
                    <a:cubicBezTo>
                      <a:pt x="199" y="12"/>
                      <a:pt x="199" y="12"/>
                      <a:pt x="199" y="12"/>
                    </a:cubicBezTo>
                    <a:cubicBezTo>
                      <a:pt x="199" y="12"/>
                      <a:pt x="199" y="12"/>
                      <a:pt x="199" y="12"/>
                    </a:cubicBezTo>
                    <a:cubicBezTo>
                      <a:pt x="199" y="12"/>
                      <a:pt x="199" y="12"/>
                      <a:pt x="199" y="12"/>
                    </a:cubicBezTo>
                    <a:cubicBezTo>
                      <a:pt x="199" y="12"/>
                      <a:pt x="199" y="11"/>
                      <a:pt x="199" y="11"/>
                    </a:cubicBezTo>
                    <a:cubicBezTo>
                      <a:pt x="199" y="11"/>
                      <a:pt x="199" y="11"/>
                      <a:pt x="199" y="11"/>
                    </a:cubicBezTo>
                    <a:cubicBezTo>
                      <a:pt x="199" y="11"/>
                      <a:pt x="199" y="11"/>
                      <a:pt x="199" y="11"/>
                    </a:cubicBezTo>
                    <a:cubicBezTo>
                      <a:pt x="199" y="11"/>
                      <a:pt x="199" y="11"/>
                      <a:pt x="199" y="11"/>
                    </a:cubicBezTo>
                    <a:cubicBezTo>
                      <a:pt x="198" y="11"/>
                      <a:pt x="198" y="11"/>
                      <a:pt x="198" y="11"/>
                    </a:cubicBezTo>
                    <a:cubicBezTo>
                      <a:pt x="198" y="11"/>
                      <a:pt x="198" y="11"/>
                      <a:pt x="198" y="11"/>
                    </a:cubicBezTo>
                    <a:cubicBezTo>
                      <a:pt x="198" y="11"/>
                      <a:pt x="198" y="11"/>
                      <a:pt x="198" y="10"/>
                    </a:cubicBezTo>
                    <a:cubicBezTo>
                      <a:pt x="198" y="10"/>
                      <a:pt x="198" y="10"/>
                      <a:pt x="198" y="10"/>
                    </a:cubicBezTo>
                    <a:cubicBezTo>
                      <a:pt x="198" y="10"/>
                      <a:pt x="198" y="10"/>
                      <a:pt x="198" y="10"/>
                    </a:cubicBezTo>
                    <a:cubicBezTo>
                      <a:pt x="198" y="10"/>
                      <a:pt x="198" y="10"/>
                      <a:pt x="198" y="10"/>
                    </a:cubicBezTo>
                    <a:cubicBezTo>
                      <a:pt x="199" y="10"/>
                      <a:pt x="199" y="10"/>
                      <a:pt x="199" y="10"/>
                    </a:cubicBezTo>
                    <a:cubicBezTo>
                      <a:pt x="199" y="10"/>
                      <a:pt x="199" y="10"/>
                      <a:pt x="199" y="10"/>
                    </a:cubicBezTo>
                    <a:cubicBezTo>
                      <a:pt x="199" y="10"/>
                      <a:pt x="199" y="10"/>
                      <a:pt x="198" y="10"/>
                    </a:cubicBezTo>
                    <a:cubicBezTo>
                      <a:pt x="198" y="10"/>
                      <a:pt x="198" y="10"/>
                      <a:pt x="198" y="10"/>
                    </a:cubicBezTo>
                    <a:cubicBezTo>
                      <a:pt x="198" y="10"/>
                      <a:pt x="199" y="10"/>
                      <a:pt x="199" y="10"/>
                    </a:cubicBezTo>
                    <a:cubicBezTo>
                      <a:pt x="199" y="10"/>
                      <a:pt x="199" y="10"/>
                      <a:pt x="199" y="10"/>
                    </a:cubicBezTo>
                    <a:cubicBezTo>
                      <a:pt x="199" y="10"/>
                      <a:pt x="199" y="10"/>
                      <a:pt x="199" y="10"/>
                    </a:cubicBezTo>
                    <a:cubicBezTo>
                      <a:pt x="199" y="10"/>
                      <a:pt x="199" y="10"/>
                      <a:pt x="199" y="10"/>
                    </a:cubicBezTo>
                    <a:cubicBezTo>
                      <a:pt x="199" y="10"/>
                      <a:pt x="199" y="9"/>
                      <a:pt x="199" y="9"/>
                    </a:cubicBezTo>
                    <a:cubicBezTo>
                      <a:pt x="199" y="9"/>
                      <a:pt x="199" y="9"/>
                      <a:pt x="199" y="9"/>
                    </a:cubicBezTo>
                    <a:cubicBezTo>
                      <a:pt x="199" y="9"/>
                      <a:pt x="199" y="9"/>
                      <a:pt x="199" y="9"/>
                    </a:cubicBezTo>
                    <a:cubicBezTo>
                      <a:pt x="198" y="8"/>
                      <a:pt x="198" y="8"/>
                      <a:pt x="197" y="8"/>
                    </a:cubicBezTo>
                    <a:cubicBezTo>
                      <a:pt x="197" y="8"/>
                      <a:pt x="197" y="8"/>
                      <a:pt x="197" y="8"/>
                    </a:cubicBezTo>
                    <a:cubicBezTo>
                      <a:pt x="197" y="8"/>
                      <a:pt x="196" y="8"/>
                      <a:pt x="196" y="8"/>
                    </a:cubicBezTo>
                    <a:cubicBezTo>
                      <a:pt x="196" y="8"/>
                      <a:pt x="196" y="8"/>
                      <a:pt x="195" y="8"/>
                    </a:cubicBezTo>
                    <a:cubicBezTo>
                      <a:pt x="195" y="8"/>
                      <a:pt x="195" y="8"/>
                      <a:pt x="195" y="8"/>
                    </a:cubicBezTo>
                    <a:cubicBezTo>
                      <a:pt x="195" y="8"/>
                      <a:pt x="195" y="8"/>
                      <a:pt x="195" y="8"/>
                    </a:cubicBezTo>
                    <a:cubicBezTo>
                      <a:pt x="195" y="8"/>
                      <a:pt x="195" y="8"/>
                      <a:pt x="195" y="8"/>
                    </a:cubicBezTo>
                    <a:cubicBezTo>
                      <a:pt x="195" y="8"/>
                      <a:pt x="195" y="8"/>
                      <a:pt x="195" y="8"/>
                    </a:cubicBezTo>
                    <a:cubicBezTo>
                      <a:pt x="195" y="8"/>
                      <a:pt x="195" y="8"/>
                      <a:pt x="195" y="8"/>
                    </a:cubicBezTo>
                    <a:cubicBezTo>
                      <a:pt x="194" y="8"/>
                      <a:pt x="194" y="8"/>
                      <a:pt x="194" y="8"/>
                    </a:cubicBezTo>
                    <a:cubicBezTo>
                      <a:pt x="194" y="8"/>
                      <a:pt x="194" y="8"/>
                      <a:pt x="195" y="8"/>
                    </a:cubicBezTo>
                    <a:cubicBezTo>
                      <a:pt x="195" y="8"/>
                      <a:pt x="195" y="8"/>
                      <a:pt x="195" y="8"/>
                    </a:cubicBezTo>
                    <a:cubicBezTo>
                      <a:pt x="195" y="8"/>
                      <a:pt x="195" y="8"/>
                      <a:pt x="194" y="8"/>
                    </a:cubicBezTo>
                    <a:cubicBezTo>
                      <a:pt x="194" y="8"/>
                      <a:pt x="194" y="8"/>
                      <a:pt x="194" y="8"/>
                    </a:cubicBezTo>
                    <a:cubicBezTo>
                      <a:pt x="194" y="8"/>
                      <a:pt x="194" y="8"/>
                      <a:pt x="194" y="8"/>
                    </a:cubicBezTo>
                    <a:cubicBezTo>
                      <a:pt x="194" y="8"/>
                      <a:pt x="194" y="8"/>
                      <a:pt x="194" y="8"/>
                    </a:cubicBezTo>
                    <a:cubicBezTo>
                      <a:pt x="194" y="8"/>
                      <a:pt x="194" y="8"/>
                      <a:pt x="194" y="8"/>
                    </a:cubicBezTo>
                    <a:cubicBezTo>
                      <a:pt x="194" y="8"/>
                      <a:pt x="194" y="8"/>
                      <a:pt x="194" y="8"/>
                    </a:cubicBezTo>
                    <a:cubicBezTo>
                      <a:pt x="193" y="8"/>
                      <a:pt x="193" y="8"/>
                      <a:pt x="193" y="8"/>
                    </a:cubicBezTo>
                    <a:cubicBezTo>
                      <a:pt x="193" y="8"/>
                      <a:pt x="193" y="8"/>
                      <a:pt x="194" y="8"/>
                    </a:cubicBezTo>
                    <a:cubicBezTo>
                      <a:pt x="194" y="8"/>
                      <a:pt x="194" y="8"/>
                      <a:pt x="194" y="8"/>
                    </a:cubicBezTo>
                    <a:cubicBezTo>
                      <a:pt x="194" y="8"/>
                      <a:pt x="194" y="8"/>
                      <a:pt x="194" y="8"/>
                    </a:cubicBezTo>
                    <a:cubicBezTo>
                      <a:pt x="194" y="8"/>
                      <a:pt x="194" y="8"/>
                      <a:pt x="194" y="8"/>
                    </a:cubicBezTo>
                    <a:cubicBezTo>
                      <a:pt x="194" y="9"/>
                      <a:pt x="194" y="9"/>
                      <a:pt x="195" y="9"/>
                    </a:cubicBezTo>
                    <a:cubicBezTo>
                      <a:pt x="195" y="9"/>
                      <a:pt x="195" y="9"/>
                      <a:pt x="195" y="9"/>
                    </a:cubicBezTo>
                    <a:cubicBezTo>
                      <a:pt x="195" y="9"/>
                      <a:pt x="195" y="9"/>
                      <a:pt x="195" y="9"/>
                    </a:cubicBezTo>
                    <a:cubicBezTo>
                      <a:pt x="195" y="9"/>
                      <a:pt x="195" y="9"/>
                      <a:pt x="195" y="9"/>
                    </a:cubicBezTo>
                    <a:cubicBezTo>
                      <a:pt x="195" y="9"/>
                      <a:pt x="195" y="9"/>
                      <a:pt x="195" y="9"/>
                    </a:cubicBezTo>
                    <a:cubicBezTo>
                      <a:pt x="195" y="9"/>
                      <a:pt x="195" y="9"/>
                      <a:pt x="195" y="9"/>
                    </a:cubicBezTo>
                    <a:cubicBezTo>
                      <a:pt x="195" y="9"/>
                      <a:pt x="195" y="9"/>
                      <a:pt x="195" y="9"/>
                    </a:cubicBezTo>
                    <a:cubicBezTo>
                      <a:pt x="195" y="9"/>
                      <a:pt x="195" y="9"/>
                      <a:pt x="195" y="9"/>
                    </a:cubicBezTo>
                    <a:cubicBezTo>
                      <a:pt x="195" y="9"/>
                      <a:pt x="195" y="9"/>
                      <a:pt x="195" y="9"/>
                    </a:cubicBezTo>
                    <a:cubicBezTo>
                      <a:pt x="195" y="9"/>
                      <a:pt x="195" y="9"/>
                      <a:pt x="195" y="9"/>
                    </a:cubicBezTo>
                    <a:cubicBezTo>
                      <a:pt x="194" y="9"/>
                      <a:pt x="194" y="9"/>
                      <a:pt x="194" y="9"/>
                    </a:cubicBezTo>
                    <a:cubicBezTo>
                      <a:pt x="194" y="9"/>
                      <a:pt x="194" y="9"/>
                      <a:pt x="194" y="9"/>
                    </a:cubicBezTo>
                    <a:cubicBezTo>
                      <a:pt x="193" y="9"/>
                      <a:pt x="193" y="9"/>
                      <a:pt x="193" y="9"/>
                    </a:cubicBezTo>
                    <a:cubicBezTo>
                      <a:pt x="193" y="9"/>
                      <a:pt x="193" y="9"/>
                      <a:pt x="193" y="9"/>
                    </a:cubicBezTo>
                    <a:cubicBezTo>
                      <a:pt x="193" y="9"/>
                      <a:pt x="193" y="9"/>
                      <a:pt x="193" y="9"/>
                    </a:cubicBezTo>
                    <a:cubicBezTo>
                      <a:pt x="193" y="9"/>
                      <a:pt x="193" y="9"/>
                      <a:pt x="193" y="9"/>
                    </a:cubicBezTo>
                    <a:cubicBezTo>
                      <a:pt x="193" y="8"/>
                      <a:pt x="193" y="8"/>
                      <a:pt x="193" y="8"/>
                    </a:cubicBezTo>
                    <a:cubicBezTo>
                      <a:pt x="193" y="8"/>
                      <a:pt x="192" y="8"/>
                      <a:pt x="192" y="8"/>
                    </a:cubicBezTo>
                    <a:cubicBezTo>
                      <a:pt x="192" y="8"/>
                      <a:pt x="192" y="8"/>
                      <a:pt x="192" y="8"/>
                    </a:cubicBezTo>
                    <a:cubicBezTo>
                      <a:pt x="192" y="8"/>
                      <a:pt x="192" y="8"/>
                      <a:pt x="192" y="8"/>
                    </a:cubicBezTo>
                    <a:cubicBezTo>
                      <a:pt x="192" y="8"/>
                      <a:pt x="192" y="8"/>
                      <a:pt x="192" y="8"/>
                    </a:cubicBezTo>
                    <a:cubicBezTo>
                      <a:pt x="192" y="8"/>
                      <a:pt x="192" y="8"/>
                      <a:pt x="192" y="8"/>
                    </a:cubicBezTo>
                    <a:cubicBezTo>
                      <a:pt x="192" y="8"/>
                      <a:pt x="191" y="7"/>
                      <a:pt x="191" y="7"/>
                    </a:cubicBezTo>
                    <a:cubicBezTo>
                      <a:pt x="191" y="7"/>
                      <a:pt x="191" y="7"/>
                      <a:pt x="191" y="7"/>
                    </a:cubicBezTo>
                    <a:cubicBezTo>
                      <a:pt x="191" y="7"/>
                      <a:pt x="191" y="7"/>
                      <a:pt x="191" y="7"/>
                    </a:cubicBezTo>
                    <a:cubicBezTo>
                      <a:pt x="191" y="7"/>
                      <a:pt x="191" y="7"/>
                      <a:pt x="191" y="7"/>
                    </a:cubicBezTo>
                    <a:cubicBezTo>
                      <a:pt x="191" y="7"/>
                      <a:pt x="191" y="7"/>
                      <a:pt x="191" y="7"/>
                    </a:cubicBezTo>
                    <a:cubicBezTo>
                      <a:pt x="191" y="7"/>
                      <a:pt x="191" y="7"/>
                      <a:pt x="191" y="7"/>
                    </a:cubicBezTo>
                    <a:cubicBezTo>
                      <a:pt x="191" y="7"/>
                      <a:pt x="191" y="7"/>
                      <a:pt x="191" y="7"/>
                    </a:cubicBezTo>
                    <a:cubicBezTo>
                      <a:pt x="191" y="7"/>
                      <a:pt x="191" y="7"/>
                      <a:pt x="191" y="7"/>
                    </a:cubicBezTo>
                    <a:cubicBezTo>
                      <a:pt x="190" y="7"/>
                      <a:pt x="190" y="7"/>
                      <a:pt x="190" y="7"/>
                    </a:cubicBezTo>
                    <a:cubicBezTo>
                      <a:pt x="190" y="7"/>
                      <a:pt x="190" y="7"/>
                      <a:pt x="190" y="7"/>
                    </a:cubicBezTo>
                    <a:cubicBezTo>
                      <a:pt x="190" y="7"/>
                      <a:pt x="190" y="7"/>
                      <a:pt x="190" y="7"/>
                    </a:cubicBezTo>
                    <a:cubicBezTo>
                      <a:pt x="190" y="7"/>
                      <a:pt x="190" y="7"/>
                      <a:pt x="190" y="7"/>
                    </a:cubicBezTo>
                    <a:cubicBezTo>
                      <a:pt x="190" y="7"/>
                      <a:pt x="190" y="7"/>
                      <a:pt x="190" y="7"/>
                    </a:cubicBezTo>
                    <a:cubicBezTo>
                      <a:pt x="190" y="7"/>
                      <a:pt x="190" y="7"/>
                      <a:pt x="189" y="7"/>
                    </a:cubicBezTo>
                    <a:cubicBezTo>
                      <a:pt x="189" y="7"/>
                      <a:pt x="189" y="7"/>
                      <a:pt x="189" y="7"/>
                    </a:cubicBezTo>
                    <a:cubicBezTo>
                      <a:pt x="189" y="7"/>
                      <a:pt x="189" y="7"/>
                      <a:pt x="189" y="7"/>
                    </a:cubicBezTo>
                    <a:cubicBezTo>
                      <a:pt x="189" y="7"/>
                      <a:pt x="189" y="7"/>
                      <a:pt x="189" y="7"/>
                    </a:cubicBezTo>
                    <a:cubicBezTo>
                      <a:pt x="189" y="7"/>
                      <a:pt x="189" y="7"/>
                      <a:pt x="189" y="7"/>
                    </a:cubicBezTo>
                    <a:cubicBezTo>
                      <a:pt x="189" y="7"/>
                      <a:pt x="189" y="7"/>
                      <a:pt x="189" y="7"/>
                    </a:cubicBezTo>
                    <a:cubicBezTo>
                      <a:pt x="189" y="7"/>
                      <a:pt x="189" y="7"/>
                      <a:pt x="189" y="7"/>
                    </a:cubicBezTo>
                    <a:cubicBezTo>
                      <a:pt x="189" y="7"/>
                      <a:pt x="189" y="7"/>
                      <a:pt x="189" y="7"/>
                    </a:cubicBezTo>
                    <a:cubicBezTo>
                      <a:pt x="188" y="7"/>
                      <a:pt x="188" y="7"/>
                      <a:pt x="188" y="7"/>
                    </a:cubicBezTo>
                    <a:cubicBezTo>
                      <a:pt x="188" y="7"/>
                      <a:pt x="188" y="7"/>
                      <a:pt x="188" y="7"/>
                    </a:cubicBezTo>
                    <a:cubicBezTo>
                      <a:pt x="188" y="7"/>
                      <a:pt x="188" y="7"/>
                      <a:pt x="188" y="7"/>
                    </a:cubicBezTo>
                    <a:cubicBezTo>
                      <a:pt x="188" y="7"/>
                      <a:pt x="188" y="7"/>
                      <a:pt x="187" y="6"/>
                    </a:cubicBezTo>
                    <a:cubicBezTo>
                      <a:pt x="186" y="6"/>
                      <a:pt x="185" y="6"/>
                      <a:pt x="185" y="6"/>
                    </a:cubicBezTo>
                    <a:cubicBezTo>
                      <a:pt x="185" y="6"/>
                      <a:pt x="185" y="6"/>
                      <a:pt x="185" y="6"/>
                    </a:cubicBezTo>
                    <a:cubicBezTo>
                      <a:pt x="185" y="6"/>
                      <a:pt x="185" y="6"/>
                      <a:pt x="185" y="6"/>
                    </a:cubicBezTo>
                    <a:cubicBezTo>
                      <a:pt x="185" y="6"/>
                      <a:pt x="185" y="6"/>
                      <a:pt x="184" y="6"/>
                    </a:cubicBezTo>
                    <a:cubicBezTo>
                      <a:pt x="184" y="6"/>
                      <a:pt x="184" y="6"/>
                      <a:pt x="184" y="6"/>
                    </a:cubicBezTo>
                    <a:cubicBezTo>
                      <a:pt x="184" y="6"/>
                      <a:pt x="184" y="6"/>
                      <a:pt x="184" y="6"/>
                    </a:cubicBezTo>
                    <a:cubicBezTo>
                      <a:pt x="184" y="6"/>
                      <a:pt x="184" y="6"/>
                      <a:pt x="184" y="6"/>
                    </a:cubicBezTo>
                    <a:cubicBezTo>
                      <a:pt x="183" y="6"/>
                      <a:pt x="183" y="6"/>
                      <a:pt x="183" y="6"/>
                    </a:cubicBezTo>
                    <a:cubicBezTo>
                      <a:pt x="183" y="6"/>
                      <a:pt x="183" y="6"/>
                      <a:pt x="183" y="6"/>
                    </a:cubicBezTo>
                    <a:cubicBezTo>
                      <a:pt x="183" y="6"/>
                      <a:pt x="183" y="6"/>
                      <a:pt x="183" y="6"/>
                    </a:cubicBezTo>
                    <a:cubicBezTo>
                      <a:pt x="183" y="5"/>
                      <a:pt x="183" y="5"/>
                      <a:pt x="183" y="5"/>
                    </a:cubicBezTo>
                    <a:cubicBezTo>
                      <a:pt x="183" y="5"/>
                      <a:pt x="183" y="5"/>
                      <a:pt x="182" y="5"/>
                    </a:cubicBezTo>
                    <a:cubicBezTo>
                      <a:pt x="182" y="5"/>
                      <a:pt x="182" y="5"/>
                      <a:pt x="182" y="5"/>
                    </a:cubicBezTo>
                    <a:cubicBezTo>
                      <a:pt x="182" y="5"/>
                      <a:pt x="182" y="5"/>
                      <a:pt x="181" y="5"/>
                    </a:cubicBezTo>
                    <a:cubicBezTo>
                      <a:pt x="181" y="5"/>
                      <a:pt x="181" y="5"/>
                      <a:pt x="181" y="5"/>
                    </a:cubicBezTo>
                    <a:cubicBezTo>
                      <a:pt x="181" y="5"/>
                      <a:pt x="181" y="5"/>
                      <a:pt x="181" y="5"/>
                    </a:cubicBezTo>
                    <a:cubicBezTo>
                      <a:pt x="181" y="5"/>
                      <a:pt x="181" y="5"/>
                      <a:pt x="181" y="5"/>
                    </a:cubicBezTo>
                    <a:cubicBezTo>
                      <a:pt x="181" y="5"/>
                      <a:pt x="181" y="5"/>
                      <a:pt x="181" y="5"/>
                    </a:cubicBezTo>
                    <a:cubicBezTo>
                      <a:pt x="181" y="5"/>
                      <a:pt x="181" y="5"/>
                      <a:pt x="181" y="5"/>
                    </a:cubicBezTo>
                    <a:cubicBezTo>
                      <a:pt x="181" y="5"/>
                      <a:pt x="181" y="5"/>
                      <a:pt x="180" y="5"/>
                    </a:cubicBezTo>
                    <a:cubicBezTo>
                      <a:pt x="180" y="5"/>
                      <a:pt x="180" y="5"/>
                      <a:pt x="180" y="5"/>
                    </a:cubicBezTo>
                    <a:cubicBezTo>
                      <a:pt x="180" y="5"/>
                      <a:pt x="180" y="5"/>
                      <a:pt x="180" y="5"/>
                    </a:cubicBezTo>
                    <a:cubicBezTo>
                      <a:pt x="180" y="5"/>
                      <a:pt x="179" y="5"/>
                      <a:pt x="179" y="5"/>
                    </a:cubicBezTo>
                    <a:cubicBezTo>
                      <a:pt x="179" y="5"/>
                      <a:pt x="178" y="5"/>
                      <a:pt x="178" y="5"/>
                    </a:cubicBezTo>
                    <a:cubicBezTo>
                      <a:pt x="178" y="5"/>
                      <a:pt x="178" y="5"/>
                      <a:pt x="178" y="5"/>
                    </a:cubicBezTo>
                    <a:cubicBezTo>
                      <a:pt x="178" y="5"/>
                      <a:pt x="178" y="5"/>
                      <a:pt x="178" y="5"/>
                    </a:cubicBezTo>
                    <a:cubicBezTo>
                      <a:pt x="177" y="5"/>
                      <a:pt x="178" y="6"/>
                      <a:pt x="178" y="6"/>
                    </a:cubicBezTo>
                    <a:cubicBezTo>
                      <a:pt x="178" y="6"/>
                      <a:pt x="178" y="6"/>
                      <a:pt x="178" y="6"/>
                    </a:cubicBezTo>
                    <a:cubicBezTo>
                      <a:pt x="178" y="6"/>
                      <a:pt x="177" y="6"/>
                      <a:pt x="177" y="6"/>
                    </a:cubicBezTo>
                    <a:cubicBezTo>
                      <a:pt x="177" y="5"/>
                      <a:pt x="177" y="5"/>
                      <a:pt x="177" y="5"/>
                    </a:cubicBezTo>
                    <a:cubicBezTo>
                      <a:pt x="177" y="5"/>
                      <a:pt x="177" y="5"/>
                      <a:pt x="177" y="5"/>
                    </a:cubicBezTo>
                    <a:cubicBezTo>
                      <a:pt x="177" y="6"/>
                      <a:pt x="177" y="6"/>
                      <a:pt x="177" y="6"/>
                    </a:cubicBezTo>
                    <a:cubicBezTo>
                      <a:pt x="177" y="6"/>
                      <a:pt x="177" y="6"/>
                      <a:pt x="176" y="6"/>
                    </a:cubicBezTo>
                    <a:cubicBezTo>
                      <a:pt x="176" y="5"/>
                      <a:pt x="176" y="5"/>
                      <a:pt x="176" y="5"/>
                    </a:cubicBezTo>
                    <a:cubicBezTo>
                      <a:pt x="176" y="5"/>
                      <a:pt x="176" y="5"/>
                      <a:pt x="176" y="5"/>
                    </a:cubicBezTo>
                    <a:cubicBezTo>
                      <a:pt x="176" y="5"/>
                      <a:pt x="176" y="5"/>
                      <a:pt x="176" y="5"/>
                    </a:cubicBezTo>
                    <a:cubicBezTo>
                      <a:pt x="176" y="5"/>
                      <a:pt x="176" y="5"/>
                      <a:pt x="176" y="5"/>
                    </a:cubicBezTo>
                    <a:cubicBezTo>
                      <a:pt x="176" y="5"/>
                      <a:pt x="176" y="5"/>
                      <a:pt x="176" y="5"/>
                    </a:cubicBezTo>
                    <a:cubicBezTo>
                      <a:pt x="176" y="5"/>
                      <a:pt x="175" y="5"/>
                      <a:pt x="175" y="5"/>
                    </a:cubicBezTo>
                    <a:cubicBezTo>
                      <a:pt x="175" y="5"/>
                      <a:pt x="175" y="5"/>
                      <a:pt x="175" y="5"/>
                    </a:cubicBezTo>
                    <a:cubicBezTo>
                      <a:pt x="175" y="5"/>
                      <a:pt x="175" y="5"/>
                      <a:pt x="175" y="5"/>
                    </a:cubicBezTo>
                    <a:cubicBezTo>
                      <a:pt x="175" y="5"/>
                      <a:pt x="175" y="5"/>
                      <a:pt x="175" y="5"/>
                    </a:cubicBezTo>
                    <a:cubicBezTo>
                      <a:pt x="175" y="5"/>
                      <a:pt x="175" y="6"/>
                      <a:pt x="175" y="6"/>
                    </a:cubicBezTo>
                    <a:cubicBezTo>
                      <a:pt x="175" y="6"/>
                      <a:pt x="175" y="6"/>
                      <a:pt x="175" y="6"/>
                    </a:cubicBezTo>
                    <a:cubicBezTo>
                      <a:pt x="176" y="6"/>
                      <a:pt x="176" y="6"/>
                      <a:pt x="176" y="6"/>
                    </a:cubicBezTo>
                    <a:cubicBezTo>
                      <a:pt x="175" y="6"/>
                      <a:pt x="176" y="7"/>
                      <a:pt x="176" y="7"/>
                    </a:cubicBezTo>
                    <a:cubicBezTo>
                      <a:pt x="176" y="7"/>
                      <a:pt x="176" y="7"/>
                      <a:pt x="176" y="7"/>
                    </a:cubicBezTo>
                    <a:cubicBezTo>
                      <a:pt x="176" y="7"/>
                      <a:pt x="176" y="7"/>
                      <a:pt x="176" y="7"/>
                    </a:cubicBezTo>
                    <a:cubicBezTo>
                      <a:pt x="176" y="7"/>
                      <a:pt x="176" y="6"/>
                      <a:pt x="176" y="6"/>
                    </a:cubicBezTo>
                    <a:cubicBezTo>
                      <a:pt x="176" y="6"/>
                      <a:pt x="176" y="7"/>
                      <a:pt x="176" y="7"/>
                    </a:cubicBezTo>
                    <a:cubicBezTo>
                      <a:pt x="176" y="7"/>
                      <a:pt x="177" y="7"/>
                      <a:pt x="177" y="7"/>
                    </a:cubicBezTo>
                    <a:cubicBezTo>
                      <a:pt x="177" y="7"/>
                      <a:pt x="177" y="7"/>
                      <a:pt x="177" y="7"/>
                    </a:cubicBezTo>
                    <a:cubicBezTo>
                      <a:pt x="177" y="7"/>
                      <a:pt x="177" y="7"/>
                      <a:pt x="177" y="7"/>
                    </a:cubicBezTo>
                    <a:cubicBezTo>
                      <a:pt x="177" y="7"/>
                      <a:pt x="177" y="7"/>
                      <a:pt x="177" y="8"/>
                    </a:cubicBezTo>
                    <a:cubicBezTo>
                      <a:pt x="177" y="8"/>
                      <a:pt x="177" y="8"/>
                      <a:pt x="177" y="8"/>
                    </a:cubicBezTo>
                    <a:cubicBezTo>
                      <a:pt x="177" y="8"/>
                      <a:pt x="177" y="8"/>
                      <a:pt x="177" y="8"/>
                    </a:cubicBezTo>
                    <a:cubicBezTo>
                      <a:pt x="177" y="8"/>
                      <a:pt x="177" y="8"/>
                      <a:pt x="177" y="8"/>
                    </a:cubicBezTo>
                    <a:cubicBezTo>
                      <a:pt x="177" y="8"/>
                      <a:pt x="177" y="8"/>
                      <a:pt x="177" y="8"/>
                    </a:cubicBezTo>
                    <a:cubicBezTo>
                      <a:pt x="177" y="8"/>
                      <a:pt x="177" y="8"/>
                      <a:pt x="177" y="8"/>
                    </a:cubicBezTo>
                    <a:cubicBezTo>
                      <a:pt x="177" y="8"/>
                      <a:pt x="176" y="8"/>
                      <a:pt x="176" y="8"/>
                    </a:cubicBezTo>
                    <a:cubicBezTo>
                      <a:pt x="176" y="8"/>
                      <a:pt x="176" y="8"/>
                      <a:pt x="176" y="8"/>
                    </a:cubicBezTo>
                    <a:cubicBezTo>
                      <a:pt x="176" y="8"/>
                      <a:pt x="176" y="8"/>
                      <a:pt x="176" y="8"/>
                    </a:cubicBezTo>
                    <a:cubicBezTo>
                      <a:pt x="176" y="8"/>
                      <a:pt x="176" y="8"/>
                      <a:pt x="176" y="8"/>
                    </a:cubicBezTo>
                    <a:cubicBezTo>
                      <a:pt x="176" y="8"/>
                      <a:pt x="176" y="8"/>
                      <a:pt x="176" y="8"/>
                    </a:cubicBezTo>
                    <a:cubicBezTo>
                      <a:pt x="176" y="8"/>
                      <a:pt x="176" y="7"/>
                      <a:pt x="176" y="7"/>
                    </a:cubicBezTo>
                    <a:cubicBezTo>
                      <a:pt x="176" y="7"/>
                      <a:pt x="176" y="7"/>
                      <a:pt x="176" y="7"/>
                    </a:cubicBezTo>
                    <a:cubicBezTo>
                      <a:pt x="176" y="7"/>
                      <a:pt x="176" y="7"/>
                      <a:pt x="176" y="7"/>
                    </a:cubicBezTo>
                    <a:cubicBezTo>
                      <a:pt x="176" y="7"/>
                      <a:pt x="175" y="8"/>
                      <a:pt x="175" y="8"/>
                    </a:cubicBezTo>
                    <a:cubicBezTo>
                      <a:pt x="175" y="8"/>
                      <a:pt x="175" y="7"/>
                      <a:pt x="175" y="7"/>
                    </a:cubicBezTo>
                    <a:cubicBezTo>
                      <a:pt x="175" y="7"/>
                      <a:pt x="175" y="7"/>
                      <a:pt x="175" y="7"/>
                    </a:cubicBezTo>
                    <a:cubicBezTo>
                      <a:pt x="175" y="7"/>
                      <a:pt x="175" y="7"/>
                      <a:pt x="175" y="7"/>
                    </a:cubicBezTo>
                    <a:cubicBezTo>
                      <a:pt x="175" y="7"/>
                      <a:pt x="175" y="7"/>
                      <a:pt x="175" y="7"/>
                    </a:cubicBezTo>
                    <a:cubicBezTo>
                      <a:pt x="175" y="7"/>
                      <a:pt x="175" y="7"/>
                      <a:pt x="175" y="7"/>
                    </a:cubicBezTo>
                    <a:cubicBezTo>
                      <a:pt x="175" y="7"/>
                      <a:pt x="174" y="7"/>
                      <a:pt x="174" y="7"/>
                    </a:cubicBezTo>
                    <a:cubicBezTo>
                      <a:pt x="174" y="7"/>
                      <a:pt x="174" y="7"/>
                      <a:pt x="174" y="7"/>
                    </a:cubicBezTo>
                    <a:cubicBezTo>
                      <a:pt x="174" y="7"/>
                      <a:pt x="174" y="7"/>
                      <a:pt x="174" y="7"/>
                    </a:cubicBezTo>
                    <a:cubicBezTo>
                      <a:pt x="174" y="7"/>
                      <a:pt x="174" y="7"/>
                      <a:pt x="174" y="7"/>
                    </a:cubicBezTo>
                    <a:cubicBezTo>
                      <a:pt x="173" y="7"/>
                      <a:pt x="173" y="7"/>
                      <a:pt x="173" y="7"/>
                    </a:cubicBezTo>
                    <a:cubicBezTo>
                      <a:pt x="173" y="7"/>
                      <a:pt x="173" y="7"/>
                      <a:pt x="173" y="7"/>
                    </a:cubicBezTo>
                    <a:cubicBezTo>
                      <a:pt x="173" y="7"/>
                      <a:pt x="172" y="7"/>
                      <a:pt x="172" y="7"/>
                    </a:cubicBezTo>
                    <a:cubicBezTo>
                      <a:pt x="172" y="7"/>
                      <a:pt x="172" y="7"/>
                      <a:pt x="172" y="7"/>
                    </a:cubicBezTo>
                    <a:cubicBezTo>
                      <a:pt x="172" y="7"/>
                      <a:pt x="172" y="7"/>
                      <a:pt x="172" y="7"/>
                    </a:cubicBezTo>
                    <a:cubicBezTo>
                      <a:pt x="172" y="7"/>
                      <a:pt x="172" y="7"/>
                      <a:pt x="171" y="7"/>
                    </a:cubicBezTo>
                    <a:cubicBezTo>
                      <a:pt x="171" y="7"/>
                      <a:pt x="171" y="7"/>
                      <a:pt x="171" y="7"/>
                    </a:cubicBezTo>
                    <a:cubicBezTo>
                      <a:pt x="171" y="7"/>
                      <a:pt x="171" y="7"/>
                      <a:pt x="171" y="7"/>
                    </a:cubicBezTo>
                    <a:cubicBezTo>
                      <a:pt x="171" y="7"/>
                      <a:pt x="171" y="7"/>
                      <a:pt x="171" y="7"/>
                    </a:cubicBezTo>
                    <a:cubicBezTo>
                      <a:pt x="171" y="7"/>
                      <a:pt x="171" y="7"/>
                      <a:pt x="171" y="7"/>
                    </a:cubicBezTo>
                    <a:cubicBezTo>
                      <a:pt x="171" y="7"/>
                      <a:pt x="170" y="7"/>
                      <a:pt x="170" y="7"/>
                    </a:cubicBezTo>
                    <a:cubicBezTo>
                      <a:pt x="170" y="7"/>
                      <a:pt x="170" y="7"/>
                      <a:pt x="170" y="7"/>
                    </a:cubicBezTo>
                    <a:cubicBezTo>
                      <a:pt x="170" y="7"/>
                      <a:pt x="170" y="8"/>
                      <a:pt x="170" y="8"/>
                    </a:cubicBezTo>
                    <a:cubicBezTo>
                      <a:pt x="170" y="8"/>
                      <a:pt x="170" y="8"/>
                      <a:pt x="170" y="8"/>
                    </a:cubicBezTo>
                    <a:cubicBezTo>
                      <a:pt x="170" y="8"/>
                      <a:pt x="170" y="8"/>
                      <a:pt x="170" y="8"/>
                    </a:cubicBezTo>
                    <a:cubicBezTo>
                      <a:pt x="170" y="8"/>
                      <a:pt x="170" y="8"/>
                      <a:pt x="170" y="8"/>
                    </a:cubicBezTo>
                    <a:cubicBezTo>
                      <a:pt x="169" y="8"/>
                      <a:pt x="169" y="8"/>
                      <a:pt x="169" y="8"/>
                    </a:cubicBezTo>
                    <a:cubicBezTo>
                      <a:pt x="169" y="8"/>
                      <a:pt x="169" y="8"/>
                      <a:pt x="169" y="8"/>
                    </a:cubicBezTo>
                    <a:cubicBezTo>
                      <a:pt x="169" y="8"/>
                      <a:pt x="169" y="8"/>
                      <a:pt x="169" y="8"/>
                    </a:cubicBezTo>
                    <a:cubicBezTo>
                      <a:pt x="169" y="8"/>
                      <a:pt x="169" y="8"/>
                      <a:pt x="169" y="8"/>
                    </a:cubicBezTo>
                    <a:cubicBezTo>
                      <a:pt x="169" y="8"/>
                      <a:pt x="169" y="8"/>
                      <a:pt x="169" y="8"/>
                    </a:cubicBezTo>
                    <a:cubicBezTo>
                      <a:pt x="169" y="8"/>
                      <a:pt x="169" y="8"/>
                      <a:pt x="169" y="8"/>
                    </a:cubicBezTo>
                    <a:cubicBezTo>
                      <a:pt x="169" y="8"/>
                      <a:pt x="169" y="8"/>
                      <a:pt x="169" y="8"/>
                    </a:cubicBezTo>
                    <a:cubicBezTo>
                      <a:pt x="169" y="8"/>
                      <a:pt x="169" y="8"/>
                      <a:pt x="169" y="8"/>
                    </a:cubicBezTo>
                    <a:cubicBezTo>
                      <a:pt x="169" y="8"/>
                      <a:pt x="169" y="8"/>
                      <a:pt x="168" y="8"/>
                    </a:cubicBezTo>
                    <a:cubicBezTo>
                      <a:pt x="168" y="8"/>
                      <a:pt x="168" y="8"/>
                      <a:pt x="168" y="8"/>
                    </a:cubicBezTo>
                    <a:cubicBezTo>
                      <a:pt x="168" y="8"/>
                      <a:pt x="168" y="8"/>
                      <a:pt x="168" y="8"/>
                    </a:cubicBezTo>
                    <a:cubicBezTo>
                      <a:pt x="168" y="8"/>
                      <a:pt x="168" y="8"/>
                      <a:pt x="168" y="8"/>
                    </a:cubicBezTo>
                    <a:cubicBezTo>
                      <a:pt x="168" y="8"/>
                      <a:pt x="168" y="8"/>
                      <a:pt x="168" y="8"/>
                    </a:cubicBezTo>
                    <a:cubicBezTo>
                      <a:pt x="168" y="8"/>
                      <a:pt x="168" y="8"/>
                      <a:pt x="168" y="8"/>
                    </a:cubicBezTo>
                    <a:cubicBezTo>
                      <a:pt x="167" y="8"/>
                      <a:pt x="167" y="8"/>
                      <a:pt x="167" y="8"/>
                    </a:cubicBezTo>
                    <a:cubicBezTo>
                      <a:pt x="167" y="8"/>
                      <a:pt x="167" y="8"/>
                      <a:pt x="167" y="8"/>
                    </a:cubicBezTo>
                    <a:cubicBezTo>
                      <a:pt x="167" y="7"/>
                      <a:pt x="167" y="7"/>
                      <a:pt x="167" y="7"/>
                    </a:cubicBezTo>
                    <a:cubicBezTo>
                      <a:pt x="166" y="7"/>
                      <a:pt x="166" y="7"/>
                      <a:pt x="166" y="7"/>
                    </a:cubicBezTo>
                    <a:cubicBezTo>
                      <a:pt x="166" y="7"/>
                      <a:pt x="166" y="7"/>
                      <a:pt x="166" y="7"/>
                    </a:cubicBezTo>
                    <a:cubicBezTo>
                      <a:pt x="166" y="7"/>
                      <a:pt x="166" y="7"/>
                      <a:pt x="166" y="7"/>
                    </a:cubicBezTo>
                    <a:cubicBezTo>
                      <a:pt x="166" y="7"/>
                      <a:pt x="166" y="7"/>
                      <a:pt x="166" y="7"/>
                    </a:cubicBezTo>
                    <a:cubicBezTo>
                      <a:pt x="165" y="6"/>
                      <a:pt x="165" y="6"/>
                      <a:pt x="164" y="6"/>
                    </a:cubicBezTo>
                    <a:cubicBezTo>
                      <a:pt x="164" y="6"/>
                      <a:pt x="164" y="6"/>
                      <a:pt x="163" y="6"/>
                    </a:cubicBezTo>
                    <a:cubicBezTo>
                      <a:pt x="163" y="6"/>
                      <a:pt x="163" y="6"/>
                      <a:pt x="163" y="6"/>
                    </a:cubicBezTo>
                    <a:cubicBezTo>
                      <a:pt x="163" y="6"/>
                      <a:pt x="163" y="6"/>
                      <a:pt x="163" y="6"/>
                    </a:cubicBezTo>
                    <a:cubicBezTo>
                      <a:pt x="163" y="6"/>
                      <a:pt x="163" y="6"/>
                      <a:pt x="163" y="6"/>
                    </a:cubicBezTo>
                    <a:cubicBezTo>
                      <a:pt x="162" y="6"/>
                      <a:pt x="162" y="6"/>
                      <a:pt x="162" y="6"/>
                    </a:cubicBezTo>
                    <a:cubicBezTo>
                      <a:pt x="162" y="6"/>
                      <a:pt x="160" y="7"/>
                      <a:pt x="160" y="7"/>
                    </a:cubicBezTo>
                    <a:cubicBezTo>
                      <a:pt x="160" y="7"/>
                      <a:pt x="160" y="7"/>
                      <a:pt x="160" y="7"/>
                    </a:cubicBezTo>
                    <a:cubicBezTo>
                      <a:pt x="160" y="7"/>
                      <a:pt x="160" y="7"/>
                      <a:pt x="160" y="7"/>
                    </a:cubicBezTo>
                    <a:cubicBezTo>
                      <a:pt x="160" y="7"/>
                      <a:pt x="159" y="7"/>
                      <a:pt x="159" y="7"/>
                    </a:cubicBezTo>
                    <a:cubicBezTo>
                      <a:pt x="159" y="7"/>
                      <a:pt x="159" y="7"/>
                      <a:pt x="159" y="7"/>
                    </a:cubicBezTo>
                    <a:cubicBezTo>
                      <a:pt x="159" y="7"/>
                      <a:pt x="159" y="7"/>
                      <a:pt x="159" y="7"/>
                    </a:cubicBezTo>
                    <a:cubicBezTo>
                      <a:pt x="159" y="7"/>
                      <a:pt x="159" y="7"/>
                      <a:pt x="159" y="7"/>
                    </a:cubicBezTo>
                    <a:cubicBezTo>
                      <a:pt x="159" y="7"/>
                      <a:pt x="159" y="7"/>
                      <a:pt x="159" y="7"/>
                    </a:cubicBezTo>
                    <a:cubicBezTo>
                      <a:pt x="159" y="7"/>
                      <a:pt x="159" y="7"/>
                      <a:pt x="159" y="7"/>
                    </a:cubicBezTo>
                    <a:cubicBezTo>
                      <a:pt x="159" y="7"/>
                      <a:pt x="159" y="7"/>
                      <a:pt x="158" y="7"/>
                    </a:cubicBezTo>
                    <a:cubicBezTo>
                      <a:pt x="158" y="6"/>
                      <a:pt x="158" y="6"/>
                      <a:pt x="158" y="6"/>
                    </a:cubicBezTo>
                    <a:cubicBezTo>
                      <a:pt x="158" y="6"/>
                      <a:pt x="158" y="6"/>
                      <a:pt x="158" y="6"/>
                    </a:cubicBezTo>
                    <a:cubicBezTo>
                      <a:pt x="158" y="6"/>
                      <a:pt x="158" y="6"/>
                      <a:pt x="158" y="6"/>
                    </a:cubicBezTo>
                    <a:cubicBezTo>
                      <a:pt x="158" y="6"/>
                      <a:pt x="158" y="6"/>
                      <a:pt x="158" y="6"/>
                    </a:cubicBezTo>
                    <a:cubicBezTo>
                      <a:pt x="158" y="6"/>
                      <a:pt x="158" y="6"/>
                      <a:pt x="158" y="6"/>
                    </a:cubicBezTo>
                    <a:cubicBezTo>
                      <a:pt x="157" y="6"/>
                      <a:pt x="157" y="6"/>
                      <a:pt x="157" y="6"/>
                    </a:cubicBezTo>
                    <a:cubicBezTo>
                      <a:pt x="157" y="6"/>
                      <a:pt x="157" y="7"/>
                      <a:pt x="157" y="7"/>
                    </a:cubicBezTo>
                    <a:cubicBezTo>
                      <a:pt x="157" y="7"/>
                      <a:pt x="157" y="7"/>
                      <a:pt x="157" y="7"/>
                    </a:cubicBezTo>
                    <a:cubicBezTo>
                      <a:pt x="157" y="7"/>
                      <a:pt x="157" y="6"/>
                      <a:pt x="157" y="6"/>
                    </a:cubicBezTo>
                    <a:cubicBezTo>
                      <a:pt x="157" y="6"/>
                      <a:pt x="157" y="6"/>
                      <a:pt x="157" y="6"/>
                    </a:cubicBezTo>
                    <a:cubicBezTo>
                      <a:pt x="157" y="6"/>
                      <a:pt x="157" y="6"/>
                      <a:pt x="157" y="6"/>
                    </a:cubicBezTo>
                    <a:cubicBezTo>
                      <a:pt x="157" y="6"/>
                      <a:pt x="157" y="6"/>
                      <a:pt x="157" y="6"/>
                    </a:cubicBezTo>
                    <a:cubicBezTo>
                      <a:pt x="157" y="6"/>
                      <a:pt x="157" y="6"/>
                      <a:pt x="157" y="6"/>
                    </a:cubicBezTo>
                    <a:cubicBezTo>
                      <a:pt x="157"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6"/>
                      <a:pt x="156" y="6"/>
                      <a:pt x="156" y="6"/>
                    </a:cubicBezTo>
                    <a:cubicBezTo>
                      <a:pt x="156" y="5"/>
                      <a:pt x="155" y="5"/>
                      <a:pt x="155" y="5"/>
                    </a:cubicBezTo>
                    <a:cubicBezTo>
                      <a:pt x="155" y="5"/>
                      <a:pt x="154" y="5"/>
                      <a:pt x="154" y="5"/>
                    </a:cubicBezTo>
                    <a:cubicBezTo>
                      <a:pt x="154" y="5"/>
                      <a:pt x="154" y="5"/>
                      <a:pt x="154" y="5"/>
                    </a:cubicBezTo>
                    <a:cubicBezTo>
                      <a:pt x="154" y="5"/>
                      <a:pt x="153" y="5"/>
                      <a:pt x="153" y="5"/>
                    </a:cubicBezTo>
                    <a:cubicBezTo>
                      <a:pt x="153" y="5"/>
                      <a:pt x="153" y="5"/>
                      <a:pt x="153" y="5"/>
                    </a:cubicBezTo>
                    <a:cubicBezTo>
                      <a:pt x="153" y="5"/>
                      <a:pt x="153" y="5"/>
                      <a:pt x="153" y="5"/>
                    </a:cubicBezTo>
                    <a:cubicBezTo>
                      <a:pt x="153" y="5"/>
                      <a:pt x="153" y="6"/>
                      <a:pt x="153" y="6"/>
                    </a:cubicBezTo>
                    <a:cubicBezTo>
                      <a:pt x="153" y="6"/>
                      <a:pt x="153" y="6"/>
                      <a:pt x="153" y="6"/>
                    </a:cubicBezTo>
                    <a:cubicBezTo>
                      <a:pt x="153" y="6"/>
                      <a:pt x="153" y="7"/>
                      <a:pt x="153" y="7"/>
                    </a:cubicBezTo>
                    <a:cubicBezTo>
                      <a:pt x="153" y="7"/>
                      <a:pt x="153" y="7"/>
                      <a:pt x="153" y="7"/>
                    </a:cubicBezTo>
                    <a:cubicBezTo>
                      <a:pt x="153" y="7"/>
                      <a:pt x="153" y="7"/>
                      <a:pt x="153" y="7"/>
                    </a:cubicBezTo>
                    <a:cubicBezTo>
                      <a:pt x="153" y="7"/>
                      <a:pt x="153" y="7"/>
                      <a:pt x="153" y="7"/>
                    </a:cubicBezTo>
                    <a:cubicBezTo>
                      <a:pt x="153" y="7"/>
                      <a:pt x="153" y="7"/>
                      <a:pt x="153" y="7"/>
                    </a:cubicBezTo>
                    <a:cubicBezTo>
                      <a:pt x="153" y="7"/>
                      <a:pt x="153" y="7"/>
                      <a:pt x="153" y="7"/>
                    </a:cubicBezTo>
                    <a:cubicBezTo>
                      <a:pt x="153" y="7"/>
                      <a:pt x="153" y="7"/>
                      <a:pt x="153" y="7"/>
                    </a:cubicBezTo>
                    <a:cubicBezTo>
                      <a:pt x="153" y="7"/>
                      <a:pt x="153" y="7"/>
                      <a:pt x="153" y="7"/>
                    </a:cubicBezTo>
                    <a:cubicBezTo>
                      <a:pt x="153" y="7"/>
                      <a:pt x="153" y="7"/>
                      <a:pt x="153" y="7"/>
                    </a:cubicBezTo>
                    <a:cubicBezTo>
                      <a:pt x="153" y="7"/>
                      <a:pt x="153" y="7"/>
                      <a:pt x="153" y="7"/>
                    </a:cubicBezTo>
                    <a:cubicBezTo>
                      <a:pt x="152" y="7"/>
                      <a:pt x="152" y="7"/>
                      <a:pt x="152" y="7"/>
                    </a:cubicBezTo>
                    <a:cubicBezTo>
                      <a:pt x="153" y="7"/>
                      <a:pt x="153" y="7"/>
                      <a:pt x="152" y="7"/>
                    </a:cubicBezTo>
                    <a:cubicBezTo>
                      <a:pt x="152" y="7"/>
                      <a:pt x="152" y="7"/>
                      <a:pt x="152" y="7"/>
                    </a:cubicBezTo>
                    <a:cubicBezTo>
                      <a:pt x="152" y="7"/>
                      <a:pt x="152" y="7"/>
                      <a:pt x="153" y="7"/>
                    </a:cubicBezTo>
                    <a:cubicBezTo>
                      <a:pt x="153" y="7"/>
                      <a:pt x="153" y="7"/>
                      <a:pt x="153" y="7"/>
                    </a:cubicBezTo>
                    <a:cubicBezTo>
                      <a:pt x="153" y="6"/>
                      <a:pt x="153" y="6"/>
                      <a:pt x="153" y="6"/>
                    </a:cubicBezTo>
                    <a:cubicBezTo>
                      <a:pt x="153" y="6"/>
                      <a:pt x="153" y="6"/>
                      <a:pt x="153" y="6"/>
                    </a:cubicBezTo>
                    <a:cubicBezTo>
                      <a:pt x="153" y="6"/>
                      <a:pt x="153" y="6"/>
                      <a:pt x="153" y="6"/>
                    </a:cubicBezTo>
                    <a:cubicBezTo>
                      <a:pt x="153" y="6"/>
                      <a:pt x="153" y="6"/>
                      <a:pt x="153" y="6"/>
                    </a:cubicBezTo>
                    <a:cubicBezTo>
                      <a:pt x="153" y="6"/>
                      <a:pt x="153" y="6"/>
                      <a:pt x="153" y="6"/>
                    </a:cubicBezTo>
                    <a:cubicBezTo>
                      <a:pt x="153" y="6"/>
                      <a:pt x="153" y="6"/>
                      <a:pt x="153" y="6"/>
                    </a:cubicBezTo>
                    <a:cubicBezTo>
                      <a:pt x="153" y="6"/>
                      <a:pt x="153" y="6"/>
                      <a:pt x="153" y="6"/>
                    </a:cubicBezTo>
                    <a:cubicBezTo>
                      <a:pt x="153" y="6"/>
                      <a:pt x="153" y="6"/>
                      <a:pt x="153" y="6"/>
                    </a:cubicBezTo>
                    <a:cubicBezTo>
                      <a:pt x="152" y="6"/>
                      <a:pt x="152" y="6"/>
                      <a:pt x="152" y="6"/>
                    </a:cubicBezTo>
                    <a:cubicBezTo>
                      <a:pt x="152" y="6"/>
                      <a:pt x="151" y="6"/>
                      <a:pt x="151" y="6"/>
                    </a:cubicBezTo>
                    <a:cubicBezTo>
                      <a:pt x="151" y="6"/>
                      <a:pt x="151" y="6"/>
                      <a:pt x="151" y="6"/>
                    </a:cubicBezTo>
                    <a:cubicBezTo>
                      <a:pt x="151" y="6"/>
                      <a:pt x="151" y="6"/>
                      <a:pt x="151" y="6"/>
                    </a:cubicBezTo>
                    <a:cubicBezTo>
                      <a:pt x="151" y="6"/>
                      <a:pt x="152" y="6"/>
                      <a:pt x="152" y="6"/>
                    </a:cubicBezTo>
                    <a:cubicBezTo>
                      <a:pt x="152" y="6"/>
                      <a:pt x="152" y="6"/>
                      <a:pt x="152" y="6"/>
                    </a:cubicBezTo>
                    <a:cubicBezTo>
                      <a:pt x="152" y="6"/>
                      <a:pt x="152" y="6"/>
                      <a:pt x="152" y="6"/>
                    </a:cubicBezTo>
                    <a:cubicBezTo>
                      <a:pt x="152" y="6"/>
                      <a:pt x="152" y="6"/>
                      <a:pt x="152" y="6"/>
                    </a:cubicBezTo>
                    <a:cubicBezTo>
                      <a:pt x="153" y="6"/>
                      <a:pt x="153" y="6"/>
                      <a:pt x="153" y="6"/>
                    </a:cubicBezTo>
                    <a:cubicBezTo>
                      <a:pt x="153" y="5"/>
                      <a:pt x="153" y="5"/>
                      <a:pt x="152" y="5"/>
                    </a:cubicBezTo>
                    <a:cubicBezTo>
                      <a:pt x="152" y="5"/>
                      <a:pt x="149" y="5"/>
                      <a:pt x="148" y="5"/>
                    </a:cubicBezTo>
                    <a:cubicBezTo>
                      <a:pt x="148" y="5"/>
                      <a:pt x="148" y="5"/>
                      <a:pt x="148" y="5"/>
                    </a:cubicBezTo>
                    <a:cubicBezTo>
                      <a:pt x="148" y="5"/>
                      <a:pt x="148" y="5"/>
                      <a:pt x="148" y="5"/>
                    </a:cubicBezTo>
                    <a:cubicBezTo>
                      <a:pt x="148" y="5"/>
                      <a:pt x="148" y="5"/>
                      <a:pt x="148" y="5"/>
                    </a:cubicBezTo>
                    <a:cubicBezTo>
                      <a:pt x="147" y="5"/>
                      <a:pt x="147" y="5"/>
                      <a:pt x="147" y="5"/>
                    </a:cubicBezTo>
                    <a:cubicBezTo>
                      <a:pt x="147" y="5"/>
                      <a:pt x="148" y="6"/>
                      <a:pt x="148" y="6"/>
                    </a:cubicBezTo>
                    <a:cubicBezTo>
                      <a:pt x="148" y="6"/>
                      <a:pt x="148" y="6"/>
                      <a:pt x="148" y="6"/>
                    </a:cubicBezTo>
                    <a:cubicBezTo>
                      <a:pt x="148" y="6"/>
                      <a:pt x="148" y="6"/>
                      <a:pt x="148" y="6"/>
                    </a:cubicBezTo>
                    <a:cubicBezTo>
                      <a:pt x="148" y="6"/>
                      <a:pt x="148" y="6"/>
                      <a:pt x="148" y="6"/>
                    </a:cubicBezTo>
                    <a:cubicBezTo>
                      <a:pt x="148" y="6"/>
                      <a:pt x="148" y="6"/>
                      <a:pt x="148" y="6"/>
                    </a:cubicBezTo>
                    <a:cubicBezTo>
                      <a:pt x="148" y="6"/>
                      <a:pt x="148" y="6"/>
                      <a:pt x="148" y="6"/>
                    </a:cubicBezTo>
                    <a:cubicBezTo>
                      <a:pt x="147" y="6"/>
                      <a:pt x="147" y="6"/>
                      <a:pt x="147" y="6"/>
                    </a:cubicBezTo>
                    <a:cubicBezTo>
                      <a:pt x="147" y="6"/>
                      <a:pt x="147" y="7"/>
                      <a:pt x="147" y="7"/>
                    </a:cubicBezTo>
                    <a:cubicBezTo>
                      <a:pt x="147" y="7"/>
                      <a:pt x="147" y="7"/>
                      <a:pt x="147" y="7"/>
                    </a:cubicBezTo>
                    <a:cubicBezTo>
                      <a:pt x="147" y="7"/>
                      <a:pt x="147" y="7"/>
                      <a:pt x="148" y="6"/>
                    </a:cubicBezTo>
                    <a:cubicBezTo>
                      <a:pt x="148" y="6"/>
                      <a:pt x="148" y="6"/>
                      <a:pt x="148" y="6"/>
                    </a:cubicBezTo>
                    <a:cubicBezTo>
                      <a:pt x="148" y="6"/>
                      <a:pt x="148" y="6"/>
                      <a:pt x="148" y="6"/>
                    </a:cubicBezTo>
                    <a:cubicBezTo>
                      <a:pt x="148" y="6"/>
                      <a:pt x="148" y="6"/>
                      <a:pt x="148" y="6"/>
                    </a:cubicBezTo>
                    <a:cubicBezTo>
                      <a:pt x="148" y="6"/>
                      <a:pt x="148" y="6"/>
                      <a:pt x="148" y="6"/>
                    </a:cubicBezTo>
                    <a:cubicBezTo>
                      <a:pt x="148" y="7"/>
                      <a:pt x="148" y="7"/>
                      <a:pt x="148" y="7"/>
                    </a:cubicBezTo>
                    <a:cubicBezTo>
                      <a:pt x="148" y="7"/>
                      <a:pt x="148" y="7"/>
                      <a:pt x="148" y="7"/>
                    </a:cubicBezTo>
                    <a:cubicBezTo>
                      <a:pt x="148" y="7"/>
                      <a:pt x="148" y="7"/>
                      <a:pt x="148" y="7"/>
                    </a:cubicBezTo>
                    <a:cubicBezTo>
                      <a:pt x="148" y="7"/>
                      <a:pt x="148" y="7"/>
                      <a:pt x="148" y="7"/>
                    </a:cubicBezTo>
                    <a:cubicBezTo>
                      <a:pt x="148" y="7"/>
                      <a:pt x="148" y="7"/>
                      <a:pt x="148" y="7"/>
                    </a:cubicBezTo>
                    <a:cubicBezTo>
                      <a:pt x="148" y="7"/>
                      <a:pt x="148" y="7"/>
                      <a:pt x="148" y="7"/>
                    </a:cubicBezTo>
                    <a:cubicBezTo>
                      <a:pt x="148" y="7"/>
                      <a:pt x="148" y="7"/>
                      <a:pt x="148" y="7"/>
                    </a:cubicBezTo>
                    <a:cubicBezTo>
                      <a:pt x="148" y="7"/>
                      <a:pt x="148" y="7"/>
                      <a:pt x="148" y="7"/>
                    </a:cubicBezTo>
                    <a:cubicBezTo>
                      <a:pt x="148" y="7"/>
                      <a:pt x="148" y="7"/>
                      <a:pt x="148" y="7"/>
                    </a:cubicBezTo>
                    <a:cubicBezTo>
                      <a:pt x="148" y="7"/>
                      <a:pt x="149" y="8"/>
                      <a:pt x="149" y="8"/>
                    </a:cubicBezTo>
                    <a:cubicBezTo>
                      <a:pt x="149" y="8"/>
                      <a:pt x="149" y="8"/>
                      <a:pt x="149" y="8"/>
                    </a:cubicBezTo>
                    <a:cubicBezTo>
                      <a:pt x="149" y="8"/>
                      <a:pt x="149" y="8"/>
                      <a:pt x="149" y="8"/>
                    </a:cubicBezTo>
                    <a:cubicBezTo>
                      <a:pt x="149" y="8"/>
                      <a:pt x="149" y="8"/>
                      <a:pt x="149" y="8"/>
                    </a:cubicBezTo>
                    <a:cubicBezTo>
                      <a:pt x="149" y="8"/>
                      <a:pt x="149" y="8"/>
                      <a:pt x="149" y="8"/>
                    </a:cubicBezTo>
                    <a:cubicBezTo>
                      <a:pt x="149" y="8"/>
                      <a:pt x="149" y="8"/>
                      <a:pt x="149" y="8"/>
                    </a:cubicBezTo>
                    <a:cubicBezTo>
                      <a:pt x="149" y="8"/>
                      <a:pt x="149" y="8"/>
                      <a:pt x="149" y="8"/>
                    </a:cubicBezTo>
                    <a:cubicBezTo>
                      <a:pt x="149" y="8"/>
                      <a:pt x="148" y="8"/>
                      <a:pt x="148" y="8"/>
                    </a:cubicBezTo>
                    <a:cubicBezTo>
                      <a:pt x="148" y="8"/>
                      <a:pt x="148" y="8"/>
                      <a:pt x="148" y="8"/>
                    </a:cubicBezTo>
                    <a:cubicBezTo>
                      <a:pt x="148" y="8"/>
                      <a:pt x="148" y="8"/>
                      <a:pt x="148" y="8"/>
                    </a:cubicBezTo>
                    <a:cubicBezTo>
                      <a:pt x="148" y="8"/>
                      <a:pt x="148" y="8"/>
                      <a:pt x="148" y="8"/>
                    </a:cubicBezTo>
                    <a:cubicBezTo>
                      <a:pt x="148" y="8"/>
                      <a:pt x="148" y="8"/>
                      <a:pt x="148" y="8"/>
                    </a:cubicBezTo>
                    <a:cubicBezTo>
                      <a:pt x="148" y="8"/>
                      <a:pt x="148" y="8"/>
                      <a:pt x="148" y="8"/>
                    </a:cubicBezTo>
                    <a:cubicBezTo>
                      <a:pt x="148" y="8"/>
                      <a:pt x="148" y="8"/>
                      <a:pt x="148" y="8"/>
                    </a:cubicBezTo>
                    <a:cubicBezTo>
                      <a:pt x="148" y="8"/>
                      <a:pt x="148" y="8"/>
                      <a:pt x="148" y="8"/>
                    </a:cubicBezTo>
                    <a:cubicBezTo>
                      <a:pt x="148" y="8"/>
                      <a:pt x="148" y="8"/>
                      <a:pt x="148" y="8"/>
                    </a:cubicBezTo>
                    <a:cubicBezTo>
                      <a:pt x="148" y="9"/>
                      <a:pt x="148" y="9"/>
                      <a:pt x="148" y="9"/>
                    </a:cubicBezTo>
                    <a:cubicBezTo>
                      <a:pt x="148" y="9"/>
                      <a:pt x="148" y="9"/>
                      <a:pt x="148" y="9"/>
                    </a:cubicBezTo>
                    <a:cubicBezTo>
                      <a:pt x="148" y="9"/>
                      <a:pt x="148" y="9"/>
                      <a:pt x="148" y="9"/>
                    </a:cubicBezTo>
                    <a:cubicBezTo>
                      <a:pt x="148" y="9"/>
                      <a:pt x="148" y="9"/>
                      <a:pt x="148" y="9"/>
                    </a:cubicBezTo>
                    <a:cubicBezTo>
                      <a:pt x="148" y="9"/>
                      <a:pt x="148" y="9"/>
                      <a:pt x="148" y="9"/>
                    </a:cubicBezTo>
                    <a:cubicBezTo>
                      <a:pt x="148" y="9"/>
                      <a:pt x="147" y="8"/>
                      <a:pt x="147" y="8"/>
                    </a:cubicBezTo>
                    <a:cubicBezTo>
                      <a:pt x="147" y="8"/>
                      <a:pt x="147" y="8"/>
                      <a:pt x="146" y="8"/>
                    </a:cubicBezTo>
                    <a:cubicBezTo>
                      <a:pt x="146" y="8"/>
                      <a:pt x="146" y="8"/>
                      <a:pt x="146" y="8"/>
                    </a:cubicBezTo>
                    <a:cubicBezTo>
                      <a:pt x="146" y="8"/>
                      <a:pt x="146" y="8"/>
                      <a:pt x="146" y="8"/>
                    </a:cubicBezTo>
                    <a:cubicBezTo>
                      <a:pt x="145" y="8"/>
                      <a:pt x="145" y="8"/>
                      <a:pt x="145" y="8"/>
                    </a:cubicBezTo>
                    <a:cubicBezTo>
                      <a:pt x="145" y="8"/>
                      <a:pt x="145" y="8"/>
                      <a:pt x="145" y="8"/>
                    </a:cubicBezTo>
                    <a:cubicBezTo>
                      <a:pt x="145" y="8"/>
                      <a:pt x="145" y="8"/>
                      <a:pt x="145" y="8"/>
                    </a:cubicBezTo>
                    <a:cubicBezTo>
                      <a:pt x="145" y="8"/>
                      <a:pt x="145" y="8"/>
                      <a:pt x="145" y="8"/>
                    </a:cubicBezTo>
                    <a:cubicBezTo>
                      <a:pt x="145" y="8"/>
                      <a:pt x="145" y="8"/>
                      <a:pt x="145" y="9"/>
                    </a:cubicBezTo>
                    <a:cubicBezTo>
                      <a:pt x="145" y="9"/>
                      <a:pt x="145" y="9"/>
                      <a:pt x="145" y="9"/>
                    </a:cubicBezTo>
                    <a:cubicBezTo>
                      <a:pt x="145" y="9"/>
                      <a:pt x="145" y="9"/>
                      <a:pt x="144" y="9"/>
                    </a:cubicBezTo>
                    <a:cubicBezTo>
                      <a:pt x="144" y="9"/>
                      <a:pt x="144" y="9"/>
                      <a:pt x="144" y="9"/>
                    </a:cubicBezTo>
                    <a:cubicBezTo>
                      <a:pt x="144" y="9"/>
                      <a:pt x="144" y="9"/>
                      <a:pt x="144" y="9"/>
                    </a:cubicBezTo>
                    <a:cubicBezTo>
                      <a:pt x="144" y="9"/>
                      <a:pt x="143" y="9"/>
                      <a:pt x="143" y="8"/>
                    </a:cubicBezTo>
                    <a:cubicBezTo>
                      <a:pt x="143" y="8"/>
                      <a:pt x="143" y="8"/>
                      <a:pt x="143" y="8"/>
                    </a:cubicBezTo>
                    <a:cubicBezTo>
                      <a:pt x="143" y="8"/>
                      <a:pt x="143" y="8"/>
                      <a:pt x="143" y="8"/>
                    </a:cubicBezTo>
                    <a:cubicBezTo>
                      <a:pt x="143" y="8"/>
                      <a:pt x="143" y="8"/>
                      <a:pt x="143" y="8"/>
                    </a:cubicBezTo>
                    <a:cubicBezTo>
                      <a:pt x="143" y="8"/>
                      <a:pt x="143" y="9"/>
                      <a:pt x="143" y="9"/>
                    </a:cubicBezTo>
                    <a:cubicBezTo>
                      <a:pt x="143" y="9"/>
                      <a:pt x="143" y="9"/>
                      <a:pt x="143" y="9"/>
                    </a:cubicBezTo>
                    <a:cubicBezTo>
                      <a:pt x="143" y="9"/>
                      <a:pt x="143" y="9"/>
                      <a:pt x="143" y="9"/>
                    </a:cubicBezTo>
                    <a:cubicBezTo>
                      <a:pt x="143" y="9"/>
                      <a:pt x="143" y="9"/>
                      <a:pt x="143" y="10"/>
                    </a:cubicBezTo>
                    <a:cubicBezTo>
                      <a:pt x="143" y="10"/>
                      <a:pt x="143" y="10"/>
                      <a:pt x="143" y="10"/>
                    </a:cubicBezTo>
                    <a:cubicBezTo>
                      <a:pt x="143" y="10"/>
                      <a:pt x="143" y="10"/>
                      <a:pt x="143" y="10"/>
                    </a:cubicBezTo>
                    <a:cubicBezTo>
                      <a:pt x="143" y="10"/>
                      <a:pt x="143" y="10"/>
                      <a:pt x="143" y="10"/>
                    </a:cubicBezTo>
                    <a:cubicBezTo>
                      <a:pt x="143" y="10"/>
                      <a:pt x="143" y="10"/>
                      <a:pt x="143" y="10"/>
                    </a:cubicBezTo>
                    <a:cubicBezTo>
                      <a:pt x="143" y="10"/>
                      <a:pt x="143" y="10"/>
                      <a:pt x="142" y="10"/>
                    </a:cubicBezTo>
                    <a:cubicBezTo>
                      <a:pt x="142" y="10"/>
                      <a:pt x="142" y="10"/>
                      <a:pt x="142" y="10"/>
                    </a:cubicBezTo>
                    <a:cubicBezTo>
                      <a:pt x="142" y="10"/>
                      <a:pt x="142" y="10"/>
                      <a:pt x="142" y="10"/>
                    </a:cubicBezTo>
                    <a:cubicBezTo>
                      <a:pt x="142" y="10"/>
                      <a:pt x="142" y="10"/>
                      <a:pt x="142" y="10"/>
                    </a:cubicBezTo>
                    <a:cubicBezTo>
                      <a:pt x="142" y="10"/>
                      <a:pt x="142" y="10"/>
                      <a:pt x="142" y="10"/>
                    </a:cubicBezTo>
                    <a:cubicBezTo>
                      <a:pt x="142" y="10"/>
                      <a:pt x="142" y="10"/>
                      <a:pt x="142" y="10"/>
                    </a:cubicBezTo>
                    <a:cubicBezTo>
                      <a:pt x="142" y="10"/>
                      <a:pt x="142" y="10"/>
                      <a:pt x="142" y="10"/>
                    </a:cubicBezTo>
                    <a:cubicBezTo>
                      <a:pt x="141" y="10"/>
                      <a:pt x="141" y="10"/>
                      <a:pt x="141" y="10"/>
                    </a:cubicBezTo>
                    <a:cubicBezTo>
                      <a:pt x="141" y="10"/>
                      <a:pt x="141" y="10"/>
                      <a:pt x="141" y="9"/>
                    </a:cubicBezTo>
                    <a:cubicBezTo>
                      <a:pt x="141" y="9"/>
                      <a:pt x="141" y="9"/>
                      <a:pt x="141" y="9"/>
                    </a:cubicBezTo>
                    <a:cubicBezTo>
                      <a:pt x="141" y="9"/>
                      <a:pt x="141" y="9"/>
                      <a:pt x="141" y="9"/>
                    </a:cubicBezTo>
                    <a:cubicBezTo>
                      <a:pt x="141" y="9"/>
                      <a:pt x="141" y="9"/>
                      <a:pt x="141" y="9"/>
                    </a:cubicBezTo>
                    <a:cubicBezTo>
                      <a:pt x="141" y="9"/>
                      <a:pt x="141" y="9"/>
                      <a:pt x="140" y="9"/>
                    </a:cubicBezTo>
                    <a:cubicBezTo>
                      <a:pt x="140" y="9"/>
                      <a:pt x="140" y="9"/>
                      <a:pt x="140" y="9"/>
                    </a:cubicBezTo>
                    <a:cubicBezTo>
                      <a:pt x="140" y="9"/>
                      <a:pt x="140" y="9"/>
                      <a:pt x="140" y="9"/>
                    </a:cubicBezTo>
                    <a:cubicBezTo>
                      <a:pt x="140" y="9"/>
                      <a:pt x="140" y="9"/>
                      <a:pt x="140" y="9"/>
                    </a:cubicBezTo>
                    <a:cubicBezTo>
                      <a:pt x="140" y="9"/>
                      <a:pt x="140" y="9"/>
                      <a:pt x="140" y="9"/>
                    </a:cubicBezTo>
                    <a:cubicBezTo>
                      <a:pt x="140" y="9"/>
                      <a:pt x="140" y="8"/>
                      <a:pt x="140" y="8"/>
                    </a:cubicBezTo>
                    <a:cubicBezTo>
                      <a:pt x="140" y="8"/>
                      <a:pt x="140" y="8"/>
                      <a:pt x="140" y="8"/>
                    </a:cubicBezTo>
                    <a:cubicBezTo>
                      <a:pt x="140" y="8"/>
                      <a:pt x="140" y="8"/>
                      <a:pt x="140" y="8"/>
                    </a:cubicBezTo>
                    <a:cubicBezTo>
                      <a:pt x="140" y="8"/>
                      <a:pt x="140" y="8"/>
                      <a:pt x="140" y="8"/>
                    </a:cubicBezTo>
                    <a:cubicBezTo>
                      <a:pt x="140" y="8"/>
                      <a:pt x="140" y="8"/>
                      <a:pt x="140" y="8"/>
                    </a:cubicBezTo>
                    <a:cubicBezTo>
                      <a:pt x="140" y="8"/>
                      <a:pt x="140" y="8"/>
                      <a:pt x="140" y="8"/>
                    </a:cubicBezTo>
                    <a:cubicBezTo>
                      <a:pt x="140" y="8"/>
                      <a:pt x="139" y="8"/>
                      <a:pt x="139" y="8"/>
                    </a:cubicBezTo>
                    <a:cubicBezTo>
                      <a:pt x="139" y="8"/>
                      <a:pt x="139" y="8"/>
                      <a:pt x="139" y="8"/>
                    </a:cubicBezTo>
                    <a:cubicBezTo>
                      <a:pt x="139" y="8"/>
                      <a:pt x="139" y="8"/>
                      <a:pt x="139" y="8"/>
                    </a:cubicBezTo>
                    <a:cubicBezTo>
                      <a:pt x="139" y="8"/>
                      <a:pt x="139" y="8"/>
                      <a:pt x="139" y="8"/>
                    </a:cubicBezTo>
                    <a:cubicBezTo>
                      <a:pt x="139" y="8"/>
                      <a:pt x="139" y="8"/>
                      <a:pt x="139" y="8"/>
                    </a:cubicBezTo>
                    <a:cubicBezTo>
                      <a:pt x="139" y="8"/>
                      <a:pt x="139" y="8"/>
                      <a:pt x="140" y="8"/>
                    </a:cubicBezTo>
                    <a:cubicBezTo>
                      <a:pt x="140" y="8"/>
                      <a:pt x="140" y="8"/>
                      <a:pt x="140" y="8"/>
                    </a:cubicBezTo>
                    <a:cubicBezTo>
                      <a:pt x="140" y="8"/>
                      <a:pt x="140" y="8"/>
                      <a:pt x="140" y="8"/>
                    </a:cubicBezTo>
                    <a:cubicBezTo>
                      <a:pt x="140" y="8"/>
                      <a:pt x="140" y="8"/>
                      <a:pt x="140" y="8"/>
                    </a:cubicBezTo>
                    <a:cubicBezTo>
                      <a:pt x="140" y="8"/>
                      <a:pt x="140" y="8"/>
                      <a:pt x="140" y="8"/>
                    </a:cubicBezTo>
                    <a:cubicBezTo>
                      <a:pt x="140" y="8"/>
                      <a:pt x="139" y="8"/>
                      <a:pt x="139" y="8"/>
                    </a:cubicBezTo>
                    <a:cubicBezTo>
                      <a:pt x="139" y="8"/>
                      <a:pt x="139" y="8"/>
                      <a:pt x="139" y="8"/>
                    </a:cubicBezTo>
                    <a:cubicBezTo>
                      <a:pt x="139" y="8"/>
                      <a:pt x="139" y="8"/>
                      <a:pt x="139" y="8"/>
                    </a:cubicBezTo>
                    <a:cubicBezTo>
                      <a:pt x="139" y="8"/>
                      <a:pt x="139" y="8"/>
                      <a:pt x="139" y="8"/>
                    </a:cubicBezTo>
                    <a:cubicBezTo>
                      <a:pt x="139" y="8"/>
                      <a:pt x="139" y="8"/>
                      <a:pt x="139" y="8"/>
                    </a:cubicBezTo>
                    <a:cubicBezTo>
                      <a:pt x="139" y="7"/>
                      <a:pt x="139" y="7"/>
                      <a:pt x="139" y="7"/>
                    </a:cubicBezTo>
                    <a:cubicBezTo>
                      <a:pt x="139" y="7"/>
                      <a:pt x="139" y="7"/>
                      <a:pt x="139" y="7"/>
                    </a:cubicBezTo>
                    <a:cubicBezTo>
                      <a:pt x="139" y="7"/>
                      <a:pt x="139" y="7"/>
                      <a:pt x="139" y="7"/>
                    </a:cubicBezTo>
                    <a:cubicBezTo>
                      <a:pt x="139" y="7"/>
                      <a:pt x="139" y="7"/>
                      <a:pt x="139" y="7"/>
                    </a:cubicBezTo>
                    <a:cubicBezTo>
                      <a:pt x="139" y="7"/>
                      <a:pt x="139" y="7"/>
                      <a:pt x="139" y="7"/>
                    </a:cubicBezTo>
                    <a:cubicBezTo>
                      <a:pt x="139" y="7"/>
                      <a:pt x="139" y="7"/>
                      <a:pt x="139" y="7"/>
                    </a:cubicBezTo>
                    <a:cubicBezTo>
                      <a:pt x="139" y="7"/>
                      <a:pt x="139" y="7"/>
                      <a:pt x="139" y="7"/>
                    </a:cubicBezTo>
                    <a:cubicBezTo>
                      <a:pt x="139" y="7"/>
                      <a:pt x="139" y="7"/>
                      <a:pt x="139" y="7"/>
                    </a:cubicBezTo>
                    <a:cubicBezTo>
                      <a:pt x="139" y="7"/>
                      <a:pt x="139" y="7"/>
                      <a:pt x="139" y="6"/>
                    </a:cubicBezTo>
                    <a:cubicBezTo>
                      <a:pt x="139" y="6"/>
                      <a:pt x="139" y="6"/>
                      <a:pt x="139" y="6"/>
                    </a:cubicBezTo>
                    <a:cubicBezTo>
                      <a:pt x="139" y="6"/>
                      <a:pt x="138" y="6"/>
                      <a:pt x="138" y="6"/>
                    </a:cubicBezTo>
                    <a:cubicBezTo>
                      <a:pt x="138" y="6"/>
                      <a:pt x="138" y="6"/>
                      <a:pt x="138" y="6"/>
                    </a:cubicBezTo>
                    <a:cubicBezTo>
                      <a:pt x="138" y="6"/>
                      <a:pt x="138" y="6"/>
                      <a:pt x="138" y="6"/>
                    </a:cubicBezTo>
                    <a:cubicBezTo>
                      <a:pt x="138" y="6"/>
                      <a:pt x="138" y="6"/>
                      <a:pt x="138" y="6"/>
                    </a:cubicBezTo>
                    <a:cubicBezTo>
                      <a:pt x="138" y="6"/>
                      <a:pt x="138" y="6"/>
                      <a:pt x="138" y="6"/>
                    </a:cubicBezTo>
                    <a:cubicBezTo>
                      <a:pt x="138" y="6"/>
                      <a:pt x="138" y="6"/>
                      <a:pt x="138" y="6"/>
                    </a:cubicBezTo>
                    <a:cubicBezTo>
                      <a:pt x="138" y="6"/>
                      <a:pt x="138" y="6"/>
                      <a:pt x="138" y="6"/>
                    </a:cubicBezTo>
                    <a:cubicBezTo>
                      <a:pt x="138" y="6"/>
                      <a:pt x="137" y="6"/>
                      <a:pt x="137" y="6"/>
                    </a:cubicBezTo>
                    <a:cubicBezTo>
                      <a:pt x="137" y="6"/>
                      <a:pt x="137" y="6"/>
                      <a:pt x="137" y="6"/>
                    </a:cubicBezTo>
                    <a:cubicBezTo>
                      <a:pt x="137" y="6"/>
                      <a:pt x="137" y="6"/>
                      <a:pt x="137" y="6"/>
                    </a:cubicBezTo>
                    <a:cubicBezTo>
                      <a:pt x="137" y="6"/>
                      <a:pt x="137" y="6"/>
                      <a:pt x="137" y="6"/>
                    </a:cubicBezTo>
                    <a:cubicBezTo>
                      <a:pt x="137" y="6"/>
                      <a:pt x="137" y="6"/>
                      <a:pt x="137" y="6"/>
                    </a:cubicBezTo>
                    <a:cubicBezTo>
                      <a:pt x="137" y="6"/>
                      <a:pt x="137" y="6"/>
                      <a:pt x="137" y="6"/>
                    </a:cubicBezTo>
                    <a:cubicBezTo>
                      <a:pt x="137" y="6"/>
                      <a:pt x="136" y="6"/>
                      <a:pt x="136" y="6"/>
                    </a:cubicBezTo>
                    <a:cubicBezTo>
                      <a:pt x="136" y="6"/>
                      <a:pt x="136" y="6"/>
                      <a:pt x="136" y="6"/>
                    </a:cubicBezTo>
                    <a:cubicBezTo>
                      <a:pt x="136" y="6"/>
                      <a:pt x="136" y="6"/>
                      <a:pt x="136" y="6"/>
                    </a:cubicBezTo>
                    <a:cubicBezTo>
                      <a:pt x="136" y="6"/>
                      <a:pt x="136" y="6"/>
                      <a:pt x="136" y="6"/>
                    </a:cubicBezTo>
                    <a:cubicBezTo>
                      <a:pt x="136" y="6"/>
                      <a:pt x="136" y="6"/>
                      <a:pt x="136" y="6"/>
                    </a:cubicBezTo>
                    <a:cubicBezTo>
                      <a:pt x="136" y="6"/>
                      <a:pt x="136" y="6"/>
                      <a:pt x="136" y="6"/>
                    </a:cubicBezTo>
                    <a:cubicBezTo>
                      <a:pt x="136" y="6"/>
                      <a:pt x="136" y="6"/>
                      <a:pt x="136" y="6"/>
                    </a:cubicBezTo>
                    <a:cubicBezTo>
                      <a:pt x="136" y="6"/>
                      <a:pt x="136" y="6"/>
                      <a:pt x="136" y="6"/>
                    </a:cubicBezTo>
                    <a:cubicBezTo>
                      <a:pt x="136" y="6"/>
                      <a:pt x="136" y="6"/>
                      <a:pt x="136" y="6"/>
                    </a:cubicBezTo>
                    <a:cubicBezTo>
                      <a:pt x="136" y="6"/>
                      <a:pt x="135" y="6"/>
                      <a:pt x="135" y="6"/>
                    </a:cubicBezTo>
                    <a:cubicBezTo>
                      <a:pt x="135" y="6"/>
                      <a:pt x="135" y="6"/>
                      <a:pt x="135" y="6"/>
                    </a:cubicBezTo>
                    <a:cubicBezTo>
                      <a:pt x="135" y="6"/>
                      <a:pt x="135" y="6"/>
                      <a:pt x="135" y="6"/>
                    </a:cubicBezTo>
                    <a:cubicBezTo>
                      <a:pt x="135" y="6"/>
                      <a:pt x="135" y="6"/>
                      <a:pt x="135" y="6"/>
                    </a:cubicBezTo>
                    <a:cubicBezTo>
                      <a:pt x="135" y="6"/>
                      <a:pt x="135" y="6"/>
                      <a:pt x="135" y="6"/>
                    </a:cubicBezTo>
                    <a:cubicBezTo>
                      <a:pt x="135" y="6"/>
                      <a:pt x="135" y="6"/>
                      <a:pt x="135" y="6"/>
                    </a:cubicBezTo>
                    <a:cubicBezTo>
                      <a:pt x="135" y="6"/>
                      <a:pt x="134" y="6"/>
                      <a:pt x="134" y="6"/>
                    </a:cubicBezTo>
                    <a:cubicBezTo>
                      <a:pt x="134" y="6"/>
                      <a:pt x="134" y="6"/>
                      <a:pt x="134" y="6"/>
                    </a:cubicBezTo>
                    <a:cubicBezTo>
                      <a:pt x="134" y="6"/>
                      <a:pt x="134" y="6"/>
                      <a:pt x="134" y="6"/>
                    </a:cubicBezTo>
                    <a:cubicBezTo>
                      <a:pt x="134" y="6"/>
                      <a:pt x="134" y="6"/>
                      <a:pt x="134" y="6"/>
                    </a:cubicBezTo>
                    <a:cubicBezTo>
                      <a:pt x="134" y="6"/>
                      <a:pt x="134" y="6"/>
                      <a:pt x="134" y="6"/>
                    </a:cubicBezTo>
                    <a:cubicBezTo>
                      <a:pt x="133" y="6"/>
                      <a:pt x="133" y="6"/>
                      <a:pt x="133" y="6"/>
                    </a:cubicBezTo>
                    <a:cubicBezTo>
                      <a:pt x="133" y="6"/>
                      <a:pt x="133" y="6"/>
                      <a:pt x="133" y="6"/>
                    </a:cubicBezTo>
                    <a:cubicBezTo>
                      <a:pt x="133" y="6"/>
                      <a:pt x="133" y="6"/>
                      <a:pt x="133" y="6"/>
                    </a:cubicBezTo>
                    <a:cubicBezTo>
                      <a:pt x="134" y="6"/>
                      <a:pt x="134" y="6"/>
                      <a:pt x="134" y="6"/>
                    </a:cubicBezTo>
                    <a:cubicBezTo>
                      <a:pt x="134" y="6"/>
                      <a:pt x="134" y="6"/>
                      <a:pt x="134" y="6"/>
                    </a:cubicBezTo>
                    <a:cubicBezTo>
                      <a:pt x="134" y="6"/>
                      <a:pt x="134" y="6"/>
                      <a:pt x="134" y="6"/>
                    </a:cubicBezTo>
                    <a:cubicBezTo>
                      <a:pt x="134" y="6"/>
                      <a:pt x="134" y="6"/>
                      <a:pt x="134" y="7"/>
                    </a:cubicBezTo>
                    <a:cubicBezTo>
                      <a:pt x="134" y="7"/>
                      <a:pt x="134" y="7"/>
                      <a:pt x="134" y="7"/>
                    </a:cubicBezTo>
                    <a:cubicBezTo>
                      <a:pt x="134" y="7"/>
                      <a:pt x="134" y="7"/>
                      <a:pt x="134" y="7"/>
                    </a:cubicBezTo>
                    <a:cubicBezTo>
                      <a:pt x="134" y="7"/>
                      <a:pt x="134" y="7"/>
                      <a:pt x="134" y="7"/>
                    </a:cubicBezTo>
                    <a:cubicBezTo>
                      <a:pt x="134" y="7"/>
                      <a:pt x="134" y="7"/>
                      <a:pt x="134" y="7"/>
                    </a:cubicBezTo>
                    <a:cubicBezTo>
                      <a:pt x="134" y="7"/>
                      <a:pt x="134" y="7"/>
                      <a:pt x="134" y="7"/>
                    </a:cubicBezTo>
                    <a:cubicBezTo>
                      <a:pt x="134" y="7"/>
                      <a:pt x="134" y="7"/>
                      <a:pt x="134" y="7"/>
                    </a:cubicBezTo>
                    <a:cubicBezTo>
                      <a:pt x="134" y="7"/>
                      <a:pt x="134" y="7"/>
                      <a:pt x="133" y="7"/>
                    </a:cubicBezTo>
                    <a:cubicBezTo>
                      <a:pt x="133" y="7"/>
                      <a:pt x="133" y="7"/>
                      <a:pt x="133" y="8"/>
                    </a:cubicBezTo>
                    <a:cubicBezTo>
                      <a:pt x="132" y="8"/>
                      <a:pt x="132" y="8"/>
                      <a:pt x="132" y="8"/>
                    </a:cubicBezTo>
                    <a:cubicBezTo>
                      <a:pt x="132" y="8"/>
                      <a:pt x="132" y="8"/>
                      <a:pt x="131" y="7"/>
                    </a:cubicBezTo>
                    <a:cubicBezTo>
                      <a:pt x="131" y="7"/>
                      <a:pt x="131" y="7"/>
                      <a:pt x="130" y="7"/>
                    </a:cubicBezTo>
                    <a:cubicBezTo>
                      <a:pt x="130" y="7"/>
                      <a:pt x="130" y="7"/>
                      <a:pt x="130" y="7"/>
                    </a:cubicBezTo>
                    <a:cubicBezTo>
                      <a:pt x="130" y="7"/>
                      <a:pt x="130" y="7"/>
                      <a:pt x="130" y="7"/>
                    </a:cubicBezTo>
                    <a:cubicBezTo>
                      <a:pt x="130" y="7"/>
                      <a:pt x="130" y="7"/>
                      <a:pt x="130" y="7"/>
                    </a:cubicBezTo>
                    <a:cubicBezTo>
                      <a:pt x="130" y="7"/>
                      <a:pt x="130" y="7"/>
                      <a:pt x="130" y="7"/>
                    </a:cubicBezTo>
                    <a:cubicBezTo>
                      <a:pt x="130" y="6"/>
                      <a:pt x="129" y="6"/>
                      <a:pt x="129" y="6"/>
                    </a:cubicBezTo>
                    <a:cubicBezTo>
                      <a:pt x="129" y="6"/>
                      <a:pt x="129" y="6"/>
                      <a:pt x="129" y="6"/>
                    </a:cubicBezTo>
                    <a:cubicBezTo>
                      <a:pt x="129" y="7"/>
                      <a:pt x="129" y="7"/>
                      <a:pt x="129" y="7"/>
                    </a:cubicBezTo>
                    <a:cubicBezTo>
                      <a:pt x="129" y="7"/>
                      <a:pt x="129" y="7"/>
                      <a:pt x="128" y="7"/>
                    </a:cubicBezTo>
                    <a:cubicBezTo>
                      <a:pt x="128" y="7"/>
                      <a:pt x="128" y="7"/>
                      <a:pt x="128" y="7"/>
                    </a:cubicBezTo>
                    <a:cubicBezTo>
                      <a:pt x="128" y="7"/>
                      <a:pt x="128" y="7"/>
                      <a:pt x="127" y="7"/>
                    </a:cubicBezTo>
                    <a:cubicBezTo>
                      <a:pt x="127" y="7"/>
                      <a:pt x="127" y="7"/>
                      <a:pt x="127" y="7"/>
                    </a:cubicBezTo>
                    <a:cubicBezTo>
                      <a:pt x="127" y="7"/>
                      <a:pt x="127" y="7"/>
                      <a:pt x="127" y="7"/>
                    </a:cubicBezTo>
                    <a:cubicBezTo>
                      <a:pt x="127" y="7"/>
                      <a:pt x="126" y="7"/>
                      <a:pt x="126" y="7"/>
                    </a:cubicBezTo>
                    <a:cubicBezTo>
                      <a:pt x="126" y="7"/>
                      <a:pt x="127" y="7"/>
                      <a:pt x="127" y="7"/>
                    </a:cubicBezTo>
                    <a:cubicBezTo>
                      <a:pt x="127" y="7"/>
                      <a:pt x="127" y="7"/>
                      <a:pt x="127" y="7"/>
                    </a:cubicBezTo>
                    <a:cubicBezTo>
                      <a:pt x="127" y="7"/>
                      <a:pt x="127" y="7"/>
                      <a:pt x="127" y="7"/>
                    </a:cubicBezTo>
                    <a:cubicBezTo>
                      <a:pt x="127" y="7"/>
                      <a:pt x="127" y="7"/>
                      <a:pt x="127" y="7"/>
                    </a:cubicBezTo>
                    <a:cubicBezTo>
                      <a:pt x="127" y="7"/>
                      <a:pt x="127" y="8"/>
                      <a:pt x="127" y="8"/>
                    </a:cubicBezTo>
                    <a:cubicBezTo>
                      <a:pt x="127" y="8"/>
                      <a:pt x="127" y="8"/>
                      <a:pt x="127" y="8"/>
                    </a:cubicBezTo>
                    <a:cubicBezTo>
                      <a:pt x="127" y="8"/>
                      <a:pt x="127" y="8"/>
                      <a:pt x="127" y="8"/>
                    </a:cubicBezTo>
                    <a:cubicBezTo>
                      <a:pt x="127" y="8"/>
                      <a:pt x="127" y="8"/>
                      <a:pt x="127" y="8"/>
                    </a:cubicBezTo>
                    <a:cubicBezTo>
                      <a:pt x="127" y="8"/>
                      <a:pt x="127" y="8"/>
                      <a:pt x="127" y="8"/>
                    </a:cubicBezTo>
                    <a:cubicBezTo>
                      <a:pt x="127" y="8"/>
                      <a:pt x="126" y="8"/>
                      <a:pt x="126" y="8"/>
                    </a:cubicBezTo>
                    <a:cubicBezTo>
                      <a:pt x="126" y="8"/>
                      <a:pt x="126" y="8"/>
                      <a:pt x="126" y="8"/>
                    </a:cubicBezTo>
                    <a:cubicBezTo>
                      <a:pt x="126" y="8"/>
                      <a:pt x="126" y="8"/>
                      <a:pt x="126" y="8"/>
                    </a:cubicBezTo>
                    <a:cubicBezTo>
                      <a:pt x="126" y="8"/>
                      <a:pt x="126" y="7"/>
                      <a:pt x="126" y="7"/>
                    </a:cubicBezTo>
                    <a:cubicBezTo>
                      <a:pt x="126" y="7"/>
                      <a:pt x="126" y="7"/>
                      <a:pt x="126" y="7"/>
                    </a:cubicBezTo>
                    <a:cubicBezTo>
                      <a:pt x="126" y="7"/>
                      <a:pt x="126" y="7"/>
                      <a:pt x="126" y="7"/>
                    </a:cubicBezTo>
                    <a:cubicBezTo>
                      <a:pt x="126" y="7"/>
                      <a:pt x="126" y="7"/>
                      <a:pt x="126" y="7"/>
                    </a:cubicBezTo>
                    <a:cubicBezTo>
                      <a:pt x="126" y="7"/>
                      <a:pt x="126" y="7"/>
                      <a:pt x="126" y="7"/>
                    </a:cubicBezTo>
                    <a:cubicBezTo>
                      <a:pt x="126" y="7"/>
                      <a:pt x="126" y="7"/>
                      <a:pt x="126" y="7"/>
                    </a:cubicBezTo>
                    <a:cubicBezTo>
                      <a:pt x="126" y="7"/>
                      <a:pt x="126" y="7"/>
                      <a:pt x="126" y="6"/>
                    </a:cubicBezTo>
                    <a:cubicBezTo>
                      <a:pt x="125" y="6"/>
                      <a:pt x="125" y="6"/>
                      <a:pt x="125" y="6"/>
                    </a:cubicBezTo>
                    <a:cubicBezTo>
                      <a:pt x="125" y="6"/>
                      <a:pt x="125" y="6"/>
                      <a:pt x="125" y="6"/>
                    </a:cubicBezTo>
                    <a:cubicBezTo>
                      <a:pt x="125" y="6"/>
                      <a:pt x="125" y="7"/>
                      <a:pt x="125" y="7"/>
                    </a:cubicBezTo>
                    <a:cubicBezTo>
                      <a:pt x="125" y="7"/>
                      <a:pt x="125" y="7"/>
                      <a:pt x="125" y="7"/>
                    </a:cubicBezTo>
                    <a:cubicBezTo>
                      <a:pt x="125" y="7"/>
                      <a:pt x="125" y="7"/>
                      <a:pt x="125" y="7"/>
                    </a:cubicBezTo>
                    <a:cubicBezTo>
                      <a:pt x="125" y="7"/>
                      <a:pt x="125" y="7"/>
                      <a:pt x="125" y="7"/>
                    </a:cubicBezTo>
                    <a:cubicBezTo>
                      <a:pt x="125" y="7"/>
                      <a:pt x="125" y="7"/>
                      <a:pt x="125" y="7"/>
                    </a:cubicBezTo>
                    <a:cubicBezTo>
                      <a:pt x="125" y="7"/>
                      <a:pt x="125" y="7"/>
                      <a:pt x="125" y="7"/>
                    </a:cubicBezTo>
                    <a:cubicBezTo>
                      <a:pt x="125" y="7"/>
                      <a:pt x="125" y="7"/>
                      <a:pt x="125" y="7"/>
                    </a:cubicBezTo>
                    <a:cubicBezTo>
                      <a:pt x="124" y="7"/>
                      <a:pt x="124" y="7"/>
                      <a:pt x="124" y="7"/>
                    </a:cubicBezTo>
                    <a:cubicBezTo>
                      <a:pt x="124" y="7"/>
                      <a:pt x="124" y="7"/>
                      <a:pt x="124" y="7"/>
                    </a:cubicBezTo>
                    <a:cubicBezTo>
                      <a:pt x="124" y="7"/>
                      <a:pt x="124" y="7"/>
                      <a:pt x="124" y="7"/>
                    </a:cubicBezTo>
                    <a:cubicBezTo>
                      <a:pt x="124" y="7"/>
                      <a:pt x="124" y="7"/>
                      <a:pt x="124" y="7"/>
                    </a:cubicBezTo>
                    <a:cubicBezTo>
                      <a:pt x="124" y="7"/>
                      <a:pt x="124" y="7"/>
                      <a:pt x="124" y="7"/>
                    </a:cubicBezTo>
                    <a:cubicBezTo>
                      <a:pt x="124" y="7"/>
                      <a:pt x="124" y="7"/>
                      <a:pt x="124" y="7"/>
                    </a:cubicBezTo>
                    <a:cubicBezTo>
                      <a:pt x="124" y="7"/>
                      <a:pt x="124" y="7"/>
                      <a:pt x="124" y="7"/>
                    </a:cubicBezTo>
                    <a:cubicBezTo>
                      <a:pt x="124" y="7"/>
                      <a:pt x="123" y="7"/>
                      <a:pt x="123" y="7"/>
                    </a:cubicBezTo>
                    <a:cubicBezTo>
                      <a:pt x="123" y="7"/>
                      <a:pt x="123" y="7"/>
                      <a:pt x="123" y="7"/>
                    </a:cubicBezTo>
                    <a:cubicBezTo>
                      <a:pt x="123" y="7"/>
                      <a:pt x="123" y="7"/>
                      <a:pt x="123" y="7"/>
                    </a:cubicBezTo>
                    <a:cubicBezTo>
                      <a:pt x="123" y="7"/>
                      <a:pt x="123" y="7"/>
                      <a:pt x="123" y="7"/>
                    </a:cubicBezTo>
                    <a:cubicBezTo>
                      <a:pt x="123" y="7"/>
                      <a:pt x="123" y="7"/>
                      <a:pt x="123" y="7"/>
                    </a:cubicBezTo>
                    <a:cubicBezTo>
                      <a:pt x="123" y="7"/>
                      <a:pt x="123" y="7"/>
                      <a:pt x="123" y="7"/>
                    </a:cubicBezTo>
                    <a:cubicBezTo>
                      <a:pt x="123" y="7"/>
                      <a:pt x="123" y="7"/>
                      <a:pt x="123" y="7"/>
                    </a:cubicBezTo>
                    <a:cubicBezTo>
                      <a:pt x="123" y="7"/>
                      <a:pt x="123" y="7"/>
                      <a:pt x="124" y="7"/>
                    </a:cubicBezTo>
                    <a:cubicBezTo>
                      <a:pt x="124" y="7"/>
                      <a:pt x="124" y="7"/>
                      <a:pt x="124" y="7"/>
                    </a:cubicBezTo>
                    <a:cubicBezTo>
                      <a:pt x="124" y="7"/>
                      <a:pt x="124" y="7"/>
                      <a:pt x="124" y="7"/>
                    </a:cubicBezTo>
                    <a:cubicBezTo>
                      <a:pt x="124" y="7"/>
                      <a:pt x="124" y="7"/>
                      <a:pt x="124" y="7"/>
                    </a:cubicBezTo>
                    <a:cubicBezTo>
                      <a:pt x="124" y="7"/>
                      <a:pt x="124" y="7"/>
                      <a:pt x="124" y="7"/>
                    </a:cubicBezTo>
                    <a:cubicBezTo>
                      <a:pt x="124" y="7"/>
                      <a:pt x="124" y="7"/>
                      <a:pt x="124" y="7"/>
                    </a:cubicBezTo>
                    <a:cubicBezTo>
                      <a:pt x="124" y="8"/>
                      <a:pt x="124" y="8"/>
                      <a:pt x="124" y="8"/>
                    </a:cubicBezTo>
                    <a:cubicBezTo>
                      <a:pt x="124" y="8"/>
                      <a:pt x="124" y="8"/>
                      <a:pt x="124" y="8"/>
                    </a:cubicBezTo>
                    <a:cubicBezTo>
                      <a:pt x="124" y="8"/>
                      <a:pt x="124" y="8"/>
                      <a:pt x="124" y="8"/>
                    </a:cubicBezTo>
                    <a:cubicBezTo>
                      <a:pt x="124" y="8"/>
                      <a:pt x="124" y="7"/>
                      <a:pt x="124" y="7"/>
                    </a:cubicBezTo>
                    <a:cubicBezTo>
                      <a:pt x="123" y="7"/>
                      <a:pt x="123" y="8"/>
                      <a:pt x="123" y="8"/>
                    </a:cubicBezTo>
                    <a:cubicBezTo>
                      <a:pt x="123" y="8"/>
                      <a:pt x="123" y="8"/>
                      <a:pt x="123" y="8"/>
                    </a:cubicBezTo>
                    <a:cubicBezTo>
                      <a:pt x="123" y="8"/>
                      <a:pt x="123" y="8"/>
                      <a:pt x="123" y="8"/>
                    </a:cubicBezTo>
                    <a:cubicBezTo>
                      <a:pt x="123" y="8"/>
                      <a:pt x="123" y="8"/>
                      <a:pt x="123" y="8"/>
                    </a:cubicBezTo>
                    <a:cubicBezTo>
                      <a:pt x="123" y="8"/>
                      <a:pt x="123" y="8"/>
                      <a:pt x="123" y="8"/>
                    </a:cubicBezTo>
                    <a:cubicBezTo>
                      <a:pt x="123" y="8"/>
                      <a:pt x="123" y="8"/>
                      <a:pt x="123" y="8"/>
                    </a:cubicBezTo>
                    <a:cubicBezTo>
                      <a:pt x="123" y="8"/>
                      <a:pt x="123" y="8"/>
                      <a:pt x="123" y="8"/>
                    </a:cubicBezTo>
                    <a:cubicBezTo>
                      <a:pt x="123" y="8"/>
                      <a:pt x="123" y="8"/>
                      <a:pt x="123" y="8"/>
                    </a:cubicBezTo>
                    <a:cubicBezTo>
                      <a:pt x="123" y="8"/>
                      <a:pt x="123" y="8"/>
                      <a:pt x="123" y="8"/>
                    </a:cubicBezTo>
                    <a:cubicBezTo>
                      <a:pt x="123" y="8"/>
                      <a:pt x="123" y="8"/>
                      <a:pt x="122" y="8"/>
                    </a:cubicBezTo>
                    <a:cubicBezTo>
                      <a:pt x="122" y="8"/>
                      <a:pt x="122" y="8"/>
                      <a:pt x="122" y="8"/>
                    </a:cubicBezTo>
                    <a:cubicBezTo>
                      <a:pt x="122" y="8"/>
                      <a:pt x="122" y="8"/>
                      <a:pt x="122" y="9"/>
                    </a:cubicBezTo>
                    <a:cubicBezTo>
                      <a:pt x="122" y="9"/>
                      <a:pt x="122" y="9"/>
                      <a:pt x="122" y="9"/>
                    </a:cubicBezTo>
                    <a:cubicBezTo>
                      <a:pt x="122" y="9"/>
                      <a:pt x="122" y="9"/>
                      <a:pt x="122" y="9"/>
                    </a:cubicBezTo>
                    <a:cubicBezTo>
                      <a:pt x="122" y="9"/>
                      <a:pt x="122" y="9"/>
                      <a:pt x="122" y="9"/>
                    </a:cubicBezTo>
                    <a:cubicBezTo>
                      <a:pt x="121" y="9"/>
                      <a:pt x="121" y="9"/>
                      <a:pt x="121" y="9"/>
                    </a:cubicBezTo>
                    <a:cubicBezTo>
                      <a:pt x="121" y="9"/>
                      <a:pt x="121" y="10"/>
                      <a:pt x="121" y="10"/>
                    </a:cubicBezTo>
                    <a:cubicBezTo>
                      <a:pt x="121" y="9"/>
                      <a:pt x="121" y="9"/>
                      <a:pt x="121" y="9"/>
                    </a:cubicBezTo>
                    <a:cubicBezTo>
                      <a:pt x="121" y="9"/>
                      <a:pt x="121" y="9"/>
                      <a:pt x="121" y="9"/>
                    </a:cubicBezTo>
                    <a:cubicBezTo>
                      <a:pt x="121" y="9"/>
                      <a:pt x="121" y="9"/>
                      <a:pt x="121" y="9"/>
                    </a:cubicBezTo>
                    <a:cubicBezTo>
                      <a:pt x="121" y="9"/>
                      <a:pt x="122" y="8"/>
                      <a:pt x="122" y="8"/>
                    </a:cubicBezTo>
                    <a:cubicBezTo>
                      <a:pt x="122" y="8"/>
                      <a:pt x="122" y="8"/>
                      <a:pt x="122" y="7"/>
                    </a:cubicBezTo>
                    <a:cubicBezTo>
                      <a:pt x="122" y="7"/>
                      <a:pt x="122" y="7"/>
                      <a:pt x="122" y="7"/>
                    </a:cubicBezTo>
                    <a:cubicBezTo>
                      <a:pt x="123" y="7"/>
                      <a:pt x="123" y="7"/>
                      <a:pt x="123" y="7"/>
                    </a:cubicBezTo>
                    <a:cubicBezTo>
                      <a:pt x="123" y="7"/>
                      <a:pt x="123" y="7"/>
                      <a:pt x="123" y="7"/>
                    </a:cubicBezTo>
                    <a:cubicBezTo>
                      <a:pt x="123" y="7"/>
                      <a:pt x="123" y="6"/>
                      <a:pt x="123" y="6"/>
                    </a:cubicBezTo>
                    <a:cubicBezTo>
                      <a:pt x="123" y="6"/>
                      <a:pt x="123" y="6"/>
                      <a:pt x="123" y="6"/>
                    </a:cubicBezTo>
                    <a:cubicBezTo>
                      <a:pt x="123" y="6"/>
                      <a:pt x="123" y="6"/>
                      <a:pt x="123" y="6"/>
                    </a:cubicBezTo>
                    <a:cubicBezTo>
                      <a:pt x="123" y="6"/>
                      <a:pt x="123" y="6"/>
                      <a:pt x="123" y="6"/>
                    </a:cubicBezTo>
                    <a:cubicBezTo>
                      <a:pt x="123" y="6"/>
                      <a:pt x="123" y="6"/>
                      <a:pt x="123" y="6"/>
                    </a:cubicBezTo>
                    <a:cubicBezTo>
                      <a:pt x="123" y="6"/>
                      <a:pt x="123" y="6"/>
                      <a:pt x="123" y="6"/>
                    </a:cubicBezTo>
                    <a:cubicBezTo>
                      <a:pt x="123" y="6"/>
                      <a:pt x="123" y="6"/>
                      <a:pt x="123" y="6"/>
                    </a:cubicBezTo>
                    <a:cubicBezTo>
                      <a:pt x="123" y="5"/>
                      <a:pt x="124" y="5"/>
                      <a:pt x="124" y="5"/>
                    </a:cubicBezTo>
                    <a:cubicBezTo>
                      <a:pt x="124" y="5"/>
                      <a:pt x="124" y="5"/>
                      <a:pt x="124" y="5"/>
                    </a:cubicBezTo>
                    <a:cubicBezTo>
                      <a:pt x="124" y="4"/>
                      <a:pt x="124" y="4"/>
                      <a:pt x="124" y="4"/>
                    </a:cubicBezTo>
                    <a:cubicBezTo>
                      <a:pt x="124" y="4"/>
                      <a:pt x="124" y="4"/>
                      <a:pt x="124" y="4"/>
                    </a:cubicBezTo>
                    <a:cubicBezTo>
                      <a:pt x="124" y="4"/>
                      <a:pt x="124" y="4"/>
                      <a:pt x="124" y="4"/>
                    </a:cubicBezTo>
                    <a:cubicBezTo>
                      <a:pt x="124" y="4"/>
                      <a:pt x="124" y="4"/>
                      <a:pt x="124" y="4"/>
                    </a:cubicBezTo>
                    <a:cubicBezTo>
                      <a:pt x="124" y="4"/>
                      <a:pt x="124" y="4"/>
                      <a:pt x="124" y="3"/>
                    </a:cubicBezTo>
                    <a:cubicBezTo>
                      <a:pt x="124" y="3"/>
                      <a:pt x="124" y="3"/>
                      <a:pt x="124" y="3"/>
                    </a:cubicBezTo>
                    <a:cubicBezTo>
                      <a:pt x="123" y="3"/>
                      <a:pt x="123" y="4"/>
                      <a:pt x="123" y="4"/>
                    </a:cubicBezTo>
                    <a:cubicBezTo>
                      <a:pt x="123" y="4"/>
                      <a:pt x="123" y="4"/>
                      <a:pt x="123" y="4"/>
                    </a:cubicBezTo>
                    <a:cubicBezTo>
                      <a:pt x="123" y="4"/>
                      <a:pt x="123" y="4"/>
                      <a:pt x="123" y="4"/>
                    </a:cubicBezTo>
                    <a:cubicBezTo>
                      <a:pt x="123" y="4"/>
                      <a:pt x="123" y="4"/>
                      <a:pt x="123" y="4"/>
                    </a:cubicBezTo>
                    <a:cubicBezTo>
                      <a:pt x="123" y="3"/>
                      <a:pt x="123" y="3"/>
                      <a:pt x="123" y="3"/>
                    </a:cubicBezTo>
                    <a:cubicBezTo>
                      <a:pt x="123" y="3"/>
                      <a:pt x="123" y="3"/>
                      <a:pt x="123" y="3"/>
                    </a:cubicBezTo>
                    <a:cubicBezTo>
                      <a:pt x="123" y="3"/>
                      <a:pt x="123" y="3"/>
                      <a:pt x="123" y="3"/>
                    </a:cubicBezTo>
                    <a:cubicBezTo>
                      <a:pt x="123" y="3"/>
                      <a:pt x="123" y="3"/>
                      <a:pt x="123" y="3"/>
                    </a:cubicBezTo>
                    <a:cubicBezTo>
                      <a:pt x="123" y="3"/>
                      <a:pt x="123" y="3"/>
                      <a:pt x="123" y="3"/>
                    </a:cubicBezTo>
                    <a:cubicBezTo>
                      <a:pt x="123" y="3"/>
                      <a:pt x="123" y="3"/>
                      <a:pt x="124" y="3"/>
                    </a:cubicBezTo>
                    <a:cubicBezTo>
                      <a:pt x="124" y="3"/>
                      <a:pt x="124" y="3"/>
                      <a:pt x="124" y="3"/>
                    </a:cubicBezTo>
                    <a:cubicBezTo>
                      <a:pt x="124" y="3"/>
                      <a:pt x="124" y="3"/>
                      <a:pt x="124" y="3"/>
                    </a:cubicBezTo>
                    <a:cubicBezTo>
                      <a:pt x="124" y="3"/>
                      <a:pt x="124" y="3"/>
                      <a:pt x="124" y="3"/>
                    </a:cubicBezTo>
                    <a:cubicBezTo>
                      <a:pt x="124" y="3"/>
                      <a:pt x="124" y="3"/>
                      <a:pt x="124" y="3"/>
                    </a:cubicBezTo>
                    <a:cubicBezTo>
                      <a:pt x="124" y="3"/>
                      <a:pt x="124" y="3"/>
                      <a:pt x="124" y="3"/>
                    </a:cubicBezTo>
                    <a:cubicBezTo>
                      <a:pt x="124" y="3"/>
                      <a:pt x="124" y="3"/>
                      <a:pt x="124" y="3"/>
                    </a:cubicBezTo>
                    <a:cubicBezTo>
                      <a:pt x="124" y="3"/>
                      <a:pt x="123" y="3"/>
                      <a:pt x="123" y="2"/>
                    </a:cubicBezTo>
                    <a:cubicBezTo>
                      <a:pt x="123" y="2"/>
                      <a:pt x="123" y="2"/>
                      <a:pt x="123" y="2"/>
                    </a:cubicBezTo>
                    <a:cubicBezTo>
                      <a:pt x="123" y="2"/>
                      <a:pt x="123" y="2"/>
                      <a:pt x="123" y="2"/>
                    </a:cubicBezTo>
                    <a:cubicBezTo>
                      <a:pt x="123" y="2"/>
                      <a:pt x="123" y="2"/>
                      <a:pt x="123" y="3"/>
                    </a:cubicBezTo>
                    <a:cubicBezTo>
                      <a:pt x="123" y="3"/>
                      <a:pt x="123" y="3"/>
                      <a:pt x="123" y="3"/>
                    </a:cubicBezTo>
                    <a:cubicBezTo>
                      <a:pt x="123" y="3"/>
                      <a:pt x="123" y="3"/>
                      <a:pt x="123" y="3"/>
                    </a:cubicBezTo>
                    <a:cubicBezTo>
                      <a:pt x="123" y="3"/>
                      <a:pt x="123" y="3"/>
                      <a:pt x="123" y="3"/>
                    </a:cubicBezTo>
                    <a:cubicBezTo>
                      <a:pt x="123" y="3"/>
                      <a:pt x="123" y="2"/>
                      <a:pt x="123" y="2"/>
                    </a:cubicBezTo>
                    <a:cubicBezTo>
                      <a:pt x="123" y="2"/>
                      <a:pt x="123" y="2"/>
                      <a:pt x="123" y="2"/>
                    </a:cubicBezTo>
                    <a:cubicBezTo>
                      <a:pt x="122" y="2"/>
                      <a:pt x="122" y="2"/>
                      <a:pt x="122" y="2"/>
                    </a:cubicBezTo>
                    <a:cubicBezTo>
                      <a:pt x="122" y="2"/>
                      <a:pt x="122" y="2"/>
                      <a:pt x="122" y="2"/>
                    </a:cubicBezTo>
                    <a:cubicBezTo>
                      <a:pt x="122" y="2"/>
                      <a:pt x="122" y="2"/>
                      <a:pt x="122" y="2"/>
                    </a:cubicBezTo>
                    <a:cubicBezTo>
                      <a:pt x="122" y="2"/>
                      <a:pt x="121" y="2"/>
                      <a:pt x="121" y="2"/>
                    </a:cubicBezTo>
                    <a:cubicBezTo>
                      <a:pt x="121" y="2"/>
                      <a:pt x="121" y="2"/>
                      <a:pt x="121" y="2"/>
                    </a:cubicBezTo>
                    <a:cubicBezTo>
                      <a:pt x="121" y="2"/>
                      <a:pt x="121" y="2"/>
                      <a:pt x="121" y="2"/>
                    </a:cubicBezTo>
                    <a:cubicBezTo>
                      <a:pt x="121" y="2"/>
                      <a:pt x="121" y="2"/>
                      <a:pt x="121" y="2"/>
                    </a:cubicBezTo>
                    <a:cubicBezTo>
                      <a:pt x="121" y="2"/>
                      <a:pt x="121" y="2"/>
                      <a:pt x="121" y="2"/>
                    </a:cubicBezTo>
                    <a:cubicBezTo>
                      <a:pt x="121" y="2"/>
                      <a:pt x="121" y="2"/>
                      <a:pt x="121" y="2"/>
                    </a:cubicBezTo>
                    <a:cubicBezTo>
                      <a:pt x="121" y="2"/>
                      <a:pt x="121" y="2"/>
                      <a:pt x="121" y="2"/>
                    </a:cubicBezTo>
                    <a:cubicBezTo>
                      <a:pt x="121" y="2"/>
                      <a:pt x="121" y="2"/>
                      <a:pt x="121" y="2"/>
                    </a:cubicBezTo>
                    <a:cubicBezTo>
                      <a:pt x="121" y="2"/>
                      <a:pt x="121" y="2"/>
                      <a:pt x="121" y="2"/>
                    </a:cubicBezTo>
                    <a:cubicBezTo>
                      <a:pt x="120" y="2"/>
                      <a:pt x="120" y="2"/>
                      <a:pt x="120" y="2"/>
                    </a:cubicBezTo>
                    <a:cubicBezTo>
                      <a:pt x="120" y="2"/>
                      <a:pt x="120" y="2"/>
                      <a:pt x="120" y="2"/>
                    </a:cubicBezTo>
                    <a:cubicBezTo>
                      <a:pt x="120" y="2"/>
                      <a:pt x="120" y="2"/>
                      <a:pt x="120" y="2"/>
                    </a:cubicBezTo>
                    <a:cubicBezTo>
                      <a:pt x="120" y="2"/>
                      <a:pt x="120" y="2"/>
                      <a:pt x="120" y="2"/>
                    </a:cubicBezTo>
                    <a:cubicBezTo>
                      <a:pt x="120" y="2"/>
                      <a:pt x="120" y="2"/>
                      <a:pt x="120" y="2"/>
                    </a:cubicBezTo>
                    <a:cubicBezTo>
                      <a:pt x="119" y="2"/>
                      <a:pt x="119" y="2"/>
                      <a:pt x="119" y="2"/>
                    </a:cubicBezTo>
                    <a:cubicBezTo>
                      <a:pt x="119" y="2"/>
                      <a:pt x="119" y="2"/>
                      <a:pt x="119" y="2"/>
                    </a:cubicBezTo>
                    <a:cubicBezTo>
                      <a:pt x="119" y="2"/>
                      <a:pt x="119" y="2"/>
                      <a:pt x="119" y="2"/>
                    </a:cubicBezTo>
                    <a:cubicBezTo>
                      <a:pt x="119" y="2"/>
                      <a:pt x="119" y="2"/>
                      <a:pt x="119" y="2"/>
                    </a:cubicBezTo>
                    <a:cubicBezTo>
                      <a:pt x="119" y="2"/>
                      <a:pt x="119" y="2"/>
                      <a:pt x="119" y="2"/>
                    </a:cubicBezTo>
                    <a:cubicBezTo>
                      <a:pt x="119" y="2"/>
                      <a:pt x="119" y="2"/>
                      <a:pt x="119" y="2"/>
                    </a:cubicBezTo>
                    <a:cubicBezTo>
                      <a:pt x="119" y="2"/>
                      <a:pt x="119" y="2"/>
                      <a:pt x="119" y="2"/>
                    </a:cubicBezTo>
                    <a:cubicBezTo>
                      <a:pt x="119" y="2"/>
                      <a:pt x="119" y="2"/>
                      <a:pt x="119" y="2"/>
                    </a:cubicBezTo>
                    <a:cubicBezTo>
                      <a:pt x="118" y="2"/>
                      <a:pt x="118" y="2"/>
                      <a:pt x="118" y="2"/>
                    </a:cubicBezTo>
                    <a:cubicBezTo>
                      <a:pt x="118" y="2"/>
                      <a:pt x="118" y="2"/>
                      <a:pt x="118" y="2"/>
                    </a:cubicBezTo>
                    <a:cubicBezTo>
                      <a:pt x="118" y="3"/>
                      <a:pt x="118" y="3"/>
                      <a:pt x="118" y="3"/>
                    </a:cubicBezTo>
                    <a:cubicBezTo>
                      <a:pt x="118" y="3"/>
                      <a:pt x="118" y="2"/>
                      <a:pt x="118" y="2"/>
                    </a:cubicBezTo>
                    <a:cubicBezTo>
                      <a:pt x="118" y="2"/>
                      <a:pt x="118" y="2"/>
                      <a:pt x="118" y="2"/>
                    </a:cubicBezTo>
                    <a:cubicBezTo>
                      <a:pt x="118" y="2"/>
                      <a:pt x="118" y="2"/>
                      <a:pt x="118" y="2"/>
                    </a:cubicBezTo>
                    <a:cubicBezTo>
                      <a:pt x="118" y="2"/>
                      <a:pt x="118" y="2"/>
                      <a:pt x="118" y="2"/>
                    </a:cubicBezTo>
                    <a:cubicBezTo>
                      <a:pt x="118" y="2"/>
                      <a:pt x="118" y="2"/>
                      <a:pt x="118" y="2"/>
                    </a:cubicBezTo>
                    <a:cubicBezTo>
                      <a:pt x="118" y="2"/>
                      <a:pt x="118" y="2"/>
                      <a:pt x="118" y="2"/>
                    </a:cubicBezTo>
                    <a:cubicBezTo>
                      <a:pt x="118" y="2"/>
                      <a:pt x="118" y="2"/>
                      <a:pt x="118" y="2"/>
                    </a:cubicBezTo>
                    <a:cubicBezTo>
                      <a:pt x="118" y="2"/>
                      <a:pt x="118" y="2"/>
                      <a:pt x="118" y="2"/>
                    </a:cubicBezTo>
                    <a:cubicBezTo>
                      <a:pt x="118" y="2"/>
                      <a:pt x="118" y="2"/>
                      <a:pt x="118" y="1"/>
                    </a:cubicBezTo>
                    <a:cubicBezTo>
                      <a:pt x="118" y="1"/>
                      <a:pt x="118" y="1"/>
                      <a:pt x="118" y="1"/>
                    </a:cubicBezTo>
                    <a:cubicBezTo>
                      <a:pt x="118" y="1"/>
                      <a:pt x="118" y="1"/>
                      <a:pt x="118" y="1"/>
                    </a:cubicBezTo>
                    <a:cubicBezTo>
                      <a:pt x="118" y="1"/>
                      <a:pt x="118" y="1"/>
                      <a:pt x="118" y="1"/>
                    </a:cubicBezTo>
                    <a:cubicBezTo>
                      <a:pt x="118" y="2"/>
                      <a:pt x="118" y="2"/>
                      <a:pt x="118" y="2"/>
                    </a:cubicBezTo>
                    <a:cubicBezTo>
                      <a:pt x="118" y="2"/>
                      <a:pt x="118" y="2"/>
                      <a:pt x="118" y="2"/>
                    </a:cubicBezTo>
                    <a:cubicBezTo>
                      <a:pt x="118" y="2"/>
                      <a:pt x="118" y="2"/>
                      <a:pt x="117" y="2"/>
                    </a:cubicBezTo>
                    <a:cubicBezTo>
                      <a:pt x="117" y="2"/>
                      <a:pt x="117" y="2"/>
                      <a:pt x="117" y="2"/>
                    </a:cubicBezTo>
                    <a:cubicBezTo>
                      <a:pt x="117" y="2"/>
                      <a:pt x="117" y="2"/>
                      <a:pt x="117" y="2"/>
                    </a:cubicBezTo>
                    <a:cubicBezTo>
                      <a:pt x="117" y="2"/>
                      <a:pt x="117" y="2"/>
                      <a:pt x="117" y="2"/>
                    </a:cubicBezTo>
                    <a:cubicBezTo>
                      <a:pt x="117" y="2"/>
                      <a:pt x="117" y="2"/>
                      <a:pt x="117" y="2"/>
                    </a:cubicBezTo>
                    <a:cubicBezTo>
                      <a:pt x="117" y="1"/>
                      <a:pt x="117" y="1"/>
                      <a:pt x="117" y="1"/>
                    </a:cubicBezTo>
                    <a:cubicBezTo>
                      <a:pt x="117" y="1"/>
                      <a:pt x="116" y="1"/>
                      <a:pt x="116" y="2"/>
                    </a:cubicBezTo>
                    <a:cubicBezTo>
                      <a:pt x="116" y="2"/>
                      <a:pt x="116" y="2"/>
                      <a:pt x="116" y="2"/>
                    </a:cubicBezTo>
                    <a:cubicBezTo>
                      <a:pt x="116" y="2"/>
                      <a:pt x="116" y="2"/>
                      <a:pt x="116" y="2"/>
                    </a:cubicBezTo>
                    <a:cubicBezTo>
                      <a:pt x="116" y="2"/>
                      <a:pt x="116" y="2"/>
                      <a:pt x="116" y="2"/>
                    </a:cubicBezTo>
                    <a:cubicBezTo>
                      <a:pt x="116" y="2"/>
                      <a:pt x="116" y="2"/>
                      <a:pt x="116" y="2"/>
                    </a:cubicBezTo>
                    <a:cubicBezTo>
                      <a:pt x="116" y="2"/>
                      <a:pt x="116" y="2"/>
                      <a:pt x="116" y="2"/>
                    </a:cubicBezTo>
                    <a:cubicBezTo>
                      <a:pt x="116" y="1"/>
                      <a:pt x="116" y="1"/>
                      <a:pt x="116" y="1"/>
                    </a:cubicBezTo>
                    <a:cubicBezTo>
                      <a:pt x="116" y="1"/>
                      <a:pt x="117" y="1"/>
                      <a:pt x="117" y="1"/>
                    </a:cubicBezTo>
                    <a:cubicBezTo>
                      <a:pt x="117" y="1"/>
                      <a:pt x="117" y="1"/>
                      <a:pt x="117" y="1"/>
                    </a:cubicBezTo>
                    <a:cubicBezTo>
                      <a:pt x="117" y="1"/>
                      <a:pt x="117" y="1"/>
                      <a:pt x="117" y="1"/>
                    </a:cubicBezTo>
                    <a:cubicBezTo>
                      <a:pt x="117" y="1"/>
                      <a:pt x="117" y="1"/>
                      <a:pt x="117" y="1"/>
                    </a:cubicBezTo>
                    <a:cubicBezTo>
                      <a:pt x="116" y="1"/>
                      <a:pt x="116" y="1"/>
                      <a:pt x="116" y="1"/>
                    </a:cubicBezTo>
                    <a:cubicBezTo>
                      <a:pt x="116" y="1"/>
                      <a:pt x="116" y="1"/>
                      <a:pt x="116" y="1"/>
                    </a:cubicBezTo>
                    <a:cubicBezTo>
                      <a:pt x="116" y="1"/>
                      <a:pt x="116" y="1"/>
                      <a:pt x="116" y="1"/>
                    </a:cubicBezTo>
                    <a:cubicBezTo>
                      <a:pt x="116" y="1"/>
                      <a:pt x="116" y="1"/>
                      <a:pt x="116" y="1"/>
                    </a:cubicBezTo>
                    <a:cubicBezTo>
                      <a:pt x="116" y="0"/>
                      <a:pt x="115" y="0"/>
                      <a:pt x="115" y="0"/>
                    </a:cubicBezTo>
                    <a:cubicBezTo>
                      <a:pt x="115" y="0"/>
                      <a:pt x="115" y="0"/>
                      <a:pt x="115" y="0"/>
                    </a:cubicBezTo>
                    <a:cubicBezTo>
                      <a:pt x="115" y="0"/>
                      <a:pt x="115" y="0"/>
                      <a:pt x="115" y="0"/>
                    </a:cubicBezTo>
                    <a:cubicBezTo>
                      <a:pt x="115" y="1"/>
                      <a:pt x="115" y="1"/>
                      <a:pt x="115" y="1"/>
                    </a:cubicBezTo>
                    <a:cubicBezTo>
                      <a:pt x="114" y="1"/>
                      <a:pt x="114" y="1"/>
                      <a:pt x="114" y="2"/>
                    </a:cubicBezTo>
                    <a:cubicBezTo>
                      <a:pt x="114" y="2"/>
                      <a:pt x="114" y="2"/>
                      <a:pt x="114" y="2"/>
                    </a:cubicBezTo>
                    <a:cubicBezTo>
                      <a:pt x="114" y="3"/>
                      <a:pt x="114" y="3"/>
                      <a:pt x="114" y="3"/>
                    </a:cubicBezTo>
                    <a:cubicBezTo>
                      <a:pt x="114" y="3"/>
                      <a:pt x="114" y="3"/>
                      <a:pt x="114" y="3"/>
                    </a:cubicBezTo>
                    <a:cubicBezTo>
                      <a:pt x="114" y="3"/>
                      <a:pt x="114" y="3"/>
                      <a:pt x="114" y="3"/>
                    </a:cubicBezTo>
                    <a:cubicBezTo>
                      <a:pt x="114" y="3"/>
                      <a:pt x="114" y="3"/>
                      <a:pt x="114"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5" y="3"/>
                      <a:pt x="115" y="3"/>
                    </a:cubicBezTo>
                    <a:cubicBezTo>
                      <a:pt x="115" y="3"/>
                      <a:pt x="114" y="3"/>
                      <a:pt x="114" y="3"/>
                    </a:cubicBezTo>
                    <a:cubicBezTo>
                      <a:pt x="114" y="3"/>
                      <a:pt x="114" y="3"/>
                      <a:pt x="114" y="3"/>
                    </a:cubicBezTo>
                    <a:cubicBezTo>
                      <a:pt x="114" y="3"/>
                      <a:pt x="114" y="3"/>
                      <a:pt x="114" y="3"/>
                    </a:cubicBezTo>
                    <a:cubicBezTo>
                      <a:pt x="114" y="3"/>
                      <a:pt x="114" y="3"/>
                      <a:pt x="114" y="3"/>
                    </a:cubicBezTo>
                    <a:cubicBezTo>
                      <a:pt x="114" y="3"/>
                      <a:pt x="114" y="3"/>
                      <a:pt x="114" y="3"/>
                    </a:cubicBezTo>
                    <a:cubicBezTo>
                      <a:pt x="114" y="3"/>
                      <a:pt x="114" y="3"/>
                      <a:pt x="113" y="3"/>
                    </a:cubicBezTo>
                    <a:cubicBezTo>
                      <a:pt x="113" y="3"/>
                      <a:pt x="113" y="3"/>
                      <a:pt x="113" y="3"/>
                    </a:cubicBezTo>
                    <a:cubicBezTo>
                      <a:pt x="113" y="3"/>
                      <a:pt x="113" y="3"/>
                      <a:pt x="113" y="3"/>
                    </a:cubicBezTo>
                    <a:cubicBezTo>
                      <a:pt x="113" y="3"/>
                      <a:pt x="113" y="3"/>
                      <a:pt x="113" y="3"/>
                    </a:cubicBezTo>
                    <a:cubicBezTo>
                      <a:pt x="113" y="3"/>
                      <a:pt x="113" y="3"/>
                      <a:pt x="113" y="3"/>
                    </a:cubicBezTo>
                    <a:cubicBezTo>
                      <a:pt x="113" y="3"/>
                      <a:pt x="113" y="3"/>
                      <a:pt x="113" y="3"/>
                    </a:cubicBezTo>
                    <a:cubicBezTo>
                      <a:pt x="113" y="3"/>
                      <a:pt x="113" y="3"/>
                      <a:pt x="113" y="3"/>
                    </a:cubicBezTo>
                    <a:cubicBezTo>
                      <a:pt x="113" y="3"/>
                      <a:pt x="113" y="3"/>
                      <a:pt x="113" y="3"/>
                    </a:cubicBezTo>
                    <a:cubicBezTo>
                      <a:pt x="113" y="3"/>
                      <a:pt x="114" y="3"/>
                      <a:pt x="114" y="4"/>
                    </a:cubicBezTo>
                    <a:cubicBezTo>
                      <a:pt x="114" y="4"/>
                      <a:pt x="114" y="4"/>
                      <a:pt x="114" y="4"/>
                    </a:cubicBezTo>
                    <a:cubicBezTo>
                      <a:pt x="114" y="4"/>
                      <a:pt x="114" y="4"/>
                      <a:pt x="114" y="4"/>
                    </a:cubicBezTo>
                    <a:cubicBezTo>
                      <a:pt x="114" y="4"/>
                      <a:pt x="114" y="4"/>
                      <a:pt x="114" y="4"/>
                    </a:cubicBezTo>
                    <a:cubicBezTo>
                      <a:pt x="113" y="4"/>
                      <a:pt x="113" y="4"/>
                      <a:pt x="113" y="4"/>
                    </a:cubicBezTo>
                    <a:cubicBezTo>
                      <a:pt x="113" y="4"/>
                      <a:pt x="113" y="4"/>
                      <a:pt x="113" y="4"/>
                    </a:cubicBezTo>
                    <a:cubicBezTo>
                      <a:pt x="113" y="4"/>
                      <a:pt x="113" y="4"/>
                      <a:pt x="113" y="4"/>
                    </a:cubicBezTo>
                    <a:cubicBezTo>
                      <a:pt x="113" y="4"/>
                      <a:pt x="113" y="4"/>
                      <a:pt x="113" y="4"/>
                    </a:cubicBezTo>
                    <a:cubicBezTo>
                      <a:pt x="113" y="4"/>
                      <a:pt x="113" y="4"/>
                      <a:pt x="113" y="4"/>
                    </a:cubicBezTo>
                    <a:cubicBezTo>
                      <a:pt x="113" y="4"/>
                      <a:pt x="113" y="4"/>
                      <a:pt x="113" y="4"/>
                    </a:cubicBezTo>
                    <a:cubicBezTo>
                      <a:pt x="113" y="4"/>
                      <a:pt x="112" y="4"/>
                      <a:pt x="112" y="4"/>
                    </a:cubicBezTo>
                    <a:cubicBezTo>
                      <a:pt x="112" y="4"/>
                      <a:pt x="112" y="4"/>
                      <a:pt x="112" y="4"/>
                    </a:cubicBezTo>
                    <a:cubicBezTo>
                      <a:pt x="112" y="4"/>
                      <a:pt x="112" y="4"/>
                      <a:pt x="112" y="4"/>
                    </a:cubicBezTo>
                    <a:cubicBezTo>
                      <a:pt x="112" y="4"/>
                      <a:pt x="112" y="4"/>
                      <a:pt x="112" y="4"/>
                    </a:cubicBezTo>
                    <a:cubicBezTo>
                      <a:pt x="112" y="4"/>
                      <a:pt x="112" y="4"/>
                      <a:pt x="112" y="4"/>
                    </a:cubicBezTo>
                    <a:cubicBezTo>
                      <a:pt x="112" y="4"/>
                      <a:pt x="112" y="4"/>
                      <a:pt x="112" y="4"/>
                    </a:cubicBezTo>
                    <a:cubicBezTo>
                      <a:pt x="112" y="4"/>
                      <a:pt x="112" y="4"/>
                      <a:pt x="112" y="4"/>
                    </a:cubicBezTo>
                    <a:cubicBezTo>
                      <a:pt x="112" y="4"/>
                      <a:pt x="112" y="4"/>
                      <a:pt x="112" y="4"/>
                    </a:cubicBezTo>
                    <a:cubicBezTo>
                      <a:pt x="112" y="4"/>
                      <a:pt x="112" y="4"/>
                      <a:pt x="112" y="4"/>
                    </a:cubicBezTo>
                    <a:cubicBezTo>
                      <a:pt x="112" y="4"/>
                      <a:pt x="112" y="4"/>
                      <a:pt x="111" y="4"/>
                    </a:cubicBezTo>
                    <a:cubicBezTo>
                      <a:pt x="111" y="4"/>
                      <a:pt x="111" y="4"/>
                      <a:pt x="111" y="4"/>
                    </a:cubicBezTo>
                    <a:cubicBezTo>
                      <a:pt x="111" y="4"/>
                      <a:pt x="111" y="4"/>
                      <a:pt x="111" y="4"/>
                    </a:cubicBezTo>
                    <a:cubicBezTo>
                      <a:pt x="111" y="4"/>
                      <a:pt x="111" y="4"/>
                      <a:pt x="111" y="4"/>
                    </a:cubicBezTo>
                    <a:cubicBezTo>
                      <a:pt x="111" y="4"/>
                      <a:pt x="111" y="4"/>
                      <a:pt x="111" y="4"/>
                    </a:cubicBezTo>
                    <a:cubicBezTo>
                      <a:pt x="111" y="4"/>
                      <a:pt x="111" y="4"/>
                      <a:pt x="110" y="4"/>
                    </a:cubicBezTo>
                    <a:cubicBezTo>
                      <a:pt x="110" y="4"/>
                      <a:pt x="110" y="4"/>
                      <a:pt x="110" y="4"/>
                    </a:cubicBezTo>
                    <a:cubicBezTo>
                      <a:pt x="110" y="4"/>
                      <a:pt x="110" y="4"/>
                      <a:pt x="110" y="4"/>
                    </a:cubicBezTo>
                    <a:cubicBezTo>
                      <a:pt x="110" y="4"/>
                      <a:pt x="110" y="4"/>
                      <a:pt x="110" y="4"/>
                    </a:cubicBezTo>
                    <a:cubicBezTo>
                      <a:pt x="110" y="4"/>
                      <a:pt x="110" y="4"/>
                      <a:pt x="110" y="4"/>
                    </a:cubicBezTo>
                    <a:cubicBezTo>
                      <a:pt x="110" y="4"/>
                      <a:pt x="110" y="4"/>
                      <a:pt x="110" y="4"/>
                    </a:cubicBezTo>
                    <a:cubicBezTo>
                      <a:pt x="110" y="4"/>
                      <a:pt x="110" y="4"/>
                      <a:pt x="110" y="4"/>
                    </a:cubicBezTo>
                    <a:cubicBezTo>
                      <a:pt x="110" y="4"/>
                      <a:pt x="110" y="4"/>
                      <a:pt x="110" y="4"/>
                    </a:cubicBezTo>
                    <a:cubicBezTo>
                      <a:pt x="110" y="4"/>
                      <a:pt x="110" y="4"/>
                      <a:pt x="110" y="4"/>
                    </a:cubicBezTo>
                    <a:cubicBezTo>
                      <a:pt x="109" y="4"/>
                      <a:pt x="109" y="4"/>
                      <a:pt x="109" y="4"/>
                    </a:cubicBezTo>
                    <a:cubicBezTo>
                      <a:pt x="109" y="4"/>
                      <a:pt x="109" y="4"/>
                      <a:pt x="109" y="4"/>
                    </a:cubicBezTo>
                    <a:cubicBezTo>
                      <a:pt x="109" y="4"/>
                      <a:pt x="109" y="4"/>
                      <a:pt x="109" y="4"/>
                    </a:cubicBezTo>
                    <a:cubicBezTo>
                      <a:pt x="109" y="4"/>
                      <a:pt x="109" y="4"/>
                      <a:pt x="109" y="4"/>
                    </a:cubicBezTo>
                    <a:cubicBezTo>
                      <a:pt x="109" y="4"/>
                      <a:pt x="109" y="4"/>
                      <a:pt x="109" y="4"/>
                    </a:cubicBezTo>
                    <a:cubicBezTo>
                      <a:pt x="109" y="4"/>
                      <a:pt x="109" y="4"/>
                      <a:pt x="109" y="4"/>
                    </a:cubicBezTo>
                    <a:cubicBezTo>
                      <a:pt x="109" y="4"/>
                      <a:pt x="109" y="5"/>
                      <a:pt x="109" y="5"/>
                    </a:cubicBezTo>
                    <a:cubicBezTo>
                      <a:pt x="110" y="5"/>
                      <a:pt x="110" y="4"/>
                      <a:pt x="110" y="4"/>
                    </a:cubicBezTo>
                    <a:cubicBezTo>
                      <a:pt x="110" y="4"/>
                      <a:pt x="110" y="4"/>
                      <a:pt x="110" y="4"/>
                    </a:cubicBezTo>
                    <a:cubicBezTo>
                      <a:pt x="110" y="4"/>
                      <a:pt x="110" y="5"/>
                      <a:pt x="110" y="5"/>
                    </a:cubicBezTo>
                    <a:cubicBezTo>
                      <a:pt x="110" y="5"/>
                      <a:pt x="110" y="5"/>
                      <a:pt x="110" y="5"/>
                    </a:cubicBezTo>
                    <a:cubicBezTo>
                      <a:pt x="110" y="5"/>
                      <a:pt x="110" y="5"/>
                      <a:pt x="110" y="5"/>
                    </a:cubicBezTo>
                    <a:cubicBezTo>
                      <a:pt x="110" y="5"/>
                      <a:pt x="110" y="5"/>
                      <a:pt x="110" y="5"/>
                    </a:cubicBezTo>
                    <a:cubicBezTo>
                      <a:pt x="110" y="5"/>
                      <a:pt x="109" y="5"/>
                      <a:pt x="109" y="5"/>
                    </a:cubicBezTo>
                    <a:cubicBezTo>
                      <a:pt x="109" y="5"/>
                      <a:pt x="109" y="5"/>
                      <a:pt x="109" y="5"/>
                    </a:cubicBezTo>
                    <a:cubicBezTo>
                      <a:pt x="109" y="5"/>
                      <a:pt x="109" y="5"/>
                      <a:pt x="109" y="5"/>
                    </a:cubicBezTo>
                    <a:cubicBezTo>
                      <a:pt x="109" y="5"/>
                      <a:pt x="109" y="5"/>
                      <a:pt x="109" y="5"/>
                    </a:cubicBezTo>
                    <a:cubicBezTo>
                      <a:pt x="109" y="5"/>
                      <a:pt x="109" y="5"/>
                      <a:pt x="109" y="5"/>
                    </a:cubicBezTo>
                    <a:cubicBezTo>
                      <a:pt x="109" y="5"/>
                      <a:pt x="108" y="5"/>
                      <a:pt x="108" y="5"/>
                    </a:cubicBezTo>
                    <a:cubicBezTo>
                      <a:pt x="108" y="5"/>
                      <a:pt x="108" y="5"/>
                      <a:pt x="108" y="5"/>
                    </a:cubicBezTo>
                    <a:cubicBezTo>
                      <a:pt x="108" y="5"/>
                      <a:pt x="108" y="5"/>
                      <a:pt x="108" y="5"/>
                    </a:cubicBezTo>
                    <a:cubicBezTo>
                      <a:pt x="108" y="5"/>
                      <a:pt x="108" y="5"/>
                      <a:pt x="108" y="5"/>
                    </a:cubicBezTo>
                    <a:cubicBezTo>
                      <a:pt x="108" y="5"/>
                      <a:pt x="108" y="5"/>
                      <a:pt x="108" y="5"/>
                    </a:cubicBezTo>
                    <a:cubicBezTo>
                      <a:pt x="108" y="5"/>
                      <a:pt x="108" y="5"/>
                      <a:pt x="108" y="5"/>
                    </a:cubicBezTo>
                    <a:cubicBezTo>
                      <a:pt x="108" y="5"/>
                      <a:pt x="108" y="5"/>
                      <a:pt x="108" y="5"/>
                    </a:cubicBezTo>
                    <a:cubicBezTo>
                      <a:pt x="108" y="5"/>
                      <a:pt x="108" y="5"/>
                      <a:pt x="108" y="5"/>
                    </a:cubicBezTo>
                    <a:cubicBezTo>
                      <a:pt x="108" y="5"/>
                      <a:pt x="108" y="5"/>
                      <a:pt x="108" y="5"/>
                    </a:cubicBezTo>
                    <a:cubicBezTo>
                      <a:pt x="108" y="5"/>
                      <a:pt x="108" y="5"/>
                      <a:pt x="107" y="5"/>
                    </a:cubicBezTo>
                    <a:cubicBezTo>
                      <a:pt x="107" y="5"/>
                      <a:pt x="107" y="5"/>
                      <a:pt x="107" y="5"/>
                    </a:cubicBezTo>
                    <a:cubicBezTo>
                      <a:pt x="107" y="5"/>
                      <a:pt x="107" y="5"/>
                      <a:pt x="107" y="5"/>
                    </a:cubicBezTo>
                    <a:cubicBezTo>
                      <a:pt x="107" y="6"/>
                      <a:pt x="107" y="6"/>
                      <a:pt x="106" y="6"/>
                    </a:cubicBezTo>
                    <a:cubicBezTo>
                      <a:pt x="106" y="6"/>
                      <a:pt x="106" y="6"/>
                      <a:pt x="106" y="6"/>
                    </a:cubicBezTo>
                    <a:cubicBezTo>
                      <a:pt x="106" y="6"/>
                      <a:pt x="106" y="6"/>
                      <a:pt x="106" y="6"/>
                    </a:cubicBezTo>
                    <a:cubicBezTo>
                      <a:pt x="106" y="6"/>
                      <a:pt x="106" y="6"/>
                      <a:pt x="106" y="6"/>
                    </a:cubicBezTo>
                    <a:cubicBezTo>
                      <a:pt x="106" y="6"/>
                      <a:pt x="106" y="6"/>
                      <a:pt x="106" y="6"/>
                    </a:cubicBezTo>
                    <a:cubicBezTo>
                      <a:pt x="106" y="6"/>
                      <a:pt x="106" y="6"/>
                      <a:pt x="106" y="6"/>
                    </a:cubicBezTo>
                    <a:cubicBezTo>
                      <a:pt x="106" y="6"/>
                      <a:pt x="106" y="6"/>
                      <a:pt x="106" y="6"/>
                    </a:cubicBezTo>
                    <a:cubicBezTo>
                      <a:pt x="106" y="6"/>
                      <a:pt x="106" y="6"/>
                      <a:pt x="106" y="6"/>
                    </a:cubicBezTo>
                    <a:cubicBezTo>
                      <a:pt x="106" y="6"/>
                      <a:pt x="106" y="6"/>
                      <a:pt x="106" y="6"/>
                    </a:cubicBezTo>
                    <a:cubicBezTo>
                      <a:pt x="106" y="6"/>
                      <a:pt x="106" y="6"/>
                      <a:pt x="106" y="6"/>
                    </a:cubicBezTo>
                    <a:cubicBezTo>
                      <a:pt x="106" y="6"/>
                      <a:pt x="106" y="6"/>
                      <a:pt x="106" y="7"/>
                    </a:cubicBezTo>
                    <a:cubicBezTo>
                      <a:pt x="106" y="7"/>
                      <a:pt x="106" y="7"/>
                      <a:pt x="106" y="7"/>
                    </a:cubicBezTo>
                    <a:cubicBezTo>
                      <a:pt x="106" y="7"/>
                      <a:pt x="106" y="7"/>
                      <a:pt x="106" y="7"/>
                    </a:cubicBezTo>
                    <a:cubicBezTo>
                      <a:pt x="106" y="7"/>
                      <a:pt x="106" y="7"/>
                      <a:pt x="106" y="7"/>
                    </a:cubicBezTo>
                    <a:cubicBezTo>
                      <a:pt x="106" y="7"/>
                      <a:pt x="106" y="7"/>
                      <a:pt x="106" y="7"/>
                    </a:cubicBezTo>
                    <a:cubicBezTo>
                      <a:pt x="106" y="7"/>
                      <a:pt x="106" y="7"/>
                      <a:pt x="106" y="7"/>
                    </a:cubicBezTo>
                    <a:cubicBezTo>
                      <a:pt x="106" y="7"/>
                      <a:pt x="106" y="7"/>
                      <a:pt x="106" y="7"/>
                    </a:cubicBezTo>
                    <a:cubicBezTo>
                      <a:pt x="106" y="7"/>
                      <a:pt x="106" y="7"/>
                      <a:pt x="106" y="7"/>
                    </a:cubicBezTo>
                    <a:cubicBezTo>
                      <a:pt x="106" y="7"/>
                      <a:pt x="106" y="7"/>
                      <a:pt x="106" y="7"/>
                    </a:cubicBezTo>
                    <a:cubicBezTo>
                      <a:pt x="106" y="7"/>
                      <a:pt x="106" y="7"/>
                      <a:pt x="106" y="7"/>
                    </a:cubicBezTo>
                    <a:cubicBezTo>
                      <a:pt x="106" y="7"/>
                      <a:pt x="106" y="7"/>
                      <a:pt x="105" y="7"/>
                    </a:cubicBezTo>
                    <a:cubicBezTo>
                      <a:pt x="105" y="7"/>
                      <a:pt x="105" y="7"/>
                      <a:pt x="105" y="7"/>
                    </a:cubicBezTo>
                    <a:cubicBezTo>
                      <a:pt x="105" y="7"/>
                      <a:pt x="105" y="7"/>
                      <a:pt x="105" y="7"/>
                    </a:cubicBezTo>
                    <a:cubicBezTo>
                      <a:pt x="105" y="7"/>
                      <a:pt x="105" y="7"/>
                      <a:pt x="105" y="7"/>
                    </a:cubicBezTo>
                    <a:cubicBezTo>
                      <a:pt x="105" y="7"/>
                      <a:pt x="105" y="7"/>
                      <a:pt x="105" y="7"/>
                    </a:cubicBezTo>
                    <a:cubicBezTo>
                      <a:pt x="105" y="7"/>
                      <a:pt x="105" y="7"/>
                      <a:pt x="105" y="7"/>
                    </a:cubicBezTo>
                    <a:cubicBezTo>
                      <a:pt x="106" y="7"/>
                      <a:pt x="106" y="7"/>
                      <a:pt x="106" y="7"/>
                    </a:cubicBezTo>
                    <a:cubicBezTo>
                      <a:pt x="106" y="7"/>
                      <a:pt x="106" y="8"/>
                      <a:pt x="106" y="8"/>
                    </a:cubicBezTo>
                    <a:cubicBezTo>
                      <a:pt x="106" y="8"/>
                      <a:pt x="106" y="8"/>
                      <a:pt x="106" y="8"/>
                    </a:cubicBezTo>
                    <a:cubicBezTo>
                      <a:pt x="106" y="8"/>
                      <a:pt x="106" y="8"/>
                      <a:pt x="106" y="8"/>
                    </a:cubicBezTo>
                    <a:cubicBezTo>
                      <a:pt x="106" y="8"/>
                      <a:pt x="106" y="8"/>
                      <a:pt x="106" y="8"/>
                    </a:cubicBezTo>
                    <a:cubicBezTo>
                      <a:pt x="106" y="8"/>
                      <a:pt x="106" y="8"/>
                      <a:pt x="106" y="8"/>
                    </a:cubicBezTo>
                    <a:cubicBezTo>
                      <a:pt x="106" y="8"/>
                      <a:pt x="106" y="8"/>
                      <a:pt x="106" y="8"/>
                    </a:cubicBezTo>
                    <a:cubicBezTo>
                      <a:pt x="106" y="8"/>
                      <a:pt x="106" y="8"/>
                      <a:pt x="106" y="8"/>
                    </a:cubicBezTo>
                    <a:cubicBezTo>
                      <a:pt x="106" y="8"/>
                      <a:pt x="106" y="8"/>
                      <a:pt x="106" y="8"/>
                    </a:cubicBezTo>
                    <a:cubicBezTo>
                      <a:pt x="106" y="8"/>
                      <a:pt x="106" y="8"/>
                      <a:pt x="107" y="8"/>
                    </a:cubicBezTo>
                    <a:cubicBezTo>
                      <a:pt x="107" y="9"/>
                      <a:pt x="107" y="9"/>
                      <a:pt x="107" y="9"/>
                    </a:cubicBezTo>
                    <a:cubicBezTo>
                      <a:pt x="107" y="9"/>
                      <a:pt x="107" y="9"/>
                      <a:pt x="107" y="9"/>
                    </a:cubicBezTo>
                    <a:cubicBezTo>
                      <a:pt x="107" y="9"/>
                      <a:pt x="106" y="9"/>
                      <a:pt x="106" y="9"/>
                    </a:cubicBezTo>
                    <a:cubicBezTo>
                      <a:pt x="106" y="9"/>
                      <a:pt x="106" y="9"/>
                      <a:pt x="106" y="9"/>
                    </a:cubicBezTo>
                    <a:cubicBezTo>
                      <a:pt x="106" y="9"/>
                      <a:pt x="106" y="9"/>
                      <a:pt x="106" y="9"/>
                    </a:cubicBezTo>
                    <a:cubicBezTo>
                      <a:pt x="106" y="9"/>
                      <a:pt x="106" y="9"/>
                      <a:pt x="106" y="9"/>
                    </a:cubicBezTo>
                    <a:cubicBezTo>
                      <a:pt x="106" y="9"/>
                      <a:pt x="105" y="9"/>
                      <a:pt x="105" y="9"/>
                    </a:cubicBezTo>
                    <a:cubicBezTo>
                      <a:pt x="105" y="9"/>
                      <a:pt x="105" y="9"/>
                      <a:pt x="105" y="9"/>
                    </a:cubicBezTo>
                    <a:cubicBezTo>
                      <a:pt x="105" y="9"/>
                      <a:pt x="105" y="9"/>
                      <a:pt x="105" y="9"/>
                    </a:cubicBezTo>
                    <a:cubicBezTo>
                      <a:pt x="105" y="9"/>
                      <a:pt x="105" y="9"/>
                      <a:pt x="105" y="9"/>
                    </a:cubicBezTo>
                    <a:cubicBezTo>
                      <a:pt x="105" y="9"/>
                      <a:pt x="105" y="9"/>
                      <a:pt x="105" y="9"/>
                    </a:cubicBezTo>
                    <a:cubicBezTo>
                      <a:pt x="105" y="9"/>
                      <a:pt x="105" y="9"/>
                      <a:pt x="104" y="9"/>
                    </a:cubicBezTo>
                    <a:cubicBezTo>
                      <a:pt x="104" y="9"/>
                      <a:pt x="104" y="9"/>
                      <a:pt x="104" y="9"/>
                    </a:cubicBezTo>
                    <a:cubicBezTo>
                      <a:pt x="103" y="9"/>
                      <a:pt x="103" y="9"/>
                      <a:pt x="103" y="9"/>
                    </a:cubicBezTo>
                    <a:cubicBezTo>
                      <a:pt x="103" y="9"/>
                      <a:pt x="103" y="9"/>
                      <a:pt x="103" y="9"/>
                    </a:cubicBezTo>
                    <a:cubicBezTo>
                      <a:pt x="103" y="9"/>
                      <a:pt x="103" y="9"/>
                      <a:pt x="103" y="9"/>
                    </a:cubicBezTo>
                    <a:cubicBezTo>
                      <a:pt x="102" y="9"/>
                      <a:pt x="102" y="9"/>
                      <a:pt x="102" y="9"/>
                    </a:cubicBezTo>
                    <a:cubicBezTo>
                      <a:pt x="102" y="9"/>
                      <a:pt x="102" y="10"/>
                      <a:pt x="102" y="10"/>
                    </a:cubicBezTo>
                    <a:cubicBezTo>
                      <a:pt x="102" y="10"/>
                      <a:pt x="102" y="10"/>
                      <a:pt x="102" y="10"/>
                    </a:cubicBezTo>
                    <a:cubicBezTo>
                      <a:pt x="102" y="10"/>
                      <a:pt x="102" y="10"/>
                      <a:pt x="102" y="10"/>
                    </a:cubicBezTo>
                    <a:cubicBezTo>
                      <a:pt x="102" y="10"/>
                      <a:pt x="102" y="10"/>
                      <a:pt x="102" y="10"/>
                    </a:cubicBezTo>
                    <a:cubicBezTo>
                      <a:pt x="102" y="10"/>
                      <a:pt x="103" y="11"/>
                      <a:pt x="103" y="11"/>
                    </a:cubicBezTo>
                    <a:cubicBezTo>
                      <a:pt x="103" y="11"/>
                      <a:pt x="103" y="11"/>
                      <a:pt x="103" y="11"/>
                    </a:cubicBezTo>
                    <a:cubicBezTo>
                      <a:pt x="103" y="11"/>
                      <a:pt x="103" y="11"/>
                      <a:pt x="103" y="11"/>
                    </a:cubicBezTo>
                    <a:cubicBezTo>
                      <a:pt x="103" y="11"/>
                      <a:pt x="103" y="11"/>
                      <a:pt x="103" y="11"/>
                    </a:cubicBezTo>
                    <a:cubicBezTo>
                      <a:pt x="103" y="12"/>
                      <a:pt x="103" y="12"/>
                      <a:pt x="104" y="12"/>
                    </a:cubicBezTo>
                    <a:cubicBezTo>
                      <a:pt x="104" y="12"/>
                      <a:pt x="104" y="12"/>
                      <a:pt x="104" y="12"/>
                    </a:cubicBezTo>
                    <a:cubicBezTo>
                      <a:pt x="104" y="12"/>
                      <a:pt x="105" y="12"/>
                      <a:pt x="105" y="12"/>
                    </a:cubicBezTo>
                    <a:cubicBezTo>
                      <a:pt x="105" y="12"/>
                      <a:pt x="105" y="12"/>
                      <a:pt x="105" y="12"/>
                    </a:cubicBezTo>
                    <a:cubicBezTo>
                      <a:pt x="105" y="12"/>
                      <a:pt x="105" y="12"/>
                      <a:pt x="105" y="12"/>
                    </a:cubicBezTo>
                    <a:cubicBezTo>
                      <a:pt x="105" y="12"/>
                      <a:pt x="105" y="12"/>
                      <a:pt x="105" y="12"/>
                    </a:cubicBezTo>
                    <a:cubicBezTo>
                      <a:pt x="105" y="12"/>
                      <a:pt x="105" y="12"/>
                      <a:pt x="105" y="12"/>
                    </a:cubicBezTo>
                    <a:cubicBezTo>
                      <a:pt x="105" y="12"/>
                      <a:pt x="105" y="12"/>
                      <a:pt x="105" y="12"/>
                    </a:cubicBezTo>
                    <a:cubicBezTo>
                      <a:pt x="105" y="13"/>
                      <a:pt x="105" y="13"/>
                      <a:pt x="105" y="13"/>
                    </a:cubicBezTo>
                    <a:cubicBezTo>
                      <a:pt x="106" y="13"/>
                      <a:pt x="106" y="13"/>
                      <a:pt x="106" y="13"/>
                    </a:cubicBezTo>
                    <a:cubicBezTo>
                      <a:pt x="106" y="13"/>
                      <a:pt x="106" y="13"/>
                      <a:pt x="106" y="13"/>
                    </a:cubicBezTo>
                    <a:cubicBezTo>
                      <a:pt x="106" y="13"/>
                      <a:pt x="106" y="13"/>
                      <a:pt x="106" y="13"/>
                    </a:cubicBezTo>
                    <a:cubicBezTo>
                      <a:pt x="105" y="13"/>
                      <a:pt x="106" y="13"/>
                      <a:pt x="106" y="13"/>
                    </a:cubicBezTo>
                    <a:cubicBezTo>
                      <a:pt x="106" y="13"/>
                      <a:pt x="106" y="13"/>
                      <a:pt x="106" y="13"/>
                    </a:cubicBezTo>
                    <a:cubicBezTo>
                      <a:pt x="106" y="13"/>
                      <a:pt x="106" y="13"/>
                      <a:pt x="106" y="13"/>
                    </a:cubicBezTo>
                    <a:cubicBezTo>
                      <a:pt x="106" y="13"/>
                      <a:pt x="106" y="13"/>
                      <a:pt x="106" y="14"/>
                    </a:cubicBezTo>
                    <a:cubicBezTo>
                      <a:pt x="106" y="14"/>
                      <a:pt x="106" y="14"/>
                      <a:pt x="106" y="14"/>
                    </a:cubicBezTo>
                    <a:cubicBezTo>
                      <a:pt x="106" y="14"/>
                      <a:pt x="106" y="14"/>
                      <a:pt x="106" y="14"/>
                    </a:cubicBezTo>
                    <a:cubicBezTo>
                      <a:pt x="106" y="15"/>
                      <a:pt x="106" y="15"/>
                      <a:pt x="106" y="15"/>
                    </a:cubicBezTo>
                    <a:cubicBezTo>
                      <a:pt x="106" y="15"/>
                      <a:pt x="107" y="15"/>
                      <a:pt x="107" y="15"/>
                    </a:cubicBezTo>
                    <a:cubicBezTo>
                      <a:pt x="107" y="15"/>
                      <a:pt x="107" y="15"/>
                      <a:pt x="107" y="15"/>
                    </a:cubicBezTo>
                    <a:cubicBezTo>
                      <a:pt x="107" y="15"/>
                      <a:pt x="106" y="15"/>
                      <a:pt x="106" y="15"/>
                    </a:cubicBezTo>
                    <a:cubicBezTo>
                      <a:pt x="106" y="16"/>
                      <a:pt x="107" y="16"/>
                      <a:pt x="107" y="16"/>
                    </a:cubicBezTo>
                    <a:cubicBezTo>
                      <a:pt x="107" y="16"/>
                      <a:pt x="107" y="16"/>
                      <a:pt x="107" y="16"/>
                    </a:cubicBezTo>
                    <a:cubicBezTo>
                      <a:pt x="107" y="16"/>
                      <a:pt x="107" y="16"/>
                      <a:pt x="107" y="16"/>
                    </a:cubicBezTo>
                    <a:cubicBezTo>
                      <a:pt x="107" y="16"/>
                      <a:pt x="107" y="16"/>
                      <a:pt x="107" y="16"/>
                    </a:cubicBezTo>
                    <a:cubicBezTo>
                      <a:pt x="108" y="16"/>
                      <a:pt x="108" y="16"/>
                      <a:pt x="108" y="16"/>
                    </a:cubicBezTo>
                    <a:cubicBezTo>
                      <a:pt x="108" y="17"/>
                      <a:pt x="108" y="17"/>
                      <a:pt x="108" y="17"/>
                    </a:cubicBezTo>
                    <a:cubicBezTo>
                      <a:pt x="108" y="17"/>
                      <a:pt x="107" y="16"/>
                      <a:pt x="107" y="16"/>
                    </a:cubicBezTo>
                    <a:cubicBezTo>
                      <a:pt x="107" y="16"/>
                      <a:pt x="107" y="16"/>
                      <a:pt x="107" y="16"/>
                    </a:cubicBezTo>
                    <a:cubicBezTo>
                      <a:pt x="107" y="16"/>
                      <a:pt x="107" y="16"/>
                      <a:pt x="107" y="16"/>
                    </a:cubicBezTo>
                    <a:cubicBezTo>
                      <a:pt x="107" y="16"/>
                      <a:pt x="107" y="16"/>
                      <a:pt x="107" y="16"/>
                    </a:cubicBezTo>
                    <a:cubicBezTo>
                      <a:pt x="107" y="16"/>
                      <a:pt x="107" y="16"/>
                      <a:pt x="107" y="16"/>
                    </a:cubicBezTo>
                    <a:cubicBezTo>
                      <a:pt x="107" y="16"/>
                      <a:pt x="107" y="16"/>
                      <a:pt x="107" y="16"/>
                    </a:cubicBezTo>
                    <a:cubicBezTo>
                      <a:pt x="107" y="16"/>
                      <a:pt x="107" y="16"/>
                      <a:pt x="107" y="16"/>
                    </a:cubicBezTo>
                    <a:cubicBezTo>
                      <a:pt x="107" y="16"/>
                      <a:pt x="107" y="16"/>
                      <a:pt x="106" y="16"/>
                    </a:cubicBezTo>
                    <a:cubicBezTo>
                      <a:pt x="106" y="16"/>
                      <a:pt x="106" y="16"/>
                      <a:pt x="106" y="15"/>
                    </a:cubicBezTo>
                    <a:cubicBezTo>
                      <a:pt x="106" y="15"/>
                      <a:pt x="106" y="15"/>
                      <a:pt x="106" y="15"/>
                    </a:cubicBezTo>
                    <a:cubicBezTo>
                      <a:pt x="106" y="15"/>
                      <a:pt x="106" y="15"/>
                      <a:pt x="106" y="15"/>
                    </a:cubicBezTo>
                    <a:cubicBezTo>
                      <a:pt x="106" y="15"/>
                      <a:pt x="106" y="15"/>
                      <a:pt x="106" y="15"/>
                    </a:cubicBezTo>
                    <a:cubicBezTo>
                      <a:pt x="106" y="15"/>
                      <a:pt x="106" y="15"/>
                      <a:pt x="106" y="15"/>
                    </a:cubicBezTo>
                    <a:cubicBezTo>
                      <a:pt x="106" y="15"/>
                      <a:pt x="106" y="15"/>
                      <a:pt x="106" y="15"/>
                    </a:cubicBezTo>
                    <a:cubicBezTo>
                      <a:pt x="106" y="15"/>
                      <a:pt x="106" y="15"/>
                      <a:pt x="106" y="15"/>
                    </a:cubicBezTo>
                    <a:cubicBezTo>
                      <a:pt x="106" y="15"/>
                      <a:pt x="106" y="14"/>
                      <a:pt x="106" y="14"/>
                    </a:cubicBezTo>
                    <a:cubicBezTo>
                      <a:pt x="106" y="14"/>
                      <a:pt x="106" y="14"/>
                      <a:pt x="106" y="14"/>
                    </a:cubicBezTo>
                    <a:cubicBezTo>
                      <a:pt x="106" y="14"/>
                      <a:pt x="106" y="14"/>
                      <a:pt x="106" y="14"/>
                    </a:cubicBezTo>
                    <a:cubicBezTo>
                      <a:pt x="106" y="14"/>
                      <a:pt x="105" y="14"/>
                      <a:pt x="105" y="14"/>
                    </a:cubicBezTo>
                    <a:cubicBezTo>
                      <a:pt x="105" y="14"/>
                      <a:pt x="105" y="14"/>
                      <a:pt x="105" y="14"/>
                    </a:cubicBezTo>
                    <a:cubicBezTo>
                      <a:pt x="105" y="14"/>
                      <a:pt x="105" y="14"/>
                      <a:pt x="105" y="14"/>
                    </a:cubicBezTo>
                    <a:cubicBezTo>
                      <a:pt x="105" y="14"/>
                      <a:pt x="105" y="14"/>
                      <a:pt x="105" y="14"/>
                    </a:cubicBezTo>
                    <a:cubicBezTo>
                      <a:pt x="105" y="14"/>
                      <a:pt x="105" y="14"/>
                      <a:pt x="105" y="14"/>
                    </a:cubicBezTo>
                    <a:cubicBezTo>
                      <a:pt x="105" y="14"/>
                      <a:pt x="105" y="14"/>
                      <a:pt x="105" y="14"/>
                    </a:cubicBezTo>
                    <a:cubicBezTo>
                      <a:pt x="105" y="14"/>
                      <a:pt x="105" y="14"/>
                      <a:pt x="105" y="14"/>
                    </a:cubicBezTo>
                    <a:cubicBezTo>
                      <a:pt x="105" y="14"/>
                      <a:pt x="105" y="14"/>
                      <a:pt x="105" y="14"/>
                    </a:cubicBezTo>
                    <a:cubicBezTo>
                      <a:pt x="105" y="14"/>
                      <a:pt x="105" y="14"/>
                      <a:pt x="105" y="14"/>
                    </a:cubicBezTo>
                    <a:cubicBezTo>
                      <a:pt x="105" y="13"/>
                      <a:pt x="105" y="13"/>
                      <a:pt x="105" y="13"/>
                    </a:cubicBezTo>
                    <a:cubicBezTo>
                      <a:pt x="105" y="13"/>
                      <a:pt x="105" y="13"/>
                      <a:pt x="105" y="13"/>
                    </a:cubicBezTo>
                    <a:cubicBezTo>
                      <a:pt x="105" y="13"/>
                      <a:pt x="105" y="13"/>
                      <a:pt x="105" y="13"/>
                    </a:cubicBezTo>
                    <a:cubicBezTo>
                      <a:pt x="105" y="13"/>
                      <a:pt x="105" y="13"/>
                      <a:pt x="105" y="13"/>
                    </a:cubicBezTo>
                    <a:cubicBezTo>
                      <a:pt x="105" y="13"/>
                      <a:pt x="105" y="13"/>
                      <a:pt x="105" y="13"/>
                    </a:cubicBezTo>
                    <a:cubicBezTo>
                      <a:pt x="105" y="13"/>
                      <a:pt x="105" y="13"/>
                      <a:pt x="105" y="13"/>
                    </a:cubicBezTo>
                    <a:cubicBezTo>
                      <a:pt x="105" y="13"/>
                      <a:pt x="105" y="13"/>
                      <a:pt x="105" y="13"/>
                    </a:cubicBezTo>
                    <a:cubicBezTo>
                      <a:pt x="105" y="13"/>
                      <a:pt x="105" y="13"/>
                      <a:pt x="104" y="13"/>
                    </a:cubicBezTo>
                    <a:cubicBezTo>
                      <a:pt x="104" y="13"/>
                      <a:pt x="104" y="13"/>
                      <a:pt x="104" y="13"/>
                    </a:cubicBezTo>
                    <a:cubicBezTo>
                      <a:pt x="104" y="13"/>
                      <a:pt x="104" y="13"/>
                      <a:pt x="104" y="13"/>
                    </a:cubicBezTo>
                    <a:cubicBezTo>
                      <a:pt x="104" y="12"/>
                      <a:pt x="104" y="12"/>
                      <a:pt x="104" y="12"/>
                    </a:cubicBezTo>
                    <a:cubicBezTo>
                      <a:pt x="103" y="12"/>
                      <a:pt x="103" y="12"/>
                      <a:pt x="103" y="12"/>
                    </a:cubicBezTo>
                    <a:cubicBezTo>
                      <a:pt x="103" y="12"/>
                      <a:pt x="103" y="12"/>
                      <a:pt x="103" y="12"/>
                    </a:cubicBezTo>
                    <a:cubicBezTo>
                      <a:pt x="103" y="12"/>
                      <a:pt x="103" y="12"/>
                      <a:pt x="103" y="12"/>
                    </a:cubicBezTo>
                    <a:cubicBezTo>
                      <a:pt x="103" y="12"/>
                      <a:pt x="103" y="12"/>
                      <a:pt x="103" y="12"/>
                    </a:cubicBezTo>
                    <a:cubicBezTo>
                      <a:pt x="103" y="12"/>
                      <a:pt x="103" y="12"/>
                      <a:pt x="103" y="12"/>
                    </a:cubicBezTo>
                    <a:cubicBezTo>
                      <a:pt x="103" y="12"/>
                      <a:pt x="103" y="12"/>
                      <a:pt x="103" y="12"/>
                    </a:cubicBezTo>
                    <a:cubicBezTo>
                      <a:pt x="102" y="12"/>
                      <a:pt x="102" y="12"/>
                      <a:pt x="102" y="12"/>
                    </a:cubicBezTo>
                    <a:cubicBezTo>
                      <a:pt x="102" y="12"/>
                      <a:pt x="102" y="12"/>
                      <a:pt x="102" y="12"/>
                    </a:cubicBezTo>
                    <a:cubicBezTo>
                      <a:pt x="102" y="12"/>
                      <a:pt x="102" y="12"/>
                      <a:pt x="102" y="12"/>
                    </a:cubicBezTo>
                    <a:cubicBezTo>
                      <a:pt x="102" y="12"/>
                      <a:pt x="102" y="12"/>
                      <a:pt x="102" y="12"/>
                    </a:cubicBezTo>
                    <a:cubicBezTo>
                      <a:pt x="102" y="12"/>
                      <a:pt x="102" y="12"/>
                      <a:pt x="102" y="12"/>
                    </a:cubicBezTo>
                    <a:cubicBezTo>
                      <a:pt x="101" y="12"/>
                      <a:pt x="101" y="12"/>
                      <a:pt x="101" y="12"/>
                    </a:cubicBezTo>
                    <a:cubicBezTo>
                      <a:pt x="101" y="12"/>
                      <a:pt x="101" y="12"/>
                      <a:pt x="101" y="12"/>
                    </a:cubicBezTo>
                    <a:cubicBezTo>
                      <a:pt x="101" y="12"/>
                      <a:pt x="101" y="12"/>
                      <a:pt x="101" y="12"/>
                    </a:cubicBezTo>
                    <a:cubicBezTo>
                      <a:pt x="101" y="12"/>
                      <a:pt x="101" y="12"/>
                      <a:pt x="101" y="12"/>
                    </a:cubicBezTo>
                    <a:cubicBezTo>
                      <a:pt x="101" y="12"/>
                      <a:pt x="101" y="12"/>
                      <a:pt x="101" y="12"/>
                    </a:cubicBezTo>
                    <a:cubicBezTo>
                      <a:pt x="101" y="12"/>
                      <a:pt x="101" y="13"/>
                      <a:pt x="101" y="13"/>
                    </a:cubicBezTo>
                    <a:cubicBezTo>
                      <a:pt x="101" y="13"/>
                      <a:pt x="101" y="13"/>
                      <a:pt x="101" y="13"/>
                    </a:cubicBezTo>
                    <a:cubicBezTo>
                      <a:pt x="101" y="13"/>
                      <a:pt x="101" y="13"/>
                      <a:pt x="101" y="13"/>
                    </a:cubicBezTo>
                    <a:cubicBezTo>
                      <a:pt x="101" y="13"/>
                      <a:pt x="101" y="13"/>
                      <a:pt x="101" y="12"/>
                    </a:cubicBezTo>
                    <a:cubicBezTo>
                      <a:pt x="101" y="12"/>
                      <a:pt x="101" y="12"/>
                      <a:pt x="101" y="12"/>
                    </a:cubicBezTo>
                    <a:cubicBezTo>
                      <a:pt x="100" y="12"/>
                      <a:pt x="100" y="12"/>
                      <a:pt x="100" y="12"/>
                    </a:cubicBezTo>
                    <a:cubicBezTo>
                      <a:pt x="100" y="12"/>
                      <a:pt x="100" y="12"/>
                      <a:pt x="100" y="12"/>
                    </a:cubicBezTo>
                    <a:cubicBezTo>
                      <a:pt x="100" y="12"/>
                      <a:pt x="100" y="12"/>
                      <a:pt x="100" y="12"/>
                    </a:cubicBezTo>
                    <a:cubicBezTo>
                      <a:pt x="100" y="13"/>
                      <a:pt x="100" y="13"/>
                      <a:pt x="100" y="13"/>
                    </a:cubicBezTo>
                    <a:cubicBezTo>
                      <a:pt x="100" y="13"/>
                      <a:pt x="100" y="13"/>
                      <a:pt x="101" y="14"/>
                    </a:cubicBezTo>
                    <a:cubicBezTo>
                      <a:pt x="101" y="14"/>
                      <a:pt x="101" y="14"/>
                      <a:pt x="101" y="14"/>
                    </a:cubicBezTo>
                    <a:cubicBezTo>
                      <a:pt x="101" y="14"/>
                      <a:pt x="101" y="14"/>
                      <a:pt x="101" y="14"/>
                    </a:cubicBezTo>
                    <a:cubicBezTo>
                      <a:pt x="101" y="14"/>
                      <a:pt x="101" y="14"/>
                      <a:pt x="101" y="14"/>
                    </a:cubicBezTo>
                    <a:cubicBezTo>
                      <a:pt x="101" y="14"/>
                      <a:pt x="101" y="14"/>
                      <a:pt x="101" y="14"/>
                    </a:cubicBezTo>
                    <a:cubicBezTo>
                      <a:pt x="101" y="14"/>
                      <a:pt x="101" y="14"/>
                      <a:pt x="101" y="14"/>
                    </a:cubicBezTo>
                    <a:cubicBezTo>
                      <a:pt x="101" y="14"/>
                      <a:pt x="101" y="14"/>
                      <a:pt x="101" y="14"/>
                    </a:cubicBezTo>
                    <a:cubicBezTo>
                      <a:pt x="101" y="14"/>
                      <a:pt x="101" y="14"/>
                      <a:pt x="102" y="14"/>
                    </a:cubicBezTo>
                    <a:cubicBezTo>
                      <a:pt x="102" y="14"/>
                      <a:pt x="102" y="14"/>
                      <a:pt x="102" y="14"/>
                    </a:cubicBezTo>
                    <a:cubicBezTo>
                      <a:pt x="102" y="14"/>
                      <a:pt x="102" y="14"/>
                      <a:pt x="102" y="14"/>
                    </a:cubicBezTo>
                    <a:cubicBezTo>
                      <a:pt x="102" y="14"/>
                      <a:pt x="102" y="14"/>
                      <a:pt x="102" y="14"/>
                    </a:cubicBezTo>
                    <a:cubicBezTo>
                      <a:pt x="102" y="14"/>
                      <a:pt x="102" y="14"/>
                      <a:pt x="102" y="14"/>
                    </a:cubicBezTo>
                    <a:cubicBezTo>
                      <a:pt x="102" y="14"/>
                      <a:pt x="102" y="14"/>
                      <a:pt x="102" y="14"/>
                    </a:cubicBezTo>
                    <a:cubicBezTo>
                      <a:pt x="102" y="14"/>
                      <a:pt x="102" y="14"/>
                      <a:pt x="102" y="14"/>
                    </a:cubicBezTo>
                    <a:cubicBezTo>
                      <a:pt x="102" y="14"/>
                      <a:pt x="102" y="14"/>
                      <a:pt x="102" y="14"/>
                    </a:cubicBezTo>
                    <a:cubicBezTo>
                      <a:pt x="102" y="14"/>
                      <a:pt x="102" y="14"/>
                      <a:pt x="102" y="14"/>
                    </a:cubicBezTo>
                    <a:cubicBezTo>
                      <a:pt x="102" y="14"/>
                      <a:pt x="102" y="14"/>
                      <a:pt x="101" y="14"/>
                    </a:cubicBezTo>
                    <a:cubicBezTo>
                      <a:pt x="101" y="14"/>
                      <a:pt x="101" y="14"/>
                      <a:pt x="101" y="14"/>
                    </a:cubicBezTo>
                    <a:cubicBezTo>
                      <a:pt x="101" y="14"/>
                      <a:pt x="101" y="14"/>
                      <a:pt x="101" y="14"/>
                    </a:cubicBezTo>
                    <a:cubicBezTo>
                      <a:pt x="101" y="14"/>
                      <a:pt x="101" y="14"/>
                      <a:pt x="101" y="14"/>
                    </a:cubicBezTo>
                    <a:cubicBezTo>
                      <a:pt x="101" y="14"/>
                      <a:pt x="101" y="14"/>
                      <a:pt x="101" y="14"/>
                    </a:cubicBezTo>
                    <a:cubicBezTo>
                      <a:pt x="101" y="14"/>
                      <a:pt x="101" y="14"/>
                      <a:pt x="101" y="14"/>
                    </a:cubicBezTo>
                    <a:cubicBezTo>
                      <a:pt x="101" y="14"/>
                      <a:pt x="100" y="14"/>
                      <a:pt x="100" y="14"/>
                    </a:cubicBezTo>
                    <a:cubicBezTo>
                      <a:pt x="100" y="14"/>
                      <a:pt x="100" y="14"/>
                      <a:pt x="100" y="14"/>
                    </a:cubicBezTo>
                    <a:cubicBezTo>
                      <a:pt x="100" y="14"/>
                      <a:pt x="100" y="14"/>
                      <a:pt x="100" y="14"/>
                    </a:cubicBezTo>
                    <a:cubicBezTo>
                      <a:pt x="100" y="14"/>
                      <a:pt x="100" y="14"/>
                      <a:pt x="100" y="14"/>
                    </a:cubicBezTo>
                    <a:cubicBezTo>
                      <a:pt x="100" y="14"/>
                      <a:pt x="100" y="14"/>
                      <a:pt x="99" y="14"/>
                    </a:cubicBezTo>
                    <a:cubicBezTo>
                      <a:pt x="99" y="14"/>
                      <a:pt x="100" y="14"/>
                      <a:pt x="100" y="14"/>
                    </a:cubicBezTo>
                    <a:cubicBezTo>
                      <a:pt x="100" y="13"/>
                      <a:pt x="99" y="13"/>
                      <a:pt x="99" y="13"/>
                    </a:cubicBezTo>
                    <a:cubicBezTo>
                      <a:pt x="99" y="13"/>
                      <a:pt x="99" y="13"/>
                      <a:pt x="99" y="13"/>
                    </a:cubicBezTo>
                    <a:cubicBezTo>
                      <a:pt x="99" y="13"/>
                      <a:pt x="99" y="13"/>
                      <a:pt x="99" y="13"/>
                    </a:cubicBezTo>
                    <a:cubicBezTo>
                      <a:pt x="99" y="13"/>
                      <a:pt x="99" y="13"/>
                      <a:pt x="99" y="13"/>
                    </a:cubicBezTo>
                    <a:cubicBezTo>
                      <a:pt x="99" y="13"/>
                      <a:pt x="99" y="12"/>
                      <a:pt x="99" y="12"/>
                    </a:cubicBezTo>
                    <a:cubicBezTo>
                      <a:pt x="99" y="12"/>
                      <a:pt x="99" y="12"/>
                      <a:pt x="99" y="12"/>
                    </a:cubicBezTo>
                    <a:cubicBezTo>
                      <a:pt x="99" y="12"/>
                      <a:pt x="99" y="12"/>
                      <a:pt x="99" y="12"/>
                    </a:cubicBezTo>
                    <a:cubicBezTo>
                      <a:pt x="99" y="12"/>
                      <a:pt x="99" y="12"/>
                      <a:pt x="99" y="12"/>
                    </a:cubicBezTo>
                    <a:cubicBezTo>
                      <a:pt x="99" y="11"/>
                      <a:pt x="99" y="11"/>
                      <a:pt x="99" y="11"/>
                    </a:cubicBezTo>
                    <a:cubicBezTo>
                      <a:pt x="99" y="11"/>
                      <a:pt x="99" y="11"/>
                      <a:pt x="99" y="11"/>
                    </a:cubicBezTo>
                    <a:cubicBezTo>
                      <a:pt x="99" y="11"/>
                      <a:pt x="99" y="11"/>
                      <a:pt x="99" y="11"/>
                    </a:cubicBezTo>
                    <a:cubicBezTo>
                      <a:pt x="99" y="11"/>
                      <a:pt x="99" y="11"/>
                      <a:pt x="99" y="11"/>
                    </a:cubicBezTo>
                    <a:cubicBezTo>
                      <a:pt x="99" y="11"/>
                      <a:pt x="99" y="11"/>
                      <a:pt x="99" y="11"/>
                    </a:cubicBezTo>
                    <a:cubicBezTo>
                      <a:pt x="99" y="11"/>
                      <a:pt x="99" y="11"/>
                      <a:pt x="99" y="11"/>
                    </a:cubicBezTo>
                    <a:cubicBezTo>
                      <a:pt x="99" y="11"/>
                      <a:pt x="98" y="11"/>
                      <a:pt x="98" y="11"/>
                    </a:cubicBezTo>
                    <a:cubicBezTo>
                      <a:pt x="98" y="11"/>
                      <a:pt x="98" y="11"/>
                      <a:pt x="99" y="11"/>
                    </a:cubicBezTo>
                    <a:cubicBezTo>
                      <a:pt x="99" y="11"/>
                      <a:pt x="99" y="12"/>
                      <a:pt x="99" y="12"/>
                    </a:cubicBezTo>
                    <a:cubicBezTo>
                      <a:pt x="99" y="12"/>
                      <a:pt x="99" y="12"/>
                      <a:pt x="99" y="12"/>
                    </a:cubicBezTo>
                    <a:cubicBezTo>
                      <a:pt x="99" y="12"/>
                      <a:pt x="99" y="12"/>
                      <a:pt x="99" y="12"/>
                    </a:cubicBezTo>
                    <a:cubicBezTo>
                      <a:pt x="99" y="12"/>
                      <a:pt x="99" y="12"/>
                      <a:pt x="99" y="12"/>
                    </a:cubicBezTo>
                    <a:cubicBezTo>
                      <a:pt x="99" y="12"/>
                      <a:pt x="99" y="12"/>
                      <a:pt x="99" y="12"/>
                    </a:cubicBezTo>
                    <a:cubicBezTo>
                      <a:pt x="99" y="13"/>
                      <a:pt x="98" y="13"/>
                      <a:pt x="98" y="13"/>
                    </a:cubicBezTo>
                    <a:cubicBezTo>
                      <a:pt x="98" y="13"/>
                      <a:pt x="98" y="13"/>
                      <a:pt x="98" y="13"/>
                    </a:cubicBezTo>
                    <a:cubicBezTo>
                      <a:pt x="98" y="13"/>
                      <a:pt x="98" y="13"/>
                      <a:pt x="98" y="13"/>
                    </a:cubicBezTo>
                    <a:cubicBezTo>
                      <a:pt x="98" y="14"/>
                      <a:pt x="98" y="14"/>
                      <a:pt x="98" y="14"/>
                    </a:cubicBezTo>
                    <a:cubicBezTo>
                      <a:pt x="98" y="14"/>
                      <a:pt x="98" y="14"/>
                      <a:pt x="99" y="14"/>
                    </a:cubicBezTo>
                    <a:cubicBezTo>
                      <a:pt x="99" y="15"/>
                      <a:pt x="99" y="15"/>
                      <a:pt x="99" y="15"/>
                    </a:cubicBezTo>
                    <a:cubicBezTo>
                      <a:pt x="99" y="15"/>
                      <a:pt x="99" y="16"/>
                      <a:pt x="99" y="16"/>
                    </a:cubicBezTo>
                    <a:cubicBezTo>
                      <a:pt x="99" y="16"/>
                      <a:pt x="99" y="16"/>
                      <a:pt x="99" y="16"/>
                    </a:cubicBezTo>
                    <a:cubicBezTo>
                      <a:pt x="99" y="16"/>
                      <a:pt x="99" y="16"/>
                      <a:pt x="99" y="16"/>
                    </a:cubicBezTo>
                    <a:cubicBezTo>
                      <a:pt x="99" y="16"/>
                      <a:pt x="99" y="16"/>
                      <a:pt x="99" y="16"/>
                    </a:cubicBezTo>
                    <a:cubicBezTo>
                      <a:pt x="99" y="16"/>
                      <a:pt x="99" y="16"/>
                      <a:pt x="99" y="17"/>
                    </a:cubicBezTo>
                    <a:cubicBezTo>
                      <a:pt x="99" y="17"/>
                      <a:pt x="99" y="17"/>
                      <a:pt x="99" y="17"/>
                    </a:cubicBezTo>
                    <a:cubicBezTo>
                      <a:pt x="99" y="17"/>
                      <a:pt x="99" y="17"/>
                      <a:pt x="99" y="17"/>
                    </a:cubicBezTo>
                    <a:cubicBezTo>
                      <a:pt x="99" y="17"/>
                      <a:pt x="99" y="17"/>
                      <a:pt x="99" y="18"/>
                    </a:cubicBezTo>
                    <a:cubicBezTo>
                      <a:pt x="99" y="18"/>
                      <a:pt x="99" y="18"/>
                      <a:pt x="99" y="18"/>
                    </a:cubicBezTo>
                    <a:cubicBezTo>
                      <a:pt x="99" y="18"/>
                      <a:pt x="100" y="18"/>
                      <a:pt x="100" y="18"/>
                    </a:cubicBezTo>
                    <a:cubicBezTo>
                      <a:pt x="100" y="18"/>
                      <a:pt x="100" y="18"/>
                      <a:pt x="100" y="18"/>
                    </a:cubicBezTo>
                    <a:cubicBezTo>
                      <a:pt x="100" y="18"/>
                      <a:pt x="100" y="18"/>
                      <a:pt x="100" y="18"/>
                    </a:cubicBezTo>
                    <a:cubicBezTo>
                      <a:pt x="100" y="18"/>
                      <a:pt x="100" y="18"/>
                      <a:pt x="100" y="18"/>
                    </a:cubicBezTo>
                    <a:cubicBezTo>
                      <a:pt x="100" y="18"/>
                      <a:pt x="100" y="18"/>
                      <a:pt x="100" y="18"/>
                    </a:cubicBezTo>
                    <a:cubicBezTo>
                      <a:pt x="100" y="18"/>
                      <a:pt x="100" y="18"/>
                      <a:pt x="100" y="18"/>
                    </a:cubicBezTo>
                    <a:cubicBezTo>
                      <a:pt x="101" y="18"/>
                      <a:pt x="101" y="18"/>
                      <a:pt x="101" y="18"/>
                    </a:cubicBezTo>
                    <a:cubicBezTo>
                      <a:pt x="101"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3" y="18"/>
                      <a:pt x="103" y="18"/>
                      <a:pt x="103" y="18"/>
                    </a:cubicBezTo>
                    <a:cubicBezTo>
                      <a:pt x="103" y="19"/>
                      <a:pt x="103" y="19"/>
                      <a:pt x="103" y="19"/>
                    </a:cubicBezTo>
                    <a:cubicBezTo>
                      <a:pt x="103" y="19"/>
                      <a:pt x="103" y="19"/>
                      <a:pt x="103" y="19"/>
                    </a:cubicBezTo>
                    <a:cubicBezTo>
                      <a:pt x="103" y="19"/>
                      <a:pt x="103" y="19"/>
                      <a:pt x="103" y="19"/>
                    </a:cubicBezTo>
                    <a:cubicBezTo>
                      <a:pt x="103" y="19"/>
                      <a:pt x="103" y="19"/>
                      <a:pt x="103" y="19"/>
                    </a:cubicBezTo>
                    <a:cubicBezTo>
                      <a:pt x="103" y="19"/>
                      <a:pt x="103" y="19"/>
                      <a:pt x="103" y="19"/>
                    </a:cubicBezTo>
                    <a:cubicBezTo>
                      <a:pt x="103" y="20"/>
                      <a:pt x="103" y="20"/>
                      <a:pt x="103" y="20"/>
                    </a:cubicBezTo>
                    <a:cubicBezTo>
                      <a:pt x="103" y="20"/>
                      <a:pt x="103" y="20"/>
                      <a:pt x="103" y="20"/>
                    </a:cubicBezTo>
                    <a:cubicBezTo>
                      <a:pt x="103" y="20"/>
                      <a:pt x="104" y="20"/>
                      <a:pt x="104" y="20"/>
                    </a:cubicBezTo>
                    <a:cubicBezTo>
                      <a:pt x="104" y="20"/>
                      <a:pt x="104" y="20"/>
                      <a:pt x="104" y="20"/>
                    </a:cubicBezTo>
                    <a:cubicBezTo>
                      <a:pt x="104" y="20"/>
                      <a:pt x="104" y="20"/>
                      <a:pt x="104" y="20"/>
                    </a:cubicBezTo>
                    <a:cubicBezTo>
                      <a:pt x="104" y="20"/>
                      <a:pt x="104" y="20"/>
                      <a:pt x="104" y="20"/>
                    </a:cubicBezTo>
                    <a:cubicBezTo>
                      <a:pt x="104" y="20"/>
                      <a:pt x="104" y="21"/>
                      <a:pt x="104" y="21"/>
                    </a:cubicBezTo>
                    <a:cubicBezTo>
                      <a:pt x="104" y="21"/>
                      <a:pt x="104" y="21"/>
                      <a:pt x="104" y="21"/>
                    </a:cubicBezTo>
                    <a:cubicBezTo>
                      <a:pt x="104" y="21"/>
                      <a:pt x="104" y="21"/>
                      <a:pt x="104" y="21"/>
                    </a:cubicBezTo>
                    <a:cubicBezTo>
                      <a:pt x="104" y="21"/>
                      <a:pt x="104" y="21"/>
                      <a:pt x="104" y="21"/>
                    </a:cubicBezTo>
                    <a:cubicBezTo>
                      <a:pt x="104" y="21"/>
                      <a:pt x="103" y="21"/>
                      <a:pt x="103" y="21"/>
                    </a:cubicBezTo>
                    <a:cubicBezTo>
                      <a:pt x="103" y="21"/>
                      <a:pt x="103" y="21"/>
                      <a:pt x="103" y="21"/>
                    </a:cubicBezTo>
                    <a:cubicBezTo>
                      <a:pt x="103" y="21"/>
                      <a:pt x="103" y="21"/>
                      <a:pt x="103" y="21"/>
                    </a:cubicBezTo>
                    <a:cubicBezTo>
                      <a:pt x="103" y="20"/>
                      <a:pt x="103" y="20"/>
                      <a:pt x="103" y="20"/>
                    </a:cubicBezTo>
                    <a:cubicBezTo>
                      <a:pt x="103" y="20"/>
                      <a:pt x="103" y="20"/>
                      <a:pt x="103" y="20"/>
                    </a:cubicBezTo>
                    <a:cubicBezTo>
                      <a:pt x="103" y="20"/>
                      <a:pt x="103" y="19"/>
                      <a:pt x="103" y="19"/>
                    </a:cubicBezTo>
                    <a:cubicBezTo>
                      <a:pt x="103" y="19"/>
                      <a:pt x="103" y="19"/>
                      <a:pt x="102" y="19"/>
                    </a:cubicBezTo>
                    <a:cubicBezTo>
                      <a:pt x="102" y="19"/>
                      <a:pt x="102" y="18"/>
                      <a:pt x="102" y="18"/>
                    </a:cubicBezTo>
                    <a:cubicBezTo>
                      <a:pt x="102" y="18"/>
                      <a:pt x="102" y="18"/>
                      <a:pt x="102" y="18"/>
                    </a:cubicBezTo>
                    <a:cubicBezTo>
                      <a:pt x="102" y="18"/>
                      <a:pt x="102" y="18"/>
                      <a:pt x="102" y="18"/>
                    </a:cubicBezTo>
                    <a:cubicBezTo>
                      <a:pt x="102" y="18"/>
                      <a:pt x="102" y="18"/>
                      <a:pt x="102" y="18"/>
                    </a:cubicBezTo>
                    <a:cubicBezTo>
                      <a:pt x="101" y="18"/>
                      <a:pt x="101" y="18"/>
                      <a:pt x="101" y="18"/>
                    </a:cubicBezTo>
                    <a:cubicBezTo>
                      <a:pt x="100" y="18"/>
                      <a:pt x="100" y="19"/>
                      <a:pt x="100" y="19"/>
                    </a:cubicBezTo>
                    <a:cubicBezTo>
                      <a:pt x="100" y="19"/>
                      <a:pt x="100" y="19"/>
                      <a:pt x="100" y="19"/>
                    </a:cubicBezTo>
                    <a:cubicBezTo>
                      <a:pt x="100" y="19"/>
                      <a:pt x="101" y="20"/>
                      <a:pt x="101" y="20"/>
                    </a:cubicBezTo>
                    <a:cubicBezTo>
                      <a:pt x="101" y="20"/>
                      <a:pt x="101" y="21"/>
                      <a:pt x="101" y="21"/>
                    </a:cubicBezTo>
                    <a:cubicBezTo>
                      <a:pt x="101" y="21"/>
                      <a:pt x="101" y="21"/>
                      <a:pt x="101" y="21"/>
                    </a:cubicBezTo>
                    <a:cubicBezTo>
                      <a:pt x="101" y="21"/>
                      <a:pt x="100" y="21"/>
                      <a:pt x="101" y="21"/>
                    </a:cubicBezTo>
                    <a:cubicBezTo>
                      <a:pt x="101"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99" y="22"/>
                      <a:pt x="99" y="22"/>
                    </a:cubicBezTo>
                    <a:cubicBezTo>
                      <a:pt x="99" y="22"/>
                      <a:pt x="99" y="22"/>
                      <a:pt x="99" y="22"/>
                    </a:cubicBezTo>
                    <a:cubicBezTo>
                      <a:pt x="99" y="23"/>
                      <a:pt x="99" y="23"/>
                      <a:pt x="99" y="23"/>
                    </a:cubicBezTo>
                    <a:cubicBezTo>
                      <a:pt x="99" y="23"/>
                      <a:pt x="99" y="23"/>
                      <a:pt x="99" y="23"/>
                    </a:cubicBezTo>
                    <a:cubicBezTo>
                      <a:pt x="99" y="23"/>
                      <a:pt x="99" y="23"/>
                      <a:pt x="99" y="23"/>
                    </a:cubicBezTo>
                    <a:cubicBezTo>
                      <a:pt x="100" y="23"/>
                      <a:pt x="100" y="23"/>
                      <a:pt x="100" y="23"/>
                    </a:cubicBezTo>
                    <a:cubicBezTo>
                      <a:pt x="100" y="23"/>
                      <a:pt x="100"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8" y="23"/>
                      <a:pt x="98" y="23"/>
                      <a:pt x="98" y="23"/>
                    </a:cubicBezTo>
                    <a:cubicBezTo>
                      <a:pt x="98" y="23"/>
                      <a:pt x="98" y="23"/>
                      <a:pt x="98" y="23"/>
                    </a:cubicBezTo>
                    <a:cubicBezTo>
                      <a:pt x="98" y="23"/>
                      <a:pt x="98" y="23"/>
                      <a:pt x="98" y="23"/>
                    </a:cubicBezTo>
                    <a:cubicBezTo>
                      <a:pt x="98" y="23"/>
                      <a:pt x="97" y="23"/>
                      <a:pt x="97" y="23"/>
                    </a:cubicBezTo>
                    <a:cubicBezTo>
                      <a:pt x="97" y="23"/>
                      <a:pt x="97" y="23"/>
                      <a:pt x="97" y="23"/>
                    </a:cubicBezTo>
                    <a:cubicBezTo>
                      <a:pt x="97" y="23"/>
                      <a:pt x="97" y="23"/>
                      <a:pt x="97" y="23"/>
                    </a:cubicBezTo>
                    <a:cubicBezTo>
                      <a:pt x="97" y="23"/>
                      <a:pt x="97" y="23"/>
                      <a:pt x="97" y="23"/>
                    </a:cubicBezTo>
                    <a:cubicBezTo>
                      <a:pt x="97" y="23"/>
                      <a:pt x="97" y="23"/>
                      <a:pt x="97" y="23"/>
                    </a:cubicBezTo>
                    <a:cubicBezTo>
                      <a:pt x="97" y="23"/>
                      <a:pt x="97" y="23"/>
                      <a:pt x="97" y="23"/>
                    </a:cubicBezTo>
                    <a:cubicBezTo>
                      <a:pt x="97" y="23"/>
                      <a:pt x="97" y="23"/>
                      <a:pt x="97" y="23"/>
                    </a:cubicBezTo>
                    <a:cubicBezTo>
                      <a:pt x="96" y="22"/>
                      <a:pt x="96" y="22"/>
                      <a:pt x="96" y="22"/>
                    </a:cubicBezTo>
                    <a:cubicBezTo>
                      <a:pt x="96" y="22"/>
                      <a:pt x="96" y="22"/>
                      <a:pt x="96" y="22"/>
                    </a:cubicBezTo>
                    <a:cubicBezTo>
                      <a:pt x="96" y="22"/>
                      <a:pt x="96" y="22"/>
                      <a:pt x="96" y="22"/>
                    </a:cubicBezTo>
                    <a:cubicBezTo>
                      <a:pt x="96" y="22"/>
                      <a:pt x="96" y="22"/>
                      <a:pt x="96" y="22"/>
                    </a:cubicBezTo>
                    <a:cubicBezTo>
                      <a:pt x="96" y="22"/>
                      <a:pt x="96" y="22"/>
                      <a:pt x="96" y="22"/>
                    </a:cubicBezTo>
                    <a:cubicBezTo>
                      <a:pt x="97" y="22"/>
                      <a:pt x="97" y="22"/>
                      <a:pt x="97" y="22"/>
                    </a:cubicBezTo>
                    <a:cubicBezTo>
                      <a:pt x="97" y="22"/>
                      <a:pt x="97" y="22"/>
                      <a:pt x="97" y="22"/>
                    </a:cubicBezTo>
                    <a:cubicBezTo>
                      <a:pt x="97" y="22"/>
                      <a:pt x="97" y="22"/>
                      <a:pt x="97" y="22"/>
                    </a:cubicBezTo>
                    <a:cubicBezTo>
                      <a:pt x="97" y="22"/>
                      <a:pt x="97" y="22"/>
                      <a:pt x="97" y="22"/>
                    </a:cubicBezTo>
                    <a:cubicBezTo>
                      <a:pt x="97" y="22"/>
                      <a:pt x="97" y="22"/>
                      <a:pt x="98" y="22"/>
                    </a:cubicBezTo>
                    <a:cubicBezTo>
                      <a:pt x="98" y="22"/>
                      <a:pt x="98" y="22"/>
                      <a:pt x="98" y="22"/>
                    </a:cubicBezTo>
                    <a:cubicBezTo>
                      <a:pt x="98" y="22"/>
                      <a:pt x="98" y="22"/>
                      <a:pt x="98" y="22"/>
                    </a:cubicBezTo>
                    <a:cubicBezTo>
                      <a:pt x="98" y="22"/>
                      <a:pt x="98" y="22"/>
                      <a:pt x="98" y="22"/>
                    </a:cubicBezTo>
                    <a:cubicBezTo>
                      <a:pt x="98" y="22"/>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2"/>
                      <a:pt x="98" y="22"/>
                      <a:pt x="99" y="22"/>
                    </a:cubicBezTo>
                    <a:cubicBezTo>
                      <a:pt x="99" y="22"/>
                      <a:pt x="99" y="22"/>
                      <a:pt x="99" y="22"/>
                    </a:cubicBezTo>
                    <a:cubicBezTo>
                      <a:pt x="99" y="22"/>
                      <a:pt x="99" y="22"/>
                      <a:pt x="99" y="22"/>
                    </a:cubicBezTo>
                    <a:cubicBezTo>
                      <a:pt x="99" y="22"/>
                      <a:pt x="99" y="22"/>
                      <a:pt x="99" y="22"/>
                    </a:cubicBezTo>
                    <a:cubicBezTo>
                      <a:pt x="98" y="22"/>
                      <a:pt x="98" y="22"/>
                      <a:pt x="98" y="22"/>
                    </a:cubicBezTo>
                    <a:cubicBezTo>
                      <a:pt x="98" y="22"/>
                      <a:pt x="98" y="22"/>
                      <a:pt x="98" y="22"/>
                    </a:cubicBezTo>
                    <a:cubicBezTo>
                      <a:pt x="99" y="22"/>
                      <a:pt x="99" y="22"/>
                      <a:pt x="99" y="22"/>
                    </a:cubicBezTo>
                    <a:cubicBezTo>
                      <a:pt x="99" y="22"/>
                      <a:pt x="99" y="22"/>
                      <a:pt x="99" y="22"/>
                    </a:cubicBezTo>
                    <a:cubicBezTo>
                      <a:pt x="99" y="22"/>
                      <a:pt x="99" y="22"/>
                      <a:pt x="99" y="22"/>
                    </a:cubicBezTo>
                    <a:cubicBezTo>
                      <a:pt x="99" y="22"/>
                      <a:pt x="99" y="22"/>
                      <a:pt x="99" y="22"/>
                    </a:cubicBezTo>
                    <a:cubicBezTo>
                      <a:pt x="99" y="22"/>
                      <a:pt x="99" y="22"/>
                      <a:pt x="99" y="21"/>
                    </a:cubicBezTo>
                    <a:cubicBezTo>
                      <a:pt x="99" y="21"/>
                      <a:pt x="99" y="21"/>
                      <a:pt x="99" y="21"/>
                    </a:cubicBezTo>
                    <a:cubicBezTo>
                      <a:pt x="99" y="21"/>
                      <a:pt x="99" y="21"/>
                      <a:pt x="99" y="21"/>
                    </a:cubicBezTo>
                    <a:cubicBezTo>
                      <a:pt x="99" y="21"/>
                      <a:pt x="99" y="21"/>
                      <a:pt x="99" y="21"/>
                    </a:cubicBezTo>
                    <a:cubicBezTo>
                      <a:pt x="99" y="21"/>
                      <a:pt x="99" y="21"/>
                      <a:pt x="99" y="21"/>
                    </a:cubicBezTo>
                    <a:cubicBezTo>
                      <a:pt x="99" y="21"/>
                      <a:pt x="99" y="21"/>
                      <a:pt x="99" y="21"/>
                    </a:cubicBezTo>
                    <a:cubicBezTo>
                      <a:pt x="99" y="21"/>
                      <a:pt x="99" y="21"/>
                      <a:pt x="99" y="21"/>
                    </a:cubicBezTo>
                    <a:cubicBezTo>
                      <a:pt x="99" y="21"/>
                      <a:pt x="99" y="20"/>
                      <a:pt x="99" y="20"/>
                    </a:cubicBezTo>
                    <a:cubicBezTo>
                      <a:pt x="100" y="20"/>
                      <a:pt x="100" y="20"/>
                      <a:pt x="100" y="20"/>
                    </a:cubicBezTo>
                    <a:cubicBezTo>
                      <a:pt x="100" y="20"/>
                      <a:pt x="100" y="20"/>
                      <a:pt x="100" y="20"/>
                    </a:cubicBezTo>
                    <a:cubicBezTo>
                      <a:pt x="99" y="20"/>
                      <a:pt x="99" y="20"/>
                      <a:pt x="99" y="20"/>
                    </a:cubicBezTo>
                    <a:cubicBezTo>
                      <a:pt x="99" y="20"/>
                      <a:pt x="99" y="19"/>
                      <a:pt x="100" y="19"/>
                    </a:cubicBezTo>
                    <a:cubicBezTo>
                      <a:pt x="100" y="19"/>
                      <a:pt x="100" y="19"/>
                      <a:pt x="100" y="19"/>
                    </a:cubicBezTo>
                    <a:cubicBezTo>
                      <a:pt x="99" y="19"/>
                      <a:pt x="99" y="19"/>
                      <a:pt x="99" y="19"/>
                    </a:cubicBezTo>
                    <a:cubicBezTo>
                      <a:pt x="99" y="19"/>
                      <a:pt x="99" y="19"/>
                      <a:pt x="99" y="19"/>
                    </a:cubicBezTo>
                    <a:cubicBezTo>
                      <a:pt x="99" y="18"/>
                      <a:pt x="99" y="18"/>
                      <a:pt x="99" y="18"/>
                    </a:cubicBezTo>
                    <a:cubicBezTo>
                      <a:pt x="99" y="18"/>
                      <a:pt x="99" y="18"/>
                      <a:pt x="98" y="18"/>
                    </a:cubicBezTo>
                    <a:cubicBezTo>
                      <a:pt x="98" y="18"/>
                      <a:pt x="98" y="18"/>
                      <a:pt x="98" y="18"/>
                    </a:cubicBezTo>
                    <a:cubicBezTo>
                      <a:pt x="98" y="17"/>
                      <a:pt x="98" y="17"/>
                      <a:pt x="98" y="17"/>
                    </a:cubicBezTo>
                    <a:cubicBezTo>
                      <a:pt x="98" y="17"/>
                      <a:pt x="98" y="17"/>
                      <a:pt x="98" y="17"/>
                    </a:cubicBezTo>
                    <a:cubicBezTo>
                      <a:pt x="98" y="16"/>
                      <a:pt x="98" y="16"/>
                      <a:pt x="98" y="16"/>
                    </a:cubicBezTo>
                    <a:cubicBezTo>
                      <a:pt x="98" y="16"/>
                      <a:pt x="98" y="16"/>
                      <a:pt x="98" y="15"/>
                    </a:cubicBezTo>
                    <a:cubicBezTo>
                      <a:pt x="98" y="15"/>
                      <a:pt x="98" y="15"/>
                      <a:pt x="98" y="15"/>
                    </a:cubicBezTo>
                    <a:cubicBezTo>
                      <a:pt x="98" y="15"/>
                      <a:pt x="98" y="15"/>
                      <a:pt x="98" y="15"/>
                    </a:cubicBezTo>
                    <a:cubicBezTo>
                      <a:pt x="98" y="15"/>
                      <a:pt x="98" y="15"/>
                      <a:pt x="98" y="15"/>
                    </a:cubicBezTo>
                    <a:cubicBezTo>
                      <a:pt x="98" y="15"/>
                      <a:pt x="97" y="15"/>
                      <a:pt x="97" y="14"/>
                    </a:cubicBezTo>
                    <a:cubicBezTo>
                      <a:pt x="97" y="14"/>
                      <a:pt x="97" y="14"/>
                      <a:pt x="97" y="14"/>
                    </a:cubicBezTo>
                    <a:cubicBezTo>
                      <a:pt x="97" y="14"/>
                      <a:pt x="97" y="14"/>
                      <a:pt x="97" y="14"/>
                    </a:cubicBezTo>
                    <a:cubicBezTo>
                      <a:pt x="97" y="14"/>
                      <a:pt x="97" y="14"/>
                      <a:pt x="97" y="14"/>
                    </a:cubicBezTo>
                    <a:cubicBezTo>
                      <a:pt x="97" y="14"/>
                      <a:pt x="97" y="14"/>
                      <a:pt x="97" y="14"/>
                    </a:cubicBezTo>
                    <a:cubicBezTo>
                      <a:pt x="97" y="14"/>
                      <a:pt x="97" y="14"/>
                      <a:pt x="97" y="14"/>
                    </a:cubicBezTo>
                    <a:cubicBezTo>
                      <a:pt x="97" y="13"/>
                      <a:pt x="97" y="13"/>
                      <a:pt x="97" y="13"/>
                    </a:cubicBezTo>
                    <a:cubicBezTo>
                      <a:pt x="97" y="13"/>
                      <a:pt x="97" y="13"/>
                      <a:pt x="97" y="13"/>
                    </a:cubicBezTo>
                    <a:cubicBezTo>
                      <a:pt x="97" y="12"/>
                      <a:pt x="97" y="12"/>
                      <a:pt x="97" y="12"/>
                    </a:cubicBezTo>
                    <a:cubicBezTo>
                      <a:pt x="97" y="12"/>
                      <a:pt x="97" y="12"/>
                      <a:pt x="97" y="12"/>
                    </a:cubicBezTo>
                    <a:cubicBezTo>
                      <a:pt x="97" y="12"/>
                      <a:pt x="97" y="12"/>
                      <a:pt x="97" y="12"/>
                    </a:cubicBezTo>
                    <a:cubicBezTo>
                      <a:pt x="97" y="11"/>
                      <a:pt x="97" y="11"/>
                      <a:pt x="97" y="11"/>
                    </a:cubicBezTo>
                    <a:cubicBezTo>
                      <a:pt x="97" y="11"/>
                      <a:pt x="97" y="11"/>
                      <a:pt x="96" y="11"/>
                    </a:cubicBezTo>
                    <a:cubicBezTo>
                      <a:pt x="96" y="11"/>
                      <a:pt x="96" y="11"/>
                      <a:pt x="96" y="11"/>
                    </a:cubicBezTo>
                    <a:cubicBezTo>
                      <a:pt x="96" y="11"/>
                      <a:pt x="96" y="11"/>
                      <a:pt x="96" y="11"/>
                    </a:cubicBezTo>
                    <a:cubicBezTo>
                      <a:pt x="96" y="11"/>
                      <a:pt x="96" y="11"/>
                      <a:pt x="96" y="11"/>
                    </a:cubicBezTo>
                    <a:cubicBezTo>
                      <a:pt x="96" y="11"/>
                      <a:pt x="96" y="11"/>
                      <a:pt x="96" y="11"/>
                    </a:cubicBezTo>
                    <a:cubicBezTo>
                      <a:pt x="96" y="11"/>
                      <a:pt x="96" y="11"/>
                      <a:pt x="96" y="11"/>
                    </a:cubicBezTo>
                    <a:cubicBezTo>
                      <a:pt x="96" y="11"/>
                      <a:pt x="96" y="11"/>
                      <a:pt x="95" y="11"/>
                    </a:cubicBezTo>
                    <a:cubicBezTo>
                      <a:pt x="95" y="11"/>
                      <a:pt x="94" y="11"/>
                      <a:pt x="94" y="11"/>
                    </a:cubicBezTo>
                    <a:cubicBezTo>
                      <a:pt x="94" y="11"/>
                      <a:pt x="94" y="11"/>
                      <a:pt x="94" y="11"/>
                    </a:cubicBezTo>
                    <a:cubicBezTo>
                      <a:pt x="94" y="11"/>
                      <a:pt x="94" y="11"/>
                      <a:pt x="94" y="11"/>
                    </a:cubicBezTo>
                    <a:cubicBezTo>
                      <a:pt x="94" y="11"/>
                      <a:pt x="94" y="11"/>
                      <a:pt x="94" y="11"/>
                    </a:cubicBezTo>
                    <a:cubicBezTo>
                      <a:pt x="94" y="11"/>
                      <a:pt x="94" y="11"/>
                      <a:pt x="94" y="11"/>
                    </a:cubicBezTo>
                    <a:cubicBezTo>
                      <a:pt x="94" y="11"/>
                      <a:pt x="94" y="11"/>
                      <a:pt x="94" y="11"/>
                    </a:cubicBezTo>
                    <a:cubicBezTo>
                      <a:pt x="94" y="11"/>
                      <a:pt x="94" y="11"/>
                      <a:pt x="94" y="12"/>
                    </a:cubicBezTo>
                    <a:cubicBezTo>
                      <a:pt x="94" y="13"/>
                      <a:pt x="94" y="14"/>
                      <a:pt x="93" y="14"/>
                    </a:cubicBezTo>
                    <a:cubicBezTo>
                      <a:pt x="93" y="14"/>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3" y="15"/>
                    </a:cubicBezTo>
                    <a:cubicBezTo>
                      <a:pt x="93" y="15"/>
                      <a:pt x="93" y="15"/>
                      <a:pt x="94" y="15"/>
                    </a:cubicBezTo>
                    <a:cubicBezTo>
                      <a:pt x="94" y="15"/>
                      <a:pt x="94" y="15"/>
                      <a:pt x="94" y="15"/>
                    </a:cubicBezTo>
                    <a:cubicBezTo>
                      <a:pt x="94" y="15"/>
                      <a:pt x="94" y="15"/>
                      <a:pt x="94" y="16"/>
                    </a:cubicBezTo>
                    <a:cubicBezTo>
                      <a:pt x="93" y="16"/>
                      <a:pt x="94" y="16"/>
                      <a:pt x="94" y="16"/>
                    </a:cubicBezTo>
                    <a:cubicBezTo>
                      <a:pt x="94" y="16"/>
                      <a:pt x="94" y="17"/>
                      <a:pt x="94" y="17"/>
                    </a:cubicBezTo>
                    <a:cubicBezTo>
                      <a:pt x="94" y="17"/>
                      <a:pt x="94"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8"/>
                      <a:pt x="93" y="18"/>
                      <a:pt x="93" y="18"/>
                    </a:cubicBezTo>
                    <a:cubicBezTo>
                      <a:pt x="93" y="18"/>
                      <a:pt x="93" y="17"/>
                      <a:pt x="93" y="17"/>
                    </a:cubicBezTo>
                    <a:cubicBezTo>
                      <a:pt x="94" y="17"/>
                      <a:pt x="94" y="17"/>
                      <a:pt x="94" y="17"/>
                    </a:cubicBezTo>
                    <a:cubicBezTo>
                      <a:pt x="94" y="17"/>
                      <a:pt x="94" y="17"/>
                      <a:pt x="94" y="17"/>
                    </a:cubicBezTo>
                    <a:cubicBezTo>
                      <a:pt x="94" y="18"/>
                      <a:pt x="94" y="18"/>
                      <a:pt x="94" y="18"/>
                    </a:cubicBezTo>
                    <a:cubicBezTo>
                      <a:pt x="94" y="18"/>
                      <a:pt x="94" y="18"/>
                      <a:pt x="94" y="18"/>
                    </a:cubicBezTo>
                    <a:cubicBezTo>
                      <a:pt x="94" y="18"/>
                      <a:pt x="94" y="18"/>
                      <a:pt x="94" y="18"/>
                    </a:cubicBezTo>
                    <a:cubicBezTo>
                      <a:pt x="94" y="18"/>
                      <a:pt x="94" y="18"/>
                      <a:pt x="94" y="18"/>
                    </a:cubicBezTo>
                    <a:cubicBezTo>
                      <a:pt x="94" y="18"/>
                      <a:pt x="94" y="18"/>
                      <a:pt x="94" y="18"/>
                    </a:cubicBezTo>
                    <a:cubicBezTo>
                      <a:pt x="94" y="18"/>
                      <a:pt x="94" y="18"/>
                      <a:pt x="94" y="18"/>
                    </a:cubicBezTo>
                    <a:cubicBezTo>
                      <a:pt x="94" y="18"/>
                      <a:pt x="94" y="18"/>
                      <a:pt x="95" y="18"/>
                    </a:cubicBezTo>
                    <a:cubicBezTo>
                      <a:pt x="95" y="18"/>
                      <a:pt x="95" y="18"/>
                      <a:pt x="95" y="18"/>
                    </a:cubicBezTo>
                    <a:cubicBezTo>
                      <a:pt x="95" y="18"/>
                      <a:pt x="95" y="18"/>
                      <a:pt x="95" y="18"/>
                    </a:cubicBezTo>
                    <a:cubicBezTo>
                      <a:pt x="95" y="18"/>
                      <a:pt x="95" y="18"/>
                      <a:pt x="95" y="18"/>
                    </a:cubicBezTo>
                    <a:cubicBezTo>
                      <a:pt x="95" y="18"/>
                      <a:pt x="95" y="18"/>
                      <a:pt x="95" y="18"/>
                    </a:cubicBezTo>
                    <a:cubicBezTo>
                      <a:pt x="95" y="18"/>
                      <a:pt x="95" y="18"/>
                      <a:pt x="95" y="18"/>
                    </a:cubicBezTo>
                    <a:cubicBezTo>
                      <a:pt x="95" y="18"/>
                      <a:pt x="95" y="18"/>
                      <a:pt x="95" y="18"/>
                    </a:cubicBezTo>
                    <a:cubicBezTo>
                      <a:pt x="95" y="19"/>
                      <a:pt x="95" y="19"/>
                      <a:pt x="95" y="19"/>
                    </a:cubicBezTo>
                    <a:cubicBezTo>
                      <a:pt x="95" y="19"/>
                      <a:pt x="95" y="19"/>
                      <a:pt x="95" y="19"/>
                    </a:cubicBezTo>
                    <a:cubicBezTo>
                      <a:pt x="95" y="19"/>
                      <a:pt x="95" y="19"/>
                      <a:pt x="95" y="19"/>
                    </a:cubicBezTo>
                    <a:cubicBezTo>
                      <a:pt x="95" y="19"/>
                      <a:pt x="95" y="19"/>
                      <a:pt x="95" y="20"/>
                    </a:cubicBezTo>
                    <a:cubicBezTo>
                      <a:pt x="95" y="20"/>
                      <a:pt x="95" y="20"/>
                      <a:pt x="95" y="20"/>
                    </a:cubicBezTo>
                    <a:cubicBezTo>
                      <a:pt x="95" y="20"/>
                      <a:pt x="95" y="20"/>
                      <a:pt x="95" y="20"/>
                    </a:cubicBezTo>
                    <a:cubicBezTo>
                      <a:pt x="95" y="20"/>
                      <a:pt x="95" y="20"/>
                      <a:pt x="95" y="20"/>
                    </a:cubicBezTo>
                    <a:cubicBezTo>
                      <a:pt x="95" y="20"/>
                      <a:pt x="95" y="19"/>
                      <a:pt x="95" y="19"/>
                    </a:cubicBezTo>
                    <a:cubicBezTo>
                      <a:pt x="95" y="19"/>
                      <a:pt x="95"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3" y="19"/>
                    </a:cubicBezTo>
                    <a:cubicBezTo>
                      <a:pt x="93" y="19"/>
                      <a:pt x="93" y="19"/>
                      <a:pt x="93" y="18"/>
                    </a:cubicBezTo>
                    <a:cubicBezTo>
                      <a:pt x="93" y="18"/>
                      <a:pt x="93" y="18"/>
                      <a:pt x="93" y="18"/>
                    </a:cubicBezTo>
                    <a:cubicBezTo>
                      <a:pt x="93" y="18"/>
                      <a:pt x="93" y="18"/>
                      <a:pt x="93" y="18"/>
                    </a:cubicBezTo>
                    <a:cubicBezTo>
                      <a:pt x="92" y="18"/>
                      <a:pt x="92" y="18"/>
                      <a:pt x="92" y="18"/>
                    </a:cubicBezTo>
                    <a:cubicBezTo>
                      <a:pt x="92" y="18"/>
                      <a:pt x="92" y="18"/>
                      <a:pt x="92" y="18"/>
                    </a:cubicBezTo>
                    <a:cubicBezTo>
                      <a:pt x="91" y="17"/>
                      <a:pt x="90" y="17"/>
                      <a:pt x="90" y="17"/>
                    </a:cubicBezTo>
                    <a:cubicBezTo>
                      <a:pt x="90" y="17"/>
                      <a:pt x="90" y="17"/>
                      <a:pt x="90" y="17"/>
                    </a:cubicBezTo>
                    <a:cubicBezTo>
                      <a:pt x="90" y="17"/>
                      <a:pt x="89" y="17"/>
                      <a:pt x="89" y="17"/>
                    </a:cubicBezTo>
                    <a:cubicBezTo>
                      <a:pt x="89" y="17"/>
                      <a:pt x="89" y="17"/>
                      <a:pt x="89" y="17"/>
                    </a:cubicBezTo>
                    <a:cubicBezTo>
                      <a:pt x="89" y="17"/>
                      <a:pt x="89" y="17"/>
                      <a:pt x="89" y="17"/>
                    </a:cubicBezTo>
                    <a:cubicBezTo>
                      <a:pt x="89" y="17"/>
                      <a:pt x="89" y="17"/>
                      <a:pt x="89" y="17"/>
                    </a:cubicBezTo>
                    <a:cubicBezTo>
                      <a:pt x="89" y="17"/>
                      <a:pt x="89" y="17"/>
                      <a:pt x="89" y="17"/>
                    </a:cubicBezTo>
                    <a:cubicBezTo>
                      <a:pt x="89" y="17"/>
                      <a:pt x="89" y="17"/>
                      <a:pt x="89" y="17"/>
                    </a:cubicBezTo>
                    <a:cubicBezTo>
                      <a:pt x="89" y="17"/>
                      <a:pt x="89" y="18"/>
                      <a:pt x="88" y="18"/>
                    </a:cubicBezTo>
                    <a:cubicBezTo>
                      <a:pt x="88" y="18"/>
                      <a:pt x="89" y="18"/>
                      <a:pt x="89" y="18"/>
                    </a:cubicBezTo>
                    <a:cubicBezTo>
                      <a:pt x="89" y="18"/>
                      <a:pt x="89" y="18"/>
                      <a:pt x="89" y="18"/>
                    </a:cubicBezTo>
                    <a:cubicBezTo>
                      <a:pt x="89" y="18"/>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8" y="19"/>
                      <a:pt x="88" y="19"/>
                    </a:cubicBezTo>
                    <a:cubicBezTo>
                      <a:pt x="88" y="19"/>
                      <a:pt x="88" y="19"/>
                      <a:pt x="88" y="19"/>
                    </a:cubicBezTo>
                    <a:cubicBezTo>
                      <a:pt x="88" y="19"/>
                      <a:pt x="88" y="19"/>
                      <a:pt x="88" y="19"/>
                    </a:cubicBezTo>
                    <a:cubicBezTo>
                      <a:pt x="88" y="19"/>
                      <a:pt x="88" y="19"/>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7" y="19"/>
                    </a:cubicBezTo>
                    <a:cubicBezTo>
                      <a:pt x="87" y="19"/>
                      <a:pt x="87" y="19"/>
                      <a:pt x="86" y="19"/>
                    </a:cubicBezTo>
                    <a:cubicBezTo>
                      <a:pt x="86" y="20"/>
                      <a:pt x="86" y="20"/>
                      <a:pt x="86" y="20"/>
                    </a:cubicBezTo>
                    <a:cubicBezTo>
                      <a:pt x="86" y="20"/>
                      <a:pt x="86" y="20"/>
                      <a:pt x="86" y="20"/>
                    </a:cubicBezTo>
                    <a:cubicBezTo>
                      <a:pt x="86" y="20"/>
                      <a:pt x="85" y="20"/>
                      <a:pt x="85" y="20"/>
                    </a:cubicBezTo>
                    <a:cubicBezTo>
                      <a:pt x="85" y="20"/>
                      <a:pt x="85" y="20"/>
                      <a:pt x="85" y="20"/>
                    </a:cubicBezTo>
                    <a:cubicBezTo>
                      <a:pt x="85" y="20"/>
                      <a:pt x="85" y="20"/>
                      <a:pt x="85" y="20"/>
                    </a:cubicBezTo>
                    <a:cubicBezTo>
                      <a:pt x="85" y="20"/>
                      <a:pt x="85" y="20"/>
                      <a:pt x="85" y="20"/>
                    </a:cubicBezTo>
                    <a:cubicBezTo>
                      <a:pt x="85" y="20"/>
                      <a:pt x="85" y="20"/>
                      <a:pt x="85" y="20"/>
                    </a:cubicBezTo>
                    <a:cubicBezTo>
                      <a:pt x="84" y="20"/>
                      <a:pt x="84" y="20"/>
                      <a:pt x="84" y="20"/>
                    </a:cubicBezTo>
                    <a:cubicBezTo>
                      <a:pt x="84" y="20"/>
                      <a:pt x="84" y="21"/>
                      <a:pt x="84" y="21"/>
                    </a:cubicBezTo>
                    <a:cubicBezTo>
                      <a:pt x="84" y="21"/>
                      <a:pt x="84" y="21"/>
                      <a:pt x="84" y="21"/>
                    </a:cubicBezTo>
                    <a:cubicBezTo>
                      <a:pt x="84" y="21"/>
                      <a:pt x="84" y="20"/>
                      <a:pt x="84" y="20"/>
                    </a:cubicBezTo>
                    <a:cubicBezTo>
                      <a:pt x="84" y="20"/>
                      <a:pt x="84" y="20"/>
                      <a:pt x="84" y="20"/>
                    </a:cubicBezTo>
                    <a:cubicBezTo>
                      <a:pt x="84" y="20"/>
                      <a:pt x="84" y="20"/>
                      <a:pt x="84" y="20"/>
                    </a:cubicBezTo>
                    <a:cubicBezTo>
                      <a:pt x="84" y="20"/>
                      <a:pt x="84" y="20"/>
                      <a:pt x="84" y="20"/>
                    </a:cubicBezTo>
                    <a:cubicBezTo>
                      <a:pt x="84" y="20"/>
                      <a:pt x="84" y="20"/>
                      <a:pt x="84" y="20"/>
                    </a:cubicBezTo>
                    <a:cubicBezTo>
                      <a:pt x="84" y="20"/>
                      <a:pt x="84" y="20"/>
                      <a:pt x="83" y="20"/>
                    </a:cubicBezTo>
                    <a:cubicBezTo>
                      <a:pt x="83" y="20"/>
                      <a:pt x="83" y="20"/>
                      <a:pt x="83" y="20"/>
                    </a:cubicBezTo>
                    <a:cubicBezTo>
                      <a:pt x="83" y="20"/>
                      <a:pt x="83" y="20"/>
                      <a:pt x="84" y="20"/>
                    </a:cubicBezTo>
                    <a:cubicBezTo>
                      <a:pt x="84" y="20"/>
                      <a:pt x="84" y="20"/>
                      <a:pt x="84" y="20"/>
                    </a:cubicBezTo>
                    <a:cubicBezTo>
                      <a:pt x="84" y="20"/>
                      <a:pt x="84" y="20"/>
                      <a:pt x="84" y="20"/>
                    </a:cubicBezTo>
                    <a:cubicBezTo>
                      <a:pt x="84" y="20"/>
                      <a:pt x="83" y="20"/>
                      <a:pt x="83" y="20"/>
                    </a:cubicBezTo>
                    <a:cubicBezTo>
                      <a:pt x="83" y="20"/>
                      <a:pt x="83" y="20"/>
                      <a:pt x="83" y="20"/>
                    </a:cubicBezTo>
                    <a:cubicBezTo>
                      <a:pt x="84" y="20"/>
                      <a:pt x="84" y="19"/>
                      <a:pt x="83" y="19"/>
                    </a:cubicBezTo>
                    <a:cubicBezTo>
                      <a:pt x="83" y="19"/>
                      <a:pt x="83" y="19"/>
                      <a:pt x="83" y="19"/>
                    </a:cubicBezTo>
                    <a:cubicBezTo>
                      <a:pt x="83" y="19"/>
                      <a:pt x="83" y="19"/>
                      <a:pt x="83" y="19"/>
                    </a:cubicBezTo>
                    <a:cubicBezTo>
                      <a:pt x="84" y="19"/>
                      <a:pt x="84" y="19"/>
                      <a:pt x="84" y="19"/>
                    </a:cubicBezTo>
                    <a:cubicBezTo>
                      <a:pt x="84" y="19"/>
                      <a:pt x="84" y="19"/>
                      <a:pt x="84" y="19"/>
                    </a:cubicBezTo>
                    <a:cubicBezTo>
                      <a:pt x="84" y="19"/>
                      <a:pt x="84" y="19"/>
                      <a:pt x="84" y="19"/>
                    </a:cubicBezTo>
                    <a:cubicBezTo>
                      <a:pt x="84" y="19"/>
                      <a:pt x="84" y="19"/>
                      <a:pt x="83" y="19"/>
                    </a:cubicBezTo>
                    <a:cubicBezTo>
                      <a:pt x="83" y="19"/>
                      <a:pt x="83" y="19"/>
                      <a:pt x="83" y="19"/>
                    </a:cubicBezTo>
                    <a:cubicBezTo>
                      <a:pt x="83" y="19"/>
                      <a:pt x="83" y="20"/>
                      <a:pt x="82" y="20"/>
                    </a:cubicBezTo>
                    <a:cubicBezTo>
                      <a:pt x="82" y="20"/>
                      <a:pt x="82" y="20"/>
                      <a:pt x="82" y="20"/>
                    </a:cubicBezTo>
                    <a:cubicBezTo>
                      <a:pt x="82" y="20"/>
                      <a:pt x="82" y="20"/>
                      <a:pt x="82" y="20"/>
                    </a:cubicBezTo>
                    <a:cubicBezTo>
                      <a:pt x="83" y="20"/>
                      <a:pt x="83" y="20"/>
                      <a:pt x="83" y="20"/>
                    </a:cubicBezTo>
                    <a:cubicBezTo>
                      <a:pt x="83" y="20"/>
                      <a:pt x="83" y="20"/>
                      <a:pt x="82" y="20"/>
                    </a:cubicBezTo>
                    <a:cubicBezTo>
                      <a:pt x="82" y="20"/>
                      <a:pt x="82" y="20"/>
                      <a:pt x="82" y="20"/>
                    </a:cubicBezTo>
                    <a:cubicBezTo>
                      <a:pt x="82" y="20"/>
                      <a:pt x="82" y="20"/>
                      <a:pt x="82" y="20"/>
                    </a:cubicBezTo>
                    <a:cubicBezTo>
                      <a:pt x="82" y="20"/>
                      <a:pt x="82" y="20"/>
                      <a:pt x="82" y="20"/>
                    </a:cubicBezTo>
                    <a:cubicBezTo>
                      <a:pt x="82" y="20"/>
                      <a:pt x="82" y="20"/>
                      <a:pt x="82" y="20"/>
                    </a:cubicBezTo>
                    <a:cubicBezTo>
                      <a:pt x="82" y="20"/>
                      <a:pt x="82" y="20"/>
                      <a:pt x="82" y="20"/>
                    </a:cubicBezTo>
                    <a:cubicBezTo>
                      <a:pt x="82" y="20"/>
                      <a:pt x="82" y="20"/>
                      <a:pt x="82" y="20"/>
                    </a:cubicBezTo>
                    <a:cubicBezTo>
                      <a:pt x="82" y="20"/>
                      <a:pt x="82" y="20"/>
                      <a:pt x="82" y="20"/>
                    </a:cubicBezTo>
                    <a:cubicBezTo>
                      <a:pt x="82" y="20"/>
                      <a:pt x="82" y="20"/>
                      <a:pt x="82" y="20"/>
                    </a:cubicBezTo>
                    <a:cubicBezTo>
                      <a:pt x="82" y="20"/>
                      <a:pt x="81" y="20"/>
                      <a:pt x="81" y="20"/>
                    </a:cubicBezTo>
                    <a:cubicBezTo>
                      <a:pt x="81" y="20"/>
                      <a:pt x="81" y="20"/>
                      <a:pt x="81" y="20"/>
                    </a:cubicBezTo>
                    <a:cubicBezTo>
                      <a:pt x="81" y="20"/>
                      <a:pt x="81" y="20"/>
                      <a:pt x="80" y="21"/>
                    </a:cubicBezTo>
                    <a:cubicBezTo>
                      <a:pt x="80" y="21"/>
                      <a:pt x="80" y="21"/>
                      <a:pt x="80" y="21"/>
                    </a:cubicBezTo>
                    <a:cubicBezTo>
                      <a:pt x="80" y="21"/>
                      <a:pt x="80" y="21"/>
                      <a:pt x="80" y="21"/>
                    </a:cubicBezTo>
                    <a:cubicBezTo>
                      <a:pt x="79" y="21"/>
                      <a:pt x="79" y="21"/>
                      <a:pt x="79" y="21"/>
                    </a:cubicBezTo>
                    <a:cubicBezTo>
                      <a:pt x="79" y="21"/>
                      <a:pt x="79" y="21"/>
                      <a:pt x="79" y="21"/>
                    </a:cubicBezTo>
                    <a:cubicBezTo>
                      <a:pt x="79" y="21"/>
                      <a:pt x="79" y="21"/>
                      <a:pt x="79" y="21"/>
                    </a:cubicBezTo>
                    <a:cubicBezTo>
                      <a:pt x="79" y="21"/>
                      <a:pt x="79" y="21"/>
                      <a:pt x="79" y="21"/>
                    </a:cubicBezTo>
                    <a:cubicBezTo>
                      <a:pt x="79" y="21"/>
                      <a:pt x="79" y="21"/>
                      <a:pt x="79" y="21"/>
                    </a:cubicBezTo>
                    <a:cubicBezTo>
                      <a:pt x="79" y="21"/>
                      <a:pt x="79" y="21"/>
                      <a:pt x="79" y="21"/>
                    </a:cubicBezTo>
                    <a:cubicBezTo>
                      <a:pt x="79" y="21"/>
                      <a:pt x="79" y="21"/>
                      <a:pt x="79" y="21"/>
                    </a:cubicBezTo>
                    <a:cubicBezTo>
                      <a:pt x="79" y="21"/>
                      <a:pt x="79" y="21"/>
                      <a:pt x="79" y="21"/>
                    </a:cubicBezTo>
                    <a:cubicBezTo>
                      <a:pt x="79" y="21"/>
                      <a:pt x="79" y="21"/>
                      <a:pt x="79" y="22"/>
                    </a:cubicBezTo>
                    <a:cubicBezTo>
                      <a:pt x="79" y="22"/>
                      <a:pt x="79" y="22"/>
                      <a:pt x="79" y="22"/>
                    </a:cubicBezTo>
                    <a:cubicBezTo>
                      <a:pt x="79" y="22"/>
                      <a:pt x="79" y="22"/>
                      <a:pt x="79" y="22"/>
                    </a:cubicBezTo>
                    <a:cubicBezTo>
                      <a:pt x="78" y="22"/>
                      <a:pt x="78" y="22"/>
                      <a:pt x="78" y="23"/>
                    </a:cubicBezTo>
                    <a:cubicBezTo>
                      <a:pt x="78" y="23"/>
                      <a:pt x="78" y="23"/>
                      <a:pt x="78" y="23"/>
                    </a:cubicBezTo>
                    <a:cubicBezTo>
                      <a:pt x="78" y="23"/>
                      <a:pt x="78" y="23"/>
                      <a:pt x="78" y="23"/>
                    </a:cubicBezTo>
                    <a:cubicBezTo>
                      <a:pt x="78" y="23"/>
                      <a:pt x="78" y="23"/>
                      <a:pt x="78" y="23"/>
                    </a:cubicBezTo>
                    <a:cubicBezTo>
                      <a:pt x="78" y="23"/>
                      <a:pt x="78" y="23"/>
                      <a:pt x="78" y="23"/>
                    </a:cubicBezTo>
                    <a:cubicBezTo>
                      <a:pt x="78" y="23"/>
                      <a:pt x="78" y="23"/>
                      <a:pt x="78" y="23"/>
                    </a:cubicBezTo>
                    <a:cubicBezTo>
                      <a:pt x="78" y="23"/>
                      <a:pt x="78" y="23"/>
                      <a:pt x="78" y="23"/>
                    </a:cubicBezTo>
                    <a:cubicBezTo>
                      <a:pt x="78" y="23"/>
                      <a:pt x="78" y="23"/>
                      <a:pt x="78" y="23"/>
                    </a:cubicBezTo>
                    <a:cubicBezTo>
                      <a:pt x="78" y="23"/>
                      <a:pt x="78" y="23"/>
                      <a:pt x="77" y="23"/>
                    </a:cubicBezTo>
                    <a:cubicBezTo>
                      <a:pt x="77" y="23"/>
                      <a:pt x="77" y="23"/>
                      <a:pt x="77" y="23"/>
                    </a:cubicBezTo>
                    <a:cubicBezTo>
                      <a:pt x="77" y="23"/>
                      <a:pt x="77" y="23"/>
                      <a:pt x="77" y="23"/>
                    </a:cubicBezTo>
                    <a:cubicBezTo>
                      <a:pt x="77" y="23"/>
                      <a:pt x="77" y="23"/>
                      <a:pt x="77" y="23"/>
                    </a:cubicBezTo>
                    <a:cubicBezTo>
                      <a:pt x="77" y="22"/>
                      <a:pt x="77" y="22"/>
                      <a:pt x="77" y="22"/>
                    </a:cubicBezTo>
                    <a:cubicBezTo>
                      <a:pt x="77" y="22"/>
                      <a:pt x="76" y="22"/>
                      <a:pt x="76" y="22"/>
                    </a:cubicBezTo>
                    <a:cubicBezTo>
                      <a:pt x="76" y="22"/>
                      <a:pt x="76" y="22"/>
                      <a:pt x="76" y="22"/>
                    </a:cubicBezTo>
                    <a:cubicBezTo>
                      <a:pt x="76" y="22"/>
                      <a:pt x="76" y="22"/>
                      <a:pt x="76" y="22"/>
                    </a:cubicBezTo>
                    <a:cubicBezTo>
                      <a:pt x="76" y="21"/>
                      <a:pt x="77" y="21"/>
                      <a:pt x="77" y="21"/>
                    </a:cubicBezTo>
                    <a:cubicBezTo>
                      <a:pt x="77" y="21"/>
                      <a:pt x="77" y="21"/>
                      <a:pt x="77" y="21"/>
                    </a:cubicBezTo>
                    <a:cubicBezTo>
                      <a:pt x="77" y="21"/>
                      <a:pt x="77" y="21"/>
                      <a:pt x="77" y="21"/>
                    </a:cubicBezTo>
                    <a:cubicBezTo>
                      <a:pt x="77" y="21"/>
                      <a:pt x="77" y="21"/>
                      <a:pt x="77" y="21"/>
                    </a:cubicBezTo>
                    <a:cubicBezTo>
                      <a:pt x="77" y="21"/>
                      <a:pt x="77" y="21"/>
                      <a:pt x="78" y="21"/>
                    </a:cubicBezTo>
                    <a:cubicBezTo>
                      <a:pt x="78" y="21"/>
                      <a:pt x="78" y="21"/>
                      <a:pt x="78" y="21"/>
                    </a:cubicBezTo>
                    <a:cubicBezTo>
                      <a:pt x="78" y="21"/>
                      <a:pt x="78" y="21"/>
                      <a:pt x="77" y="21"/>
                    </a:cubicBezTo>
                    <a:cubicBezTo>
                      <a:pt x="77" y="21"/>
                      <a:pt x="77" y="21"/>
                      <a:pt x="77" y="21"/>
                    </a:cubicBezTo>
                    <a:cubicBezTo>
                      <a:pt x="77" y="21"/>
                      <a:pt x="77" y="21"/>
                      <a:pt x="77" y="21"/>
                    </a:cubicBezTo>
                    <a:cubicBezTo>
                      <a:pt x="77" y="21"/>
                      <a:pt x="77" y="20"/>
                      <a:pt x="77" y="20"/>
                    </a:cubicBezTo>
                    <a:cubicBezTo>
                      <a:pt x="77" y="20"/>
                      <a:pt x="77" y="20"/>
                      <a:pt x="77" y="20"/>
                    </a:cubicBezTo>
                    <a:cubicBezTo>
                      <a:pt x="77" y="20"/>
                      <a:pt x="77" y="20"/>
                      <a:pt x="77" y="20"/>
                    </a:cubicBezTo>
                    <a:cubicBezTo>
                      <a:pt x="77" y="20"/>
                      <a:pt x="77" y="20"/>
                      <a:pt x="77" y="20"/>
                    </a:cubicBezTo>
                    <a:cubicBezTo>
                      <a:pt x="77" y="20"/>
                      <a:pt x="77" y="20"/>
                      <a:pt x="77" y="20"/>
                    </a:cubicBezTo>
                    <a:cubicBezTo>
                      <a:pt x="77" y="20"/>
                      <a:pt x="77" y="20"/>
                      <a:pt x="77" y="20"/>
                    </a:cubicBezTo>
                    <a:cubicBezTo>
                      <a:pt x="77" y="20"/>
                      <a:pt x="77" y="20"/>
                      <a:pt x="77" y="20"/>
                    </a:cubicBezTo>
                    <a:cubicBezTo>
                      <a:pt x="76" y="20"/>
                      <a:pt x="76" y="20"/>
                      <a:pt x="76" y="20"/>
                    </a:cubicBezTo>
                    <a:cubicBezTo>
                      <a:pt x="76" y="20"/>
                      <a:pt x="76" y="20"/>
                      <a:pt x="76" y="20"/>
                    </a:cubicBezTo>
                    <a:cubicBezTo>
                      <a:pt x="76" y="20"/>
                      <a:pt x="76" y="20"/>
                      <a:pt x="76" y="20"/>
                    </a:cubicBezTo>
                    <a:cubicBezTo>
                      <a:pt x="75" y="20"/>
                      <a:pt x="75" y="20"/>
                      <a:pt x="75" y="20"/>
                    </a:cubicBezTo>
                    <a:cubicBezTo>
                      <a:pt x="75" y="20"/>
                      <a:pt x="75" y="20"/>
                      <a:pt x="75" y="20"/>
                    </a:cubicBezTo>
                    <a:cubicBezTo>
                      <a:pt x="75" y="20"/>
                      <a:pt x="75" y="20"/>
                      <a:pt x="75" y="20"/>
                    </a:cubicBezTo>
                    <a:cubicBezTo>
                      <a:pt x="75" y="20"/>
                      <a:pt x="75" y="20"/>
                      <a:pt x="75" y="20"/>
                    </a:cubicBezTo>
                    <a:cubicBezTo>
                      <a:pt x="75" y="20"/>
                      <a:pt x="75" y="20"/>
                      <a:pt x="75" y="20"/>
                    </a:cubicBezTo>
                    <a:cubicBezTo>
                      <a:pt x="75" y="20"/>
                      <a:pt x="75" y="20"/>
                      <a:pt x="75" y="20"/>
                    </a:cubicBezTo>
                    <a:cubicBezTo>
                      <a:pt x="75" y="20"/>
                      <a:pt x="75" y="20"/>
                      <a:pt x="75" y="20"/>
                    </a:cubicBezTo>
                    <a:cubicBezTo>
                      <a:pt x="75" y="20"/>
                      <a:pt x="75" y="20"/>
                      <a:pt x="75" y="21"/>
                    </a:cubicBezTo>
                    <a:cubicBezTo>
                      <a:pt x="75" y="21"/>
                      <a:pt x="75" y="21"/>
                      <a:pt x="75" y="21"/>
                    </a:cubicBezTo>
                    <a:cubicBezTo>
                      <a:pt x="76" y="21"/>
                      <a:pt x="76" y="21"/>
                      <a:pt x="76" y="21"/>
                    </a:cubicBezTo>
                    <a:cubicBezTo>
                      <a:pt x="76" y="21"/>
                      <a:pt x="75" y="21"/>
                      <a:pt x="75" y="21"/>
                    </a:cubicBezTo>
                    <a:cubicBezTo>
                      <a:pt x="75" y="21"/>
                      <a:pt x="75" y="21"/>
                      <a:pt x="75" y="22"/>
                    </a:cubicBezTo>
                    <a:cubicBezTo>
                      <a:pt x="75" y="22"/>
                      <a:pt x="75" y="22"/>
                      <a:pt x="75" y="22"/>
                    </a:cubicBezTo>
                    <a:cubicBezTo>
                      <a:pt x="75" y="22"/>
                      <a:pt x="75" y="22"/>
                      <a:pt x="75" y="22"/>
                    </a:cubicBezTo>
                    <a:cubicBezTo>
                      <a:pt x="75" y="22"/>
                      <a:pt x="75" y="22"/>
                      <a:pt x="75" y="22"/>
                    </a:cubicBezTo>
                    <a:cubicBezTo>
                      <a:pt x="75" y="22"/>
                      <a:pt x="75" y="22"/>
                      <a:pt x="75" y="22"/>
                    </a:cubicBezTo>
                    <a:cubicBezTo>
                      <a:pt x="75" y="22"/>
                      <a:pt x="76" y="22"/>
                      <a:pt x="76" y="22"/>
                    </a:cubicBezTo>
                    <a:cubicBezTo>
                      <a:pt x="76" y="23"/>
                      <a:pt x="76" y="23"/>
                      <a:pt x="76" y="23"/>
                    </a:cubicBezTo>
                    <a:cubicBezTo>
                      <a:pt x="76" y="23"/>
                      <a:pt x="76" y="23"/>
                      <a:pt x="76" y="23"/>
                    </a:cubicBezTo>
                    <a:cubicBezTo>
                      <a:pt x="76" y="23"/>
                      <a:pt x="76" y="24"/>
                      <a:pt x="76" y="24"/>
                    </a:cubicBezTo>
                    <a:cubicBezTo>
                      <a:pt x="76" y="24"/>
                      <a:pt x="76" y="24"/>
                      <a:pt x="76" y="24"/>
                    </a:cubicBezTo>
                    <a:cubicBezTo>
                      <a:pt x="76" y="24"/>
                      <a:pt x="76" y="24"/>
                      <a:pt x="76" y="24"/>
                    </a:cubicBezTo>
                    <a:cubicBezTo>
                      <a:pt x="76" y="24"/>
                      <a:pt x="75" y="24"/>
                      <a:pt x="75" y="24"/>
                    </a:cubicBezTo>
                    <a:cubicBezTo>
                      <a:pt x="75" y="24"/>
                      <a:pt x="75" y="24"/>
                      <a:pt x="75" y="24"/>
                    </a:cubicBezTo>
                    <a:cubicBezTo>
                      <a:pt x="75" y="24"/>
                      <a:pt x="75" y="24"/>
                      <a:pt x="75" y="24"/>
                    </a:cubicBezTo>
                    <a:cubicBezTo>
                      <a:pt x="75" y="24"/>
                      <a:pt x="75" y="24"/>
                      <a:pt x="75" y="24"/>
                    </a:cubicBezTo>
                    <a:cubicBezTo>
                      <a:pt x="75" y="24"/>
                      <a:pt x="75" y="24"/>
                      <a:pt x="75" y="24"/>
                    </a:cubicBezTo>
                    <a:cubicBezTo>
                      <a:pt x="75" y="24"/>
                      <a:pt x="75" y="24"/>
                      <a:pt x="75" y="24"/>
                    </a:cubicBezTo>
                    <a:cubicBezTo>
                      <a:pt x="75" y="24"/>
                      <a:pt x="75" y="24"/>
                      <a:pt x="75" y="24"/>
                    </a:cubicBezTo>
                    <a:cubicBezTo>
                      <a:pt x="75" y="24"/>
                      <a:pt x="75" y="24"/>
                      <a:pt x="75" y="24"/>
                    </a:cubicBezTo>
                    <a:cubicBezTo>
                      <a:pt x="75" y="24"/>
                      <a:pt x="75" y="24"/>
                      <a:pt x="75" y="24"/>
                    </a:cubicBezTo>
                    <a:cubicBezTo>
                      <a:pt x="75" y="24"/>
                      <a:pt x="75" y="24"/>
                      <a:pt x="75" y="24"/>
                    </a:cubicBezTo>
                    <a:cubicBezTo>
                      <a:pt x="75" y="24"/>
                      <a:pt x="74" y="23"/>
                      <a:pt x="74" y="23"/>
                    </a:cubicBezTo>
                    <a:cubicBezTo>
                      <a:pt x="74" y="23"/>
                      <a:pt x="74" y="24"/>
                      <a:pt x="74" y="24"/>
                    </a:cubicBezTo>
                    <a:cubicBezTo>
                      <a:pt x="74" y="24"/>
                      <a:pt x="73" y="24"/>
                      <a:pt x="73" y="24"/>
                    </a:cubicBezTo>
                    <a:cubicBezTo>
                      <a:pt x="73" y="24"/>
                      <a:pt x="73" y="25"/>
                      <a:pt x="73" y="25"/>
                    </a:cubicBezTo>
                    <a:cubicBezTo>
                      <a:pt x="73" y="25"/>
                      <a:pt x="73" y="25"/>
                      <a:pt x="72" y="25"/>
                    </a:cubicBezTo>
                    <a:cubicBezTo>
                      <a:pt x="72" y="25"/>
                      <a:pt x="72" y="25"/>
                      <a:pt x="72" y="25"/>
                    </a:cubicBezTo>
                    <a:cubicBezTo>
                      <a:pt x="72" y="26"/>
                      <a:pt x="72" y="26"/>
                      <a:pt x="72" y="26"/>
                    </a:cubicBezTo>
                    <a:cubicBezTo>
                      <a:pt x="73" y="26"/>
                      <a:pt x="73" y="26"/>
                      <a:pt x="73" y="26"/>
                    </a:cubicBezTo>
                    <a:cubicBezTo>
                      <a:pt x="73" y="26"/>
                      <a:pt x="73" y="26"/>
                      <a:pt x="73" y="26"/>
                    </a:cubicBezTo>
                    <a:cubicBezTo>
                      <a:pt x="73" y="27"/>
                      <a:pt x="73" y="27"/>
                      <a:pt x="73" y="27"/>
                    </a:cubicBezTo>
                    <a:cubicBezTo>
                      <a:pt x="73" y="27"/>
                      <a:pt x="72" y="27"/>
                      <a:pt x="72" y="27"/>
                    </a:cubicBezTo>
                    <a:cubicBezTo>
                      <a:pt x="72" y="27"/>
                      <a:pt x="72" y="27"/>
                      <a:pt x="72" y="27"/>
                    </a:cubicBezTo>
                    <a:cubicBezTo>
                      <a:pt x="72" y="27"/>
                      <a:pt x="72" y="27"/>
                      <a:pt x="72" y="27"/>
                    </a:cubicBezTo>
                    <a:cubicBezTo>
                      <a:pt x="72" y="27"/>
                      <a:pt x="72" y="27"/>
                      <a:pt x="72" y="27"/>
                    </a:cubicBezTo>
                    <a:cubicBezTo>
                      <a:pt x="72" y="27"/>
                      <a:pt x="72" y="27"/>
                      <a:pt x="72" y="27"/>
                    </a:cubicBezTo>
                    <a:cubicBezTo>
                      <a:pt x="72" y="27"/>
                      <a:pt x="72" y="27"/>
                      <a:pt x="72" y="27"/>
                    </a:cubicBezTo>
                    <a:cubicBezTo>
                      <a:pt x="71" y="27"/>
                      <a:pt x="71" y="27"/>
                      <a:pt x="71" y="27"/>
                    </a:cubicBezTo>
                    <a:cubicBezTo>
                      <a:pt x="71" y="27"/>
                      <a:pt x="71" y="27"/>
                      <a:pt x="71" y="27"/>
                    </a:cubicBezTo>
                    <a:cubicBezTo>
                      <a:pt x="71" y="27"/>
                      <a:pt x="71" y="27"/>
                      <a:pt x="71" y="27"/>
                    </a:cubicBezTo>
                    <a:cubicBezTo>
                      <a:pt x="71" y="27"/>
                      <a:pt x="71" y="27"/>
                      <a:pt x="71" y="27"/>
                    </a:cubicBezTo>
                    <a:cubicBezTo>
                      <a:pt x="71" y="27"/>
                      <a:pt x="71" y="27"/>
                      <a:pt x="71" y="27"/>
                    </a:cubicBezTo>
                    <a:cubicBezTo>
                      <a:pt x="71" y="27"/>
                      <a:pt x="71" y="26"/>
                      <a:pt x="71" y="26"/>
                    </a:cubicBezTo>
                    <a:cubicBezTo>
                      <a:pt x="71" y="26"/>
                      <a:pt x="71" y="26"/>
                      <a:pt x="70" y="26"/>
                    </a:cubicBezTo>
                    <a:cubicBezTo>
                      <a:pt x="70" y="26"/>
                      <a:pt x="70" y="26"/>
                      <a:pt x="70" y="26"/>
                    </a:cubicBezTo>
                    <a:cubicBezTo>
                      <a:pt x="70" y="26"/>
                      <a:pt x="70" y="26"/>
                      <a:pt x="70" y="26"/>
                    </a:cubicBezTo>
                    <a:cubicBezTo>
                      <a:pt x="70" y="26"/>
                      <a:pt x="70" y="26"/>
                      <a:pt x="70" y="26"/>
                    </a:cubicBezTo>
                    <a:cubicBezTo>
                      <a:pt x="70" y="26"/>
                      <a:pt x="70" y="26"/>
                      <a:pt x="70" y="26"/>
                    </a:cubicBezTo>
                    <a:cubicBezTo>
                      <a:pt x="70" y="26"/>
                      <a:pt x="70" y="26"/>
                      <a:pt x="69" y="26"/>
                    </a:cubicBezTo>
                    <a:cubicBezTo>
                      <a:pt x="69" y="26"/>
                      <a:pt x="69" y="26"/>
                      <a:pt x="69" y="26"/>
                    </a:cubicBezTo>
                    <a:cubicBezTo>
                      <a:pt x="69" y="27"/>
                      <a:pt x="69" y="27"/>
                      <a:pt x="69" y="27"/>
                    </a:cubicBezTo>
                    <a:cubicBezTo>
                      <a:pt x="70" y="27"/>
                      <a:pt x="70" y="27"/>
                      <a:pt x="70" y="27"/>
                    </a:cubicBezTo>
                    <a:cubicBezTo>
                      <a:pt x="70" y="27"/>
                      <a:pt x="70" y="27"/>
                      <a:pt x="70" y="27"/>
                    </a:cubicBezTo>
                    <a:cubicBezTo>
                      <a:pt x="70" y="27"/>
                      <a:pt x="70" y="27"/>
                      <a:pt x="70" y="27"/>
                    </a:cubicBezTo>
                    <a:cubicBezTo>
                      <a:pt x="70" y="27"/>
                      <a:pt x="70" y="27"/>
                      <a:pt x="70" y="27"/>
                    </a:cubicBezTo>
                    <a:cubicBezTo>
                      <a:pt x="70" y="27"/>
                      <a:pt x="70" y="27"/>
                      <a:pt x="70" y="27"/>
                    </a:cubicBezTo>
                    <a:cubicBezTo>
                      <a:pt x="70" y="27"/>
                      <a:pt x="70" y="27"/>
                      <a:pt x="70" y="27"/>
                    </a:cubicBezTo>
                    <a:cubicBezTo>
                      <a:pt x="70" y="27"/>
                      <a:pt x="70" y="27"/>
                      <a:pt x="70" y="27"/>
                    </a:cubicBezTo>
                    <a:cubicBezTo>
                      <a:pt x="70" y="28"/>
                      <a:pt x="70" y="28"/>
                      <a:pt x="70" y="28"/>
                    </a:cubicBezTo>
                    <a:cubicBezTo>
                      <a:pt x="70" y="28"/>
                      <a:pt x="71" y="28"/>
                      <a:pt x="71" y="28"/>
                    </a:cubicBezTo>
                    <a:cubicBezTo>
                      <a:pt x="71" y="28"/>
                      <a:pt x="71" y="28"/>
                      <a:pt x="71" y="28"/>
                    </a:cubicBezTo>
                    <a:cubicBezTo>
                      <a:pt x="70" y="28"/>
                      <a:pt x="70" y="28"/>
                      <a:pt x="70" y="28"/>
                    </a:cubicBezTo>
                    <a:cubicBezTo>
                      <a:pt x="70" y="28"/>
                      <a:pt x="70" y="28"/>
                      <a:pt x="70" y="28"/>
                    </a:cubicBezTo>
                    <a:cubicBezTo>
                      <a:pt x="70" y="28"/>
                      <a:pt x="70" y="28"/>
                      <a:pt x="70" y="28"/>
                    </a:cubicBezTo>
                    <a:cubicBezTo>
                      <a:pt x="70" y="28"/>
                      <a:pt x="70" y="28"/>
                      <a:pt x="70" y="28"/>
                    </a:cubicBezTo>
                    <a:cubicBezTo>
                      <a:pt x="70" y="28"/>
                      <a:pt x="70" y="28"/>
                      <a:pt x="70" y="28"/>
                    </a:cubicBezTo>
                    <a:cubicBezTo>
                      <a:pt x="70" y="28"/>
                      <a:pt x="70" y="28"/>
                      <a:pt x="70" y="28"/>
                    </a:cubicBezTo>
                    <a:cubicBezTo>
                      <a:pt x="70" y="28"/>
                      <a:pt x="70" y="28"/>
                      <a:pt x="70" y="28"/>
                    </a:cubicBezTo>
                    <a:cubicBezTo>
                      <a:pt x="70"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9" y="28"/>
                    </a:cubicBezTo>
                    <a:cubicBezTo>
                      <a:pt x="69" y="28"/>
                      <a:pt x="69" y="28"/>
                      <a:pt x="68" y="28"/>
                    </a:cubicBezTo>
                    <a:cubicBezTo>
                      <a:pt x="68" y="28"/>
                      <a:pt x="68" y="27"/>
                      <a:pt x="68" y="27"/>
                    </a:cubicBezTo>
                    <a:cubicBezTo>
                      <a:pt x="68" y="27"/>
                      <a:pt x="68" y="27"/>
                      <a:pt x="68" y="27"/>
                    </a:cubicBezTo>
                    <a:cubicBezTo>
                      <a:pt x="68" y="27"/>
                      <a:pt x="68" y="27"/>
                      <a:pt x="68" y="27"/>
                    </a:cubicBezTo>
                    <a:cubicBezTo>
                      <a:pt x="68" y="26"/>
                      <a:pt x="68" y="26"/>
                      <a:pt x="68" y="26"/>
                    </a:cubicBezTo>
                    <a:cubicBezTo>
                      <a:pt x="68" y="26"/>
                      <a:pt x="68" y="26"/>
                      <a:pt x="68" y="26"/>
                    </a:cubicBezTo>
                    <a:cubicBezTo>
                      <a:pt x="68" y="26"/>
                      <a:pt x="68" y="26"/>
                      <a:pt x="67" y="26"/>
                    </a:cubicBezTo>
                    <a:cubicBezTo>
                      <a:pt x="67" y="26"/>
                      <a:pt x="67" y="26"/>
                      <a:pt x="67" y="26"/>
                    </a:cubicBezTo>
                    <a:cubicBezTo>
                      <a:pt x="67" y="26"/>
                      <a:pt x="67" y="26"/>
                      <a:pt x="67" y="26"/>
                    </a:cubicBezTo>
                    <a:cubicBezTo>
                      <a:pt x="68" y="26"/>
                      <a:pt x="68" y="25"/>
                      <a:pt x="68" y="25"/>
                    </a:cubicBezTo>
                    <a:cubicBezTo>
                      <a:pt x="68" y="25"/>
                      <a:pt x="68" y="25"/>
                      <a:pt x="68" y="25"/>
                    </a:cubicBezTo>
                    <a:cubicBezTo>
                      <a:pt x="68" y="25"/>
                      <a:pt x="68" y="25"/>
                      <a:pt x="68" y="25"/>
                    </a:cubicBezTo>
                    <a:cubicBezTo>
                      <a:pt x="68" y="25"/>
                      <a:pt x="68" y="25"/>
                      <a:pt x="68" y="25"/>
                    </a:cubicBezTo>
                    <a:cubicBezTo>
                      <a:pt x="68" y="25"/>
                      <a:pt x="68" y="25"/>
                      <a:pt x="68" y="25"/>
                    </a:cubicBezTo>
                    <a:cubicBezTo>
                      <a:pt x="67" y="24"/>
                      <a:pt x="67" y="24"/>
                      <a:pt x="67" y="24"/>
                    </a:cubicBezTo>
                    <a:cubicBezTo>
                      <a:pt x="67" y="24"/>
                      <a:pt x="67" y="24"/>
                      <a:pt x="66" y="24"/>
                    </a:cubicBezTo>
                    <a:cubicBezTo>
                      <a:pt x="66" y="24"/>
                      <a:pt x="66" y="24"/>
                      <a:pt x="66" y="24"/>
                    </a:cubicBezTo>
                    <a:cubicBezTo>
                      <a:pt x="66" y="24"/>
                      <a:pt x="66" y="24"/>
                      <a:pt x="67" y="24"/>
                    </a:cubicBezTo>
                    <a:cubicBezTo>
                      <a:pt x="67" y="24"/>
                      <a:pt x="67" y="24"/>
                      <a:pt x="67" y="24"/>
                    </a:cubicBezTo>
                    <a:cubicBezTo>
                      <a:pt x="67" y="24"/>
                      <a:pt x="66" y="23"/>
                      <a:pt x="66" y="23"/>
                    </a:cubicBezTo>
                    <a:cubicBezTo>
                      <a:pt x="66" y="23"/>
                      <a:pt x="66" y="23"/>
                      <a:pt x="66" y="23"/>
                    </a:cubicBezTo>
                    <a:cubicBezTo>
                      <a:pt x="66" y="23"/>
                      <a:pt x="66" y="23"/>
                      <a:pt x="66" y="23"/>
                    </a:cubicBezTo>
                    <a:cubicBezTo>
                      <a:pt x="66" y="23"/>
                      <a:pt x="66" y="23"/>
                      <a:pt x="66" y="23"/>
                    </a:cubicBezTo>
                    <a:cubicBezTo>
                      <a:pt x="66" y="23"/>
                      <a:pt x="66" y="23"/>
                      <a:pt x="66" y="23"/>
                    </a:cubicBezTo>
                    <a:cubicBezTo>
                      <a:pt x="66" y="23"/>
                      <a:pt x="66" y="23"/>
                      <a:pt x="66" y="23"/>
                    </a:cubicBezTo>
                    <a:cubicBezTo>
                      <a:pt x="66" y="23"/>
                      <a:pt x="66" y="23"/>
                      <a:pt x="66" y="23"/>
                    </a:cubicBezTo>
                    <a:cubicBezTo>
                      <a:pt x="66" y="23"/>
                      <a:pt x="66" y="23"/>
                      <a:pt x="66" y="23"/>
                    </a:cubicBezTo>
                    <a:cubicBezTo>
                      <a:pt x="66" y="23"/>
                      <a:pt x="66" y="23"/>
                      <a:pt x="66" y="23"/>
                    </a:cubicBezTo>
                    <a:cubicBezTo>
                      <a:pt x="67" y="23"/>
                      <a:pt x="67" y="23"/>
                      <a:pt x="67" y="23"/>
                    </a:cubicBezTo>
                    <a:cubicBezTo>
                      <a:pt x="67" y="23"/>
                      <a:pt x="67" y="23"/>
                      <a:pt x="67" y="23"/>
                    </a:cubicBezTo>
                    <a:cubicBezTo>
                      <a:pt x="67" y="23"/>
                      <a:pt x="67" y="23"/>
                      <a:pt x="67" y="23"/>
                    </a:cubicBezTo>
                    <a:cubicBezTo>
                      <a:pt x="67" y="23"/>
                      <a:pt x="67" y="23"/>
                      <a:pt x="67" y="23"/>
                    </a:cubicBezTo>
                    <a:cubicBezTo>
                      <a:pt x="67" y="23"/>
                      <a:pt x="67" y="23"/>
                      <a:pt x="67" y="23"/>
                    </a:cubicBezTo>
                    <a:cubicBezTo>
                      <a:pt x="67" y="23"/>
                      <a:pt x="67" y="23"/>
                      <a:pt x="67" y="23"/>
                    </a:cubicBezTo>
                    <a:cubicBezTo>
                      <a:pt x="67" y="23"/>
                      <a:pt x="67" y="23"/>
                      <a:pt x="68" y="23"/>
                    </a:cubicBezTo>
                    <a:cubicBezTo>
                      <a:pt x="68" y="23"/>
                      <a:pt x="68" y="23"/>
                      <a:pt x="68" y="23"/>
                    </a:cubicBezTo>
                    <a:cubicBezTo>
                      <a:pt x="68" y="23"/>
                      <a:pt x="68" y="23"/>
                      <a:pt x="68" y="23"/>
                    </a:cubicBezTo>
                    <a:cubicBezTo>
                      <a:pt x="68" y="23"/>
                      <a:pt x="68" y="24"/>
                      <a:pt x="68" y="24"/>
                    </a:cubicBezTo>
                    <a:cubicBezTo>
                      <a:pt x="68" y="24"/>
                      <a:pt x="69" y="24"/>
                      <a:pt x="70" y="24"/>
                    </a:cubicBezTo>
                    <a:cubicBezTo>
                      <a:pt x="70" y="24"/>
                      <a:pt x="70" y="24"/>
                      <a:pt x="70" y="24"/>
                    </a:cubicBezTo>
                    <a:cubicBezTo>
                      <a:pt x="70" y="24"/>
                      <a:pt x="70" y="24"/>
                      <a:pt x="70" y="24"/>
                    </a:cubicBezTo>
                    <a:cubicBezTo>
                      <a:pt x="70" y="24"/>
                      <a:pt x="70" y="24"/>
                      <a:pt x="70" y="24"/>
                    </a:cubicBezTo>
                    <a:cubicBezTo>
                      <a:pt x="71" y="24"/>
                      <a:pt x="71" y="24"/>
                      <a:pt x="71" y="24"/>
                    </a:cubicBezTo>
                    <a:cubicBezTo>
                      <a:pt x="71" y="24"/>
                      <a:pt x="71" y="24"/>
                      <a:pt x="71" y="24"/>
                    </a:cubicBezTo>
                    <a:cubicBezTo>
                      <a:pt x="72" y="24"/>
                      <a:pt x="72" y="24"/>
                      <a:pt x="73" y="24"/>
                    </a:cubicBezTo>
                    <a:cubicBezTo>
                      <a:pt x="73" y="24"/>
                      <a:pt x="73" y="24"/>
                      <a:pt x="73" y="24"/>
                    </a:cubicBezTo>
                    <a:cubicBezTo>
                      <a:pt x="73" y="24"/>
                      <a:pt x="73" y="24"/>
                      <a:pt x="73" y="24"/>
                    </a:cubicBezTo>
                    <a:cubicBezTo>
                      <a:pt x="73" y="24"/>
                      <a:pt x="73" y="23"/>
                      <a:pt x="73" y="23"/>
                    </a:cubicBezTo>
                    <a:cubicBezTo>
                      <a:pt x="73" y="23"/>
                      <a:pt x="73" y="23"/>
                      <a:pt x="73" y="23"/>
                    </a:cubicBezTo>
                    <a:cubicBezTo>
                      <a:pt x="74" y="23"/>
                      <a:pt x="74" y="23"/>
                      <a:pt x="74" y="23"/>
                    </a:cubicBezTo>
                    <a:cubicBezTo>
                      <a:pt x="74" y="23"/>
                      <a:pt x="74" y="23"/>
                      <a:pt x="74" y="23"/>
                    </a:cubicBezTo>
                    <a:cubicBezTo>
                      <a:pt x="73" y="23"/>
                      <a:pt x="73" y="22"/>
                      <a:pt x="73" y="22"/>
                    </a:cubicBezTo>
                    <a:cubicBezTo>
                      <a:pt x="73" y="22"/>
                      <a:pt x="73" y="22"/>
                      <a:pt x="73" y="22"/>
                    </a:cubicBezTo>
                    <a:cubicBezTo>
                      <a:pt x="73" y="22"/>
                      <a:pt x="73" y="21"/>
                      <a:pt x="73" y="21"/>
                    </a:cubicBezTo>
                    <a:cubicBezTo>
                      <a:pt x="73" y="21"/>
                      <a:pt x="73" y="21"/>
                      <a:pt x="73" y="21"/>
                    </a:cubicBezTo>
                    <a:cubicBezTo>
                      <a:pt x="73" y="21"/>
                      <a:pt x="73" y="21"/>
                      <a:pt x="73" y="21"/>
                    </a:cubicBezTo>
                    <a:cubicBezTo>
                      <a:pt x="73" y="21"/>
                      <a:pt x="73" y="21"/>
                      <a:pt x="73" y="21"/>
                    </a:cubicBezTo>
                    <a:cubicBezTo>
                      <a:pt x="73" y="21"/>
                      <a:pt x="73" y="21"/>
                      <a:pt x="72" y="21"/>
                    </a:cubicBezTo>
                    <a:cubicBezTo>
                      <a:pt x="72" y="21"/>
                      <a:pt x="72" y="21"/>
                      <a:pt x="72" y="21"/>
                    </a:cubicBezTo>
                    <a:cubicBezTo>
                      <a:pt x="72" y="21"/>
                      <a:pt x="72" y="21"/>
                      <a:pt x="72" y="21"/>
                    </a:cubicBezTo>
                    <a:cubicBezTo>
                      <a:pt x="72" y="21"/>
                      <a:pt x="72" y="21"/>
                      <a:pt x="72" y="21"/>
                    </a:cubicBezTo>
                    <a:cubicBezTo>
                      <a:pt x="72" y="21"/>
                      <a:pt x="72" y="21"/>
                      <a:pt x="72" y="21"/>
                    </a:cubicBezTo>
                    <a:cubicBezTo>
                      <a:pt x="72" y="21"/>
                      <a:pt x="72" y="21"/>
                      <a:pt x="72" y="21"/>
                    </a:cubicBezTo>
                    <a:cubicBezTo>
                      <a:pt x="71" y="21"/>
                      <a:pt x="71" y="21"/>
                      <a:pt x="71" y="21"/>
                    </a:cubicBezTo>
                    <a:cubicBezTo>
                      <a:pt x="71" y="20"/>
                      <a:pt x="71" y="20"/>
                      <a:pt x="71" y="20"/>
                    </a:cubicBezTo>
                    <a:cubicBezTo>
                      <a:pt x="71" y="20"/>
                      <a:pt x="71" y="20"/>
                      <a:pt x="71" y="20"/>
                    </a:cubicBezTo>
                    <a:cubicBezTo>
                      <a:pt x="71" y="20"/>
                      <a:pt x="71" y="20"/>
                      <a:pt x="71" y="20"/>
                    </a:cubicBezTo>
                    <a:cubicBezTo>
                      <a:pt x="71" y="20"/>
                      <a:pt x="70" y="20"/>
                      <a:pt x="70" y="20"/>
                    </a:cubicBezTo>
                    <a:cubicBezTo>
                      <a:pt x="70" y="20"/>
                      <a:pt x="70" y="20"/>
                      <a:pt x="70" y="20"/>
                    </a:cubicBezTo>
                    <a:cubicBezTo>
                      <a:pt x="70" y="20"/>
                      <a:pt x="70" y="20"/>
                      <a:pt x="70" y="20"/>
                    </a:cubicBezTo>
                    <a:cubicBezTo>
                      <a:pt x="70" y="20"/>
                      <a:pt x="70" y="19"/>
                      <a:pt x="70" y="19"/>
                    </a:cubicBezTo>
                    <a:cubicBezTo>
                      <a:pt x="69" y="19"/>
                      <a:pt x="69" y="19"/>
                      <a:pt x="69" y="19"/>
                    </a:cubicBezTo>
                    <a:cubicBezTo>
                      <a:pt x="69" y="19"/>
                      <a:pt x="69" y="19"/>
                      <a:pt x="69" y="19"/>
                    </a:cubicBezTo>
                    <a:cubicBezTo>
                      <a:pt x="69" y="19"/>
                      <a:pt x="68" y="19"/>
                      <a:pt x="68" y="19"/>
                    </a:cubicBezTo>
                    <a:cubicBezTo>
                      <a:pt x="68" y="19"/>
                      <a:pt x="68" y="19"/>
                      <a:pt x="68" y="19"/>
                    </a:cubicBezTo>
                    <a:cubicBezTo>
                      <a:pt x="68" y="19"/>
                      <a:pt x="68" y="19"/>
                      <a:pt x="68" y="19"/>
                    </a:cubicBezTo>
                    <a:cubicBezTo>
                      <a:pt x="68" y="19"/>
                      <a:pt x="68" y="19"/>
                      <a:pt x="68" y="19"/>
                    </a:cubicBezTo>
                    <a:cubicBezTo>
                      <a:pt x="68" y="19"/>
                      <a:pt x="68" y="19"/>
                      <a:pt x="68" y="19"/>
                    </a:cubicBezTo>
                    <a:cubicBezTo>
                      <a:pt x="68" y="19"/>
                      <a:pt x="68" y="19"/>
                      <a:pt x="68" y="19"/>
                    </a:cubicBezTo>
                    <a:cubicBezTo>
                      <a:pt x="67" y="19"/>
                      <a:pt x="67" y="19"/>
                      <a:pt x="67" y="19"/>
                    </a:cubicBezTo>
                    <a:cubicBezTo>
                      <a:pt x="67" y="19"/>
                      <a:pt x="67" y="19"/>
                      <a:pt x="67" y="19"/>
                    </a:cubicBezTo>
                    <a:cubicBezTo>
                      <a:pt x="67" y="19"/>
                      <a:pt x="67" y="19"/>
                      <a:pt x="67" y="19"/>
                    </a:cubicBezTo>
                    <a:cubicBezTo>
                      <a:pt x="67" y="19"/>
                      <a:pt x="67" y="19"/>
                      <a:pt x="67" y="19"/>
                    </a:cubicBezTo>
                    <a:cubicBezTo>
                      <a:pt x="67" y="19"/>
                      <a:pt x="67" y="19"/>
                      <a:pt x="67" y="18"/>
                    </a:cubicBezTo>
                    <a:cubicBezTo>
                      <a:pt x="67" y="18"/>
                      <a:pt x="67" y="18"/>
                      <a:pt x="67" y="18"/>
                    </a:cubicBezTo>
                    <a:cubicBezTo>
                      <a:pt x="67" y="18"/>
                      <a:pt x="67" y="18"/>
                      <a:pt x="67" y="18"/>
                    </a:cubicBezTo>
                    <a:cubicBezTo>
                      <a:pt x="67" y="18"/>
                      <a:pt x="67" y="19"/>
                      <a:pt x="67" y="19"/>
                    </a:cubicBezTo>
                    <a:cubicBezTo>
                      <a:pt x="67" y="19"/>
                      <a:pt x="67" y="19"/>
                      <a:pt x="67" y="19"/>
                    </a:cubicBezTo>
                    <a:cubicBezTo>
                      <a:pt x="67" y="19"/>
                      <a:pt x="67" y="19"/>
                      <a:pt x="67" y="18"/>
                    </a:cubicBezTo>
                    <a:cubicBezTo>
                      <a:pt x="67"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6" y="18"/>
                      <a:pt x="66" y="18"/>
                      <a:pt x="66" y="18"/>
                    </a:cubicBezTo>
                    <a:cubicBezTo>
                      <a:pt x="67" y="18"/>
                      <a:pt x="67" y="18"/>
                      <a:pt x="67" y="18"/>
                    </a:cubicBezTo>
                    <a:cubicBezTo>
                      <a:pt x="67" y="18"/>
                      <a:pt x="67" y="18"/>
                      <a:pt x="67" y="18"/>
                    </a:cubicBezTo>
                    <a:cubicBezTo>
                      <a:pt x="67" y="18"/>
                      <a:pt x="67" y="18"/>
                      <a:pt x="67" y="18"/>
                    </a:cubicBezTo>
                    <a:cubicBezTo>
                      <a:pt x="67" y="18"/>
                      <a:pt x="67" y="18"/>
                      <a:pt x="67" y="18"/>
                    </a:cubicBezTo>
                    <a:cubicBezTo>
                      <a:pt x="66" y="18"/>
                      <a:pt x="66" y="18"/>
                      <a:pt x="66" y="18"/>
                    </a:cubicBezTo>
                    <a:cubicBezTo>
                      <a:pt x="66" y="18"/>
                      <a:pt x="66" y="18"/>
                      <a:pt x="66" y="18"/>
                    </a:cubicBezTo>
                    <a:cubicBezTo>
                      <a:pt x="66" y="17"/>
                      <a:pt x="66" y="17"/>
                      <a:pt x="66" y="17"/>
                    </a:cubicBezTo>
                    <a:cubicBezTo>
                      <a:pt x="66" y="17"/>
                      <a:pt x="66" y="17"/>
                      <a:pt x="66" y="17"/>
                    </a:cubicBezTo>
                    <a:cubicBezTo>
                      <a:pt x="66" y="17"/>
                      <a:pt x="66" y="17"/>
                      <a:pt x="66" y="17"/>
                    </a:cubicBezTo>
                    <a:cubicBezTo>
                      <a:pt x="66" y="17"/>
                      <a:pt x="66" y="17"/>
                      <a:pt x="66" y="17"/>
                    </a:cubicBezTo>
                    <a:cubicBezTo>
                      <a:pt x="66" y="17"/>
                      <a:pt x="66" y="17"/>
                      <a:pt x="66" y="18"/>
                    </a:cubicBezTo>
                    <a:cubicBezTo>
                      <a:pt x="66" y="18"/>
                      <a:pt x="66" y="18"/>
                      <a:pt x="66" y="18"/>
                    </a:cubicBezTo>
                    <a:cubicBezTo>
                      <a:pt x="66" y="18"/>
                      <a:pt x="66" y="18"/>
                      <a:pt x="66" y="18"/>
                    </a:cubicBezTo>
                    <a:cubicBezTo>
                      <a:pt x="66" y="18"/>
                      <a:pt x="66" y="18"/>
                      <a:pt x="66" y="18"/>
                    </a:cubicBezTo>
                    <a:cubicBezTo>
                      <a:pt x="66" y="18"/>
                      <a:pt x="66"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8"/>
                      <a:pt x="65" y="18"/>
                    </a:cubicBezTo>
                    <a:cubicBezTo>
                      <a:pt x="65" y="18"/>
                      <a:pt x="65" y="17"/>
                      <a:pt x="64" y="17"/>
                    </a:cubicBezTo>
                    <a:cubicBezTo>
                      <a:pt x="64" y="17"/>
                      <a:pt x="64" y="17"/>
                      <a:pt x="64" y="17"/>
                    </a:cubicBezTo>
                    <a:cubicBezTo>
                      <a:pt x="64" y="17"/>
                      <a:pt x="64" y="18"/>
                      <a:pt x="64" y="18"/>
                    </a:cubicBezTo>
                    <a:cubicBezTo>
                      <a:pt x="64" y="18"/>
                      <a:pt x="64" y="18"/>
                      <a:pt x="64" y="18"/>
                    </a:cubicBezTo>
                    <a:cubicBezTo>
                      <a:pt x="64" y="18"/>
                      <a:pt x="64" y="18"/>
                      <a:pt x="64" y="18"/>
                    </a:cubicBezTo>
                    <a:cubicBezTo>
                      <a:pt x="64" y="18"/>
                      <a:pt x="64" y="18"/>
                      <a:pt x="64" y="18"/>
                    </a:cubicBezTo>
                    <a:cubicBezTo>
                      <a:pt x="64" y="18"/>
                      <a:pt x="64" y="18"/>
                      <a:pt x="64" y="18"/>
                    </a:cubicBezTo>
                    <a:cubicBezTo>
                      <a:pt x="64" y="18"/>
                      <a:pt x="64" y="18"/>
                      <a:pt x="64" y="17"/>
                    </a:cubicBezTo>
                    <a:cubicBezTo>
                      <a:pt x="64" y="17"/>
                      <a:pt x="64" y="17"/>
                      <a:pt x="64" y="17"/>
                    </a:cubicBezTo>
                    <a:cubicBezTo>
                      <a:pt x="64" y="17"/>
                      <a:pt x="64" y="17"/>
                      <a:pt x="64" y="17"/>
                    </a:cubicBezTo>
                    <a:cubicBezTo>
                      <a:pt x="64" y="17"/>
                      <a:pt x="64" y="17"/>
                      <a:pt x="64" y="17"/>
                    </a:cubicBezTo>
                    <a:cubicBezTo>
                      <a:pt x="64" y="17"/>
                      <a:pt x="64" y="17"/>
                      <a:pt x="64" y="17"/>
                    </a:cubicBezTo>
                    <a:cubicBezTo>
                      <a:pt x="63" y="17"/>
                      <a:pt x="63" y="17"/>
                      <a:pt x="63" y="17"/>
                    </a:cubicBezTo>
                    <a:cubicBezTo>
                      <a:pt x="63" y="17"/>
                      <a:pt x="63" y="17"/>
                      <a:pt x="63" y="17"/>
                    </a:cubicBezTo>
                    <a:cubicBezTo>
                      <a:pt x="64" y="17"/>
                      <a:pt x="64" y="17"/>
                      <a:pt x="64" y="17"/>
                    </a:cubicBezTo>
                    <a:cubicBezTo>
                      <a:pt x="64" y="17"/>
                      <a:pt x="64" y="17"/>
                      <a:pt x="64" y="17"/>
                    </a:cubicBezTo>
                    <a:cubicBezTo>
                      <a:pt x="64" y="17"/>
                      <a:pt x="64" y="17"/>
                      <a:pt x="65" y="17"/>
                    </a:cubicBezTo>
                    <a:cubicBezTo>
                      <a:pt x="65" y="17"/>
                      <a:pt x="65" y="17"/>
                      <a:pt x="65" y="17"/>
                    </a:cubicBezTo>
                    <a:cubicBezTo>
                      <a:pt x="65" y="17"/>
                      <a:pt x="65" y="17"/>
                      <a:pt x="65" y="17"/>
                    </a:cubicBezTo>
                    <a:cubicBezTo>
                      <a:pt x="65" y="17"/>
                      <a:pt x="65" y="17"/>
                      <a:pt x="65" y="17"/>
                    </a:cubicBezTo>
                    <a:cubicBezTo>
                      <a:pt x="65" y="17"/>
                      <a:pt x="65" y="17"/>
                      <a:pt x="65" y="16"/>
                    </a:cubicBezTo>
                    <a:cubicBezTo>
                      <a:pt x="65" y="16"/>
                      <a:pt x="65" y="16"/>
                      <a:pt x="65" y="16"/>
                    </a:cubicBezTo>
                    <a:cubicBezTo>
                      <a:pt x="65" y="16"/>
                      <a:pt x="65" y="16"/>
                      <a:pt x="65" y="16"/>
                    </a:cubicBezTo>
                    <a:cubicBezTo>
                      <a:pt x="65" y="16"/>
                      <a:pt x="65" y="16"/>
                      <a:pt x="65" y="16"/>
                    </a:cubicBezTo>
                    <a:cubicBezTo>
                      <a:pt x="65" y="16"/>
                      <a:pt x="65" y="16"/>
                      <a:pt x="65" y="16"/>
                    </a:cubicBezTo>
                    <a:cubicBezTo>
                      <a:pt x="65" y="16"/>
                      <a:pt x="64" y="16"/>
                      <a:pt x="64" y="16"/>
                    </a:cubicBezTo>
                    <a:cubicBezTo>
                      <a:pt x="64" y="16"/>
                      <a:pt x="64" y="16"/>
                      <a:pt x="65" y="16"/>
                    </a:cubicBezTo>
                    <a:cubicBezTo>
                      <a:pt x="65" y="16"/>
                      <a:pt x="65" y="16"/>
                      <a:pt x="65" y="16"/>
                    </a:cubicBezTo>
                    <a:cubicBezTo>
                      <a:pt x="65" y="16"/>
                      <a:pt x="65" y="16"/>
                      <a:pt x="65" y="16"/>
                    </a:cubicBezTo>
                    <a:cubicBezTo>
                      <a:pt x="64" y="16"/>
                      <a:pt x="64" y="16"/>
                      <a:pt x="64" y="16"/>
                    </a:cubicBezTo>
                    <a:cubicBezTo>
                      <a:pt x="64" y="16"/>
                      <a:pt x="64" y="16"/>
                      <a:pt x="64" y="16"/>
                    </a:cubicBezTo>
                    <a:cubicBezTo>
                      <a:pt x="64" y="16"/>
                      <a:pt x="64" y="16"/>
                      <a:pt x="64" y="16"/>
                    </a:cubicBezTo>
                    <a:cubicBezTo>
                      <a:pt x="64" y="16"/>
                      <a:pt x="64" y="16"/>
                      <a:pt x="64" y="16"/>
                    </a:cubicBezTo>
                    <a:cubicBezTo>
                      <a:pt x="64" y="15"/>
                      <a:pt x="64" y="15"/>
                      <a:pt x="64" y="15"/>
                    </a:cubicBezTo>
                    <a:cubicBezTo>
                      <a:pt x="64" y="15"/>
                      <a:pt x="64" y="15"/>
                      <a:pt x="64" y="15"/>
                    </a:cubicBezTo>
                    <a:cubicBezTo>
                      <a:pt x="64" y="15"/>
                      <a:pt x="64" y="15"/>
                      <a:pt x="63" y="15"/>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6"/>
                    </a:cubicBezTo>
                    <a:cubicBezTo>
                      <a:pt x="63" y="16"/>
                      <a:pt x="63" y="16"/>
                      <a:pt x="63" y="15"/>
                    </a:cubicBezTo>
                    <a:cubicBezTo>
                      <a:pt x="63" y="15"/>
                      <a:pt x="63" y="15"/>
                      <a:pt x="63" y="15"/>
                    </a:cubicBezTo>
                    <a:cubicBezTo>
                      <a:pt x="63" y="16"/>
                      <a:pt x="63" y="16"/>
                      <a:pt x="63" y="16"/>
                    </a:cubicBezTo>
                    <a:cubicBezTo>
                      <a:pt x="63" y="16"/>
                      <a:pt x="63" y="16"/>
                      <a:pt x="63" y="15"/>
                    </a:cubicBezTo>
                    <a:cubicBezTo>
                      <a:pt x="63" y="15"/>
                      <a:pt x="63" y="15"/>
                      <a:pt x="63" y="15"/>
                    </a:cubicBezTo>
                    <a:cubicBezTo>
                      <a:pt x="63" y="15"/>
                      <a:pt x="63" y="15"/>
                      <a:pt x="63" y="15"/>
                    </a:cubicBezTo>
                    <a:cubicBezTo>
                      <a:pt x="63" y="15"/>
                      <a:pt x="63" y="15"/>
                      <a:pt x="63" y="15"/>
                    </a:cubicBezTo>
                    <a:cubicBezTo>
                      <a:pt x="63" y="15"/>
                      <a:pt x="63" y="15"/>
                      <a:pt x="63" y="15"/>
                    </a:cubicBezTo>
                    <a:cubicBezTo>
                      <a:pt x="63" y="15"/>
                      <a:pt x="63" y="15"/>
                      <a:pt x="63" y="15"/>
                    </a:cubicBezTo>
                    <a:cubicBezTo>
                      <a:pt x="63" y="15"/>
                      <a:pt x="63" y="15"/>
                      <a:pt x="63" y="15"/>
                    </a:cubicBezTo>
                    <a:cubicBezTo>
                      <a:pt x="63" y="15"/>
                      <a:pt x="63" y="15"/>
                      <a:pt x="62" y="15"/>
                    </a:cubicBezTo>
                    <a:cubicBezTo>
                      <a:pt x="62" y="15"/>
                      <a:pt x="62" y="15"/>
                      <a:pt x="62" y="15"/>
                    </a:cubicBezTo>
                    <a:cubicBezTo>
                      <a:pt x="62" y="15"/>
                      <a:pt x="62" y="15"/>
                      <a:pt x="62" y="15"/>
                    </a:cubicBezTo>
                    <a:cubicBezTo>
                      <a:pt x="62" y="15"/>
                      <a:pt x="62" y="15"/>
                      <a:pt x="62" y="15"/>
                    </a:cubicBezTo>
                    <a:cubicBezTo>
                      <a:pt x="62" y="15"/>
                      <a:pt x="62" y="15"/>
                      <a:pt x="62" y="15"/>
                    </a:cubicBezTo>
                    <a:cubicBezTo>
                      <a:pt x="62" y="15"/>
                      <a:pt x="62" y="15"/>
                      <a:pt x="62" y="15"/>
                    </a:cubicBezTo>
                    <a:cubicBezTo>
                      <a:pt x="62" y="15"/>
                      <a:pt x="62" y="16"/>
                      <a:pt x="62" y="16"/>
                    </a:cubicBezTo>
                    <a:cubicBezTo>
                      <a:pt x="62" y="16"/>
                      <a:pt x="62" y="16"/>
                      <a:pt x="62" y="16"/>
                    </a:cubicBezTo>
                    <a:cubicBezTo>
                      <a:pt x="62" y="16"/>
                      <a:pt x="62" y="16"/>
                      <a:pt x="62" y="16"/>
                    </a:cubicBezTo>
                    <a:cubicBezTo>
                      <a:pt x="62" y="16"/>
                      <a:pt x="62" y="16"/>
                      <a:pt x="62" y="16"/>
                    </a:cubicBezTo>
                    <a:cubicBezTo>
                      <a:pt x="62" y="16"/>
                      <a:pt x="62" y="16"/>
                      <a:pt x="62" y="16"/>
                    </a:cubicBezTo>
                    <a:cubicBezTo>
                      <a:pt x="62" y="16"/>
                      <a:pt x="62" y="16"/>
                      <a:pt x="62" y="16"/>
                    </a:cubicBezTo>
                    <a:cubicBezTo>
                      <a:pt x="62" y="16"/>
                      <a:pt x="62" y="16"/>
                      <a:pt x="62" y="16"/>
                    </a:cubicBezTo>
                    <a:cubicBezTo>
                      <a:pt x="62" y="16"/>
                      <a:pt x="62" y="15"/>
                      <a:pt x="62" y="15"/>
                    </a:cubicBezTo>
                    <a:cubicBezTo>
                      <a:pt x="62" y="15"/>
                      <a:pt x="62" y="15"/>
                      <a:pt x="62" y="15"/>
                    </a:cubicBezTo>
                    <a:cubicBezTo>
                      <a:pt x="62" y="15"/>
                      <a:pt x="62" y="15"/>
                      <a:pt x="62" y="15"/>
                    </a:cubicBezTo>
                    <a:cubicBezTo>
                      <a:pt x="62" y="15"/>
                      <a:pt x="62" y="15"/>
                      <a:pt x="62" y="15"/>
                    </a:cubicBezTo>
                    <a:cubicBezTo>
                      <a:pt x="62" y="15"/>
                      <a:pt x="61" y="15"/>
                      <a:pt x="61" y="15"/>
                    </a:cubicBezTo>
                    <a:cubicBezTo>
                      <a:pt x="61" y="16"/>
                      <a:pt x="61" y="16"/>
                      <a:pt x="61" y="16"/>
                    </a:cubicBezTo>
                    <a:cubicBezTo>
                      <a:pt x="61" y="16"/>
                      <a:pt x="61" y="16"/>
                      <a:pt x="61" y="16"/>
                    </a:cubicBezTo>
                    <a:cubicBezTo>
                      <a:pt x="61" y="16"/>
                      <a:pt x="61" y="16"/>
                      <a:pt x="61" y="17"/>
                    </a:cubicBezTo>
                    <a:cubicBezTo>
                      <a:pt x="61" y="17"/>
                      <a:pt x="61" y="17"/>
                      <a:pt x="61" y="17"/>
                    </a:cubicBezTo>
                    <a:cubicBezTo>
                      <a:pt x="61" y="17"/>
                      <a:pt x="61" y="17"/>
                      <a:pt x="61" y="17"/>
                    </a:cubicBezTo>
                    <a:cubicBezTo>
                      <a:pt x="61" y="17"/>
                      <a:pt x="60" y="17"/>
                      <a:pt x="60" y="17"/>
                    </a:cubicBezTo>
                    <a:cubicBezTo>
                      <a:pt x="60" y="17"/>
                      <a:pt x="60" y="17"/>
                      <a:pt x="60" y="17"/>
                    </a:cubicBezTo>
                    <a:cubicBezTo>
                      <a:pt x="60" y="17"/>
                      <a:pt x="60" y="17"/>
                      <a:pt x="60" y="17"/>
                    </a:cubicBezTo>
                    <a:cubicBezTo>
                      <a:pt x="60" y="17"/>
                      <a:pt x="60" y="17"/>
                      <a:pt x="60" y="17"/>
                    </a:cubicBezTo>
                    <a:cubicBezTo>
                      <a:pt x="60" y="17"/>
                      <a:pt x="60" y="17"/>
                      <a:pt x="60" y="17"/>
                    </a:cubicBezTo>
                    <a:cubicBezTo>
                      <a:pt x="60" y="17"/>
                      <a:pt x="61" y="16"/>
                      <a:pt x="61" y="16"/>
                    </a:cubicBezTo>
                    <a:cubicBezTo>
                      <a:pt x="61" y="16"/>
                      <a:pt x="61" y="16"/>
                      <a:pt x="61" y="16"/>
                    </a:cubicBezTo>
                    <a:cubicBezTo>
                      <a:pt x="61" y="16"/>
                      <a:pt x="61" y="16"/>
                      <a:pt x="61" y="16"/>
                    </a:cubicBezTo>
                    <a:cubicBezTo>
                      <a:pt x="61" y="16"/>
                      <a:pt x="61" y="15"/>
                      <a:pt x="61" y="15"/>
                    </a:cubicBezTo>
                    <a:cubicBezTo>
                      <a:pt x="61" y="15"/>
                      <a:pt x="61" y="15"/>
                      <a:pt x="61" y="15"/>
                    </a:cubicBezTo>
                    <a:cubicBezTo>
                      <a:pt x="61" y="15"/>
                      <a:pt x="61" y="15"/>
                      <a:pt x="61" y="15"/>
                    </a:cubicBezTo>
                    <a:cubicBezTo>
                      <a:pt x="61" y="15"/>
                      <a:pt x="61" y="15"/>
                      <a:pt x="61" y="15"/>
                    </a:cubicBezTo>
                    <a:cubicBezTo>
                      <a:pt x="60" y="15"/>
                      <a:pt x="60" y="15"/>
                      <a:pt x="60" y="15"/>
                    </a:cubicBezTo>
                    <a:cubicBezTo>
                      <a:pt x="60" y="15"/>
                      <a:pt x="60" y="15"/>
                      <a:pt x="60" y="15"/>
                    </a:cubicBezTo>
                    <a:cubicBezTo>
                      <a:pt x="60" y="15"/>
                      <a:pt x="60" y="15"/>
                      <a:pt x="60" y="15"/>
                    </a:cubicBezTo>
                    <a:cubicBezTo>
                      <a:pt x="60" y="15"/>
                      <a:pt x="60" y="15"/>
                      <a:pt x="60" y="15"/>
                    </a:cubicBezTo>
                    <a:cubicBezTo>
                      <a:pt x="60" y="15"/>
                      <a:pt x="60" y="15"/>
                      <a:pt x="60" y="15"/>
                    </a:cubicBezTo>
                    <a:cubicBezTo>
                      <a:pt x="60" y="15"/>
                      <a:pt x="60" y="15"/>
                      <a:pt x="60" y="15"/>
                    </a:cubicBezTo>
                    <a:cubicBezTo>
                      <a:pt x="60" y="16"/>
                      <a:pt x="60" y="16"/>
                      <a:pt x="60" y="16"/>
                    </a:cubicBezTo>
                    <a:cubicBezTo>
                      <a:pt x="60" y="16"/>
                      <a:pt x="60" y="16"/>
                      <a:pt x="60" y="16"/>
                    </a:cubicBezTo>
                    <a:cubicBezTo>
                      <a:pt x="60" y="16"/>
                      <a:pt x="60" y="16"/>
                      <a:pt x="60" y="16"/>
                    </a:cubicBezTo>
                    <a:cubicBezTo>
                      <a:pt x="60" y="16"/>
                      <a:pt x="60" y="16"/>
                      <a:pt x="60" y="16"/>
                    </a:cubicBezTo>
                    <a:cubicBezTo>
                      <a:pt x="60" y="16"/>
                      <a:pt x="60" y="16"/>
                      <a:pt x="60" y="16"/>
                    </a:cubicBezTo>
                    <a:cubicBezTo>
                      <a:pt x="60" y="16"/>
                      <a:pt x="60" y="16"/>
                      <a:pt x="59" y="16"/>
                    </a:cubicBezTo>
                    <a:cubicBezTo>
                      <a:pt x="59" y="16"/>
                      <a:pt x="59" y="17"/>
                      <a:pt x="59" y="17"/>
                    </a:cubicBezTo>
                    <a:cubicBezTo>
                      <a:pt x="59" y="17"/>
                      <a:pt x="59" y="17"/>
                      <a:pt x="59" y="17"/>
                    </a:cubicBezTo>
                    <a:cubicBezTo>
                      <a:pt x="59" y="17"/>
                      <a:pt x="59" y="17"/>
                      <a:pt x="59" y="17"/>
                    </a:cubicBezTo>
                    <a:cubicBezTo>
                      <a:pt x="59" y="17"/>
                      <a:pt x="59" y="17"/>
                      <a:pt x="59" y="17"/>
                    </a:cubicBezTo>
                    <a:cubicBezTo>
                      <a:pt x="59" y="17"/>
                      <a:pt x="59" y="17"/>
                      <a:pt x="59" y="17"/>
                    </a:cubicBezTo>
                    <a:cubicBezTo>
                      <a:pt x="59" y="17"/>
                      <a:pt x="58" y="17"/>
                      <a:pt x="58" y="17"/>
                    </a:cubicBezTo>
                    <a:cubicBezTo>
                      <a:pt x="58" y="17"/>
                      <a:pt x="58" y="17"/>
                      <a:pt x="58" y="17"/>
                    </a:cubicBezTo>
                    <a:cubicBezTo>
                      <a:pt x="58" y="17"/>
                      <a:pt x="58" y="17"/>
                      <a:pt x="58" y="17"/>
                    </a:cubicBezTo>
                    <a:cubicBezTo>
                      <a:pt x="59" y="17"/>
                      <a:pt x="59" y="17"/>
                      <a:pt x="59" y="17"/>
                    </a:cubicBezTo>
                    <a:cubicBezTo>
                      <a:pt x="59" y="17"/>
                      <a:pt x="58" y="17"/>
                      <a:pt x="58" y="17"/>
                    </a:cubicBezTo>
                    <a:cubicBezTo>
                      <a:pt x="58" y="17"/>
                      <a:pt x="58" y="17"/>
                      <a:pt x="58" y="17"/>
                    </a:cubicBezTo>
                    <a:cubicBezTo>
                      <a:pt x="58" y="17"/>
                      <a:pt x="58" y="17"/>
                      <a:pt x="58" y="17"/>
                    </a:cubicBezTo>
                    <a:cubicBezTo>
                      <a:pt x="58" y="17"/>
                      <a:pt x="58" y="16"/>
                      <a:pt x="58" y="16"/>
                    </a:cubicBezTo>
                    <a:cubicBezTo>
                      <a:pt x="58" y="16"/>
                      <a:pt x="58" y="17"/>
                      <a:pt x="58" y="17"/>
                    </a:cubicBezTo>
                    <a:cubicBezTo>
                      <a:pt x="58" y="17"/>
                      <a:pt x="58" y="17"/>
                      <a:pt x="58" y="17"/>
                    </a:cubicBezTo>
                    <a:cubicBezTo>
                      <a:pt x="58" y="17"/>
                      <a:pt x="58" y="17"/>
                      <a:pt x="58" y="17"/>
                    </a:cubicBezTo>
                    <a:cubicBezTo>
                      <a:pt x="58" y="17"/>
                      <a:pt x="58" y="17"/>
                      <a:pt x="58" y="17"/>
                    </a:cubicBezTo>
                    <a:cubicBezTo>
                      <a:pt x="58" y="17"/>
                      <a:pt x="58" y="17"/>
                      <a:pt x="57" y="17"/>
                    </a:cubicBezTo>
                    <a:cubicBezTo>
                      <a:pt x="57" y="17"/>
                      <a:pt x="57" y="17"/>
                      <a:pt x="57" y="17"/>
                    </a:cubicBezTo>
                    <a:cubicBezTo>
                      <a:pt x="57" y="17"/>
                      <a:pt x="58" y="17"/>
                      <a:pt x="58" y="17"/>
                    </a:cubicBezTo>
                    <a:cubicBezTo>
                      <a:pt x="58" y="17"/>
                      <a:pt x="58" y="17"/>
                      <a:pt x="58" y="17"/>
                    </a:cubicBezTo>
                    <a:cubicBezTo>
                      <a:pt x="58" y="17"/>
                      <a:pt x="58" y="17"/>
                      <a:pt x="58" y="17"/>
                    </a:cubicBezTo>
                    <a:cubicBezTo>
                      <a:pt x="58" y="17"/>
                      <a:pt x="58" y="17"/>
                      <a:pt x="58" y="17"/>
                    </a:cubicBezTo>
                    <a:cubicBezTo>
                      <a:pt x="58" y="17"/>
                      <a:pt x="58" y="17"/>
                      <a:pt x="58" y="17"/>
                    </a:cubicBezTo>
                    <a:cubicBezTo>
                      <a:pt x="57" y="17"/>
                      <a:pt x="57" y="17"/>
                      <a:pt x="57" y="17"/>
                    </a:cubicBezTo>
                    <a:cubicBezTo>
                      <a:pt x="57" y="17"/>
                      <a:pt x="57" y="17"/>
                      <a:pt x="57" y="17"/>
                    </a:cubicBezTo>
                    <a:cubicBezTo>
                      <a:pt x="57" y="17"/>
                      <a:pt x="57" y="17"/>
                      <a:pt x="57" y="17"/>
                    </a:cubicBezTo>
                    <a:cubicBezTo>
                      <a:pt x="57" y="17"/>
                      <a:pt x="57" y="17"/>
                      <a:pt x="57" y="17"/>
                    </a:cubicBezTo>
                    <a:cubicBezTo>
                      <a:pt x="57" y="17"/>
                      <a:pt x="57" y="17"/>
                      <a:pt x="57" y="17"/>
                    </a:cubicBezTo>
                    <a:cubicBezTo>
                      <a:pt x="57" y="17"/>
                      <a:pt x="57" y="18"/>
                      <a:pt x="57" y="18"/>
                    </a:cubicBezTo>
                    <a:cubicBezTo>
                      <a:pt x="57" y="18"/>
                      <a:pt x="57" y="18"/>
                      <a:pt x="57" y="18"/>
                    </a:cubicBezTo>
                    <a:cubicBezTo>
                      <a:pt x="57" y="18"/>
                      <a:pt x="56" y="18"/>
                      <a:pt x="56" y="18"/>
                    </a:cubicBezTo>
                    <a:cubicBezTo>
                      <a:pt x="56" y="18"/>
                      <a:pt x="56" y="18"/>
                      <a:pt x="56" y="18"/>
                    </a:cubicBezTo>
                    <a:cubicBezTo>
                      <a:pt x="57" y="18"/>
                      <a:pt x="57" y="17"/>
                      <a:pt x="57" y="17"/>
                    </a:cubicBezTo>
                    <a:cubicBezTo>
                      <a:pt x="57" y="17"/>
                      <a:pt x="56" y="17"/>
                      <a:pt x="56" y="17"/>
                    </a:cubicBezTo>
                    <a:cubicBezTo>
                      <a:pt x="56" y="17"/>
                      <a:pt x="56" y="17"/>
                      <a:pt x="56" y="17"/>
                    </a:cubicBezTo>
                    <a:cubicBezTo>
                      <a:pt x="56" y="17"/>
                      <a:pt x="56" y="17"/>
                      <a:pt x="56" y="17"/>
                    </a:cubicBezTo>
                    <a:cubicBezTo>
                      <a:pt x="56" y="17"/>
                      <a:pt x="56" y="17"/>
                      <a:pt x="56" y="17"/>
                    </a:cubicBezTo>
                    <a:cubicBezTo>
                      <a:pt x="56" y="18"/>
                      <a:pt x="56" y="18"/>
                      <a:pt x="56" y="18"/>
                    </a:cubicBezTo>
                    <a:cubicBezTo>
                      <a:pt x="56" y="18"/>
                      <a:pt x="56" y="18"/>
                      <a:pt x="56" y="18"/>
                    </a:cubicBezTo>
                    <a:cubicBezTo>
                      <a:pt x="56" y="18"/>
                      <a:pt x="56" y="18"/>
                      <a:pt x="56" y="18"/>
                    </a:cubicBezTo>
                    <a:cubicBezTo>
                      <a:pt x="56" y="18"/>
                      <a:pt x="56" y="18"/>
                      <a:pt x="56" y="18"/>
                    </a:cubicBezTo>
                    <a:cubicBezTo>
                      <a:pt x="56" y="18"/>
                      <a:pt x="56" y="18"/>
                      <a:pt x="56" y="18"/>
                    </a:cubicBezTo>
                    <a:cubicBezTo>
                      <a:pt x="56" y="17"/>
                      <a:pt x="56" y="17"/>
                      <a:pt x="56" y="17"/>
                    </a:cubicBezTo>
                    <a:cubicBezTo>
                      <a:pt x="56" y="17"/>
                      <a:pt x="56" y="17"/>
                      <a:pt x="56" y="17"/>
                    </a:cubicBezTo>
                    <a:cubicBezTo>
                      <a:pt x="56" y="17"/>
                      <a:pt x="56" y="17"/>
                      <a:pt x="56" y="17"/>
                    </a:cubicBezTo>
                    <a:cubicBezTo>
                      <a:pt x="56" y="17"/>
                      <a:pt x="56" y="17"/>
                      <a:pt x="56" y="17"/>
                    </a:cubicBezTo>
                    <a:cubicBezTo>
                      <a:pt x="56" y="17"/>
                      <a:pt x="56" y="17"/>
                      <a:pt x="56" y="17"/>
                    </a:cubicBezTo>
                    <a:cubicBezTo>
                      <a:pt x="56" y="17"/>
                      <a:pt x="55" y="17"/>
                      <a:pt x="55" y="18"/>
                    </a:cubicBezTo>
                    <a:cubicBezTo>
                      <a:pt x="55" y="18"/>
                      <a:pt x="55" y="18"/>
                      <a:pt x="55" y="18"/>
                    </a:cubicBezTo>
                    <a:cubicBezTo>
                      <a:pt x="55" y="18"/>
                      <a:pt x="55" y="18"/>
                      <a:pt x="56" y="18"/>
                    </a:cubicBezTo>
                    <a:cubicBezTo>
                      <a:pt x="56" y="18"/>
                      <a:pt x="56" y="18"/>
                      <a:pt x="56"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5" y="18"/>
                      <a:pt x="55" y="18"/>
                    </a:cubicBezTo>
                    <a:cubicBezTo>
                      <a:pt x="55" y="18"/>
                      <a:pt x="54" y="18"/>
                      <a:pt x="54" y="18"/>
                    </a:cubicBezTo>
                    <a:cubicBezTo>
                      <a:pt x="54" y="18"/>
                      <a:pt x="54" y="18"/>
                      <a:pt x="54" y="19"/>
                    </a:cubicBezTo>
                    <a:cubicBezTo>
                      <a:pt x="54" y="19"/>
                      <a:pt x="54" y="19"/>
                      <a:pt x="54" y="19"/>
                    </a:cubicBezTo>
                    <a:cubicBezTo>
                      <a:pt x="54" y="19"/>
                      <a:pt x="54" y="19"/>
                      <a:pt x="54" y="19"/>
                    </a:cubicBezTo>
                    <a:cubicBezTo>
                      <a:pt x="54" y="19"/>
                      <a:pt x="54" y="19"/>
                      <a:pt x="54" y="19"/>
                    </a:cubicBezTo>
                    <a:cubicBezTo>
                      <a:pt x="54" y="19"/>
                      <a:pt x="53" y="19"/>
                      <a:pt x="53" y="19"/>
                    </a:cubicBezTo>
                    <a:cubicBezTo>
                      <a:pt x="53" y="19"/>
                      <a:pt x="53" y="19"/>
                      <a:pt x="53" y="19"/>
                    </a:cubicBezTo>
                    <a:cubicBezTo>
                      <a:pt x="53" y="19"/>
                      <a:pt x="53" y="19"/>
                      <a:pt x="53" y="20"/>
                    </a:cubicBezTo>
                    <a:cubicBezTo>
                      <a:pt x="53" y="20"/>
                      <a:pt x="53" y="20"/>
                      <a:pt x="53" y="20"/>
                    </a:cubicBezTo>
                    <a:cubicBezTo>
                      <a:pt x="53" y="20"/>
                      <a:pt x="53" y="20"/>
                      <a:pt x="53" y="20"/>
                    </a:cubicBezTo>
                    <a:cubicBezTo>
                      <a:pt x="53" y="20"/>
                      <a:pt x="53" y="20"/>
                      <a:pt x="53" y="20"/>
                    </a:cubicBezTo>
                    <a:cubicBezTo>
                      <a:pt x="53" y="20"/>
                      <a:pt x="53" y="20"/>
                      <a:pt x="54" y="20"/>
                    </a:cubicBezTo>
                    <a:cubicBezTo>
                      <a:pt x="54" y="20"/>
                      <a:pt x="54" y="20"/>
                      <a:pt x="54" y="20"/>
                    </a:cubicBezTo>
                    <a:cubicBezTo>
                      <a:pt x="54" y="20"/>
                      <a:pt x="54" y="20"/>
                      <a:pt x="54" y="20"/>
                    </a:cubicBezTo>
                    <a:cubicBezTo>
                      <a:pt x="54" y="20"/>
                      <a:pt x="54" y="20"/>
                      <a:pt x="54" y="20"/>
                    </a:cubicBezTo>
                    <a:cubicBezTo>
                      <a:pt x="54" y="20"/>
                      <a:pt x="54" y="20"/>
                      <a:pt x="54" y="20"/>
                    </a:cubicBezTo>
                    <a:cubicBezTo>
                      <a:pt x="54" y="20"/>
                      <a:pt x="54" y="20"/>
                      <a:pt x="54" y="20"/>
                    </a:cubicBezTo>
                    <a:cubicBezTo>
                      <a:pt x="54" y="20"/>
                      <a:pt x="54" y="20"/>
                      <a:pt x="54" y="20"/>
                    </a:cubicBezTo>
                    <a:cubicBezTo>
                      <a:pt x="54" y="20"/>
                      <a:pt x="54" y="20"/>
                      <a:pt x="53" y="20"/>
                    </a:cubicBezTo>
                    <a:cubicBezTo>
                      <a:pt x="53" y="20"/>
                      <a:pt x="53" y="20"/>
                      <a:pt x="53" y="20"/>
                    </a:cubicBezTo>
                    <a:cubicBezTo>
                      <a:pt x="53" y="20"/>
                      <a:pt x="53" y="20"/>
                      <a:pt x="53" y="20"/>
                    </a:cubicBezTo>
                    <a:cubicBezTo>
                      <a:pt x="53" y="20"/>
                      <a:pt x="53" y="20"/>
                      <a:pt x="53" y="20"/>
                    </a:cubicBezTo>
                    <a:cubicBezTo>
                      <a:pt x="53" y="20"/>
                      <a:pt x="53" y="20"/>
                      <a:pt x="53" y="20"/>
                    </a:cubicBezTo>
                    <a:cubicBezTo>
                      <a:pt x="53" y="20"/>
                      <a:pt x="53" y="20"/>
                      <a:pt x="53" y="20"/>
                    </a:cubicBezTo>
                    <a:cubicBezTo>
                      <a:pt x="53" y="20"/>
                      <a:pt x="53" y="20"/>
                      <a:pt x="53" y="20"/>
                    </a:cubicBezTo>
                    <a:cubicBezTo>
                      <a:pt x="53" y="21"/>
                      <a:pt x="53" y="21"/>
                      <a:pt x="53" y="21"/>
                    </a:cubicBezTo>
                    <a:cubicBezTo>
                      <a:pt x="53" y="21"/>
                      <a:pt x="53" y="21"/>
                      <a:pt x="53" y="21"/>
                    </a:cubicBezTo>
                    <a:cubicBezTo>
                      <a:pt x="53" y="21"/>
                      <a:pt x="53" y="21"/>
                      <a:pt x="53" y="21"/>
                    </a:cubicBezTo>
                    <a:cubicBezTo>
                      <a:pt x="53" y="21"/>
                      <a:pt x="53" y="21"/>
                      <a:pt x="53" y="21"/>
                    </a:cubicBezTo>
                    <a:cubicBezTo>
                      <a:pt x="53" y="21"/>
                      <a:pt x="53" y="20"/>
                      <a:pt x="53" y="20"/>
                    </a:cubicBezTo>
                    <a:cubicBezTo>
                      <a:pt x="53" y="20"/>
                      <a:pt x="53" y="20"/>
                      <a:pt x="52" y="20"/>
                    </a:cubicBezTo>
                    <a:cubicBezTo>
                      <a:pt x="52" y="20"/>
                      <a:pt x="52" y="20"/>
                      <a:pt x="52" y="20"/>
                    </a:cubicBezTo>
                    <a:cubicBezTo>
                      <a:pt x="52" y="20"/>
                      <a:pt x="52" y="20"/>
                      <a:pt x="52" y="20"/>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1" y="21"/>
                      <a:pt x="51" y="21"/>
                    </a:cubicBezTo>
                    <a:cubicBezTo>
                      <a:pt x="51" y="21"/>
                      <a:pt x="51"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1"/>
                      <a:pt x="52" y="21"/>
                      <a:pt x="52" y="21"/>
                    </a:cubicBezTo>
                    <a:cubicBezTo>
                      <a:pt x="52" y="22"/>
                      <a:pt x="52" y="22"/>
                      <a:pt x="52" y="22"/>
                    </a:cubicBezTo>
                    <a:cubicBezTo>
                      <a:pt x="52" y="22"/>
                      <a:pt x="52" y="22"/>
                      <a:pt x="52" y="22"/>
                    </a:cubicBezTo>
                    <a:cubicBezTo>
                      <a:pt x="52" y="22"/>
                      <a:pt x="52" y="22"/>
                      <a:pt x="52" y="22"/>
                    </a:cubicBezTo>
                    <a:cubicBezTo>
                      <a:pt x="52" y="22"/>
                      <a:pt x="52" y="22"/>
                      <a:pt x="52" y="22"/>
                    </a:cubicBezTo>
                    <a:cubicBezTo>
                      <a:pt x="52" y="22"/>
                      <a:pt x="52" y="22"/>
                      <a:pt x="52" y="22"/>
                    </a:cubicBezTo>
                    <a:cubicBezTo>
                      <a:pt x="52" y="22"/>
                      <a:pt x="52" y="21"/>
                      <a:pt x="51" y="21"/>
                    </a:cubicBezTo>
                    <a:cubicBezTo>
                      <a:pt x="51" y="21"/>
                      <a:pt x="51" y="21"/>
                      <a:pt x="51" y="21"/>
                    </a:cubicBezTo>
                    <a:cubicBezTo>
                      <a:pt x="51" y="21"/>
                      <a:pt x="51" y="21"/>
                      <a:pt x="51" y="22"/>
                    </a:cubicBezTo>
                    <a:cubicBezTo>
                      <a:pt x="51" y="22"/>
                      <a:pt x="51" y="22"/>
                      <a:pt x="51" y="22"/>
                    </a:cubicBezTo>
                    <a:cubicBezTo>
                      <a:pt x="51" y="22"/>
                      <a:pt x="51" y="22"/>
                      <a:pt x="51" y="22"/>
                    </a:cubicBezTo>
                    <a:cubicBezTo>
                      <a:pt x="51" y="22"/>
                      <a:pt x="52" y="22"/>
                      <a:pt x="52" y="22"/>
                    </a:cubicBezTo>
                    <a:cubicBezTo>
                      <a:pt x="52" y="22"/>
                      <a:pt x="52" y="22"/>
                      <a:pt x="52" y="22"/>
                    </a:cubicBezTo>
                    <a:cubicBezTo>
                      <a:pt x="52" y="22"/>
                      <a:pt x="52" y="22"/>
                      <a:pt x="52" y="22"/>
                    </a:cubicBezTo>
                    <a:cubicBezTo>
                      <a:pt x="52" y="22"/>
                      <a:pt x="51" y="22"/>
                      <a:pt x="51" y="22"/>
                    </a:cubicBezTo>
                    <a:cubicBezTo>
                      <a:pt x="51" y="22"/>
                      <a:pt x="51" y="22"/>
                      <a:pt x="51" y="22"/>
                    </a:cubicBezTo>
                    <a:cubicBezTo>
                      <a:pt x="51" y="22"/>
                      <a:pt x="51" y="22"/>
                      <a:pt x="51" y="22"/>
                    </a:cubicBezTo>
                    <a:cubicBezTo>
                      <a:pt x="51" y="22"/>
                      <a:pt x="51" y="22"/>
                      <a:pt x="51" y="22"/>
                    </a:cubicBezTo>
                    <a:cubicBezTo>
                      <a:pt x="51" y="22"/>
                      <a:pt x="51" y="22"/>
                      <a:pt x="51" y="22"/>
                    </a:cubicBezTo>
                    <a:cubicBezTo>
                      <a:pt x="51" y="22"/>
                      <a:pt x="51" y="22"/>
                      <a:pt x="51" y="22"/>
                    </a:cubicBezTo>
                    <a:cubicBezTo>
                      <a:pt x="51" y="22"/>
                      <a:pt x="51" y="22"/>
                      <a:pt x="51" y="22"/>
                    </a:cubicBezTo>
                    <a:cubicBezTo>
                      <a:pt x="51" y="22"/>
                      <a:pt x="51" y="22"/>
                      <a:pt x="51" y="22"/>
                    </a:cubicBezTo>
                    <a:cubicBezTo>
                      <a:pt x="51" y="22"/>
                      <a:pt x="51" y="22"/>
                      <a:pt x="51" y="22"/>
                    </a:cubicBezTo>
                    <a:cubicBezTo>
                      <a:pt x="51" y="22"/>
                      <a:pt x="51" y="22"/>
                      <a:pt x="51" y="22"/>
                    </a:cubicBezTo>
                    <a:cubicBezTo>
                      <a:pt x="51" y="22"/>
                      <a:pt x="51" y="22"/>
                      <a:pt x="50" y="22"/>
                    </a:cubicBezTo>
                    <a:cubicBezTo>
                      <a:pt x="50" y="22"/>
                      <a:pt x="50" y="22"/>
                      <a:pt x="50" y="22"/>
                    </a:cubicBezTo>
                    <a:cubicBezTo>
                      <a:pt x="50" y="22"/>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50" y="23"/>
                      <a:pt x="50" y="23"/>
                    </a:cubicBezTo>
                    <a:cubicBezTo>
                      <a:pt x="50" y="23"/>
                      <a:pt x="49" y="23"/>
                      <a:pt x="49" y="23"/>
                    </a:cubicBezTo>
                    <a:cubicBezTo>
                      <a:pt x="49" y="23"/>
                      <a:pt x="49" y="23"/>
                      <a:pt x="49" y="23"/>
                    </a:cubicBezTo>
                    <a:cubicBezTo>
                      <a:pt x="49" y="23"/>
                      <a:pt x="49" y="24"/>
                      <a:pt x="49" y="24"/>
                    </a:cubicBezTo>
                    <a:cubicBezTo>
                      <a:pt x="49" y="24"/>
                      <a:pt x="50" y="24"/>
                      <a:pt x="50" y="24"/>
                    </a:cubicBezTo>
                    <a:cubicBezTo>
                      <a:pt x="50" y="24"/>
                      <a:pt x="50" y="24"/>
                      <a:pt x="50" y="24"/>
                    </a:cubicBezTo>
                    <a:cubicBezTo>
                      <a:pt x="50" y="24"/>
                      <a:pt x="50" y="24"/>
                      <a:pt x="50" y="24"/>
                    </a:cubicBezTo>
                    <a:cubicBezTo>
                      <a:pt x="50" y="24"/>
                      <a:pt x="50" y="24"/>
                      <a:pt x="50" y="24"/>
                    </a:cubicBezTo>
                    <a:cubicBezTo>
                      <a:pt x="50" y="24"/>
                      <a:pt x="50" y="24"/>
                      <a:pt x="50" y="24"/>
                    </a:cubicBezTo>
                    <a:cubicBezTo>
                      <a:pt x="50" y="24"/>
                      <a:pt x="50" y="24"/>
                      <a:pt x="50" y="24"/>
                    </a:cubicBezTo>
                    <a:cubicBezTo>
                      <a:pt x="50" y="24"/>
                      <a:pt x="50" y="24"/>
                      <a:pt x="50" y="24"/>
                    </a:cubicBezTo>
                    <a:cubicBezTo>
                      <a:pt x="50" y="24"/>
                      <a:pt x="50" y="24"/>
                      <a:pt x="50" y="24"/>
                    </a:cubicBezTo>
                    <a:cubicBezTo>
                      <a:pt x="50" y="24"/>
                      <a:pt x="50" y="24"/>
                      <a:pt x="50" y="24"/>
                    </a:cubicBezTo>
                    <a:cubicBezTo>
                      <a:pt x="49" y="24"/>
                      <a:pt x="49" y="24"/>
                      <a:pt x="49" y="24"/>
                    </a:cubicBezTo>
                    <a:cubicBezTo>
                      <a:pt x="49" y="24"/>
                      <a:pt x="49" y="24"/>
                      <a:pt x="49" y="24"/>
                    </a:cubicBezTo>
                    <a:cubicBezTo>
                      <a:pt x="49" y="24"/>
                      <a:pt x="49" y="24"/>
                      <a:pt x="49" y="24"/>
                    </a:cubicBezTo>
                    <a:cubicBezTo>
                      <a:pt x="49" y="24"/>
                      <a:pt x="49" y="24"/>
                      <a:pt x="49" y="24"/>
                    </a:cubicBezTo>
                    <a:cubicBezTo>
                      <a:pt x="49" y="24"/>
                      <a:pt x="49" y="24"/>
                      <a:pt x="49" y="24"/>
                    </a:cubicBezTo>
                    <a:cubicBezTo>
                      <a:pt x="49" y="24"/>
                      <a:pt x="49" y="24"/>
                      <a:pt x="49" y="24"/>
                    </a:cubicBezTo>
                    <a:cubicBezTo>
                      <a:pt x="49" y="24"/>
                      <a:pt x="49" y="24"/>
                      <a:pt x="49" y="24"/>
                    </a:cubicBezTo>
                    <a:cubicBezTo>
                      <a:pt x="49" y="24"/>
                      <a:pt x="49" y="24"/>
                      <a:pt x="49" y="25"/>
                    </a:cubicBezTo>
                    <a:cubicBezTo>
                      <a:pt x="49" y="25"/>
                      <a:pt x="49" y="25"/>
                      <a:pt x="49" y="25"/>
                    </a:cubicBezTo>
                    <a:cubicBezTo>
                      <a:pt x="49" y="25"/>
                      <a:pt x="49" y="25"/>
                      <a:pt x="49" y="25"/>
                    </a:cubicBezTo>
                    <a:cubicBezTo>
                      <a:pt x="49" y="25"/>
                      <a:pt x="49" y="25"/>
                      <a:pt x="49" y="25"/>
                    </a:cubicBezTo>
                    <a:cubicBezTo>
                      <a:pt x="49" y="25"/>
                      <a:pt x="49" y="25"/>
                      <a:pt x="49" y="25"/>
                    </a:cubicBezTo>
                    <a:cubicBezTo>
                      <a:pt x="49" y="25"/>
                      <a:pt x="49" y="25"/>
                      <a:pt x="49" y="25"/>
                    </a:cubicBezTo>
                    <a:cubicBezTo>
                      <a:pt x="48" y="25"/>
                      <a:pt x="49" y="25"/>
                      <a:pt x="49" y="25"/>
                    </a:cubicBezTo>
                    <a:cubicBezTo>
                      <a:pt x="49" y="25"/>
                      <a:pt x="49" y="25"/>
                      <a:pt x="49" y="25"/>
                    </a:cubicBezTo>
                    <a:cubicBezTo>
                      <a:pt x="49" y="25"/>
                      <a:pt x="49" y="25"/>
                      <a:pt x="49" y="25"/>
                    </a:cubicBezTo>
                    <a:cubicBezTo>
                      <a:pt x="49" y="25"/>
                      <a:pt x="49" y="25"/>
                      <a:pt x="48" y="25"/>
                    </a:cubicBezTo>
                    <a:cubicBezTo>
                      <a:pt x="48" y="25"/>
                      <a:pt x="48" y="25"/>
                      <a:pt x="48" y="25"/>
                    </a:cubicBezTo>
                    <a:cubicBezTo>
                      <a:pt x="48" y="25"/>
                      <a:pt x="48" y="25"/>
                      <a:pt x="48" y="25"/>
                    </a:cubicBezTo>
                    <a:cubicBezTo>
                      <a:pt x="48" y="25"/>
                      <a:pt x="48" y="25"/>
                      <a:pt x="48" y="25"/>
                    </a:cubicBezTo>
                    <a:cubicBezTo>
                      <a:pt x="48" y="25"/>
                      <a:pt x="48" y="25"/>
                      <a:pt x="48" y="25"/>
                    </a:cubicBezTo>
                    <a:cubicBezTo>
                      <a:pt x="48" y="25"/>
                      <a:pt x="48" y="25"/>
                      <a:pt x="48" y="25"/>
                    </a:cubicBezTo>
                    <a:cubicBezTo>
                      <a:pt x="48" y="25"/>
                      <a:pt x="48" y="25"/>
                      <a:pt x="48" y="25"/>
                    </a:cubicBezTo>
                    <a:cubicBezTo>
                      <a:pt x="48" y="25"/>
                      <a:pt x="48" y="25"/>
                      <a:pt x="48" y="25"/>
                    </a:cubicBezTo>
                    <a:cubicBezTo>
                      <a:pt x="48" y="25"/>
                      <a:pt x="48" y="25"/>
                      <a:pt x="48" y="25"/>
                    </a:cubicBezTo>
                    <a:cubicBezTo>
                      <a:pt x="48" y="25"/>
                      <a:pt x="48" y="25"/>
                      <a:pt x="48" y="25"/>
                    </a:cubicBezTo>
                    <a:cubicBezTo>
                      <a:pt x="48" y="25"/>
                      <a:pt x="48" y="25"/>
                      <a:pt x="48" y="26"/>
                    </a:cubicBezTo>
                    <a:cubicBezTo>
                      <a:pt x="48" y="26"/>
                      <a:pt x="48" y="26"/>
                      <a:pt x="48" y="26"/>
                    </a:cubicBezTo>
                    <a:cubicBezTo>
                      <a:pt x="48" y="26"/>
                      <a:pt x="48" y="26"/>
                      <a:pt x="48" y="26"/>
                    </a:cubicBezTo>
                    <a:cubicBezTo>
                      <a:pt x="48" y="26"/>
                      <a:pt x="48" y="26"/>
                      <a:pt x="48" y="26"/>
                    </a:cubicBezTo>
                    <a:cubicBezTo>
                      <a:pt x="49" y="26"/>
                      <a:pt x="49" y="25"/>
                      <a:pt x="49" y="25"/>
                    </a:cubicBezTo>
                    <a:cubicBezTo>
                      <a:pt x="49" y="25"/>
                      <a:pt x="49" y="25"/>
                      <a:pt x="49" y="25"/>
                    </a:cubicBezTo>
                    <a:cubicBezTo>
                      <a:pt x="49" y="25"/>
                      <a:pt x="49" y="25"/>
                      <a:pt x="49" y="25"/>
                    </a:cubicBezTo>
                    <a:cubicBezTo>
                      <a:pt x="49" y="26"/>
                      <a:pt x="49" y="26"/>
                      <a:pt x="49" y="26"/>
                    </a:cubicBezTo>
                    <a:cubicBezTo>
                      <a:pt x="49" y="26"/>
                      <a:pt x="49" y="26"/>
                      <a:pt x="48" y="26"/>
                    </a:cubicBezTo>
                    <a:cubicBezTo>
                      <a:pt x="48" y="26"/>
                      <a:pt x="48" y="26"/>
                      <a:pt x="48" y="26"/>
                    </a:cubicBezTo>
                    <a:cubicBezTo>
                      <a:pt x="48" y="26"/>
                      <a:pt x="48" y="26"/>
                      <a:pt x="48" y="26"/>
                    </a:cubicBezTo>
                    <a:cubicBezTo>
                      <a:pt x="48" y="26"/>
                      <a:pt x="48" y="26"/>
                      <a:pt x="48" y="26"/>
                    </a:cubicBezTo>
                    <a:cubicBezTo>
                      <a:pt x="48" y="26"/>
                      <a:pt x="48" y="26"/>
                      <a:pt x="48" y="26"/>
                    </a:cubicBezTo>
                    <a:cubicBezTo>
                      <a:pt x="48" y="26"/>
                      <a:pt x="48" y="26"/>
                      <a:pt x="48" y="26"/>
                    </a:cubicBezTo>
                    <a:cubicBezTo>
                      <a:pt x="48" y="26"/>
                      <a:pt x="48" y="26"/>
                      <a:pt x="48" y="26"/>
                    </a:cubicBezTo>
                    <a:cubicBezTo>
                      <a:pt x="48" y="26"/>
                      <a:pt x="48" y="26"/>
                      <a:pt x="48" y="26"/>
                    </a:cubicBezTo>
                    <a:cubicBezTo>
                      <a:pt x="48" y="26"/>
                      <a:pt x="48" y="26"/>
                      <a:pt x="48" y="26"/>
                    </a:cubicBezTo>
                    <a:cubicBezTo>
                      <a:pt x="48" y="26"/>
                      <a:pt x="48" y="26"/>
                      <a:pt x="48" y="26"/>
                    </a:cubicBezTo>
                    <a:cubicBezTo>
                      <a:pt x="48" y="26"/>
                      <a:pt x="48" y="26"/>
                      <a:pt x="48" y="26"/>
                    </a:cubicBezTo>
                    <a:cubicBezTo>
                      <a:pt x="48" y="26"/>
                      <a:pt x="47" y="26"/>
                      <a:pt x="47" y="26"/>
                    </a:cubicBezTo>
                    <a:cubicBezTo>
                      <a:pt x="47" y="26"/>
                      <a:pt x="47" y="26"/>
                      <a:pt x="47" y="26"/>
                    </a:cubicBezTo>
                    <a:cubicBezTo>
                      <a:pt x="47" y="26"/>
                      <a:pt x="47" y="26"/>
                      <a:pt x="47" y="26"/>
                    </a:cubicBezTo>
                    <a:cubicBezTo>
                      <a:pt x="47" y="26"/>
                      <a:pt x="47" y="26"/>
                      <a:pt x="47" y="26"/>
                    </a:cubicBezTo>
                    <a:cubicBezTo>
                      <a:pt x="47" y="26"/>
                      <a:pt x="47" y="26"/>
                      <a:pt x="47" y="26"/>
                    </a:cubicBezTo>
                    <a:cubicBezTo>
                      <a:pt x="47" y="26"/>
                      <a:pt x="48" y="26"/>
                      <a:pt x="48" y="26"/>
                    </a:cubicBezTo>
                    <a:cubicBezTo>
                      <a:pt x="48" y="26"/>
                      <a:pt x="48" y="26"/>
                      <a:pt x="48" y="26"/>
                    </a:cubicBezTo>
                    <a:cubicBezTo>
                      <a:pt x="48" y="26"/>
                      <a:pt x="48" y="26"/>
                      <a:pt x="47" y="26"/>
                    </a:cubicBezTo>
                    <a:cubicBezTo>
                      <a:pt x="47" y="26"/>
                      <a:pt x="47" y="26"/>
                      <a:pt x="47" y="26"/>
                    </a:cubicBezTo>
                    <a:cubicBezTo>
                      <a:pt x="47" y="26"/>
                      <a:pt x="47" y="26"/>
                      <a:pt x="47" y="27"/>
                    </a:cubicBezTo>
                    <a:cubicBezTo>
                      <a:pt x="47" y="27"/>
                      <a:pt x="47" y="27"/>
                      <a:pt x="47" y="27"/>
                    </a:cubicBezTo>
                    <a:cubicBezTo>
                      <a:pt x="47" y="27"/>
                      <a:pt x="47" y="27"/>
                      <a:pt x="47" y="27"/>
                    </a:cubicBezTo>
                    <a:cubicBezTo>
                      <a:pt x="47" y="27"/>
                      <a:pt x="47" y="27"/>
                      <a:pt x="47" y="27"/>
                    </a:cubicBezTo>
                    <a:cubicBezTo>
                      <a:pt x="47" y="27"/>
                      <a:pt x="47" y="27"/>
                      <a:pt x="47" y="27"/>
                    </a:cubicBezTo>
                    <a:cubicBezTo>
                      <a:pt x="47" y="27"/>
                      <a:pt x="47" y="27"/>
                      <a:pt x="47" y="27"/>
                    </a:cubicBezTo>
                    <a:cubicBezTo>
                      <a:pt x="47" y="27"/>
                      <a:pt x="47" y="27"/>
                      <a:pt x="47" y="27"/>
                    </a:cubicBezTo>
                    <a:cubicBezTo>
                      <a:pt x="47" y="27"/>
                      <a:pt x="47" y="27"/>
                      <a:pt x="47" y="27"/>
                    </a:cubicBezTo>
                    <a:cubicBezTo>
                      <a:pt x="47" y="27"/>
                      <a:pt x="47" y="27"/>
                      <a:pt x="47" y="27"/>
                    </a:cubicBezTo>
                    <a:cubicBezTo>
                      <a:pt x="47" y="27"/>
                      <a:pt x="46" y="27"/>
                      <a:pt x="46" y="27"/>
                    </a:cubicBezTo>
                    <a:cubicBezTo>
                      <a:pt x="46" y="27"/>
                      <a:pt x="46" y="27"/>
                      <a:pt x="46" y="27"/>
                    </a:cubicBezTo>
                    <a:cubicBezTo>
                      <a:pt x="46" y="27"/>
                      <a:pt x="46" y="27"/>
                      <a:pt x="46" y="27"/>
                    </a:cubicBezTo>
                    <a:cubicBezTo>
                      <a:pt x="46" y="27"/>
                      <a:pt x="46" y="27"/>
                      <a:pt x="46" y="27"/>
                    </a:cubicBezTo>
                    <a:cubicBezTo>
                      <a:pt x="46" y="27"/>
                      <a:pt x="46" y="27"/>
                      <a:pt x="46" y="27"/>
                    </a:cubicBezTo>
                    <a:cubicBezTo>
                      <a:pt x="46" y="27"/>
                      <a:pt x="46" y="27"/>
                      <a:pt x="46" y="27"/>
                    </a:cubicBezTo>
                    <a:cubicBezTo>
                      <a:pt x="46" y="27"/>
                      <a:pt x="46" y="27"/>
                      <a:pt x="46" y="27"/>
                    </a:cubicBezTo>
                    <a:cubicBezTo>
                      <a:pt x="46" y="27"/>
                      <a:pt x="46" y="27"/>
                      <a:pt x="46" y="27"/>
                    </a:cubicBezTo>
                    <a:cubicBezTo>
                      <a:pt x="46" y="27"/>
                      <a:pt x="46" y="27"/>
                      <a:pt x="46" y="27"/>
                    </a:cubicBezTo>
                    <a:cubicBezTo>
                      <a:pt x="46" y="27"/>
                      <a:pt x="46" y="27"/>
                      <a:pt x="46" y="28"/>
                    </a:cubicBezTo>
                    <a:cubicBezTo>
                      <a:pt x="46" y="28"/>
                      <a:pt x="46" y="28"/>
                      <a:pt x="46" y="28"/>
                    </a:cubicBezTo>
                    <a:cubicBezTo>
                      <a:pt x="46" y="28"/>
                      <a:pt x="46" y="28"/>
                      <a:pt x="46" y="28"/>
                    </a:cubicBezTo>
                    <a:cubicBezTo>
                      <a:pt x="46" y="28"/>
                      <a:pt x="46" y="28"/>
                      <a:pt x="45" y="28"/>
                    </a:cubicBezTo>
                    <a:cubicBezTo>
                      <a:pt x="45" y="28"/>
                      <a:pt x="45" y="28"/>
                      <a:pt x="45" y="28"/>
                    </a:cubicBezTo>
                    <a:cubicBezTo>
                      <a:pt x="45" y="28"/>
                      <a:pt x="45" y="28"/>
                      <a:pt x="45" y="28"/>
                    </a:cubicBezTo>
                    <a:cubicBezTo>
                      <a:pt x="45" y="28"/>
                      <a:pt x="45" y="28"/>
                      <a:pt x="45" y="28"/>
                    </a:cubicBezTo>
                    <a:cubicBezTo>
                      <a:pt x="45" y="28"/>
                      <a:pt x="45" y="28"/>
                      <a:pt x="45" y="28"/>
                    </a:cubicBezTo>
                    <a:cubicBezTo>
                      <a:pt x="45" y="28"/>
                      <a:pt x="45" y="28"/>
                      <a:pt x="45" y="28"/>
                    </a:cubicBezTo>
                    <a:cubicBezTo>
                      <a:pt x="45" y="28"/>
                      <a:pt x="46" y="28"/>
                      <a:pt x="46" y="28"/>
                    </a:cubicBezTo>
                    <a:cubicBezTo>
                      <a:pt x="46" y="28"/>
                      <a:pt x="46" y="28"/>
                      <a:pt x="46" y="28"/>
                    </a:cubicBezTo>
                    <a:cubicBezTo>
                      <a:pt x="46" y="28"/>
                      <a:pt x="46" y="28"/>
                      <a:pt x="46" y="28"/>
                    </a:cubicBezTo>
                    <a:cubicBezTo>
                      <a:pt x="45" y="28"/>
                      <a:pt x="45" y="28"/>
                      <a:pt x="45" y="28"/>
                    </a:cubicBezTo>
                    <a:cubicBezTo>
                      <a:pt x="45" y="28"/>
                      <a:pt x="45" y="28"/>
                      <a:pt x="45" y="28"/>
                    </a:cubicBezTo>
                    <a:cubicBezTo>
                      <a:pt x="45" y="28"/>
                      <a:pt x="45" y="28"/>
                      <a:pt x="46" y="28"/>
                    </a:cubicBezTo>
                    <a:cubicBezTo>
                      <a:pt x="46" y="28"/>
                      <a:pt x="46" y="28"/>
                      <a:pt x="46" y="28"/>
                    </a:cubicBezTo>
                    <a:cubicBezTo>
                      <a:pt x="46" y="28"/>
                      <a:pt x="46" y="28"/>
                      <a:pt x="46" y="28"/>
                    </a:cubicBezTo>
                    <a:cubicBezTo>
                      <a:pt x="46" y="28"/>
                      <a:pt x="46" y="28"/>
                      <a:pt x="46" y="28"/>
                    </a:cubicBezTo>
                    <a:cubicBezTo>
                      <a:pt x="46" y="28"/>
                      <a:pt x="46" y="28"/>
                      <a:pt x="46" y="28"/>
                    </a:cubicBezTo>
                    <a:cubicBezTo>
                      <a:pt x="46" y="28"/>
                      <a:pt x="46" y="28"/>
                      <a:pt x="46" y="28"/>
                    </a:cubicBezTo>
                    <a:cubicBezTo>
                      <a:pt x="47" y="28"/>
                      <a:pt x="47" y="28"/>
                      <a:pt x="47" y="28"/>
                    </a:cubicBezTo>
                    <a:cubicBezTo>
                      <a:pt x="47" y="28"/>
                      <a:pt x="47" y="28"/>
                      <a:pt x="47" y="28"/>
                    </a:cubicBezTo>
                    <a:cubicBezTo>
                      <a:pt x="47" y="28"/>
                      <a:pt x="47" y="28"/>
                      <a:pt x="47" y="28"/>
                    </a:cubicBezTo>
                    <a:cubicBezTo>
                      <a:pt x="47" y="28"/>
                      <a:pt x="47" y="28"/>
                      <a:pt x="47" y="28"/>
                    </a:cubicBezTo>
                    <a:cubicBezTo>
                      <a:pt x="47" y="28"/>
                      <a:pt x="46" y="28"/>
                      <a:pt x="46" y="29"/>
                    </a:cubicBezTo>
                    <a:cubicBezTo>
                      <a:pt x="46" y="29"/>
                      <a:pt x="46" y="29"/>
                      <a:pt x="45" y="29"/>
                    </a:cubicBezTo>
                    <a:cubicBezTo>
                      <a:pt x="45" y="29"/>
                      <a:pt x="45" y="29"/>
                      <a:pt x="45" y="29"/>
                    </a:cubicBezTo>
                    <a:cubicBezTo>
                      <a:pt x="45" y="29"/>
                      <a:pt x="45" y="29"/>
                      <a:pt x="45" y="28"/>
                    </a:cubicBezTo>
                    <a:cubicBezTo>
                      <a:pt x="45" y="28"/>
                      <a:pt x="45" y="28"/>
                      <a:pt x="45" y="28"/>
                    </a:cubicBezTo>
                    <a:cubicBezTo>
                      <a:pt x="45" y="28"/>
                      <a:pt x="45" y="28"/>
                      <a:pt x="45" y="28"/>
                    </a:cubicBezTo>
                    <a:cubicBezTo>
                      <a:pt x="45" y="28"/>
                      <a:pt x="45" y="28"/>
                      <a:pt x="45" y="29"/>
                    </a:cubicBezTo>
                    <a:cubicBezTo>
                      <a:pt x="45" y="29"/>
                      <a:pt x="45" y="29"/>
                      <a:pt x="45" y="29"/>
                    </a:cubicBezTo>
                    <a:cubicBezTo>
                      <a:pt x="45" y="29"/>
                      <a:pt x="45" y="29"/>
                      <a:pt x="45" y="29"/>
                    </a:cubicBezTo>
                    <a:cubicBezTo>
                      <a:pt x="45" y="29"/>
                      <a:pt x="45" y="29"/>
                      <a:pt x="45" y="29"/>
                    </a:cubicBezTo>
                    <a:cubicBezTo>
                      <a:pt x="45" y="29"/>
                      <a:pt x="45" y="29"/>
                      <a:pt x="45" y="29"/>
                    </a:cubicBezTo>
                    <a:cubicBezTo>
                      <a:pt x="45" y="29"/>
                      <a:pt x="45" y="29"/>
                      <a:pt x="45" y="29"/>
                    </a:cubicBezTo>
                    <a:cubicBezTo>
                      <a:pt x="45" y="29"/>
                      <a:pt x="45" y="29"/>
                      <a:pt x="45" y="29"/>
                    </a:cubicBezTo>
                    <a:cubicBezTo>
                      <a:pt x="45" y="29"/>
                      <a:pt x="45" y="29"/>
                      <a:pt x="45" y="29"/>
                    </a:cubicBezTo>
                    <a:cubicBezTo>
                      <a:pt x="45" y="29"/>
                      <a:pt x="45" y="29"/>
                      <a:pt x="45" y="29"/>
                    </a:cubicBezTo>
                    <a:cubicBezTo>
                      <a:pt x="45" y="29"/>
                      <a:pt x="45" y="29"/>
                      <a:pt x="45" y="29"/>
                    </a:cubicBezTo>
                    <a:cubicBezTo>
                      <a:pt x="45" y="29"/>
                      <a:pt x="45" y="29"/>
                      <a:pt x="45" y="29"/>
                    </a:cubicBezTo>
                    <a:cubicBezTo>
                      <a:pt x="45" y="29"/>
                      <a:pt x="45"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29"/>
                      <a:pt x="44" y="29"/>
                      <a:pt x="44" y="30"/>
                    </a:cubicBezTo>
                    <a:cubicBezTo>
                      <a:pt x="44" y="30"/>
                      <a:pt x="44" y="30"/>
                      <a:pt x="44" y="30"/>
                    </a:cubicBezTo>
                    <a:cubicBezTo>
                      <a:pt x="44" y="30"/>
                      <a:pt x="44" y="29"/>
                      <a:pt x="44" y="29"/>
                    </a:cubicBezTo>
                    <a:cubicBezTo>
                      <a:pt x="44" y="29"/>
                      <a:pt x="44" y="29"/>
                      <a:pt x="44" y="29"/>
                    </a:cubicBezTo>
                    <a:cubicBezTo>
                      <a:pt x="44" y="29"/>
                      <a:pt x="44" y="29"/>
                      <a:pt x="44" y="29"/>
                    </a:cubicBezTo>
                    <a:cubicBezTo>
                      <a:pt x="44" y="29"/>
                      <a:pt x="44" y="29"/>
                      <a:pt x="44" y="29"/>
                    </a:cubicBezTo>
                    <a:cubicBezTo>
                      <a:pt x="44" y="29"/>
                      <a:pt x="44" y="29"/>
                      <a:pt x="44" y="29"/>
                    </a:cubicBezTo>
                    <a:cubicBezTo>
                      <a:pt x="44" y="30"/>
                      <a:pt x="44" y="30"/>
                      <a:pt x="44" y="30"/>
                    </a:cubicBezTo>
                    <a:cubicBezTo>
                      <a:pt x="44" y="30"/>
                      <a:pt x="44" y="30"/>
                      <a:pt x="44" y="30"/>
                    </a:cubicBezTo>
                    <a:cubicBezTo>
                      <a:pt x="44" y="30"/>
                      <a:pt x="44" y="30"/>
                      <a:pt x="44" y="30"/>
                    </a:cubicBezTo>
                    <a:cubicBezTo>
                      <a:pt x="44" y="30"/>
                      <a:pt x="44" y="30"/>
                      <a:pt x="44" y="30"/>
                    </a:cubicBezTo>
                    <a:cubicBezTo>
                      <a:pt x="44" y="30"/>
                      <a:pt x="44" y="30"/>
                      <a:pt x="44" y="30"/>
                    </a:cubicBezTo>
                    <a:cubicBezTo>
                      <a:pt x="44" y="30"/>
                      <a:pt x="44" y="29"/>
                      <a:pt x="43" y="29"/>
                    </a:cubicBezTo>
                    <a:cubicBezTo>
                      <a:pt x="43" y="29"/>
                      <a:pt x="43" y="29"/>
                      <a:pt x="43" y="29"/>
                    </a:cubicBezTo>
                    <a:cubicBezTo>
                      <a:pt x="43" y="29"/>
                      <a:pt x="43" y="29"/>
                      <a:pt x="43" y="29"/>
                    </a:cubicBezTo>
                    <a:cubicBezTo>
                      <a:pt x="43" y="29"/>
                      <a:pt x="43" y="29"/>
                      <a:pt x="43" y="29"/>
                    </a:cubicBezTo>
                    <a:cubicBezTo>
                      <a:pt x="43" y="29"/>
                      <a:pt x="43" y="29"/>
                      <a:pt x="43" y="29"/>
                    </a:cubicBezTo>
                    <a:cubicBezTo>
                      <a:pt x="43" y="29"/>
                      <a:pt x="43" y="29"/>
                      <a:pt x="43" y="29"/>
                    </a:cubicBezTo>
                    <a:cubicBezTo>
                      <a:pt x="43" y="29"/>
                      <a:pt x="43" y="29"/>
                      <a:pt x="43"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3" y="30"/>
                    </a:cubicBezTo>
                    <a:cubicBezTo>
                      <a:pt x="43" y="30"/>
                      <a:pt x="43" y="30"/>
                      <a:pt x="42" y="30"/>
                    </a:cubicBezTo>
                    <a:cubicBezTo>
                      <a:pt x="42" y="30"/>
                      <a:pt x="42" y="30"/>
                      <a:pt x="42" y="30"/>
                    </a:cubicBezTo>
                    <a:cubicBezTo>
                      <a:pt x="42" y="30"/>
                      <a:pt x="42" y="30"/>
                      <a:pt x="42" y="30"/>
                    </a:cubicBezTo>
                    <a:cubicBezTo>
                      <a:pt x="42" y="30"/>
                      <a:pt x="42" y="30"/>
                      <a:pt x="42" y="30"/>
                    </a:cubicBezTo>
                    <a:cubicBezTo>
                      <a:pt x="42" y="30"/>
                      <a:pt x="42" y="30"/>
                      <a:pt x="42" y="30"/>
                    </a:cubicBezTo>
                    <a:cubicBezTo>
                      <a:pt x="42" y="30"/>
                      <a:pt x="42" y="30"/>
                      <a:pt x="42" y="30"/>
                    </a:cubicBezTo>
                    <a:cubicBezTo>
                      <a:pt x="42" y="30"/>
                      <a:pt x="42" y="30"/>
                      <a:pt x="42" y="30"/>
                    </a:cubicBezTo>
                    <a:cubicBezTo>
                      <a:pt x="42" y="30"/>
                      <a:pt x="42" y="30"/>
                      <a:pt x="42" y="30"/>
                    </a:cubicBezTo>
                    <a:cubicBezTo>
                      <a:pt x="42" y="30"/>
                      <a:pt x="42" y="30"/>
                      <a:pt x="42" y="30"/>
                    </a:cubicBezTo>
                    <a:cubicBezTo>
                      <a:pt x="42" y="30"/>
                      <a:pt x="42" y="30"/>
                      <a:pt x="42" y="30"/>
                    </a:cubicBezTo>
                    <a:cubicBezTo>
                      <a:pt x="42" y="30"/>
                      <a:pt x="42" y="30"/>
                      <a:pt x="42" y="31"/>
                    </a:cubicBezTo>
                    <a:cubicBezTo>
                      <a:pt x="42" y="31"/>
                      <a:pt x="42" y="31"/>
                      <a:pt x="42" y="31"/>
                    </a:cubicBezTo>
                    <a:cubicBezTo>
                      <a:pt x="42" y="31"/>
                      <a:pt x="42" y="31"/>
                      <a:pt x="42" y="31"/>
                    </a:cubicBezTo>
                    <a:cubicBezTo>
                      <a:pt x="42" y="31"/>
                      <a:pt x="42" y="31"/>
                      <a:pt x="42" y="31"/>
                    </a:cubicBezTo>
                    <a:cubicBezTo>
                      <a:pt x="42" y="31"/>
                      <a:pt x="42" y="31"/>
                      <a:pt x="42" y="31"/>
                    </a:cubicBezTo>
                    <a:cubicBezTo>
                      <a:pt x="42" y="31"/>
                      <a:pt x="42" y="31"/>
                      <a:pt x="42" y="31"/>
                    </a:cubicBezTo>
                    <a:cubicBezTo>
                      <a:pt x="42" y="31"/>
                      <a:pt x="42" y="31"/>
                      <a:pt x="42" y="31"/>
                    </a:cubicBezTo>
                    <a:cubicBezTo>
                      <a:pt x="42" y="31"/>
                      <a:pt x="42" y="31"/>
                      <a:pt x="42" y="30"/>
                    </a:cubicBezTo>
                    <a:cubicBezTo>
                      <a:pt x="42" y="30"/>
                      <a:pt x="42" y="30"/>
                      <a:pt x="42" y="30"/>
                    </a:cubicBezTo>
                    <a:cubicBezTo>
                      <a:pt x="42" y="30"/>
                      <a:pt x="42" y="30"/>
                      <a:pt x="42" y="30"/>
                    </a:cubicBezTo>
                    <a:cubicBezTo>
                      <a:pt x="42" y="30"/>
                      <a:pt x="42" y="30"/>
                      <a:pt x="42" y="31"/>
                    </a:cubicBezTo>
                    <a:cubicBezTo>
                      <a:pt x="42" y="31"/>
                      <a:pt x="42" y="31"/>
                      <a:pt x="42" y="31"/>
                    </a:cubicBezTo>
                    <a:cubicBezTo>
                      <a:pt x="42" y="31"/>
                      <a:pt x="42" y="31"/>
                      <a:pt x="42" y="31"/>
                    </a:cubicBezTo>
                    <a:cubicBezTo>
                      <a:pt x="42" y="31"/>
                      <a:pt x="42" y="31"/>
                      <a:pt x="42" y="31"/>
                    </a:cubicBezTo>
                    <a:cubicBezTo>
                      <a:pt x="42" y="31"/>
                      <a:pt x="42" y="31"/>
                      <a:pt x="42" y="31"/>
                    </a:cubicBezTo>
                    <a:cubicBezTo>
                      <a:pt x="42" y="30"/>
                      <a:pt x="42" y="30"/>
                      <a:pt x="42" y="30"/>
                    </a:cubicBezTo>
                    <a:cubicBezTo>
                      <a:pt x="42" y="30"/>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2" y="31"/>
                      <a:pt x="42" y="31"/>
                    </a:cubicBezTo>
                    <a:cubicBezTo>
                      <a:pt x="42" y="31"/>
                      <a:pt x="42" y="31"/>
                      <a:pt x="42" y="31"/>
                    </a:cubicBezTo>
                    <a:cubicBezTo>
                      <a:pt x="42" y="31"/>
                      <a:pt x="42" y="31"/>
                      <a:pt x="42" y="31"/>
                    </a:cubicBezTo>
                    <a:cubicBezTo>
                      <a:pt x="42" y="31"/>
                      <a:pt x="42" y="31"/>
                      <a:pt x="42" y="31"/>
                    </a:cubicBezTo>
                    <a:cubicBezTo>
                      <a:pt x="42" y="31"/>
                      <a:pt x="42" y="31"/>
                      <a:pt x="42" y="31"/>
                    </a:cubicBezTo>
                    <a:cubicBezTo>
                      <a:pt x="42" y="31"/>
                      <a:pt x="42" y="31"/>
                      <a:pt x="42" y="31"/>
                    </a:cubicBezTo>
                    <a:cubicBezTo>
                      <a:pt x="42" y="31"/>
                      <a:pt x="42" y="31"/>
                      <a:pt x="42"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1" y="31"/>
                    </a:cubicBezTo>
                    <a:cubicBezTo>
                      <a:pt x="41" y="31"/>
                      <a:pt x="41" y="31"/>
                      <a:pt x="40" y="31"/>
                    </a:cubicBezTo>
                    <a:cubicBezTo>
                      <a:pt x="40" y="31"/>
                      <a:pt x="40" y="31"/>
                      <a:pt x="40" y="31"/>
                    </a:cubicBezTo>
                    <a:cubicBezTo>
                      <a:pt x="40" y="31"/>
                      <a:pt x="40" y="31"/>
                      <a:pt x="40" y="31"/>
                    </a:cubicBezTo>
                    <a:cubicBezTo>
                      <a:pt x="40" y="32"/>
                      <a:pt x="41" y="32"/>
                      <a:pt x="41" y="32"/>
                    </a:cubicBezTo>
                    <a:cubicBezTo>
                      <a:pt x="41" y="32"/>
                      <a:pt x="41" y="32"/>
                      <a:pt x="41" y="32"/>
                    </a:cubicBezTo>
                    <a:cubicBezTo>
                      <a:pt x="41" y="32"/>
                      <a:pt x="41" y="32"/>
                      <a:pt x="41" y="32"/>
                    </a:cubicBezTo>
                    <a:cubicBezTo>
                      <a:pt x="41" y="32"/>
                      <a:pt x="41" y="32"/>
                      <a:pt x="41" y="32"/>
                    </a:cubicBezTo>
                    <a:cubicBezTo>
                      <a:pt x="41" y="32"/>
                      <a:pt x="41" y="32"/>
                      <a:pt x="41" y="32"/>
                    </a:cubicBezTo>
                    <a:cubicBezTo>
                      <a:pt x="40" y="32"/>
                      <a:pt x="40" y="32"/>
                      <a:pt x="40" y="32"/>
                    </a:cubicBezTo>
                    <a:cubicBezTo>
                      <a:pt x="40" y="32"/>
                      <a:pt x="40" y="32"/>
                      <a:pt x="40" y="32"/>
                    </a:cubicBezTo>
                    <a:cubicBezTo>
                      <a:pt x="40" y="32"/>
                      <a:pt x="40" y="32"/>
                      <a:pt x="40" y="32"/>
                    </a:cubicBezTo>
                    <a:cubicBezTo>
                      <a:pt x="40" y="32"/>
                      <a:pt x="40" y="32"/>
                      <a:pt x="40" y="32"/>
                    </a:cubicBezTo>
                    <a:cubicBezTo>
                      <a:pt x="40" y="32"/>
                      <a:pt x="40" y="32"/>
                      <a:pt x="40" y="32"/>
                    </a:cubicBezTo>
                    <a:cubicBezTo>
                      <a:pt x="40" y="32"/>
                      <a:pt x="40" y="32"/>
                      <a:pt x="40" y="32"/>
                    </a:cubicBezTo>
                    <a:cubicBezTo>
                      <a:pt x="40" y="32"/>
                      <a:pt x="40" y="32"/>
                      <a:pt x="40" y="32"/>
                    </a:cubicBezTo>
                    <a:cubicBezTo>
                      <a:pt x="40" y="32"/>
                      <a:pt x="40" y="32"/>
                      <a:pt x="40" y="32"/>
                    </a:cubicBezTo>
                    <a:cubicBezTo>
                      <a:pt x="40" y="32"/>
                      <a:pt x="40" y="32"/>
                      <a:pt x="40" y="32"/>
                    </a:cubicBezTo>
                    <a:cubicBezTo>
                      <a:pt x="40" y="32"/>
                      <a:pt x="40" y="32"/>
                      <a:pt x="40" y="32"/>
                    </a:cubicBezTo>
                    <a:cubicBezTo>
                      <a:pt x="40" y="32"/>
                      <a:pt x="40" y="33"/>
                      <a:pt x="40" y="33"/>
                    </a:cubicBezTo>
                    <a:cubicBezTo>
                      <a:pt x="40" y="33"/>
                      <a:pt x="41" y="32"/>
                      <a:pt x="41" y="32"/>
                    </a:cubicBezTo>
                    <a:cubicBezTo>
                      <a:pt x="41" y="32"/>
                      <a:pt x="41" y="32"/>
                      <a:pt x="41" y="32"/>
                    </a:cubicBezTo>
                    <a:cubicBezTo>
                      <a:pt x="41" y="32"/>
                      <a:pt x="41" y="32"/>
                      <a:pt x="41" y="32"/>
                    </a:cubicBezTo>
                    <a:cubicBezTo>
                      <a:pt x="41" y="32"/>
                      <a:pt x="41" y="32"/>
                      <a:pt x="41" y="32"/>
                    </a:cubicBezTo>
                    <a:cubicBezTo>
                      <a:pt x="41" y="32"/>
                      <a:pt x="41" y="32"/>
                      <a:pt x="41" y="32"/>
                    </a:cubicBezTo>
                    <a:cubicBezTo>
                      <a:pt x="41" y="32"/>
                      <a:pt x="41" y="32"/>
                      <a:pt x="42" y="32"/>
                    </a:cubicBezTo>
                    <a:cubicBezTo>
                      <a:pt x="42" y="32"/>
                      <a:pt x="42" y="32"/>
                      <a:pt x="42" y="32"/>
                    </a:cubicBezTo>
                    <a:cubicBezTo>
                      <a:pt x="42" y="32"/>
                      <a:pt x="42" y="32"/>
                      <a:pt x="42" y="32"/>
                    </a:cubicBezTo>
                    <a:cubicBezTo>
                      <a:pt x="42" y="32"/>
                      <a:pt x="42" y="32"/>
                      <a:pt x="42" y="32"/>
                    </a:cubicBezTo>
                    <a:cubicBezTo>
                      <a:pt x="42" y="32"/>
                      <a:pt x="42" y="32"/>
                      <a:pt x="42" y="32"/>
                    </a:cubicBezTo>
                    <a:cubicBezTo>
                      <a:pt x="42" y="32"/>
                      <a:pt x="42" y="32"/>
                      <a:pt x="42" y="32"/>
                    </a:cubicBezTo>
                    <a:cubicBezTo>
                      <a:pt x="42" y="32"/>
                      <a:pt x="42" y="32"/>
                      <a:pt x="42" y="32"/>
                    </a:cubicBezTo>
                    <a:cubicBezTo>
                      <a:pt x="42" y="32"/>
                      <a:pt x="42" y="32"/>
                      <a:pt x="42" y="32"/>
                    </a:cubicBezTo>
                    <a:cubicBezTo>
                      <a:pt x="42" y="32"/>
                      <a:pt x="42" y="32"/>
                      <a:pt x="42" y="32"/>
                    </a:cubicBezTo>
                    <a:cubicBezTo>
                      <a:pt x="42" y="32"/>
                      <a:pt x="42" y="32"/>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3"/>
                      <a:pt x="42" y="33"/>
                      <a:pt x="42" y="33"/>
                    </a:cubicBezTo>
                    <a:cubicBezTo>
                      <a:pt x="42" y="32"/>
                      <a:pt x="42" y="32"/>
                      <a:pt x="42" y="32"/>
                    </a:cubicBezTo>
                    <a:cubicBezTo>
                      <a:pt x="42" y="32"/>
                      <a:pt x="42" y="32"/>
                      <a:pt x="42" y="32"/>
                    </a:cubicBezTo>
                    <a:cubicBezTo>
                      <a:pt x="41" y="32"/>
                      <a:pt x="41" y="32"/>
                      <a:pt x="41" y="32"/>
                    </a:cubicBezTo>
                    <a:cubicBezTo>
                      <a:pt x="41" y="32"/>
                      <a:pt x="41" y="33"/>
                      <a:pt x="41" y="33"/>
                    </a:cubicBezTo>
                    <a:cubicBezTo>
                      <a:pt x="41" y="33"/>
                      <a:pt x="41" y="33"/>
                      <a:pt x="41" y="33"/>
                    </a:cubicBezTo>
                    <a:cubicBezTo>
                      <a:pt x="41" y="33"/>
                      <a:pt x="41" y="33"/>
                      <a:pt x="41" y="33"/>
                    </a:cubicBezTo>
                    <a:cubicBezTo>
                      <a:pt x="41" y="32"/>
                      <a:pt x="41" y="32"/>
                      <a:pt x="41" y="32"/>
                    </a:cubicBezTo>
                    <a:cubicBezTo>
                      <a:pt x="41" y="32"/>
                      <a:pt x="41" y="32"/>
                      <a:pt x="41" y="33"/>
                    </a:cubicBezTo>
                    <a:cubicBezTo>
                      <a:pt x="41" y="33"/>
                      <a:pt x="41" y="33"/>
                      <a:pt x="41" y="33"/>
                    </a:cubicBezTo>
                    <a:cubicBezTo>
                      <a:pt x="41" y="33"/>
                      <a:pt x="41" y="33"/>
                      <a:pt x="41" y="33"/>
                    </a:cubicBezTo>
                    <a:cubicBezTo>
                      <a:pt x="41"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3"/>
                    </a:cubicBezTo>
                    <a:cubicBezTo>
                      <a:pt x="40" y="33"/>
                      <a:pt x="40" y="33"/>
                      <a:pt x="40" y="34"/>
                    </a:cubicBezTo>
                    <a:cubicBezTo>
                      <a:pt x="40" y="34"/>
                      <a:pt x="40" y="34"/>
                      <a:pt x="40" y="34"/>
                    </a:cubicBezTo>
                    <a:cubicBezTo>
                      <a:pt x="40" y="34"/>
                      <a:pt x="40" y="34"/>
                      <a:pt x="40" y="34"/>
                    </a:cubicBezTo>
                    <a:cubicBezTo>
                      <a:pt x="40" y="34"/>
                      <a:pt x="40" y="34"/>
                      <a:pt x="40" y="34"/>
                    </a:cubicBezTo>
                    <a:cubicBezTo>
                      <a:pt x="40" y="34"/>
                      <a:pt x="40" y="34"/>
                      <a:pt x="40" y="34"/>
                    </a:cubicBezTo>
                    <a:cubicBezTo>
                      <a:pt x="40" y="34"/>
                      <a:pt x="40" y="34"/>
                      <a:pt x="40" y="34"/>
                    </a:cubicBezTo>
                    <a:cubicBezTo>
                      <a:pt x="40" y="34"/>
                      <a:pt x="40" y="34"/>
                      <a:pt x="40" y="34"/>
                    </a:cubicBezTo>
                    <a:cubicBezTo>
                      <a:pt x="40" y="34"/>
                      <a:pt x="40" y="34"/>
                      <a:pt x="40" y="34"/>
                    </a:cubicBezTo>
                    <a:cubicBezTo>
                      <a:pt x="40" y="34"/>
                      <a:pt x="40" y="34"/>
                      <a:pt x="40" y="34"/>
                    </a:cubicBezTo>
                    <a:cubicBezTo>
                      <a:pt x="41" y="34"/>
                      <a:pt x="41" y="34"/>
                      <a:pt x="41" y="34"/>
                    </a:cubicBezTo>
                    <a:cubicBezTo>
                      <a:pt x="41" y="34"/>
                      <a:pt x="41" y="34"/>
                      <a:pt x="41" y="34"/>
                    </a:cubicBezTo>
                    <a:cubicBezTo>
                      <a:pt x="41" y="34"/>
                      <a:pt x="41" y="33"/>
                      <a:pt x="41" y="33"/>
                    </a:cubicBezTo>
                    <a:cubicBezTo>
                      <a:pt x="41" y="33"/>
                      <a:pt x="41" y="34"/>
                      <a:pt x="41" y="34"/>
                    </a:cubicBezTo>
                    <a:cubicBezTo>
                      <a:pt x="42"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1" y="34"/>
                      <a:pt x="41" y="34"/>
                    </a:cubicBezTo>
                    <a:cubicBezTo>
                      <a:pt x="41" y="34"/>
                      <a:pt x="40" y="34"/>
                      <a:pt x="40" y="34"/>
                    </a:cubicBezTo>
                    <a:cubicBezTo>
                      <a:pt x="40" y="34"/>
                      <a:pt x="40" y="35"/>
                      <a:pt x="40" y="35"/>
                    </a:cubicBezTo>
                    <a:cubicBezTo>
                      <a:pt x="40" y="35"/>
                      <a:pt x="40" y="34"/>
                      <a:pt x="40" y="34"/>
                    </a:cubicBezTo>
                    <a:cubicBezTo>
                      <a:pt x="40" y="34"/>
                      <a:pt x="40" y="34"/>
                      <a:pt x="40" y="34"/>
                    </a:cubicBezTo>
                    <a:cubicBezTo>
                      <a:pt x="40" y="34"/>
                      <a:pt x="40" y="34"/>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39" y="35"/>
                      <a:pt x="39" y="35"/>
                      <a:pt x="40" y="36"/>
                    </a:cubicBezTo>
                    <a:cubicBezTo>
                      <a:pt x="40" y="36"/>
                      <a:pt x="40" y="36"/>
                      <a:pt x="40" y="36"/>
                    </a:cubicBezTo>
                    <a:cubicBezTo>
                      <a:pt x="40" y="36"/>
                      <a:pt x="40" y="36"/>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0" y="35"/>
                      <a:pt x="40" y="35"/>
                    </a:cubicBezTo>
                    <a:cubicBezTo>
                      <a:pt x="40" y="35"/>
                      <a:pt x="41" y="35"/>
                      <a:pt x="41" y="35"/>
                    </a:cubicBezTo>
                    <a:cubicBezTo>
                      <a:pt x="41" y="35"/>
                      <a:pt x="41" y="35"/>
                      <a:pt x="41" y="35"/>
                    </a:cubicBezTo>
                    <a:cubicBezTo>
                      <a:pt x="41" y="35"/>
                      <a:pt x="40" y="35"/>
                      <a:pt x="40" y="35"/>
                    </a:cubicBezTo>
                    <a:cubicBezTo>
                      <a:pt x="40" y="35"/>
                      <a:pt x="40" y="35"/>
                      <a:pt x="40" y="35"/>
                    </a:cubicBezTo>
                    <a:cubicBezTo>
                      <a:pt x="40" y="35"/>
                      <a:pt x="40" y="35"/>
                      <a:pt x="40" y="35"/>
                    </a:cubicBezTo>
                    <a:cubicBezTo>
                      <a:pt x="40" y="35"/>
                      <a:pt x="40" y="35"/>
                      <a:pt x="40" y="36"/>
                    </a:cubicBezTo>
                    <a:cubicBezTo>
                      <a:pt x="40" y="36"/>
                      <a:pt x="40" y="36"/>
                      <a:pt x="40" y="36"/>
                    </a:cubicBezTo>
                    <a:cubicBezTo>
                      <a:pt x="40" y="36"/>
                      <a:pt x="40" y="36"/>
                      <a:pt x="40" y="36"/>
                    </a:cubicBezTo>
                    <a:cubicBezTo>
                      <a:pt x="40" y="36"/>
                      <a:pt x="40" y="36"/>
                      <a:pt x="40" y="36"/>
                    </a:cubicBezTo>
                    <a:cubicBezTo>
                      <a:pt x="40" y="36"/>
                      <a:pt x="40" y="36"/>
                      <a:pt x="40" y="36"/>
                    </a:cubicBezTo>
                    <a:cubicBezTo>
                      <a:pt x="40" y="36"/>
                      <a:pt x="40" y="36"/>
                      <a:pt x="40" y="36"/>
                    </a:cubicBezTo>
                    <a:cubicBezTo>
                      <a:pt x="40" y="36"/>
                      <a:pt x="40" y="36"/>
                      <a:pt x="40" y="36"/>
                    </a:cubicBezTo>
                    <a:cubicBezTo>
                      <a:pt x="39" y="36"/>
                      <a:pt x="39" y="37"/>
                      <a:pt x="39" y="37"/>
                    </a:cubicBezTo>
                    <a:cubicBezTo>
                      <a:pt x="39" y="37"/>
                      <a:pt x="39" y="37"/>
                      <a:pt x="40" y="37"/>
                    </a:cubicBezTo>
                    <a:cubicBezTo>
                      <a:pt x="40" y="37"/>
                      <a:pt x="40" y="37"/>
                      <a:pt x="40" y="37"/>
                    </a:cubicBezTo>
                    <a:cubicBezTo>
                      <a:pt x="40" y="37"/>
                      <a:pt x="40" y="37"/>
                      <a:pt x="40" y="37"/>
                    </a:cubicBezTo>
                    <a:cubicBezTo>
                      <a:pt x="40" y="37"/>
                      <a:pt x="40" y="37"/>
                      <a:pt x="40" y="37"/>
                    </a:cubicBezTo>
                    <a:cubicBezTo>
                      <a:pt x="40" y="37"/>
                      <a:pt x="40" y="37"/>
                      <a:pt x="40" y="37"/>
                    </a:cubicBezTo>
                    <a:cubicBezTo>
                      <a:pt x="40" y="37"/>
                      <a:pt x="40" y="37"/>
                      <a:pt x="40" y="37"/>
                    </a:cubicBezTo>
                    <a:cubicBezTo>
                      <a:pt x="40" y="37"/>
                      <a:pt x="40" y="37"/>
                      <a:pt x="40" y="37"/>
                    </a:cubicBezTo>
                    <a:cubicBezTo>
                      <a:pt x="40" y="37"/>
                      <a:pt x="40" y="37"/>
                      <a:pt x="40" y="37"/>
                    </a:cubicBezTo>
                    <a:cubicBezTo>
                      <a:pt x="40" y="37"/>
                      <a:pt x="40" y="37"/>
                      <a:pt x="40" y="38"/>
                    </a:cubicBezTo>
                    <a:cubicBezTo>
                      <a:pt x="40" y="38"/>
                      <a:pt x="40" y="38"/>
                      <a:pt x="40" y="38"/>
                    </a:cubicBezTo>
                    <a:cubicBezTo>
                      <a:pt x="40" y="38"/>
                      <a:pt x="40" y="38"/>
                      <a:pt x="40" y="38"/>
                    </a:cubicBezTo>
                    <a:cubicBezTo>
                      <a:pt x="40" y="38"/>
                      <a:pt x="40" y="38"/>
                      <a:pt x="41" y="38"/>
                    </a:cubicBezTo>
                    <a:cubicBezTo>
                      <a:pt x="41" y="38"/>
                      <a:pt x="41" y="38"/>
                      <a:pt x="41" y="38"/>
                    </a:cubicBezTo>
                    <a:cubicBezTo>
                      <a:pt x="41" y="38"/>
                      <a:pt x="41" y="38"/>
                      <a:pt x="41" y="38"/>
                    </a:cubicBezTo>
                    <a:cubicBezTo>
                      <a:pt x="41" y="38"/>
                      <a:pt x="41" y="38"/>
                      <a:pt x="41" y="38"/>
                    </a:cubicBezTo>
                    <a:cubicBezTo>
                      <a:pt x="41" y="38"/>
                      <a:pt x="41" y="38"/>
                      <a:pt x="41" y="38"/>
                    </a:cubicBezTo>
                    <a:cubicBezTo>
                      <a:pt x="41" y="38"/>
                      <a:pt x="41" y="38"/>
                      <a:pt x="41" y="38"/>
                    </a:cubicBezTo>
                    <a:cubicBezTo>
                      <a:pt x="41" y="38"/>
                      <a:pt x="41" y="38"/>
                      <a:pt x="41" y="38"/>
                    </a:cubicBezTo>
                    <a:cubicBezTo>
                      <a:pt x="42" y="38"/>
                      <a:pt x="42" y="38"/>
                      <a:pt x="42" y="38"/>
                    </a:cubicBezTo>
                    <a:cubicBezTo>
                      <a:pt x="42" y="38"/>
                      <a:pt x="42" y="38"/>
                      <a:pt x="42" y="38"/>
                    </a:cubicBezTo>
                    <a:cubicBezTo>
                      <a:pt x="42" y="38"/>
                      <a:pt x="42" y="38"/>
                      <a:pt x="42" y="38"/>
                    </a:cubicBezTo>
                    <a:cubicBezTo>
                      <a:pt x="42" y="38"/>
                      <a:pt x="42" y="38"/>
                      <a:pt x="42" y="38"/>
                    </a:cubicBezTo>
                    <a:cubicBezTo>
                      <a:pt x="42" y="38"/>
                      <a:pt x="43" y="37"/>
                      <a:pt x="43" y="37"/>
                    </a:cubicBezTo>
                    <a:cubicBezTo>
                      <a:pt x="43" y="37"/>
                      <a:pt x="43" y="37"/>
                      <a:pt x="43" y="37"/>
                    </a:cubicBezTo>
                    <a:cubicBezTo>
                      <a:pt x="43" y="37"/>
                      <a:pt x="43" y="37"/>
                      <a:pt x="43" y="37"/>
                    </a:cubicBezTo>
                    <a:cubicBezTo>
                      <a:pt x="43" y="37"/>
                      <a:pt x="43" y="37"/>
                      <a:pt x="43" y="37"/>
                    </a:cubicBezTo>
                    <a:cubicBezTo>
                      <a:pt x="43" y="37"/>
                      <a:pt x="43" y="36"/>
                      <a:pt x="43" y="36"/>
                    </a:cubicBezTo>
                    <a:cubicBezTo>
                      <a:pt x="43" y="36"/>
                      <a:pt x="44" y="36"/>
                      <a:pt x="44" y="36"/>
                    </a:cubicBezTo>
                    <a:cubicBezTo>
                      <a:pt x="44" y="36"/>
                      <a:pt x="44" y="36"/>
                      <a:pt x="44" y="36"/>
                    </a:cubicBezTo>
                    <a:cubicBezTo>
                      <a:pt x="44" y="36"/>
                      <a:pt x="44" y="36"/>
                      <a:pt x="44" y="36"/>
                    </a:cubicBezTo>
                    <a:cubicBezTo>
                      <a:pt x="44" y="36"/>
                      <a:pt x="44" y="36"/>
                      <a:pt x="44" y="36"/>
                    </a:cubicBezTo>
                    <a:cubicBezTo>
                      <a:pt x="44" y="36"/>
                      <a:pt x="44" y="36"/>
                      <a:pt x="44" y="36"/>
                    </a:cubicBezTo>
                    <a:cubicBezTo>
                      <a:pt x="44" y="36"/>
                      <a:pt x="44" y="36"/>
                      <a:pt x="44" y="36"/>
                    </a:cubicBezTo>
                    <a:cubicBezTo>
                      <a:pt x="44" y="36"/>
                      <a:pt x="44" y="36"/>
                      <a:pt x="44" y="36"/>
                    </a:cubicBezTo>
                    <a:cubicBezTo>
                      <a:pt x="44" y="36"/>
                      <a:pt x="44" y="36"/>
                      <a:pt x="44" y="36"/>
                    </a:cubicBezTo>
                    <a:cubicBezTo>
                      <a:pt x="44" y="36"/>
                      <a:pt x="44" y="36"/>
                      <a:pt x="44" y="36"/>
                    </a:cubicBezTo>
                    <a:cubicBezTo>
                      <a:pt x="44" y="36"/>
                      <a:pt x="44" y="36"/>
                      <a:pt x="44" y="35"/>
                    </a:cubicBezTo>
                    <a:cubicBezTo>
                      <a:pt x="44" y="35"/>
                      <a:pt x="44" y="35"/>
                      <a:pt x="44" y="35"/>
                    </a:cubicBezTo>
                    <a:cubicBezTo>
                      <a:pt x="44" y="35"/>
                      <a:pt x="45" y="35"/>
                      <a:pt x="45" y="35"/>
                    </a:cubicBezTo>
                    <a:cubicBezTo>
                      <a:pt x="45" y="35"/>
                      <a:pt x="45" y="35"/>
                      <a:pt x="45" y="35"/>
                    </a:cubicBezTo>
                    <a:cubicBezTo>
                      <a:pt x="45" y="35"/>
                      <a:pt x="45" y="36"/>
                      <a:pt x="45" y="36"/>
                    </a:cubicBezTo>
                    <a:cubicBezTo>
                      <a:pt x="45" y="36"/>
                      <a:pt x="45" y="36"/>
                      <a:pt x="45" y="36"/>
                    </a:cubicBezTo>
                    <a:cubicBezTo>
                      <a:pt x="45" y="36"/>
                      <a:pt x="45" y="36"/>
                      <a:pt x="45" y="36"/>
                    </a:cubicBezTo>
                    <a:cubicBezTo>
                      <a:pt x="45" y="36"/>
                      <a:pt x="45" y="36"/>
                      <a:pt x="45" y="36"/>
                    </a:cubicBezTo>
                    <a:cubicBezTo>
                      <a:pt x="45" y="36"/>
                      <a:pt x="45" y="36"/>
                      <a:pt x="45" y="36"/>
                    </a:cubicBezTo>
                    <a:cubicBezTo>
                      <a:pt x="45" y="36"/>
                      <a:pt x="45" y="36"/>
                      <a:pt x="45" y="36"/>
                    </a:cubicBezTo>
                    <a:cubicBezTo>
                      <a:pt x="45" y="36"/>
                      <a:pt x="45" y="36"/>
                      <a:pt x="45" y="37"/>
                    </a:cubicBezTo>
                    <a:cubicBezTo>
                      <a:pt x="45" y="37"/>
                      <a:pt x="45" y="37"/>
                      <a:pt x="45" y="37"/>
                    </a:cubicBezTo>
                    <a:cubicBezTo>
                      <a:pt x="45" y="37"/>
                      <a:pt x="45" y="37"/>
                      <a:pt x="45" y="37"/>
                    </a:cubicBezTo>
                    <a:cubicBezTo>
                      <a:pt x="45" y="37"/>
                      <a:pt x="45" y="37"/>
                      <a:pt x="45" y="37"/>
                    </a:cubicBezTo>
                    <a:cubicBezTo>
                      <a:pt x="45" y="37"/>
                      <a:pt x="45" y="37"/>
                      <a:pt x="45" y="37"/>
                    </a:cubicBezTo>
                    <a:cubicBezTo>
                      <a:pt x="45" y="37"/>
                      <a:pt x="45" y="37"/>
                      <a:pt x="45" y="37"/>
                    </a:cubicBezTo>
                    <a:cubicBezTo>
                      <a:pt x="45" y="37"/>
                      <a:pt x="45" y="37"/>
                      <a:pt x="45" y="37"/>
                    </a:cubicBezTo>
                    <a:cubicBezTo>
                      <a:pt x="45" y="37"/>
                      <a:pt x="45" y="37"/>
                      <a:pt x="45" y="37"/>
                    </a:cubicBezTo>
                    <a:cubicBezTo>
                      <a:pt x="45" y="37"/>
                      <a:pt x="45" y="37"/>
                      <a:pt x="45" y="37"/>
                    </a:cubicBezTo>
                    <a:cubicBezTo>
                      <a:pt x="45" y="37"/>
                      <a:pt x="45" y="37"/>
                      <a:pt x="45" y="38"/>
                    </a:cubicBezTo>
                    <a:cubicBezTo>
                      <a:pt x="45" y="38"/>
                      <a:pt x="45" y="38"/>
                      <a:pt x="45" y="38"/>
                    </a:cubicBezTo>
                    <a:cubicBezTo>
                      <a:pt x="45" y="38"/>
                      <a:pt x="45" y="38"/>
                      <a:pt x="45" y="37"/>
                    </a:cubicBezTo>
                    <a:cubicBezTo>
                      <a:pt x="45" y="38"/>
                      <a:pt x="45" y="38"/>
                      <a:pt x="45" y="38"/>
                    </a:cubicBezTo>
                    <a:cubicBezTo>
                      <a:pt x="45" y="38"/>
                      <a:pt x="45" y="38"/>
                      <a:pt x="45" y="38"/>
                    </a:cubicBezTo>
                    <a:cubicBezTo>
                      <a:pt x="45" y="38"/>
                      <a:pt x="45" y="38"/>
                      <a:pt x="45" y="39"/>
                    </a:cubicBezTo>
                    <a:cubicBezTo>
                      <a:pt x="45" y="39"/>
                      <a:pt x="45" y="39"/>
                      <a:pt x="45" y="39"/>
                    </a:cubicBezTo>
                    <a:cubicBezTo>
                      <a:pt x="45" y="39"/>
                      <a:pt x="45" y="39"/>
                      <a:pt x="45" y="39"/>
                    </a:cubicBezTo>
                    <a:cubicBezTo>
                      <a:pt x="45" y="39"/>
                      <a:pt x="45" y="39"/>
                      <a:pt x="45" y="39"/>
                    </a:cubicBezTo>
                    <a:cubicBezTo>
                      <a:pt x="45" y="39"/>
                      <a:pt x="45" y="39"/>
                      <a:pt x="45" y="39"/>
                    </a:cubicBezTo>
                    <a:cubicBezTo>
                      <a:pt x="45" y="39"/>
                      <a:pt x="45" y="39"/>
                      <a:pt x="45" y="39"/>
                    </a:cubicBezTo>
                    <a:cubicBezTo>
                      <a:pt x="45" y="40"/>
                      <a:pt x="45" y="40"/>
                      <a:pt x="46" y="40"/>
                    </a:cubicBezTo>
                    <a:cubicBezTo>
                      <a:pt x="46" y="40"/>
                      <a:pt x="46" y="40"/>
                      <a:pt x="46" y="40"/>
                    </a:cubicBezTo>
                    <a:cubicBezTo>
                      <a:pt x="46" y="40"/>
                      <a:pt x="46" y="40"/>
                      <a:pt x="46" y="40"/>
                    </a:cubicBezTo>
                    <a:cubicBezTo>
                      <a:pt x="46" y="40"/>
                      <a:pt x="46" y="40"/>
                      <a:pt x="46" y="41"/>
                    </a:cubicBezTo>
                    <a:cubicBezTo>
                      <a:pt x="46" y="41"/>
                      <a:pt x="46" y="41"/>
                      <a:pt x="46" y="41"/>
                    </a:cubicBezTo>
                    <a:cubicBezTo>
                      <a:pt x="46" y="41"/>
                      <a:pt x="46" y="41"/>
                      <a:pt x="46" y="41"/>
                    </a:cubicBezTo>
                    <a:cubicBezTo>
                      <a:pt x="46" y="41"/>
                      <a:pt x="46" y="41"/>
                      <a:pt x="46" y="41"/>
                    </a:cubicBezTo>
                    <a:cubicBezTo>
                      <a:pt x="46" y="41"/>
                      <a:pt x="46" y="41"/>
                      <a:pt x="46" y="41"/>
                    </a:cubicBezTo>
                    <a:cubicBezTo>
                      <a:pt x="46" y="41"/>
                      <a:pt x="45" y="41"/>
                      <a:pt x="45" y="41"/>
                    </a:cubicBezTo>
                    <a:cubicBezTo>
                      <a:pt x="45" y="41"/>
                      <a:pt x="45" y="41"/>
                      <a:pt x="45" y="41"/>
                    </a:cubicBezTo>
                    <a:cubicBezTo>
                      <a:pt x="45" y="41"/>
                      <a:pt x="45" y="41"/>
                      <a:pt x="45" y="41"/>
                    </a:cubicBezTo>
                    <a:cubicBezTo>
                      <a:pt x="45" y="41"/>
                      <a:pt x="45" y="41"/>
                      <a:pt x="45" y="41"/>
                    </a:cubicBezTo>
                    <a:cubicBezTo>
                      <a:pt x="45" y="41"/>
                      <a:pt x="45" y="41"/>
                      <a:pt x="45" y="41"/>
                    </a:cubicBezTo>
                    <a:cubicBezTo>
                      <a:pt x="45" y="41"/>
                      <a:pt x="46" y="41"/>
                      <a:pt x="46" y="42"/>
                    </a:cubicBezTo>
                    <a:cubicBezTo>
                      <a:pt x="46" y="42"/>
                      <a:pt x="46" y="42"/>
                      <a:pt x="46" y="42"/>
                    </a:cubicBezTo>
                    <a:cubicBezTo>
                      <a:pt x="45" y="42"/>
                      <a:pt x="45" y="42"/>
                      <a:pt x="45" y="42"/>
                    </a:cubicBezTo>
                    <a:cubicBezTo>
                      <a:pt x="45" y="42"/>
                      <a:pt x="45" y="42"/>
                      <a:pt x="45" y="42"/>
                    </a:cubicBezTo>
                    <a:cubicBezTo>
                      <a:pt x="45" y="42"/>
                      <a:pt x="45" y="42"/>
                      <a:pt x="45" y="42"/>
                    </a:cubicBezTo>
                    <a:cubicBezTo>
                      <a:pt x="45" y="42"/>
                      <a:pt x="45" y="43"/>
                      <a:pt x="45" y="43"/>
                    </a:cubicBezTo>
                    <a:cubicBezTo>
                      <a:pt x="45" y="43"/>
                      <a:pt x="45" y="43"/>
                      <a:pt x="46" y="43"/>
                    </a:cubicBezTo>
                    <a:cubicBezTo>
                      <a:pt x="46" y="43"/>
                      <a:pt x="46" y="43"/>
                      <a:pt x="46" y="43"/>
                    </a:cubicBezTo>
                    <a:cubicBezTo>
                      <a:pt x="46" y="43"/>
                      <a:pt x="46" y="43"/>
                      <a:pt x="46" y="43"/>
                    </a:cubicBezTo>
                    <a:cubicBezTo>
                      <a:pt x="46" y="43"/>
                      <a:pt x="46" y="43"/>
                      <a:pt x="46" y="42"/>
                    </a:cubicBezTo>
                    <a:cubicBezTo>
                      <a:pt x="46" y="42"/>
                      <a:pt x="46" y="42"/>
                      <a:pt x="47" y="42"/>
                    </a:cubicBezTo>
                    <a:cubicBezTo>
                      <a:pt x="47" y="42"/>
                      <a:pt x="47" y="42"/>
                      <a:pt x="47" y="42"/>
                    </a:cubicBezTo>
                    <a:cubicBezTo>
                      <a:pt x="47" y="42"/>
                      <a:pt x="47" y="42"/>
                      <a:pt x="47" y="42"/>
                    </a:cubicBezTo>
                    <a:cubicBezTo>
                      <a:pt x="47" y="42"/>
                      <a:pt x="47" y="42"/>
                      <a:pt x="47" y="42"/>
                    </a:cubicBezTo>
                    <a:cubicBezTo>
                      <a:pt x="47" y="42"/>
                      <a:pt x="47" y="42"/>
                      <a:pt x="47" y="42"/>
                    </a:cubicBezTo>
                    <a:cubicBezTo>
                      <a:pt x="47" y="42"/>
                      <a:pt x="47" y="42"/>
                      <a:pt x="47" y="42"/>
                    </a:cubicBezTo>
                    <a:cubicBezTo>
                      <a:pt x="47" y="42"/>
                      <a:pt x="47" y="42"/>
                      <a:pt x="47" y="42"/>
                    </a:cubicBezTo>
                    <a:cubicBezTo>
                      <a:pt x="47" y="42"/>
                      <a:pt x="47" y="41"/>
                      <a:pt x="47" y="41"/>
                    </a:cubicBezTo>
                    <a:cubicBezTo>
                      <a:pt x="47" y="41"/>
                      <a:pt x="47" y="41"/>
                      <a:pt x="47" y="41"/>
                    </a:cubicBezTo>
                    <a:cubicBezTo>
                      <a:pt x="47" y="41"/>
                      <a:pt x="48" y="41"/>
                      <a:pt x="48" y="41"/>
                    </a:cubicBezTo>
                    <a:cubicBezTo>
                      <a:pt x="48" y="41"/>
                      <a:pt x="48" y="41"/>
                      <a:pt x="48" y="41"/>
                    </a:cubicBezTo>
                    <a:cubicBezTo>
                      <a:pt x="48" y="41"/>
                      <a:pt x="48" y="41"/>
                      <a:pt x="48" y="41"/>
                    </a:cubicBezTo>
                    <a:cubicBezTo>
                      <a:pt x="48" y="41"/>
                      <a:pt x="48" y="41"/>
                      <a:pt x="48" y="41"/>
                    </a:cubicBezTo>
                    <a:cubicBezTo>
                      <a:pt x="48" y="41"/>
                      <a:pt x="48" y="41"/>
                      <a:pt x="48" y="41"/>
                    </a:cubicBezTo>
                    <a:cubicBezTo>
                      <a:pt x="48" y="41"/>
                      <a:pt x="48" y="41"/>
                      <a:pt x="49" y="41"/>
                    </a:cubicBezTo>
                    <a:cubicBezTo>
                      <a:pt x="49" y="41"/>
                      <a:pt x="49" y="41"/>
                      <a:pt x="49" y="41"/>
                    </a:cubicBezTo>
                    <a:cubicBezTo>
                      <a:pt x="49" y="41"/>
                      <a:pt x="49" y="41"/>
                      <a:pt x="49" y="41"/>
                    </a:cubicBezTo>
                    <a:cubicBezTo>
                      <a:pt x="49" y="41"/>
                      <a:pt x="49" y="41"/>
                      <a:pt x="49" y="41"/>
                    </a:cubicBezTo>
                    <a:cubicBezTo>
                      <a:pt x="49" y="41"/>
                      <a:pt x="49" y="41"/>
                      <a:pt x="49" y="41"/>
                    </a:cubicBezTo>
                    <a:cubicBezTo>
                      <a:pt x="49" y="41"/>
                      <a:pt x="49" y="41"/>
                      <a:pt x="49" y="41"/>
                    </a:cubicBezTo>
                    <a:cubicBezTo>
                      <a:pt x="49" y="41"/>
                      <a:pt x="49" y="40"/>
                      <a:pt x="49" y="40"/>
                    </a:cubicBezTo>
                    <a:cubicBezTo>
                      <a:pt x="49" y="40"/>
                      <a:pt x="50" y="40"/>
                      <a:pt x="50" y="40"/>
                    </a:cubicBezTo>
                    <a:cubicBezTo>
                      <a:pt x="50" y="39"/>
                      <a:pt x="50" y="39"/>
                      <a:pt x="50" y="39"/>
                    </a:cubicBezTo>
                    <a:cubicBezTo>
                      <a:pt x="50" y="39"/>
                      <a:pt x="50" y="39"/>
                      <a:pt x="50" y="39"/>
                    </a:cubicBezTo>
                    <a:cubicBezTo>
                      <a:pt x="50" y="39"/>
                      <a:pt x="50" y="39"/>
                      <a:pt x="50" y="38"/>
                    </a:cubicBezTo>
                    <a:cubicBezTo>
                      <a:pt x="50" y="38"/>
                      <a:pt x="50" y="38"/>
                      <a:pt x="50" y="38"/>
                    </a:cubicBezTo>
                    <a:cubicBezTo>
                      <a:pt x="50" y="38"/>
                      <a:pt x="50" y="38"/>
                      <a:pt x="50" y="38"/>
                    </a:cubicBezTo>
                    <a:cubicBezTo>
                      <a:pt x="50" y="38"/>
                      <a:pt x="50" y="38"/>
                      <a:pt x="50" y="38"/>
                    </a:cubicBezTo>
                    <a:cubicBezTo>
                      <a:pt x="50" y="38"/>
                      <a:pt x="50" y="38"/>
                      <a:pt x="50" y="38"/>
                    </a:cubicBezTo>
                    <a:cubicBezTo>
                      <a:pt x="50" y="38"/>
                      <a:pt x="50" y="38"/>
                      <a:pt x="50" y="38"/>
                    </a:cubicBezTo>
                    <a:cubicBezTo>
                      <a:pt x="50" y="38"/>
                      <a:pt x="50" y="38"/>
                      <a:pt x="50" y="38"/>
                    </a:cubicBezTo>
                    <a:cubicBezTo>
                      <a:pt x="50" y="38"/>
                      <a:pt x="50" y="38"/>
                      <a:pt x="50" y="38"/>
                    </a:cubicBezTo>
                    <a:cubicBezTo>
                      <a:pt x="50" y="38"/>
                      <a:pt x="50" y="38"/>
                      <a:pt x="50" y="38"/>
                    </a:cubicBezTo>
                    <a:cubicBezTo>
                      <a:pt x="50" y="38"/>
                      <a:pt x="50" y="38"/>
                      <a:pt x="50" y="38"/>
                    </a:cubicBezTo>
                    <a:cubicBezTo>
                      <a:pt x="50" y="38"/>
                      <a:pt x="50" y="38"/>
                      <a:pt x="50" y="38"/>
                    </a:cubicBezTo>
                    <a:cubicBezTo>
                      <a:pt x="50" y="38"/>
                      <a:pt x="50" y="38"/>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0" y="37"/>
                      <a:pt x="50" y="37"/>
                      <a:pt x="50" y="37"/>
                    </a:cubicBezTo>
                    <a:cubicBezTo>
                      <a:pt x="51" y="37"/>
                      <a:pt x="51" y="37"/>
                      <a:pt x="51" y="37"/>
                    </a:cubicBezTo>
                    <a:cubicBezTo>
                      <a:pt x="51" y="37"/>
                      <a:pt x="51" y="37"/>
                      <a:pt x="51" y="37"/>
                    </a:cubicBezTo>
                    <a:cubicBezTo>
                      <a:pt x="51" y="37"/>
                      <a:pt x="51" y="37"/>
                      <a:pt x="51" y="37"/>
                    </a:cubicBezTo>
                    <a:cubicBezTo>
                      <a:pt x="51" y="37"/>
                      <a:pt x="51" y="36"/>
                      <a:pt x="51" y="36"/>
                    </a:cubicBezTo>
                    <a:cubicBezTo>
                      <a:pt x="51" y="36"/>
                      <a:pt x="51" y="36"/>
                      <a:pt x="51" y="37"/>
                    </a:cubicBezTo>
                    <a:cubicBezTo>
                      <a:pt x="51" y="37"/>
                      <a:pt x="51" y="37"/>
                      <a:pt x="51" y="37"/>
                    </a:cubicBezTo>
                    <a:cubicBezTo>
                      <a:pt x="51" y="37"/>
                      <a:pt x="51" y="37"/>
                      <a:pt x="51" y="37"/>
                    </a:cubicBezTo>
                    <a:cubicBezTo>
                      <a:pt x="51" y="37"/>
                      <a:pt x="51" y="37"/>
                      <a:pt x="51" y="37"/>
                    </a:cubicBezTo>
                    <a:cubicBezTo>
                      <a:pt x="51" y="36"/>
                      <a:pt x="51" y="36"/>
                      <a:pt x="51" y="36"/>
                    </a:cubicBezTo>
                    <a:cubicBezTo>
                      <a:pt x="51" y="36"/>
                      <a:pt x="51"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1" y="36"/>
                      <a:pt x="51" y="36"/>
                      <a:pt x="51" y="36"/>
                    </a:cubicBezTo>
                    <a:cubicBezTo>
                      <a:pt x="51" y="36"/>
                      <a:pt x="51" y="36"/>
                      <a:pt x="51" y="36"/>
                    </a:cubicBezTo>
                    <a:cubicBezTo>
                      <a:pt x="51" y="36"/>
                      <a:pt x="51" y="36"/>
                      <a:pt x="51" y="36"/>
                    </a:cubicBezTo>
                    <a:cubicBezTo>
                      <a:pt x="51" y="36"/>
                      <a:pt x="51" y="36"/>
                      <a:pt x="51" y="36"/>
                    </a:cubicBezTo>
                    <a:cubicBezTo>
                      <a:pt x="51" y="36"/>
                      <a:pt x="51" y="36"/>
                      <a:pt x="51" y="36"/>
                    </a:cubicBezTo>
                    <a:cubicBezTo>
                      <a:pt x="51" y="36"/>
                      <a:pt x="51" y="36"/>
                      <a:pt x="51" y="36"/>
                    </a:cubicBezTo>
                    <a:cubicBezTo>
                      <a:pt x="51" y="36"/>
                      <a:pt x="51" y="36"/>
                      <a:pt x="51" y="36"/>
                    </a:cubicBezTo>
                    <a:cubicBezTo>
                      <a:pt x="51" y="36"/>
                      <a:pt x="51" y="36"/>
                      <a:pt x="51" y="36"/>
                    </a:cubicBezTo>
                    <a:cubicBezTo>
                      <a:pt x="51" y="36"/>
                      <a:pt x="51" y="36"/>
                      <a:pt x="51" y="36"/>
                    </a:cubicBezTo>
                    <a:cubicBezTo>
                      <a:pt x="51" y="36"/>
                      <a:pt x="50" y="36"/>
                      <a:pt x="50" y="36"/>
                    </a:cubicBezTo>
                    <a:cubicBezTo>
                      <a:pt x="50" y="36"/>
                      <a:pt x="50" y="36"/>
                      <a:pt x="50" y="36"/>
                    </a:cubicBezTo>
                    <a:cubicBezTo>
                      <a:pt x="50" y="36"/>
                      <a:pt x="50" y="36"/>
                      <a:pt x="50" y="36"/>
                    </a:cubicBezTo>
                    <a:cubicBezTo>
                      <a:pt x="50" y="36"/>
                      <a:pt x="50" y="36"/>
                      <a:pt x="50" y="36"/>
                    </a:cubicBezTo>
                    <a:cubicBezTo>
                      <a:pt x="50" y="36"/>
                      <a:pt x="50" y="36"/>
                      <a:pt x="50" y="36"/>
                    </a:cubicBezTo>
                    <a:cubicBezTo>
                      <a:pt x="50" y="36"/>
                      <a:pt x="50" y="36"/>
                      <a:pt x="50" y="36"/>
                    </a:cubicBezTo>
                    <a:cubicBezTo>
                      <a:pt x="50" y="36"/>
                      <a:pt x="50" y="36"/>
                      <a:pt x="50" y="35"/>
                    </a:cubicBezTo>
                    <a:cubicBezTo>
                      <a:pt x="50" y="35"/>
                      <a:pt x="50" y="35"/>
                      <a:pt x="51" y="35"/>
                    </a:cubicBezTo>
                    <a:cubicBezTo>
                      <a:pt x="51" y="35"/>
                      <a:pt x="51" y="35"/>
                      <a:pt x="51" y="35"/>
                    </a:cubicBezTo>
                    <a:cubicBezTo>
                      <a:pt x="51" y="35"/>
                      <a:pt x="51" y="35"/>
                      <a:pt x="51" y="36"/>
                    </a:cubicBezTo>
                    <a:cubicBezTo>
                      <a:pt x="51" y="36"/>
                      <a:pt x="51" y="36"/>
                      <a:pt x="51" y="36"/>
                    </a:cubicBezTo>
                    <a:cubicBezTo>
                      <a:pt x="51" y="36"/>
                      <a:pt x="51" y="36"/>
                      <a:pt x="51" y="36"/>
                    </a:cubicBezTo>
                    <a:cubicBezTo>
                      <a:pt x="51" y="36"/>
                      <a:pt x="51" y="36"/>
                      <a:pt x="51" y="36"/>
                    </a:cubicBezTo>
                    <a:cubicBezTo>
                      <a:pt x="51" y="36"/>
                      <a:pt x="51" y="35"/>
                      <a:pt x="51" y="35"/>
                    </a:cubicBezTo>
                    <a:cubicBezTo>
                      <a:pt x="51" y="35"/>
                      <a:pt x="51" y="35"/>
                      <a:pt x="51" y="35"/>
                    </a:cubicBezTo>
                    <a:cubicBezTo>
                      <a:pt x="51" y="35"/>
                      <a:pt x="51" y="35"/>
                      <a:pt x="51" y="35"/>
                    </a:cubicBezTo>
                    <a:cubicBezTo>
                      <a:pt x="51" y="35"/>
                      <a:pt x="51" y="35"/>
                      <a:pt x="51" y="36"/>
                    </a:cubicBezTo>
                    <a:cubicBezTo>
                      <a:pt x="51" y="36"/>
                      <a:pt x="52" y="36"/>
                      <a:pt x="52" y="36"/>
                    </a:cubicBezTo>
                    <a:cubicBezTo>
                      <a:pt x="52" y="36"/>
                      <a:pt x="52" y="36"/>
                      <a:pt x="52" y="36"/>
                    </a:cubicBezTo>
                    <a:cubicBezTo>
                      <a:pt x="52" y="36"/>
                      <a:pt x="52" y="36"/>
                      <a:pt x="52" y="36"/>
                    </a:cubicBezTo>
                    <a:cubicBezTo>
                      <a:pt x="52" y="35"/>
                      <a:pt x="52" y="35"/>
                      <a:pt x="52" y="35"/>
                    </a:cubicBezTo>
                    <a:cubicBezTo>
                      <a:pt x="52" y="35"/>
                      <a:pt x="52" y="35"/>
                      <a:pt x="52" y="35"/>
                    </a:cubicBezTo>
                    <a:cubicBezTo>
                      <a:pt x="52" y="35"/>
                      <a:pt x="52" y="35"/>
                      <a:pt x="52" y="35"/>
                    </a:cubicBezTo>
                    <a:cubicBezTo>
                      <a:pt x="52" y="35"/>
                      <a:pt x="53" y="35"/>
                      <a:pt x="53" y="35"/>
                    </a:cubicBezTo>
                    <a:cubicBezTo>
                      <a:pt x="53" y="35"/>
                      <a:pt x="53" y="35"/>
                      <a:pt x="53" y="35"/>
                    </a:cubicBezTo>
                    <a:cubicBezTo>
                      <a:pt x="53" y="35"/>
                      <a:pt x="53" y="35"/>
                      <a:pt x="53" y="35"/>
                    </a:cubicBezTo>
                    <a:cubicBezTo>
                      <a:pt x="53" y="35"/>
                      <a:pt x="53" y="35"/>
                      <a:pt x="53" y="35"/>
                    </a:cubicBezTo>
                    <a:cubicBezTo>
                      <a:pt x="53" y="35"/>
                      <a:pt x="53" y="35"/>
                      <a:pt x="53" y="35"/>
                    </a:cubicBezTo>
                    <a:cubicBezTo>
                      <a:pt x="53" y="35"/>
                      <a:pt x="52" y="35"/>
                      <a:pt x="53" y="35"/>
                    </a:cubicBezTo>
                    <a:cubicBezTo>
                      <a:pt x="53" y="35"/>
                      <a:pt x="53" y="35"/>
                      <a:pt x="52" y="35"/>
                    </a:cubicBezTo>
                    <a:cubicBezTo>
                      <a:pt x="52" y="35"/>
                      <a:pt x="52" y="34"/>
                      <a:pt x="52" y="34"/>
                    </a:cubicBezTo>
                    <a:cubicBezTo>
                      <a:pt x="52" y="34"/>
                      <a:pt x="52" y="34"/>
                      <a:pt x="52" y="34"/>
                    </a:cubicBezTo>
                    <a:cubicBezTo>
                      <a:pt x="52" y="34"/>
                      <a:pt x="52" y="34"/>
                      <a:pt x="52" y="34"/>
                    </a:cubicBezTo>
                    <a:cubicBezTo>
                      <a:pt x="52" y="34"/>
                      <a:pt x="52" y="34"/>
                      <a:pt x="52" y="34"/>
                    </a:cubicBezTo>
                    <a:cubicBezTo>
                      <a:pt x="52" y="34"/>
                      <a:pt x="52" y="34"/>
                      <a:pt x="52" y="34"/>
                    </a:cubicBezTo>
                    <a:cubicBezTo>
                      <a:pt x="52" y="34"/>
                      <a:pt x="52" y="34"/>
                      <a:pt x="52" y="34"/>
                    </a:cubicBezTo>
                    <a:cubicBezTo>
                      <a:pt x="52" y="34"/>
                      <a:pt x="52" y="34"/>
                      <a:pt x="52" y="34"/>
                    </a:cubicBezTo>
                    <a:cubicBezTo>
                      <a:pt x="52" y="34"/>
                      <a:pt x="52" y="34"/>
                      <a:pt x="52" y="34"/>
                    </a:cubicBezTo>
                    <a:cubicBezTo>
                      <a:pt x="52" y="34"/>
                      <a:pt x="52" y="34"/>
                      <a:pt x="52" y="34"/>
                    </a:cubicBezTo>
                    <a:cubicBezTo>
                      <a:pt x="52" y="34"/>
                      <a:pt x="52" y="34"/>
                      <a:pt x="51" y="34"/>
                    </a:cubicBezTo>
                    <a:cubicBezTo>
                      <a:pt x="51" y="33"/>
                      <a:pt x="51" y="33"/>
                      <a:pt x="51" y="33"/>
                    </a:cubicBezTo>
                    <a:cubicBezTo>
                      <a:pt x="51" y="33"/>
                      <a:pt x="51" y="33"/>
                      <a:pt x="51" y="33"/>
                    </a:cubicBezTo>
                    <a:cubicBezTo>
                      <a:pt x="51" y="33"/>
                      <a:pt x="51" y="32"/>
                      <a:pt x="51" y="32"/>
                    </a:cubicBezTo>
                    <a:cubicBezTo>
                      <a:pt x="51" y="32"/>
                      <a:pt x="51" y="32"/>
                      <a:pt x="51" y="32"/>
                    </a:cubicBezTo>
                    <a:cubicBezTo>
                      <a:pt x="51" y="32"/>
                      <a:pt x="51" y="32"/>
                      <a:pt x="51" y="32"/>
                    </a:cubicBezTo>
                    <a:cubicBezTo>
                      <a:pt x="51" y="32"/>
                      <a:pt x="51" y="32"/>
                      <a:pt x="51" y="32"/>
                    </a:cubicBezTo>
                    <a:cubicBezTo>
                      <a:pt x="51" y="32"/>
                      <a:pt x="51" y="32"/>
                      <a:pt x="52" y="32"/>
                    </a:cubicBezTo>
                    <a:cubicBezTo>
                      <a:pt x="52" y="32"/>
                      <a:pt x="52" y="32"/>
                      <a:pt x="52" y="32"/>
                    </a:cubicBezTo>
                    <a:cubicBezTo>
                      <a:pt x="52" y="32"/>
                      <a:pt x="52" y="32"/>
                      <a:pt x="52" y="32"/>
                    </a:cubicBezTo>
                    <a:cubicBezTo>
                      <a:pt x="52" y="32"/>
                      <a:pt x="52" y="32"/>
                      <a:pt x="52" y="32"/>
                    </a:cubicBezTo>
                    <a:cubicBezTo>
                      <a:pt x="52" y="32"/>
                      <a:pt x="52" y="32"/>
                      <a:pt x="52" y="32"/>
                    </a:cubicBezTo>
                    <a:cubicBezTo>
                      <a:pt x="52" y="32"/>
                      <a:pt x="52" y="31"/>
                      <a:pt x="52" y="31"/>
                    </a:cubicBezTo>
                    <a:cubicBezTo>
                      <a:pt x="52" y="31"/>
                      <a:pt x="52" y="31"/>
                      <a:pt x="52" y="30"/>
                    </a:cubicBezTo>
                    <a:cubicBezTo>
                      <a:pt x="52" y="30"/>
                      <a:pt x="52" y="30"/>
                      <a:pt x="52" y="30"/>
                    </a:cubicBezTo>
                    <a:cubicBezTo>
                      <a:pt x="52" y="30"/>
                      <a:pt x="52" y="30"/>
                      <a:pt x="52" y="30"/>
                    </a:cubicBezTo>
                    <a:cubicBezTo>
                      <a:pt x="52" y="30"/>
                      <a:pt x="52" y="30"/>
                      <a:pt x="52" y="30"/>
                    </a:cubicBezTo>
                    <a:cubicBezTo>
                      <a:pt x="52" y="30"/>
                      <a:pt x="52" y="30"/>
                      <a:pt x="52" y="30"/>
                    </a:cubicBezTo>
                    <a:cubicBezTo>
                      <a:pt x="52" y="30"/>
                      <a:pt x="52" y="30"/>
                      <a:pt x="52" y="30"/>
                    </a:cubicBezTo>
                    <a:cubicBezTo>
                      <a:pt x="52" y="30"/>
                      <a:pt x="52" y="30"/>
                      <a:pt x="52" y="30"/>
                    </a:cubicBezTo>
                    <a:cubicBezTo>
                      <a:pt x="52" y="30"/>
                      <a:pt x="52" y="30"/>
                      <a:pt x="52" y="30"/>
                    </a:cubicBezTo>
                    <a:cubicBezTo>
                      <a:pt x="52" y="30"/>
                      <a:pt x="52" y="30"/>
                      <a:pt x="53" y="30"/>
                    </a:cubicBezTo>
                    <a:cubicBezTo>
                      <a:pt x="53" y="30"/>
                      <a:pt x="53" y="30"/>
                      <a:pt x="53" y="30"/>
                    </a:cubicBezTo>
                    <a:cubicBezTo>
                      <a:pt x="53" y="30"/>
                      <a:pt x="53" y="30"/>
                      <a:pt x="53" y="30"/>
                    </a:cubicBezTo>
                    <a:cubicBezTo>
                      <a:pt x="53" y="30"/>
                      <a:pt x="53" y="30"/>
                      <a:pt x="53" y="30"/>
                    </a:cubicBezTo>
                    <a:cubicBezTo>
                      <a:pt x="53" y="30"/>
                      <a:pt x="53" y="30"/>
                      <a:pt x="53" y="30"/>
                    </a:cubicBezTo>
                    <a:cubicBezTo>
                      <a:pt x="53" y="30"/>
                      <a:pt x="53" y="30"/>
                      <a:pt x="53" y="30"/>
                    </a:cubicBezTo>
                    <a:cubicBezTo>
                      <a:pt x="53" y="30"/>
                      <a:pt x="53" y="30"/>
                      <a:pt x="53" y="30"/>
                    </a:cubicBezTo>
                    <a:cubicBezTo>
                      <a:pt x="53" y="30"/>
                      <a:pt x="53" y="30"/>
                      <a:pt x="53" y="30"/>
                    </a:cubicBezTo>
                    <a:cubicBezTo>
                      <a:pt x="53" y="30"/>
                      <a:pt x="53" y="30"/>
                      <a:pt x="53" y="30"/>
                    </a:cubicBezTo>
                    <a:cubicBezTo>
                      <a:pt x="53" y="30"/>
                      <a:pt x="53" y="30"/>
                      <a:pt x="53" y="30"/>
                    </a:cubicBezTo>
                    <a:cubicBezTo>
                      <a:pt x="53" y="29"/>
                      <a:pt x="53" y="29"/>
                      <a:pt x="53" y="29"/>
                    </a:cubicBezTo>
                    <a:cubicBezTo>
                      <a:pt x="53" y="29"/>
                      <a:pt x="53" y="29"/>
                      <a:pt x="53" y="29"/>
                    </a:cubicBezTo>
                    <a:cubicBezTo>
                      <a:pt x="53" y="29"/>
                      <a:pt x="53" y="29"/>
                      <a:pt x="53" y="29"/>
                    </a:cubicBezTo>
                    <a:cubicBezTo>
                      <a:pt x="53" y="29"/>
                      <a:pt x="53" y="29"/>
                      <a:pt x="53" y="29"/>
                    </a:cubicBezTo>
                    <a:cubicBezTo>
                      <a:pt x="53" y="29"/>
                      <a:pt x="53" y="29"/>
                      <a:pt x="53" y="29"/>
                    </a:cubicBezTo>
                    <a:cubicBezTo>
                      <a:pt x="53" y="29"/>
                      <a:pt x="53" y="29"/>
                      <a:pt x="53" y="29"/>
                    </a:cubicBezTo>
                    <a:cubicBezTo>
                      <a:pt x="54" y="29"/>
                      <a:pt x="54" y="29"/>
                      <a:pt x="54" y="29"/>
                    </a:cubicBezTo>
                    <a:cubicBezTo>
                      <a:pt x="54" y="29"/>
                      <a:pt x="54" y="29"/>
                      <a:pt x="54" y="29"/>
                    </a:cubicBezTo>
                    <a:cubicBezTo>
                      <a:pt x="54" y="29"/>
                      <a:pt x="54" y="29"/>
                      <a:pt x="54" y="29"/>
                    </a:cubicBezTo>
                    <a:cubicBezTo>
                      <a:pt x="54" y="29"/>
                      <a:pt x="54" y="29"/>
                      <a:pt x="54" y="29"/>
                    </a:cubicBezTo>
                    <a:cubicBezTo>
                      <a:pt x="54" y="29"/>
                      <a:pt x="54" y="29"/>
                      <a:pt x="54" y="29"/>
                    </a:cubicBezTo>
                    <a:cubicBezTo>
                      <a:pt x="54" y="29"/>
                      <a:pt x="54" y="29"/>
                      <a:pt x="54" y="29"/>
                    </a:cubicBezTo>
                    <a:cubicBezTo>
                      <a:pt x="54" y="29"/>
                      <a:pt x="54" y="29"/>
                      <a:pt x="54" y="29"/>
                    </a:cubicBezTo>
                    <a:cubicBezTo>
                      <a:pt x="54" y="29"/>
                      <a:pt x="54" y="29"/>
                      <a:pt x="54" y="29"/>
                    </a:cubicBezTo>
                    <a:cubicBezTo>
                      <a:pt x="54" y="29"/>
                      <a:pt x="54" y="29"/>
                      <a:pt x="54" y="29"/>
                    </a:cubicBezTo>
                    <a:cubicBezTo>
                      <a:pt x="54" y="29"/>
                      <a:pt x="54" y="29"/>
                      <a:pt x="54" y="29"/>
                    </a:cubicBezTo>
                    <a:cubicBezTo>
                      <a:pt x="54" y="29"/>
                      <a:pt x="54" y="29"/>
                      <a:pt x="54" y="29"/>
                    </a:cubicBezTo>
                    <a:cubicBezTo>
                      <a:pt x="55" y="29"/>
                      <a:pt x="55" y="29"/>
                      <a:pt x="55" y="28"/>
                    </a:cubicBezTo>
                    <a:cubicBezTo>
                      <a:pt x="55" y="28"/>
                      <a:pt x="55" y="28"/>
                      <a:pt x="55" y="28"/>
                    </a:cubicBezTo>
                    <a:cubicBezTo>
                      <a:pt x="55" y="28"/>
                      <a:pt x="55" y="28"/>
                      <a:pt x="55" y="28"/>
                    </a:cubicBezTo>
                    <a:cubicBezTo>
                      <a:pt x="55" y="28"/>
                      <a:pt x="55" y="28"/>
                      <a:pt x="55" y="28"/>
                    </a:cubicBezTo>
                    <a:cubicBezTo>
                      <a:pt x="55" y="28"/>
                      <a:pt x="55" y="28"/>
                      <a:pt x="55" y="28"/>
                    </a:cubicBezTo>
                    <a:cubicBezTo>
                      <a:pt x="55" y="28"/>
                      <a:pt x="55" y="28"/>
                      <a:pt x="55" y="28"/>
                    </a:cubicBezTo>
                    <a:cubicBezTo>
                      <a:pt x="55" y="28"/>
                      <a:pt x="55" y="28"/>
                      <a:pt x="55" y="28"/>
                    </a:cubicBezTo>
                    <a:cubicBezTo>
                      <a:pt x="55" y="28"/>
                      <a:pt x="56" y="27"/>
                      <a:pt x="56" y="27"/>
                    </a:cubicBezTo>
                    <a:cubicBezTo>
                      <a:pt x="56" y="27"/>
                      <a:pt x="56" y="27"/>
                      <a:pt x="56" y="27"/>
                    </a:cubicBezTo>
                    <a:cubicBezTo>
                      <a:pt x="56" y="27"/>
                      <a:pt x="56" y="27"/>
                      <a:pt x="56" y="27"/>
                    </a:cubicBezTo>
                    <a:cubicBezTo>
                      <a:pt x="56" y="27"/>
                      <a:pt x="56" y="27"/>
                      <a:pt x="56" y="27"/>
                    </a:cubicBezTo>
                    <a:cubicBezTo>
                      <a:pt x="56" y="27"/>
                      <a:pt x="56" y="27"/>
                      <a:pt x="56" y="27"/>
                    </a:cubicBezTo>
                    <a:cubicBezTo>
                      <a:pt x="56" y="27"/>
                      <a:pt x="56" y="27"/>
                      <a:pt x="56" y="27"/>
                    </a:cubicBezTo>
                    <a:cubicBezTo>
                      <a:pt x="56" y="27"/>
                      <a:pt x="56" y="27"/>
                      <a:pt x="56" y="27"/>
                    </a:cubicBezTo>
                    <a:cubicBezTo>
                      <a:pt x="56" y="26"/>
                      <a:pt x="56" y="26"/>
                      <a:pt x="56" y="26"/>
                    </a:cubicBezTo>
                    <a:cubicBezTo>
                      <a:pt x="56" y="26"/>
                      <a:pt x="56" y="26"/>
                      <a:pt x="56" y="26"/>
                    </a:cubicBezTo>
                    <a:cubicBezTo>
                      <a:pt x="56" y="26"/>
                      <a:pt x="56" y="26"/>
                      <a:pt x="56" y="26"/>
                    </a:cubicBezTo>
                    <a:cubicBezTo>
                      <a:pt x="56" y="26"/>
                      <a:pt x="56" y="26"/>
                      <a:pt x="56" y="26"/>
                    </a:cubicBezTo>
                    <a:cubicBezTo>
                      <a:pt x="56" y="26"/>
                      <a:pt x="56" y="26"/>
                      <a:pt x="56" y="26"/>
                    </a:cubicBezTo>
                    <a:cubicBezTo>
                      <a:pt x="56" y="26"/>
                      <a:pt x="56" y="26"/>
                      <a:pt x="56" y="26"/>
                    </a:cubicBezTo>
                    <a:cubicBezTo>
                      <a:pt x="56" y="26"/>
                      <a:pt x="56" y="26"/>
                      <a:pt x="56" y="26"/>
                    </a:cubicBezTo>
                    <a:cubicBezTo>
                      <a:pt x="56" y="26"/>
                      <a:pt x="56" y="26"/>
                      <a:pt x="56" y="26"/>
                    </a:cubicBezTo>
                    <a:cubicBezTo>
                      <a:pt x="56" y="26"/>
                      <a:pt x="56" y="26"/>
                      <a:pt x="56" y="26"/>
                    </a:cubicBezTo>
                    <a:cubicBezTo>
                      <a:pt x="56" y="26"/>
                      <a:pt x="56" y="26"/>
                      <a:pt x="56" y="26"/>
                    </a:cubicBezTo>
                    <a:cubicBezTo>
                      <a:pt x="56" y="26"/>
                      <a:pt x="57" y="25"/>
                      <a:pt x="57" y="25"/>
                    </a:cubicBezTo>
                    <a:cubicBezTo>
                      <a:pt x="57" y="25"/>
                      <a:pt x="57" y="25"/>
                      <a:pt x="57" y="25"/>
                    </a:cubicBezTo>
                    <a:cubicBezTo>
                      <a:pt x="57" y="25"/>
                      <a:pt x="57" y="25"/>
                      <a:pt x="57" y="25"/>
                    </a:cubicBezTo>
                    <a:cubicBezTo>
                      <a:pt x="57" y="25"/>
                      <a:pt x="57" y="25"/>
                      <a:pt x="57" y="25"/>
                    </a:cubicBezTo>
                    <a:cubicBezTo>
                      <a:pt x="57" y="25"/>
                      <a:pt x="57" y="25"/>
                      <a:pt x="57" y="25"/>
                    </a:cubicBezTo>
                    <a:cubicBezTo>
                      <a:pt x="57" y="25"/>
                      <a:pt x="57" y="25"/>
                      <a:pt x="57" y="25"/>
                    </a:cubicBezTo>
                    <a:cubicBezTo>
                      <a:pt x="57" y="25"/>
                      <a:pt x="57" y="25"/>
                      <a:pt x="57" y="25"/>
                    </a:cubicBezTo>
                    <a:cubicBezTo>
                      <a:pt x="57" y="25"/>
                      <a:pt x="57" y="25"/>
                      <a:pt x="57" y="25"/>
                    </a:cubicBezTo>
                    <a:cubicBezTo>
                      <a:pt x="57" y="25"/>
                      <a:pt x="57" y="25"/>
                      <a:pt x="57" y="25"/>
                    </a:cubicBezTo>
                    <a:cubicBezTo>
                      <a:pt x="57" y="25"/>
                      <a:pt x="57" y="25"/>
                      <a:pt x="57"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8" y="25"/>
                    </a:cubicBezTo>
                    <a:cubicBezTo>
                      <a:pt x="58" y="25"/>
                      <a:pt x="58" y="25"/>
                      <a:pt x="59" y="25"/>
                    </a:cubicBezTo>
                    <a:cubicBezTo>
                      <a:pt x="59" y="25"/>
                      <a:pt x="59" y="25"/>
                      <a:pt x="59" y="25"/>
                    </a:cubicBezTo>
                    <a:cubicBezTo>
                      <a:pt x="59" y="25"/>
                      <a:pt x="59" y="25"/>
                      <a:pt x="59" y="25"/>
                    </a:cubicBezTo>
                    <a:cubicBezTo>
                      <a:pt x="59" y="25"/>
                      <a:pt x="59" y="25"/>
                      <a:pt x="59" y="25"/>
                    </a:cubicBezTo>
                    <a:cubicBezTo>
                      <a:pt x="59" y="25"/>
                      <a:pt x="59" y="25"/>
                      <a:pt x="59" y="25"/>
                    </a:cubicBezTo>
                    <a:cubicBezTo>
                      <a:pt x="59" y="25"/>
                      <a:pt x="59" y="25"/>
                      <a:pt x="59" y="25"/>
                    </a:cubicBezTo>
                    <a:cubicBezTo>
                      <a:pt x="59" y="25"/>
                      <a:pt x="59" y="25"/>
                      <a:pt x="59" y="25"/>
                    </a:cubicBezTo>
                    <a:cubicBezTo>
                      <a:pt x="59" y="25"/>
                      <a:pt x="59" y="25"/>
                      <a:pt x="59" y="25"/>
                    </a:cubicBezTo>
                    <a:cubicBezTo>
                      <a:pt x="60" y="26"/>
                      <a:pt x="59" y="26"/>
                      <a:pt x="59" y="26"/>
                    </a:cubicBezTo>
                    <a:cubicBezTo>
                      <a:pt x="59" y="26"/>
                      <a:pt x="59" y="26"/>
                      <a:pt x="59" y="26"/>
                    </a:cubicBezTo>
                    <a:cubicBezTo>
                      <a:pt x="59" y="26"/>
                      <a:pt x="59" y="26"/>
                      <a:pt x="60" y="26"/>
                    </a:cubicBezTo>
                    <a:cubicBezTo>
                      <a:pt x="60" y="26"/>
                      <a:pt x="60" y="26"/>
                      <a:pt x="60" y="26"/>
                    </a:cubicBezTo>
                    <a:cubicBezTo>
                      <a:pt x="60" y="26"/>
                      <a:pt x="60" y="26"/>
                      <a:pt x="60" y="26"/>
                    </a:cubicBezTo>
                    <a:cubicBezTo>
                      <a:pt x="60" y="26"/>
                      <a:pt x="60" y="26"/>
                      <a:pt x="60" y="26"/>
                    </a:cubicBezTo>
                    <a:cubicBezTo>
                      <a:pt x="60" y="26"/>
                      <a:pt x="60" y="26"/>
                      <a:pt x="60" y="26"/>
                    </a:cubicBezTo>
                    <a:cubicBezTo>
                      <a:pt x="59" y="26"/>
                      <a:pt x="59" y="26"/>
                      <a:pt x="59" y="27"/>
                    </a:cubicBezTo>
                    <a:cubicBezTo>
                      <a:pt x="59" y="27"/>
                      <a:pt x="59" y="27"/>
                      <a:pt x="59" y="27"/>
                    </a:cubicBezTo>
                    <a:cubicBezTo>
                      <a:pt x="59" y="27"/>
                      <a:pt x="59" y="27"/>
                      <a:pt x="59" y="27"/>
                    </a:cubicBezTo>
                    <a:cubicBezTo>
                      <a:pt x="59" y="27"/>
                      <a:pt x="59" y="27"/>
                      <a:pt x="59" y="27"/>
                    </a:cubicBezTo>
                    <a:cubicBezTo>
                      <a:pt x="59" y="27"/>
                      <a:pt x="59" y="27"/>
                      <a:pt x="59" y="27"/>
                    </a:cubicBezTo>
                    <a:cubicBezTo>
                      <a:pt x="59" y="27"/>
                      <a:pt x="59" y="26"/>
                      <a:pt x="59" y="26"/>
                    </a:cubicBezTo>
                    <a:cubicBezTo>
                      <a:pt x="59" y="26"/>
                      <a:pt x="59" y="27"/>
                      <a:pt x="59" y="27"/>
                    </a:cubicBezTo>
                    <a:cubicBezTo>
                      <a:pt x="59" y="27"/>
                      <a:pt x="59" y="27"/>
                      <a:pt x="59" y="27"/>
                    </a:cubicBezTo>
                    <a:cubicBezTo>
                      <a:pt x="59" y="27"/>
                      <a:pt x="58" y="27"/>
                      <a:pt x="58" y="27"/>
                    </a:cubicBezTo>
                    <a:cubicBezTo>
                      <a:pt x="58" y="27"/>
                      <a:pt x="58" y="28"/>
                      <a:pt x="58" y="28"/>
                    </a:cubicBezTo>
                    <a:cubicBezTo>
                      <a:pt x="58" y="28"/>
                      <a:pt x="57" y="28"/>
                      <a:pt x="57" y="28"/>
                    </a:cubicBezTo>
                    <a:cubicBezTo>
                      <a:pt x="57" y="28"/>
                      <a:pt x="57" y="28"/>
                      <a:pt x="57" y="28"/>
                    </a:cubicBezTo>
                    <a:cubicBezTo>
                      <a:pt x="57" y="28"/>
                      <a:pt x="57" y="28"/>
                      <a:pt x="57" y="28"/>
                    </a:cubicBezTo>
                    <a:cubicBezTo>
                      <a:pt x="57" y="28"/>
                      <a:pt x="57" y="28"/>
                      <a:pt x="57" y="28"/>
                    </a:cubicBezTo>
                    <a:cubicBezTo>
                      <a:pt x="57" y="28"/>
                      <a:pt x="57" y="29"/>
                      <a:pt x="57" y="29"/>
                    </a:cubicBezTo>
                    <a:cubicBezTo>
                      <a:pt x="57" y="29"/>
                      <a:pt x="57" y="29"/>
                      <a:pt x="57" y="29"/>
                    </a:cubicBezTo>
                    <a:cubicBezTo>
                      <a:pt x="57" y="29"/>
                      <a:pt x="57" y="29"/>
                      <a:pt x="57" y="29"/>
                    </a:cubicBezTo>
                    <a:cubicBezTo>
                      <a:pt x="57" y="29"/>
                      <a:pt x="57" y="29"/>
                      <a:pt x="57" y="29"/>
                    </a:cubicBezTo>
                    <a:cubicBezTo>
                      <a:pt x="57" y="29"/>
                      <a:pt x="57" y="29"/>
                      <a:pt x="57" y="29"/>
                    </a:cubicBezTo>
                    <a:cubicBezTo>
                      <a:pt x="57" y="29"/>
                      <a:pt x="57" y="28"/>
                      <a:pt x="57" y="28"/>
                    </a:cubicBezTo>
                    <a:cubicBezTo>
                      <a:pt x="57" y="28"/>
                      <a:pt x="57" y="28"/>
                      <a:pt x="57" y="29"/>
                    </a:cubicBezTo>
                    <a:cubicBezTo>
                      <a:pt x="57" y="29"/>
                      <a:pt x="57" y="29"/>
                      <a:pt x="57" y="29"/>
                    </a:cubicBezTo>
                    <a:cubicBezTo>
                      <a:pt x="57" y="29"/>
                      <a:pt x="57" y="29"/>
                      <a:pt x="57" y="29"/>
                    </a:cubicBezTo>
                    <a:cubicBezTo>
                      <a:pt x="57" y="29"/>
                      <a:pt x="57" y="29"/>
                      <a:pt x="56" y="29"/>
                    </a:cubicBezTo>
                    <a:cubicBezTo>
                      <a:pt x="56" y="29"/>
                      <a:pt x="56" y="29"/>
                      <a:pt x="56" y="29"/>
                    </a:cubicBezTo>
                    <a:cubicBezTo>
                      <a:pt x="56" y="29"/>
                      <a:pt x="56" y="29"/>
                      <a:pt x="56" y="29"/>
                    </a:cubicBezTo>
                    <a:cubicBezTo>
                      <a:pt x="56" y="29"/>
                      <a:pt x="56" y="29"/>
                      <a:pt x="56" y="29"/>
                    </a:cubicBezTo>
                    <a:cubicBezTo>
                      <a:pt x="56" y="29"/>
                      <a:pt x="56" y="29"/>
                      <a:pt x="56" y="29"/>
                    </a:cubicBezTo>
                    <a:cubicBezTo>
                      <a:pt x="56" y="29"/>
                      <a:pt x="56" y="29"/>
                      <a:pt x="56" y="29"/>
                    </a:cubicBezTo>
                    <a:cubicBezTo>
                      <a:pt x="56" y="30"/>
                      <a:pt x="56" y="30"/>
                      <a:pt x="56" y="30"/>
                    </a:cubicBezTo>
                    <a:cubicBezTo>
                      <a:pt x="56" y="30"/>
                      <a:pt x="56" y="30"/>
                      <a:pt x="56" y="30"/>
                    </a:cubicBezTo>
                    <a:cubicBezTo>
                      <a:pt x="56" y="30"/>
                      <a:pt x="55" y="30"/>
                      <a:pt x="55" y="30"/>
                    </a:cubicBezTo>
                    <a:cubicBezTo>
                      <a:pt x="55" y="30"/>
                      <a:pt x="55" y="30"/>
                      <a:pt x="55" y="30"/>
                    </a:cubicBezTo>
                    <a:cubicBezTo>
                      <a:pt x="55" y="30"/>
                      <a:pt x="55" y="31"/>
                      <a:pt x="55" y="31"/>
                    </a:cubicBezTo>
                    <a:cubicBezTo>
                      <a:pt x="55" y="31"/>
                      <a:pt x="55" y="31"/>
                      <a:pt x="55" y="31"/>
                    </a:cubicBezTo>
                    <a:cubicBezTo>
                      <a:pt x="55" y="31"/>
                      <a:pt x="55" y="31"/>
                      <a:pt x="55" y="31"/>
                    </a:cubicBezTo>
                    <a:cubicBezTo>
                      <a:pt x="55" y="31"/>
                      <a:pt x="55" y="31"/>
                      <a:pt x="55" y="31"/>
                    </a:cubicBezTo>
                    <a:cubicBezTo>
                      <a:pt x="55" y="31"/>
                      <a:pt x="55" y="32"/>
                      <a:pt x="55" y="32"/>
                    </a:cubicBezTo>
                    <a:cubicBezTo>
                      <a:pt x="55" y="32"/>
                      <a:pt x="55" y="32"/>
                      <a:pt x="55" y="32"/>
                    </a:cubicBezTo>
                    <a:cubicBezTo>
                      <a:pt x="55" y="32"/>
                      <a:pt x="55" y="32"/>
                      <a:pt x="55" y="32"/>
                    </a:cubicBezTo>
                    <a:cubicBezTo>
                      <a:pt x="55" y="32"/>
                      <a:pt x="55" y="32"/>
                      <a:pt x="55" y="32"/>
                    </a:cubicBezTo>
                    <a:cubicBezTo>
                      <a:pt x="55" y="32"/>
                      <a:pt x="55" y="32"/>
                      <a:pt x="55" y="32"/>
                    </a:cubicBezTo>
                    <a:cubicBezTo>
                      <a:pt x="55" y="32"/>
                      <a:pt x="55" y="32"/>
                      <a:pt x="55" y="32"/>
                    </a:cubicBezTo>
                    <a:cubicBezTo>
                      <a:pt x="55" y="32"/>
                      <a:pt x="55" y="32"/>
                      <a:pt x="55" y="32"/>
                    </a:cubicBezTo>
                    <a:cubicBezTo>
                      <a:pt x="55" y="32"/>
                      <a:pt x="55" y="32"/>
                      <a:pt x="55" y="32"/>
                    </a:cubicBezTo>
                    <a:cubicBezTo>
                      <a:pt x="55" y="33"/>
                      <a:pt x="55" y="33"/>
                      <a:pt x="55" y="33"/>
                    </a:cubicBezTo>
                    <a:cubicBezTo>
                      <a:pt x="55" y="33"/>
                      <a:pt x="55" y="33"/>
                      <a:pt x="55" y="33"/>
                    </a:cubicBezTo>
                    <a:cubicBezTo>
                      <a:pt x="55" y="33"/>
                      <a:pt x="55" y="33"/>
                      <a:pt x="55" y="33"/>
                    </a:cubicBezTo>
                    <a:cubicBezTo>
                      <a:pt x="55" y="33"/>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5" y="34"/>
                      <a:pt x="55" y="34"/>
                      <a:pt x="55" y="34"/>
                    </a:cubicBezTo>
                    <a:cubicBezTo>
                      <a:pt x="55"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4"/>
                    </a:cubicBezTo>
                    <a:cubicBezTo>
                      <a:pt x="56" y="34"/>
                      <a:pt x="56" y="34"/>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6" y="35"/>
                      <a:pt x="56" y="35"/>
                    </a:cubicBezTo>
                    <a:cubicBezTo>
                      <a:pt x="56" y="35"/>
                      <a:pt x="57" y="35"/>
                      <a:pt x="57" y="35"/>
                    </a:cubicBezTo>
                    <a:cubicBezTo>
                      <a:pt x="57" y="35"/>
                      <a:pt x="57" y="35"/>
                      <a:pt x="57" y="35"/>
                    </a:cubicBezTo>
                    <a:cubicBezTo>
                      <a:pt x="57" y="35"/>
                      <a:pt x="57" y="35"/>
                      <a:pt x="57" y="35"/>
                    </a:cubicBezTo>
                    <a:cubicBezTo>
                      <a:pt x="57" y="35"/>
                      <a:pt x="57" y="35"/>
                      <a:pt x="57" y="35"/>
                    </a:cubicBezTo>
                    <a:cubicBezTo>
                      <a:pt x="58" y="35"/>
                      <a:pt x="58" y="35"/>
                      <a:pt x="58" y="35"/>
                    </a:cubicBezTo>
                    <a:cubicBezTo>
                      <a:pt x="58" y="35"/>
                      <a:pt x="58" y="35"/>
                      <a:pt x="58" y="35"/>
                    </a:cubicBezTo>
                    <a:cubicBezTo>
                      <a:pt x="58" y="35"/>
                      <a:pt x="58" y="35"/>
                      <a:pt x="58" y="35"/>
                    </a:cubicBezTo>
                    <a:cubicBezTo>
                      <a:pt x="58" y="35"/>
                      <a:pt x="58" y="35"/>
                      <a:pt x="58" y="35"/>
                    </a:cubicBezTo>
                    <a:cubicBezTo>
                      <a:pt x="58" y="35"/>
                      <a:pt x="59" y="35"/>
                      <a:pt x="59" y="34"/>
                    </a:cubicBezTo>
                    <a:cubicBezTo>
                      <a:pt x="59" y="34"/>
                      <a:pt x="59" y="34"/>
                      <a:pt x="59" y="34"/>
                    </a:cubicBezTo>
                    <a:cubicBezTo>
                      <a:pt x="59" y="34"/>
                      <a:pt x="59" y="34"/>
                      <a:pt x="59" y="34"/>
                    </a:cubicBezTo>
                    <a:cubicBezTo>
                      <a:pt x="59" y="34"/>
                      <a:pt x="59" y="34"/>
                      <a:pt x="59" y="34"/>
                    </a:cubicBezTo>
                    <a:cubicBezTo>
                      <a:pt x="59" y="34"/>
                      <a:pt x="59" y="34"/>
                      <a:pt x="59" y="34"/>
                    </a:cubicBezTo>
                    <a:cubicBezTo>
                      <a:pt x="59" y="34"/>
                      <a:pt x="59" y="34"/>
                      <a:pt x="59" y="34"/>
                    </a:cubicBezTo>
                    <a:cubicBezTo>
                      <a:pt x="59" y="34"/>
                      <a:pt x="59" y="34"/>
                      <a:pt x="59" y="34"/>
                    </a:cubicBezTo>
                    <a:cubicBezTo>
                      <a:pt x="59" y="34"/>
                      <a:pt x="60" y="34"/>
                      <a:pt x="60" y="34"/>
                    </a:cubicBezTo>
                    <a:cubicBezTo>
                      <a:pt x="60" y="34"/>
                      <a:pt x="60" y="34"/>
                      <a:pt x="60" y="34"/>
                    </a:cubicBezTo>
                    <a:cubicBezTo>
                      <a:pt x="60" y="34"/>
                      <a:pt x="60" y="34"/>
                      <a:pt x="60" y="34"/>
                    </a:cubicBezTo>
                    <a:cubicBezTo>
                      <a:pt x="60" y="34"/>
                      <a:pt x="60" y="34"/>
                      <a:pt x="60" y="34"/>
                    </a:cubicBezTo>
                    <a:cubicBezTo>
                      <a:pt x="60" y="34"/>
                      <a:pt x="60" y="34"/>
                      <a:pt x="60" y="34"/>
                    </a:cubicBezTo>
                    <a:cubicBezTo>
                      <a:pt x="60" y="34"/>
                      <a:pt x="61" y="34"/>
                      <a:pt x="61" y="34"/>
                    </a:cubicBezTo>
                    <a:cubicBezTo>
                      <a:pt x="61" y="34"/>
                      <a:pt x="61" y="34"/>
                      <a:pt x="61" y="34"/>
                    </a:cubicBezTo>
                    <a:cubicBezTo>
                      <a:pt x="61" y="34"/>
                      <a:pt x="61" y="34"/>
                      <a:pt x="61" y="34"/>
                    </a:cubicBezTo>
                    <a:cubicBezTo>
                      <a:pt x="61" y="34"/>
                      <a:pt x="61" y="34"/>
                      <a:pt x="61" y="34"/>
                    </a:cubicBezTo>
                    <a:cubicBezTo>
                      <a:pt x="61" y="34"/>
                      <a:pt x="61" y="34"/>
                      <a:pt x="61" y="34"/>
                    </a:cubicBezTo>
                    <a:cubicBezTo>
                      <a:pt x="61" y="34"/>
                      <a:pt x="61" y="34"/>
                      <a:pt x="61" y="34"/>
                    </a:cubicBezTo>
                    <a:cubicBezTo>
                      <a:pt x="61" y="34"/>
                      <a:pt x="61" y="34"/>
                      <a:pt x="61" y="34"/>
                    </a:cubicBezTo>
                    <a:cubicBezTo>
                      <a:pt x="61" y="34"/>
                      <a:pt x="61" y="34"/>
                      <a:pt x="61" y="34"/>
                    </a:cubicBezTo>
                    <a:cubicBezTo>
                      <a:pt x="61" y="34"/>
                      <a:pt x="61" y="34"/>
                      <a:pt x="61" y="34"/>
                    </a:cubicBezTo>
                    <a:cubicBezTo>
                      <a:pt x="61" y="34"/>
                      <a:pt x="62" y="34"/>
                      <a:pt x="62" y="34"/>
                    </a:cubicBezTo>
                    <a:cubicBezTo>
                      <a:pt x="62" y="34"/>
                      <a:pt x="62" y="34"/>
                      <a:pt x="62" y="34"/>
                    </a:cubicBezTo>
                    <a:cubicBezTo>
                      <a:pt x="62" y="34"/>
                      <a:pt x="62" y="34"/>
                      <a:pt x="62" y="34"/>
                    </a:cubicBezTo>
                    <a:cubicBezTo>
                      <a:pt x="62" y="34"/>
                      <a:pt x="62" y="34"/>
                      <a:pt x="62" y="34"/>
                    </a:cubicBezTo>
                    <a:cubicBezTo>
                      <a:pt x="62" y="34"/>
                      <a:pt x="62" y="34"/>
                      <a:pt x="62" y="34"/>
                    </a:cubicBezTo>
                    <a:cubicBezTo>
                      <a:pt x="62" y="34"/>
                      <a:pt x="61" y="34"/>
                      <a:pt x="61" y="34"/>
                    </a:cubicBezTo>
                    <a:cubicBezTo>
                      <a:pt x="61" y="35"/>
                      <a:pt x="62" y="35"/>
                      <a:pt x="62" y="35"/>
                    </a:cubicBezTo>
                    <a:cubicBezTo>
                      <a:pt x="62" y="35"/>
                      <a:pt x="62" y="35"/>
                      <a:pt x="62" y="35"/>
                    </a:cubicBezTo>
                    <a:cubicBezTo>
                      <a:pt x="62" y="35"/>
                      <a:pt x="62" y="35"/>
                      <a:pt x="62" y="35"/>
                    </a:cubicBezTo>
                    <a:cubicBezTo>
                      <a:pt x="62" y="35"/>
                      <a:pt x="62" y="35"/>
                      <a:pt x="62" y="35"/>
                    </a:cubicBezTo>
                    <a:cubicBezTo>
                      <a:pt x="62" y="35"/>
                      <a:pt x="62" y="35"/>
                      <a:pt x="62" y="35"/>
                    </a:cubicBezTo>
                    <a:cubicBezTo>
                      <a:pt x="62" y="35"/>
                      <a:pt x="62" y="35"/>
                      <a:pt x="62" y="35"/>
                    </a:cubicBezTo>
                    <a:cubicBezTo>
                      <a:pt x="62" y="35"/>
                      <a:pt x="62" y="35"/>
                      <a:pt x="62" y="35"/>
                    </a:cubicBezTo>
                    <a:cubicBezTo>
                      <a:pt x="63" y="35"/>
                      <a:pt x="63" y="35"/>
                      <a:pt x="63" y="35"/>
                    </a:cubicBezTo>
                    <a:cubicBezTo>
                      <a:pt x="63" y="35"/>
                      <a:pt x="63" y="35"/>
                      <a:pt x="63" y="35"/>
                    </a:cubicBezTo>
                    <a:cubicBezTo>
                      <a:pt x="63" y="35"/>
                      <a:pt x="63" y="35"/>
                      <a:pt x="63" y="35"/>
                    </a:cubicBezTo>
                    <a:cubicBezTo>
                      <a:pt x="63" y="35"/>
                      <a:pt x="63" y="35"/>
                      <a:pt x="63" y="35"/>
                    </a:cubicBezTo>
                    <a:cubicBezTo>
                      <a:pt x="63" y="35"/>
                      <a:pt x="63" y="35"/>
                      <a:pt x="63" y="35"/>
                    </a:cubicBezTo>
                    <a:cubicBezTo>
                      <a:pt x="63" y="35"/>
                      <a:pt x="63" y="35"/>
                      <a:pt x="63" y="35"/>
                    </a:cubicBezTo>
                    <a:cubicBezTo>
                      <a:pt x="63" y="35"/>
                      <a:pt x="63" y="35"/>
                      <a:pt x="63" y="35"/>
                    </a:cubicBezTo>
                    <a:cubicBezTo>
                      <a:pt x="63" y="35"/>
                      <a:pt x="63" y="35"/>
                      <a:pt x="63" y="35"/>
                    </a:cubicBezTo>
                    <a:cubicBezTo>
                      <a:pt x="63" y="35"/>
                      <a:pt x="63" y="35"/>
                      <a:pt x="62" y="35"/>
                    </a:cubicBezTo>
                    <a:cubicBezTo>
                      <a:pt x="62" y="35"/>
                      <a:pt x="62" y="35"/>
                      <a:pt x="62" y="35"/>
                    </a:cubicBezTo>
                    <a:cubicBezTo>
                      <a:pt x="62" y="35"/>
                      <a:pt x="62" y="35"/>
                      <a:pt x="62" y="35"/>
                    </a:cubicBezTo>
                    <a:cubicBezTo>
                      <a:pt x="62" y="35"/>
                      <a:pt x="62" y="35"/>
                      <a:pt x="62" y="35"/>
                    </a:cubicBezTo>
                    <a:cubicBezTo>
                      <a:pt x="62" y="35"/>
                      <a:pt x="62" y="35"/>
                      <a:pt x="62" y="35"/>
                    </a:cubicBezTo>
                    <a:cubicBezTo>
                      <a:pt x="62" y="35"/>
                      <a:pt x="62" y="36"/>
                      <a:pt x="62" y="36"/>
                    </a:cubicBezTo>
                    <a:cubicBezTo>
                      <a:pt x="62" y="36"/>
                      <a:pt x="62" y="36"/>
                      <a:pt x="62" y="35"/>
                    </a:cubicBezTo>
                    <a:cubicBezTo>
                      <a:pt x="62" y="35"/>
                      <a:pt x="62" y="35"/>
                      <a:pt x="61" y="35"/>
                    </a:cubicBezTo>
                    <a:cubicBezTo>
                      <a:pt x="61" y="35"/>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1" y="36"/>
                    </a:cubicBezTo>
                    <a:cubicBezTo>
                      <a:pt x="61" y="36"/>
                      <a:pt x="61" y="36"/>
                      <a:pt x="60" y="36"/>
                    </a:cubicBezTo>
                    <a:cubicBezTo>
                      <a:pt x="60" y="36"/>
                      <a:pt x="60" y="36"/>
                      <a:pt x="60" y="36"/>
                    </a:cubicBezTo>
                    <a:cubicBezTo>
                      <a:pt x="60" y="36"/>
                      <a:pt x="60" y="36"/>
                      <a:pt x="60" y="36"/>
                    </a:cubicBezTo>
                    <a:cubicBezTo>
                      <a:pt x="60" y="36"/>
                      <a:pt x="60" y="36"/>
                      <a:pt x="60" y="36"/>
                    </a:cubicBezTo>
                    <a:cubicBezTo>
                      <a:pt x="60" y="36"/>
                      <a:pt x="60" y="36"/>
                      <a:pt x="60" y="36"/>
                    </a:cubicBezTo>
                    <a:cubicBezTo>
                      <a:pt x="60" y="36"/>
                      <a:pt x="60" y="36"/>
                      <a:pt x="60" y="36"/>
                    </a:cubicBezTo>
                    <a:cubicBezTo>
                      <a:pt x="60" y="36"/>
                      <a:pt x="60" y="36"/>
                      <a:pt x="60" y="36"/>
                    </a:cubicBezTo>
                    <a:cubicBezTo>
                      <a:pt x="60" y="36"/>
                      <a:pt x="60" y="36"/>
                      <a:pt x="60" y="36"/>
                    </a:cubicBezTo>
                    <a:cubicBezTo>
                      <a:pt x="60" y="36"/>
                      <a:pt x="60" y="36"/>
                      <a:pt x="60" y="36"/>
                    </a:cubicBezTo>
                    <a:cubicBezTo>
                      <a:pt x="59" y="36"/>
                      <a:pt x="59" y="36"/>
                      <a:pt x="59" y="36"/>
                    </a:cubicBezTo>
                    <a:cubicBezTo>
                      <a:pt x="59" y="36"/>
                      <a:pt x="59" y="36"/>
                      <a:pt x="59" y="36"/>
                    </a:cubicBezTo>
                    <a:cubicBezTo>
                      <a:pt x="59" y="36"/>
                      <a:pt x="59" y="36"/>
                      <a:pt x="59" y="36"/>
                    </a:cubicBezTo>
                    <a:cubicBezTo>
                      <a:pt x="59" y="36"/>
                      <a:pt x="59" y="36"/>
                      <a:pt x="59" y="36"/>
                    </a:cubicBezTo>
                    <a:cubicBezTo>
                      <a:pt x="59" y="36"/>
                      <a:pt x="59" y="36"/>
                      <a:pt x="59" y="36"/>
                    </a:cubicBezTo>
                    <a:cubicBezTo>
                      <a:pt x="59" y="36"/>
                      <a:pt x="59" y="36"/>
                      <a:pt x="59" y="36"/>
                    </a:cubicBezTo>
                    <a:cubicBezTo>
                      <a:pt x="59" y="36"/>
                      <a:pt x="59" y="36"/>
                      <a:pt x="59" y="36"/>
                    </a:cubicBezTo>
                    <a:cubicBezTo>
                      <a:pt x="59" y="36"/>
                      <a:pt x="59" y="36"/>
                      <a:pt x="59" y="36"/>
                    </a:cubicBezTo>
                    <a:cubicBezTo>
                      <a:pt x="59" y="36"/>
                      <a:pt x="58" y="36"/>
                      <a:pt x="58" y="36"/>
                    </a:cubicBezTo>
                    <a:cubicBezTo>
                      <a:pt x="58" y="36"/>
                      <a:pt x="58" y="36"/>
                      <a:pt x="58" y="36"/>
                    </a:cubicBezTo>
                    <a:cubicBezTo>
                      <a:pt x="58" y="36"/>
                      <a:pt x="58" y="36"/>
                      <a:pt x="58" y="36"/>
                    </a:cubicBezTo>
                    <a:cubicBezTo>
                      <a:pt x="58" y="36"/>
                      <a:pt x="58" y="36"/>
                      <a:pt x="58" y="36"/>
                    </a:cubicBezTo>
                    <a:cubicBezTo>
                      <a:pt x="58" y="36"/>
                      <a:pt x="58" y="36"/>
                      <a:pt x="58" y="36"/>
                    </a:cubicBezTo>
                    <a:cubicBezTo>
                      <a:pt x="58" y="36"/>
                      <a:pt x="58" y="36"/>
                      <a:pt x="58" y="36"/>
                    </a:cubicBezTo>
                    <a:cubicBezTo>
                      <a:pt x="58" y="36"/>
                      <a:pt x="58" y="36"/>
                      <a:pt x="58" y="36"/>
                    </a:cubicBezTo>
                    <a:cubicBezTo>
                      <a:pt x="58" y="36"/>
                      <a:pt x="58" y="36"/>
                      <a:pt x="58" y="36"/>
                    </a:cubicBezTo>
                    <a:cubicBezTo>
                      <a:pt x="58" y="36"/>
                      <a:pt x="57" y="36"/>
                      <a:pt x="57" y="36"/>
                    </a:cubicBezTo>
                    <a:cubicBezTo>
                      <a:pt x="57" y="36"/>
                      <a:pt x="57" y="36"/>
                      <a:pt x="57" y="36"/>
                    </a:cubicBezTo>
                    <a:cubicBezTo>
                      <a:pt x="57" y="36"/>
                      <a:pt x="57" y="36"/>
                      <a:pt x="57" y="36"/>
                    </a:cubicBezTo>
                    <a:cubicBezTo>
                      <a:pt x="57" y="36"/>
                      <a:pt x="57" y="36"/>
                      <a:pt x="57" y="36"/>
                    </a:cubicBezTo>
                    <a:cubicBezTo>
                      <a:pt x="57" y="36"/>
                      <a:pt x="57" y="36"/>
                      <a:pt x="57" y="36"/>
                    </a:cubicBezTo>
                    <a:cubicBezTo>
                      <a:pt x="57" y="36"/>
                      <a:pt x="57" y="36"/>
                      <a:pt x="57" y="36"/>
                    </a:cubicBezTo>
                    <a:cubicBezTo>
                      <a:pt x="57" y="36"/>
                      <a:pt x="57" y="36"/>
                      <a:pt x="57" y="36"/>
                    </a:cubicBezTo>
                    <a:cubicBezTo>
                      <a:pt x="56" y="36"/>
                      <a:pt x="56" y="37"/>
                      <a:pt x="56" y="37"/>
                    </a:cubicBezTo>
                    <a:cubicBezTo>
                      <a:pt x="56" y="37"/>
                      <a:pt x="56" y="37"/>
                      <a:pt x="57" y="37"/>
                    </a:cubicBezTo>
                    <a:cubicBezTo>
                      <a:pt x="57" y="37"/>
                      <a:pt x="57" y="37"/>
                      <a:pt x="57" y="37"/>
                    </a:cubicBezTo>
                    <a:cubicBezTo>
                      <a:pt x="57" y="37"/>
                      <a:pt x="57" y="37"/>
                      <a:pt x="56" y="37"/>
                    </a:cubicBezTo>
                    <a:cubicBezTo>
                      <a:pt x="56" y="37"/>
                      <a:pt x="56" y="37"/>
                      <a:pt x="56" y="37"/>
                    </a:cubicBezTo>
                    <a:cubicBezTo>
                      <a:pt x="56" y="37"/>
                      <a:pt x="56" y="37"/>
                      <a:pt x="56" y="38"/>
                    </a:cubicBezTo>
                    <a:cubicBezTo>
                      <a:pt x="56" y="38"/>
                      <a:pt x="56" y="38"/>
                      <a:pt x="56" y="38"/>
                    </a:cubicBezTo>
                    <a:cubicBezTo>
                      <a:pt x="56" y="38"/>
                      <a:pt x="57" y="38"/>
                      <a:pt x="57" y="38"/>
                    </a:cubicBezTo>
                    <a:cubicBezTo>
                      <a:pt x="57" y="38"/>
                      <a:pt x="57" y="38"/>
                      <a:pt x="57" y="38"/>
                    </a:cubicBezTo>
                    <a:cubicBezTo>
                      <a:pt x="57" y="38"/>
                      <a:pt x="57" y="38"/>
                      <a:pt x="57" y="39"/>
                    </a:cubicBezTo>
                    <a:cubicBezTo>
                      <a:pt x="57" y="39"/>
                      <a:pt x="57" y="39"/>
                      <a:pt x="57" y="39"/>
                    </a:cubicBezTo>
                    <a:cubicBezTo>
                      <a:pt x="57" y="39"/>
                      <a:pt x="57" y="39"/>
                      <a:pt x="57" y="39"/>
                    </a:cubicBezTo>
                    <a:cubicBezTo>
                      <a:pt x="57" y="39"/>
                      <a:pt x="57" y="39"/>
                      <a:pt x="57" y="39"/>
                    </a:cubicBezTo>
                    <a:cubicBezTo>
                      <a:pt x="57" y="39"/>
                      <a:pt x="57" y="39"/>
                      <a:pt x="57" y="39"/>
                    </a:cubicBezTo>
                    <a:cubicBezTo>
                      <a:pt x="57" y="39"/>
                      <a:pt x="57" y="39"/>
                      <a:pt x="57" y="39"/>
                    </a:cubicBezTo>
                    <a:cubicBezTo>
                      <a:pt x="57" y="39"/>
                      <a:pt x="57" y="39"/>
                      <a:pt x="57" y="40"/>
                    </a:cubicBezTo>
                    <a:cubicBezTo>
                      <a:pt x="57" y="40"/>
                      <a:pt x="57" y="40"/>
                      <a:pt x="57" y="40"/>
                    </a:cubicBezTo>
                    <a:cubicBezTo>
                      <a:pt x="57" y="40"/>
                      <a:pt x="56" y="40"/>
                      <a:pt x="56" y="40"/>
                    </a:cubicBezTo>
                    <a:cubicBezTo>
                      <a:pt x="56" y="40"/>
                      <a:pt x="56" y="40"/>
                      <a:pt x="56" y="40"/>
                    </a:cubicBezTo>
                    <a:cubicBezTo>
                      <a:pt x="56" y="40"/>
                      <a:pt x="56" y="40"/>
                      <a:pt x="56" y="40"/>
                    </a:cubicBezTo>
                    <a:cubicBezTo>
                      <a:pt x="56" y="40"/>
                      <a:pt x="56" y="40"/>
                      <a:pt x="56" y="40"/>
                    </a:cubicBezTo>
                    <a:cubicBezTo>
                      <a:pt x="56" y="40"/>
                      <a:pt x="56" y="39"/>
                      <a:pt x="56" y="39"/>
                    </a:cubicBezTo>
                    <a:cubicBezTo>
                      <a:pt x="56"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5" y="39"/>
                      <a:pt x="55" y="39"/>
                      <a:pt x="55" y="39"/>
                    </a:cubicBezTo>
                    <a:cubicBezTo>
                      <a:pt x="54" y="39"/>
                      <a:pt x="54" y="39"/>
                      <a:pt x="54" y="39"/>
                    </a:cubicBezTo>
                    <a:cubicBezTo>
                      <a:pt x="54" y="40"/>
                      <a:pt x="54" y="40"/>
                      <a:pt x="54" y="40"/>
                    </a:cubicBezTo>
                    <a:cubicBezTo>
                      <a:pt x="53" y="40"/>
                      <a:pt x="53" y="41"/>
                      <a:pt x="53" y="41"/>
                    </a:cubicBezTo>
                    <a:cubicBezTo>
                      <a:pt x="53" y="41"/>
                      <a:pt x="53" y="41"/>
                      <a:pt x="53" y="41"/>
                    </a:cubicBezTo>
                    <a:cubicBezTo>
                      <a:pt x="53" y="41"/>
                      <a:pt x="53" y="41"/>
                      <a:pt x="53" y="41"/>
                    </a:cubicBezTo>
                    <a:cubicBezTo>
                      <a:pt x="53" y="41"/>
                      <a:pt x="53" y="41"/>
                      <a:pt x="53" y="41"/>
                    </a:cubicBezTo>
                    <a:cubicBezTo>
                      <a:pt x="53" y="41"/>
                      <a:pt x="53" y="41"/>
                      <a:pt x="53" y="41"/>
                    </a:cubicBezTo>
                    <a:cubicBezTo>
                      <a:pt x="53" y="41"/>
                      <a:pt x="53" y="41"/>
                      <a:pt x="53" y="41"/>
                    </a:cubicBezTo>
                    <a:cubicBezTo>
                      <a:pt x="53" y="41"/>
                      <a:pt x="53" y="41"/>
                      <a:pt x="53" y="41"/>
                    </a:cubicBezTo>
                    <a:cubicBezTo>
                      <a:pt x="53" y="42"/>
                      <a:pt x="53" y="42"/>
                      <a:pt x="54" y="42"/>
                    </a:cubicBezTo>
                    <a:cubicBezTo>
                      <a:pt x="54" y="42"/>
                      <a:pt x="54" y="43"/>
                      <a:pt x="54" y="43"/>
                    </a:cubicBezTo>
                    <a:cubicBezTo>
                      <a:pt x="54" y="43"/>
                      <a:pt x="54" y="43"/>
                      <a:pt x="54" y="43"/>
                    </a:cubicBezTo>
                    <a:cubicBezTo>
                      <a:pt x="54" y="43"/>
                      <a:pt x="53" y="43"/>
                      <a:pt x="53" y="43"/>
                    </a:cubicBezTo>
                    <a:cubicBezTo>
                      <a:pt x="53" y="43"/>
                      <a:pt x="53" y="43"/>
                      <a:pt x="53" y="43"/>
                    </a:cubicBezTo>
                    <a:cubicBezTo>
                      <a:pt x="53" y="43"/>
                      <a:pt x="53" y="43"/>
                      <a:pt x="53" y="43"/>
                    </a:cubicBezTo>
                    <a:cubicBezTo>
                      <a:pt x="53" y="43"/>
                      <a:pt x="53" y="43"/>
                      <a:pt x="53" y="43"/>
                    </a:cubicBezTo>
                    <a:cubicBezTo>
                      <a:pt x="53" y="43"/>
                      <a:pt x="53" y="42"/>
                      <a:pt x="53" y="42"/>
                    </a:cubicBezTo>
                    <a:cubicBezTo>
                      <a:pt x="53" y="42"/>
                      <a:pt x="53" y="42"/>
                      <a:pt x="53" y="42"/>
                    </a:cubicBezTo>
                    <a:cubicBezTo>
                      <a:pt x="53" y="42"/>
                      <a:pt x="53" y="42"/>
                      <a:pt x="53" y="43"/>
                    </a:cubicBezTo>
                    <a:cubicBezTo>
                      <a:pt x="53" y="43"/>
                      <a:pt x="53" y="43"/>
                      <a:pt x="53" y="43"/>
                    </a:cubicBezTo>
                    <a:cubicBezTo>
                      <a:pt x="53" y="43"/>
                      <a:pt x="53" y="43"/>
                      <a:pt x="53" y="43"/>
                    </a:cubicBezTo>
                    <a:cubicBezTo>
                      <a:pt x="53" y="43"/>
                      <a:pt x="53" y="43"/>
                      <a:pt x="53" y="43"/>
                    </a:cubicBezTo>
                    <a:cubicBezTo>
                      <a:pt x="53" y="43"/>
                      <a:pt x="53" y="43"/>
                      <a:pt x="52" y="43"/>
                    </a:cubicBezTo>
                    <a:cubicBezTo>
                      <a:pt x="52" y="43"/>
                      <a:pt x="52" y="43"/>
                      <a:pt x="52" y="44"/>
                    </a:cubicBezTo>
                    <a:cubicBezTo>
                      <a:pt x="52" y="44"/>
                      <a:pt x="52" y="44"/>
                      <a:pt x="53" y="44"/>
                    </a:cubicBezTo>
                    <a:cubicBezTo>
                      <a:pt x="53" y="44"/>
                      <a:pt x="53" y="44"/>
                      <a:pt x="53" y="44"/>
                    </a:cubicBezTo>
                    <a:cubicBezTo>
                      <a:pt x="53" y="44"/>
                      <a:pt x="53" y="44"/>
                      <a:pt x="53" y="44"/>
                    </a:cubicBezTo>
                    <a:cubicBezTo>
                      <a:pt x="53" y="44"/>
                      <a:pt x="53" y="44"/>
                      <a:pt x="52" y="44"/>
                    </a:cubicBezTo>
                    <a:cubicBezTo>
                      <a:pt x="52" y="44"/>
                      <a:pt x="52" y="44"/>
                      <a:pt x="52" y="44"/>
                    </a:cubicBezTo>
                    <a:cubicBezTo>
                      <a:pt x="52" y="44"/>
                      <a:pt x="52" y="44"/>
                      <a:pt x="52" y="44"/>
                    </a:cubicBezTo>
                    <a:cubicBezTo>
                      <a:pt x="52" y="44"/>
                      <a:pt x="52" y="44"/>
                      <a:pt x="52" y="44"/>
                    </a:cubicBezTo>
                    <a:cubicBezTo>
                      <a:pt x="52" y="44"/>
                      <a:pt x="52" y="44"/>
                      <a:pt x="52" y="44"/>
                    </a:cubicBezTo>
                    <a:cubicBezTo>
                      <a:pt x="52" y="44"/>
                      <a:pt x="52" y="44"/>
                      <a:pt x="52" y="44"/>
                    </a:cubicBezTo>
                    <a:cubicBezTo>
                      <a:pt x="52" y="44"/>
                      <a:pt x="52" y="44"/>
                      <a:pt x="52" y="44"/>
                    </a:cubicBezTo>
                    <a:cubicBezTo>
                      <a:pt x="52" y="44"/>
                      <a:pt x="52" y="44"/>
                      <a:pt x="52" y="44"/>
                    </a:cubicBezTo>
                    <a:cubicBezTo>
                      <a:pt x="52" y="44"/>
                      <a:pt x="51"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1" y="44"/>
                      <a:pt x="51" y="44"/>
                      <a:pt x="51" y="44"/>
                    </a:cubicBezTo>
                    <a:cubicBezTo>
                      <a:pt x="51" y="43"/>
                      <a:pt x="51" y="43"/>
                      <a:pt x="51" y="43"/>
                    </a:cubicBezTo>
                    <a:cubicBezTo>
                      <a:pt x="51" y="43"/>
                      <a:pt x="51" y="43"/>
                      <a:pt x="51" y="43"/>
                    </a:cubicBezTo>
                    <a:cubicBezTo>
                      <a:pt x="51" y="43"/>
                      <a:pt x="50" y="43"/>
                      <a:pt x="50" y="43"/>
                    </a:cubicBezTo>
                    <a:cubicBezTo>
                      <a:pt x="50" y="43"/>
                      <a:pt x="50" y="43"/>
                      <a:pt x="50" y="43"/>
                    </a:cubicBezTo>
                    <a:cubicBezTo>
                      <a:pt x="50" y="43"/>
                      <a:pt x="50" y="43"/>
                      <a:pt x="50" y="43"/>
                    </a:cubicBezTo>
                    <a:cubicBezTo>
                      <a:pt x="50" y="44"/>
                      <a:pt x="50" y="44"/>
                      <a:pt x="50" y="44"/>
                    </a:cubicBezTo>
                    <a:cubicBezTo>
                      <a:pt x="50" y="44"/>
                      <a:pt x="49" y="44"/>
                      <a:pt x="49" y="44"/>
                    </a:cubicBezTo>
                    <a:cubicBezTo>
                      <a:pt x="49" y="44"/>
                      <a:pt x="49" y="44"/>
                      <a:pt x="49" y="44"/>
                    </a:cubicBezTo>
                    <a:cubicBezTo>
                      <a:pt x="49" y="44"/>
                      <a:pt x="48" y="44"/>
                      <a:pt x="48" y="44"/>
                    </a:cubicBezTo>
                    <a:cubicBezTo>
                      <a:pt x="48" y="44"/>
                      <a:pt x="48" y="44"/>
                      <a:pt x="48" y="44"/>
                    </a:cubicBezTo>
                    <a:cubicBezTo>
                      <a:pt x="48" y="44"/>
                      <a:pt x="48" y="44"/>
                      <a:pt x="48" y="44"/>
                    </a:cubicBezTo>
                    <a:cubicBezTo>
                      <a:pt x="48" y="44"/>
                      <a:pt x="48" y="44"/>
                      <a:pt x="48" y="44"/>
                    </a:cubicBezTo>
                    <a:cubicBezTo>
                      <a:pt x="48" y="44"/>
                      <a:pt x="48" y="44"/>
                      <a:pt x="47" y="45"/>
                    </a:cubicBezTo>
                    <a:cubicBezTo>
                      <a:pt x="47" y="45"/>
                      <a:pt x="47" y="45"/>
                      <a:pt x="47" y="45"/>
                    </a:cubicBezTo>
                    <a:cubicBezTo>
                      <a:pt x="47" y="45"/>
                      <a:pt x="47" y="45"/>
                      <a:pt x="47" y="45"/>
                    </a:cubicBezTo>
                    <a:cubicBezTo>
                      <a:pt x="47" y="45"/>
                      <a:pt x="47" y="45"/>
                      <a:pt x="47" y="45"/>
                    </a:cubicBezTo>
                    <a:cubicBezTo>
                      <a:pt x="47" y="45"/>
                      <a:pt x="47" y="45"/>
                      <a:pt x="47" y="45"/>
                    </a:cubicBezTo>
                    <a:cubicBezTo>
                      <a:pt x="47" y="45"/>
                      <a:pt x="47" y="45"/>
                      <a:pt x="47" y="46"/>
                    </a:cubicBezTo>
                    <a:cubicBezTo>
                      <a:pt x="47" y="46"/>
                      <a:pt x="47" y="46"/>
                      <a:pt x="47" y="46"/>
                    </a:cubicBezTo>
                    <a:cubicBezTo>
                      <a:pt x="47" y="46"/>
                      <a:pt x="47" y="45"/>
                      <a:pt x="47" y="45"/>
                    </a:cubicBezTo>
                    <a:cubicBezTo>
                      <a:pt x="47" y="45"/>
                      <a:pt x="47" y="45"/>
                      <a:pt x="47" y="45"/>
                    </a:cubicBezTo>
                    <a:cubicBezTo>
                      <a:pt x="47" y="45"/>
                      <a:pt x="47" y="45"/>
                      <a:pt x="47" y="45"/>
                    </a:cubicBezTo>
                    <a:cubicBezTo>
                      <a:pt x="47" y="45"/>
                      <a:pt x="47" y="45"/>
                      <a:pt x="47" y="45"/>
                    </a:cubicBezTo>
                    <a:cubicBezTo>
                      <a:pt x="47" y="45"/>
                      <a:pt x="47" y="45"/>
                      <a:pt x="47" y="45"/>
                    </a:cubicBezTo>
                    <a:cubicBezTo>
                      <a:pt x="47" y="45"/>
                      <a:pt x="47" y="45"/>
                      <a:pt x="47" y="45"/>
                    </a:cubicBezTo>
                    <a:cubicBezTo>
                      <a:pt x="46" y="45"/>
                      <a:pt x="46" y="45"/>
                      <a:pt x="46" y="45"/>
                    </a:cubicBezTo>
                    <a:cubicBezTo>
                      <a:pt x="46" y="45"/>
                      <a:pt x="46" y="45"/>
                      <a:pt x="46" y="45"/>
                    </a:cubicBezTo>
                    <a:cubicBezTo>
                      <a:pt x="46" y="45"/>
                      <a:pt x="46" y="45"/>
                      <a:pt x="46" y="45"/>
                    </a:cubicBezTo>
                    <a:cubicBezTo>
                      <a:pt x="46" y="45"/>
                      <a:pt x="46" y="45"/>
                      <a:pt x="46" y="45"/>
                    </a:cubicBezTo>
                    <a:cubicBezTo>
                      <a:pt x="46" y="45"/>
                      <a:pt x="45" y="45"/>
                      <a:pt x="45" y="45"/>
                    </a:cubicBezTo>
                    <a:cubicBezTo>
                      <a:pt x="45" y="45"/>
                      <a:pt x="45" y="44"/>
                      <a:pt x="45" y="44"/>
                    </a:cubicBezTo>
                    <a:cubicBezTo>
                      <a:pt x="45" y="44"/>
                      <a:pt x="45" y="44"/>
                      <a:pt x="45" y="44"/>
                    </a:cubicBezTo>
                    <a:cubicBezTo>
                      <a:pt x="45" y="44"/>
                      <a:pt x="45" y="44"/>
                      <a:pt x="45" y="44"/>
                    </a:cubicBezTo>
                    <a:cubicBezTo>
                      <a:pt x="45" y="44"/>
                      <a:pt x="45" y="44"/>
                      <a:pt x="45" y="44"/>
                    </a:cubicBezTo>
                    <a:cubicBezTo>
                      <a:pt x="45" y="44"/>
                      <a:pt x="45" y="44"/>
                      <a:pt x="45" y="44"/>
                    </a:cubicBezTo>
                    <a:cubicBezTo>
                      <a:pt x="44" y="44"/>
                      <a:pt x="44" y="44"/>
                      <a:pt x="44" y="44"/>
                    </a:cubicBezTo>
                    <a:cubicBezTo>
                      <a:pt x="44" y="44"/>
                      <a:pt x="44" y="44"/>
                      <a:pt x="44" y="44"/>
                    </a:cubicBezTo>
                    <a:cubicBezTo>
                      <a:pt x="44" y="44"/>
                      <a:pt x="44" y="44"/>
                      <a:pt x="44" y="44"/>
                    </a:cubicBezTo>
                    <a:cubicBezTo>
                      <a:pt x="44" y="45"/>
                      <a:pt x="44" y="45"/>
                      <a:pt x="44" y="45"/>
                    </a:cubicBezTo>
                    <a:cubicBezTo>
                      <a:pt x="44" y="45"/>
                      <a:pt x="44" y="45"/>
                      <a:pt x="44" y="45"/>
                    </a:cubicBezTo>
                    <a:cubicBezTo>
                      <a:pt x="44" y="45"/>
                      <a:pt x="44" y="45"/>
                      <a:pt x="44" y="45"/>
                    </a:cubicBezTo>
                    <a:cubicBezTo>
                      <a:pt x="44" y="45"/>
                      <a:pt x="44" y="45"/>
                      <a:pt x="44" y="45"/>
                    </a:cubicBezTo>
                    <a:cubicBezTo>
                      <a:pt x="44" y="45"/>
                      <a:pt x="44" y="45"/>
                      <a:pt x="44" y="45"/>
                    </a:cubicBezTo>
                    <a:cubicBezTo>
                      <a:pt x="44" y="45"/>
                      <a:pt x="44" y="45"/>
                      <a:pt x="44" y="45"/>
                    </a:cubicBezTo>
                    <a:cubicBezTo>
                      <a:pt x="44" y="45"/>
                      <a:pt x="44" y="45"/>
                      <a:pt x="44" y="45"/>
                    </a:cubicBezTo>
                    <a:cubicBezTo>
                      <a:pt x="43" y="45"/>
                      <a:pt x="43" y="45"/>
                      <a:pt x="43" y="45"/>
                    </a:cubicBezTo>
                    <a:cubicBezTo>
                      <a:pt x="43" y="45"/>
                      <a:pt x="43" y="45"/>
                      <a:pt x="43" y="45"/>
                    </a:cubicBezTo>
                    <a:cubicBezTo>
                      <a:pt x="43" y="45"/>
                      <a:pt x="43" y="45"/>
                      <a:pt x="43" y="45"/>
                    </a:cubicBezTo>
                    <a:cubicBezTo>
                      <a:pt x="43" y="45"/>
                      <a:pt x="43" y="45"/>
                      <a:pt x="43" y="45"/>
                    </a:cubicBezTo>
                    <a:cubicBezTo>
                      <a:pt x="43" y="45"/>
                      <a:pt x="43" y="45"/>
                      <a:pt x="43" y="45"/>
                    </a:cubicBezTo>
                    <a:cubicBezTo>
                      <a:pt x="43" y="45"/>
                      <a:pt x="43" y="45"/>
                      <a:pt x="43" y="45"/>
                    </a:cubicBezTo>
                    <a:cubicBezTo>
                      <a:pt x="43" y="45"/>
                      <a:pt x="43" y="45"/>
                      <a:pt x="43" y="45"/>
                    </a:cubicBezTo>
                    <a:cubicBezTo>
                      <a:pt x="43" y="45"/>
                      <a:pt x="43" y="45"/>
                      <a:pt x="43" y="45"/>
                    </a:cubicBezTo>
                    <a:cubicBezTo>
                      <a:pt x="43" y="45"/>
                      <a:pt x="43" y="45"/>
                      <a:pt x="43" y="45"/>
                    </a:cubicBezTo>
                    <a:cubicBezTo>
                      <a:pt x="43" y="44"/>
                      <a:pt x="43" y="44"/>
                      <a:pt x="43" y="44"/>
                    </a:cubicBezTo>
                    <a:cubicBezTo>
                      <a:pt x="43" y="44"/>
                      <a:pt x="43" y="44"/>
                      <a:pt x="43" y="44"/>
                    </a:cubicBezTo>
                    <a:cubicBezTo>
                      <a:pt x="43" y="44"/>
                      <a:pt x="43" y="44"/>
                      <a:pt x="43" y="44"/>
                    </a:cubicBezTo>
                    <a:cubicBezTo>
                      <a:pt x="43" y="44"/>
                      <a:pt x="43" y="44"/>
                      <a:pt x="43" y="44"/>
                    </a:cubicBezTo>
                    <a:cubicBezTo>
                      <a:pt x="43" y="44"/>
                      <a:pt x="43" y="44"/>
                      <a:pt x="43" y="44"/>
                    </a:cubicBezTo>
                    <a:cubicBezTo>
                      <a:pt x="43" y="44"/>
                      <a:pt x="43" y="44"/>
                      <a:pt x="42" y="44"/>
                    </a:cubicBezTo>
                    <a:cubicBezTo>
                      <a:pt x="42" y="44"/>
                      <a:pt x="42" y="44"/>
                      <a:pt x="42" y="44"/>
                    </a:cubicBezTo>
                    <a:cubicBezTo>
                      <a:pt x="42" y="44"/>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2" y="43"/>
                      <a:pt x="42" y="43"/>
                    </a:cubicBezTo>
                    <a:cubicBezTo>
                      <a:pt x="42" y="43"/>
                      <a:pt x="43" y="43"/>
                      <a:pt x="42" y="42"/>
                    </a:cubicBezTo>
                    <a:cubicBezTo>
                      <a:pt x="42" y="42"/>
                      <a:pt x="43" y="42"/>
                      <a:pt x="43" y="42"/>
                    </a:cubicBezTo>
                    <a:cubicBezTo>
                      <a:pt x="43" y="42"/>
                      <a:pt x="43" y="42"/>
                      <a:pt x="43" y="42"/>
                    </a:cubicBezTo>
                    <a:cubicBezTo>
                      <a:pt x="43" y="42"/>
                      <a:pt x="43" y="42"/>
                      <a:pt x="43" y="42"/>
                    </a:cubicBezTo>
                    <a:cubicBezTo>
                      <a:pt x="43" y="42"/>
                      <a:pt x="43" y="41"/>
                      <a:pt x="43" y="41"/>
                    </a:cubicBezTo>
                    <a:cubicBezTo>
                      <a:pt x="43" y="41"/>
                      <a:pt x="43" y="41"/>
                      <a:pt x="43" y="41"/>
                    </a:cubicBezTo>
                    <a:cubicBezTo>
                      <a:pt x="43" y="41"/>
                      <a:pt x="43" y="41"/>
                      <a:pt x="43" y="41"/>
                    </a:cubicBezTo>
                    <a:cubicBezTo>
                      <a:pt x="43" y="41"/>
                      <a:pt x="43" y="41"/>
                      <a:pt x="43" y="41"/>
                    </a:cubicBezTo>
                    <a:cubicBezTo>
                      <a:pt x="43" y="41"/>
                      <a:pt x="43" y="41"/>
                      <a:pt x="43" y="41"/>
                    </a:cubicBezTo>
                    <a:cubicBezTo>
                      <a:pt x="43" y="41"/>
                      <a:pt x="43" y="41"/>
                      <a:pt x="43" y="41"/>
                    </a:cubicBezTo>
                    <a:cubicBezTo>
                      <a:pt x="43" y="41"/>
                      <a:pt x="43" y="41"/>
                      <a:pt x="43" y="41"/>
                    </a:cubicBezTo>
                    <a:cubicBezTo>
                      <a:pt x="43" y="41"/>
                      <a:pt x="43" y="41"/>
                      <a:pt x="43" y="41"/>
                    </a:cubicBezTo>
                    <a:cubicBezTo>
                      <a:pt x="43" y="41"/>
                      <a:pt x="43" y="41"/>
                      <a:pt x="43" y="41"/>
                    </a:cubicBezTo>
                    <a:cubicBezTo>
                      <a:pt x="43" y="41"/>
                      <a:pt x="43" y="41"/>
                      <a:pt x="43" y="41"/>
                    </a:cubicBezTo>
                    <a:cubicBezTo>
                      <a:pt x="43" y="41"/>
                      <a:pt x="43" y="41"/>
                      <a:pt x="44" y="41"/>
                    </a:cubicBezTo>
                    <a:cubicBezTo>
                      <a:pt x="44" y="41"/>
                      <a:pt x="44" y="41"/>
                      <a:pt x="44" y="41"/>
                    </a:cubicBezTo>
                    <a:cubicBezTo>
                      <a:pt x="44" y="41"/>
                      <a:pt x="44" y="41"/>
                      <a:pt x="44" y="40"/>
                    </a:cubicBezTo>
                    <a:cubicBezTo>
                      <a:pt x="44" y="40"/>
                      <a:pt x="44" y="40"/>
                      <a:pt x="44" y="40"/>
                    </a:cubicBezTo>
                    <a:cubicBezTo>
                      <a:pt x="44" y="40"/>
                      <a:pt x="43" y="40"/>
                      <a:pt x="43" y="41"/>
                    </a:cubicBezTo>
                    <a:cubicBezTo>
                      <a:pt x="43" y="41"/>
                      <a:pt x="43" y="41"/>
                      <a:pt x="43" y="41"/>
                    </a:cubicBezTo>
                    <a:cubicBezTo>
                      <a:pt x="43" y="41"/>
                      <a:pt x="43" y="41"/>
                      <a:pt x="43" y="41"/>
                    </a:cubicBezTo>
                    <a:cubicBezTo>
                      <a:pt x="43" y="41"/>
                      <a:pt x="43" y="41"/>
                      <a:pt x="43" y="40"/>
                    </a:cubicBezTo>
                    <a:cubicBezTo>
                      <a:pt x="43" y="40"/>
                      <a:pt x="43" y="40"/>
                      <a:pt x="43" y="40"/>
                    </a:cubicBezTo>
                    <a:cubicBezTo>
                      <a:pt x="43" y="40"/>
                      <a:pt x="43" y="40"/>
                      <a:pt x="43" y="40"/>
                    </a:cubicBezTo>
                    <a:cubicBezTo>
                      <a:pt x="43" y="40"/>
                      <a:pt x="43" y="40"/>
                      <a:pt x="43" y="40"/>
                    </a:cubicBezTo>
                    <a:cubicBezTo>
                      <a:pt x="43" y="40"/>
                      <a:pt x="43" y="40"/>
                      <a:pt x="43" y="40"/>
                    </a:cubicBezTo>
                    <a:cubicBezTo>
                      <a:pt x="43" y="40"/>
                      <a:pt x="43" y="40"/>
                      <a:pt x="43" y="40"/>
                    </a:cubicBezTo>
                    <a:cubicBezTo>
                      <a:pt x="43" y="40"/>
                      <a:pt x="43" y="40"/>
                      <a:pt x="43" y="40"/>
                    </a:cubicBezTo>
                    <a:cubicBezTo>
                      <a:pt x="43" y="40"/>
                      <a:pt x="43" y="40"/>
                      <a:pt x="43" y="40"/>
                    </a:cubicBezTo>
                    <a:cubicBezTo>
                      <a:pt x="43" y="40"/>
                      <a:pt x="43" y="40"/>
                      <a:pt x="43" y="40"/>
                    </a:cubicBezTo>
                    <a:cubicBezTo>
                      <a:pt x="43" y="40"/>
                      <a:pt x="43" y="40"/>
                      <a:pt x="44" y="39"/>
                    </a:cubicBezTo>
                    <a:cubicBezTo>
                      <a:pt x="44" y="39"/>
                      <a:pt x="44" y="39"/>
                      <a:pt x="44" y="39"/>
                    </a:cubicBezTo>
                    <a:cubicBezTo>
                      <a:pt x="44" y="39"/>
                      <a:pt x="44" y="39"/>
                      <a:pt x="44" y="39"/>
                    </a:cubicBezTo>
                    <a:cubicBezTo>
                      <a:pt x="44" y="39"/>
                      <a:pt x="44" y="39"/>
                      <a:pt x="44" y="39"/>
                    </a:cubicBezTo>
                    <a:cubicBezTo>
                      <a:pt x="44" y="39"/>
                      <a:pt x="44" y="39"/>
                      <a:pt x="44" y="38"/>
                    </a:cubicBezTo>
                    <a:cubicBezTo>
                      <a:pt x="44" y="38"/>
                      <a:pt x="44" y="38"/>
                      <a:pt x="44" y="38"/>
                    </a:cubicBezTo>
                    <a:cubicBezTo>
                      <a:pt x="44" y="38"/>
                      <a:pt x="44" y="38"/>
                      <a:pt x="44" y="38"/>
                    </a:cubicBezTo>
                    <a:cubicBezTo>
                      <a:pt x="44" y="38"/>
                      <a:pt x="44" y="38"/>
                      <a:pt x="44" y="39"/>
                    </a:cubicBezTo>
                    <a:cubicBezTo>
                      <a:pt x="44" y="39"/>
                      <a:pt x="44" y="39"/>
                      <a:pt x="43" y="39"/>
                    </a:cubicBezTo>
                    <a:cubicBezTo>
                      <a:pt x="43" y="39"/>
                      <a:pt x="43" y="39"/>
                      <a:pt x="43" y="39"/>
                    </a:cubicBezTo>
                    <a:cubicBezTo>
                      <a:pt x="43" y="39"/>
                      <a:pt x="43" y="39"/>
                      <a:pt x="43" y="39"/>
                    </a:cubicBezTo>
                    <a:cubicBezTo>
                      <a:pt x="43" y="39"/>
                      <a:pt x="43" y="39"/>
                      <a:pt x="43" y="39"/>
                    </a:cubicBezTo>
                    <a:cubicBezTo>
                      <a:pt x="43" y="39"/>
                      <a:pt x="43" y="39"/>
                      <a:pt x="42" y="39"/>
                    </a:cubicBezTo>
                    <a:cubicBezTo>
                      <a:pt x="42" y="39"/>
                      <a:pt x="42" y="39"/>
                      <a:pt x="42" y="39"/>
                    </a:cubicBezTo>
                    <a:cubicBezTo>
                      <a:pt x="42" y="39"/>
                      <a:pt x="42" y="39"/>
                      <a:pt x="42" y="39"/>
                    </a:cubicBezTo>
                    <a:cubicBezTo>
                      <a:pt x="42" y="39"/>
                      <a:pt x="42" y="39"/>
                      <a:pt x="42" y="39"/>
                    </a:cubicBezTo>
                    <a:cubicBezTo>
                      <a:pt x="42" y="39"/>
                      <a:pt x="42" y="40"/>
                      <a:pt x="41" y="40"/>
                    </a:cubicBezTo>
                    <a:cubicBezTo>
                      <a:pt x="41" y="40"/>
                      <a:pt x="41" y="40"/>
                      <a:pt x="41" y="40"/>
                    </a:cubicBezTo>
                    <a:cubicBezTo>
                      <a:pt x="41" y="40"/>
                      <a:pt x="41" y="40"/>
                      <a:pt x="41" y="40"/>
                    </a:cubicBezTo>
                    <a:cubicBezTo>
                      <a:pt x="41" y="40"/>
                      <a:pt x="41" y="40"/>
                      <a:pt x="41" y="40"/>
                    </a:cubicBezTo>
                    <a:cubicBezTo>
                      <a:pt x="41" y="40"/>
                      <a:pt x="41" y="40"/>
                      <a:pt x="41"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3" y="40"/>
                      <a:pt x="43" y="40"/>
                    </a:cubicBezTo>
                    <a:cubicBezTo>
                      <a:pt x="43" y="40"/>
                      <a:pt x="43" y="40"/>
                      <a:pt x="43" y="40"/>
                    </a:cubicBezTo>
                    <a:cubicBezTo>
                      <a:pt x="43" y="40"/>
                      <a:pt x="43" y="40"/>
                      <a:pt x="43" y="40"/>
                    </a:cubicBezTo>
                    <a:cubicBezTo>
                      <a:pt x="43" y="40"/>
                      <a:pt x="43" y="40"/>
                      <a:pt x="43" y="40"/>
                    </a:cubicBezTo>
                    <a:cubicBezTo>
                      <a:pt x="43" y="40"/>
                      <a:pt x="43" y="40"/>
                      <a:pt x="43" y="40"/>
                    </a:cubicBezTo>
                    <a:cubicBezTo>
                      <a:pt x="43" y="40"/>
                      <a:pt x="43"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0"/>
                    </a:cubicBezTo>
                    <a:cubicBezTo>
                      <a:pt x="42" y="40"/>
                      <a:pt x="42" y="40"/>
                      <a:pt x="42" y="41"/>
                    </a:cubicBezTo>
                    <a:cubicBezTo>
                      <a:pt x="42" y="41"/>
                      <a:pt x="41" y="40"/>
                      <a:pt x="41" y="40"/>
                    </a:cubicBezTo>
                    <a:cubicBezTo>
                      <a:pt x="41" y="40"/>
                      <a:pt x="41" y="40"/>
                      <a:pt x="41" y="40"/>
                    </a:cubicBezTo>
                    <a:cubicBezTo>
                      <a:pt x="41" y="40"/>
                      <a:pt x="41" y="40"/>
                      <a:pt x="41" y="40"/>
                    </a:cubicBezTo>
                    <a:cubicBezTo>
                      <a:pt x="41" y="40"/>
                      <a:pt x="41" y="40"/>
                      <a:pt x="41" y="41"/>
                    </a:cubicBezTo>
                    <a:cubicBezTo>
                      <a:pt x="41" y="41"/>
                      <a:pt x="41" y="41"/>
                      <a:pt x="41" y="41"/>
                    </a:cubicBezTo>
                    <a:cubicBezTo>
                      <a:pt x="41" y="41"/>
                      <a:pt x="41" y="41"/>
                      <a:pt x="41" y="41"/>
                    </a:cubicBezTo>
                    <a:cubicBezTo>
                      <a:pt x="41" y="41"/>
                      <a:pt x="41" y="41"/>
                      <a:pt x="41" y="41"/>
                    </a:cubicBezTo>
                    <a:cubicBezTo>
                      <a:pt x="41" y="41"/>
                      <a:pt x="41" y="41"/>
                      <a:pt x="41" y="41"/>
                    </a:cubicBezTo>
                    <a:cubicBezTo>
                      <a:pt x="41" y="41"/>
                      <a:pt x="41" y="41"/>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1" y="43"/>
                      <a:pt x="41" y="43"/>
                      <a:pt x="41" y="43"/>
                    </a:cubicBezTo>
                    <a:cubicBezTo>
                      <a:pt x="41" y="43"/>
                      <a:pt x="41" y="43"/>
                      <a:pt x="41" y="43"/>
                    </a:cubicBezTo>
                    <a:cubicBezTo>
                      <a:pt x="41" y="43"/>
                      <a:pt x="41" y="43"/>
                      <a:pt x="41" y="43"/>
                    </a:cubicBezTo>
                    <a:cubicBezTo>
                      <a:pt x="41" y="43"/>
                      <a:pt x="41" y="43"/>
                      <a:pt x="41" y="43"/>
                    </a:cubicBezTo>
                    <a:cubicBezTo>
                      <a:pt x="41" y="43"/>
                      <a:pt x="41" y="43"/>
                      <a:pt x="41" y="43"/>
                    </a:cubicBezTo>
                    <a:cubicBezTo>
                      <a:pt x="41" y="43"/>
                      <a:pt x="41" y="43"/>
                      <a:pt x="41" y="43"/>
                    </a:cubicBezTo>
                    <a:cubicBezTo>
                      <a:pt x="41" y="43"/>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4"/>
                      <a:pt x="41" y="44"/>
                    </a:cubicBezTo>
                    <a:cubicBezTo>
                      <a:pt x="41" y="44"/>
                      <a:pt x="41" y="45"/>
                      <a:pt x="41" y="45"/>
                    </a:cubicBezTo>
                    <a:cubicBezTo>
                      <a:pt x="41" y="45"/>
                      <a:pt x="41" y="45"/>
                      <a:pt x="41" y="45"/>
                    </a:cubicBezTo>
                    <a:cubicBezTo>
                      <a:pt x="41" y="45"/>
                      <a:pt x="41" y="45"/>
                      <a:pt x="41" y="45"/>
                    </a:cubicBezTo>
                    <a:cubicBezTo>
                      <a:pt x="41" y="45"/>
                      <a:pt x="41" y="45"/>
                      <a:pt x="41" y="45"/>
                    </a:cubicBezTo>
                    <a:cubicBezTo>
                      <a:pt x="41" y="45"/>
                      <a:pt x="41" y="45"/>
                      <a:pt x="41" y="45"/>
                    </a:cubicBezTo>
                    <a:cubicBezTo>
                      <a:pt x="41" y="45"/>
                      <a:pt x="41" y="45"/>
                      <a:pt x="42" y="45"/>
                    </a:cubicBezTo>
                    <a:cubicBezTo>
                      <a:pt x="41" y="45"/>
                      <a:pt x="41" y="45"/>
                      <a:pt x="41" y="45"/>
                    </a:cubicBezTo>
                    <a:cubicBezTo>
                      <a:pt x="41" y="45"/>
                      <a:pt x="41" y="45"/>
                      <a:pt x="41" y="45"/>
                    </a:cubicBezTo>
                    <a:cubicBezTo>
                      <a:pt x="41" y="45"/>
                      <a:pt x="41" y="45"/>
                      <a:pt x="41" y="45"/>
                    </a:cubicBezTo>
                    <a:cubicBezTo>
                      <a:pt x="41" y="45"/>
                      <a:pt x="41" y="45"/>
                      <a:pt x="41" y="45"/>
                    </a:cubicBezTo>
                    <a:cubicBezTo>
                      <a:pt x="41" y="45"/>
                      <a:pt x="41" y="45"/>
                      <a:pt x="41" y="45"/>
                    </a:cubicBezTo>
                    <a:cubicBezTo>
                      <a:pt x="41" y="45"/>
                      <a:pt x="41" y="45"/>
                      <a:pt x="41" y="45"/>
                    </a:cubicBezTo>
                    <a:cubicBezTo>
                      <a:pt x="41" y="45"/>
                      <a:pt x="41" y="45"/>
                      <a:pt x="41" y="45"/>
                    </a:cubicBezTo>
                    <a:cubicBezTo>
                      <a:pt x="41" y="45"/>
                      <a:pt x="41" y="45"/>
                      <a:pt x="41" y="45"/>
                    </a:cubicBezTo>
                    <a:cubicBezTo>
                      <a:pt x="41" y="45"/>
                      <a:pt x="40" y="45"/>
                      <a:pt x="40" y="45"/>
                    </a:cubicBezTo>
                    <a:cubicBezTo>
                      <a:pt x="40" y="45"/>
                      <a:pt x="40" y="45"/>
                      <a:pt x="40" y="45"/>
                    </a:cubicBezTo>
                    <a:cubicBezTo>
                      <a:pt x="40" y="45"/>
                      <a:pt x="40" y="45"/>
                      <a:pt x="40" y="45"/>
                    </a:cubicBezTo>
                    <a:cubicBezTo>
                      <a:pt x="40" y="45"/>
                      <a:pt x="40" y="45"/>
                      <a:pt x="40" y="45"/>
                    </a:cubicBezTo>
                    <a:cubicBezTo>
                      <a:pt x="40" y="45"/>
                      <a:pt x="40" y="45"/>
                      <a:pt x="40" y="45"/>
                    </a:cubicBezTo>
                    <a:cubicBezTo>
                      <a:pt x="40" y="45"/>
                      <a:pt x="40" y="45"/>
                      <a:pt x="40" y="46"/>
                    </a:cubicBezTo>
                    <a:cubicBezTo>
                      <a:pt x="40" y="46"/>
                      <a:pt x="40" y="46"/>
                      <a:pt x="40" y="46"/>
                    </a:cubicBezTo>
                    <a:cubicBezTo>
                      <a:pt x="40" y="46"/>
                      <a:pt x="40" y="46"/>
                      <a:pt x="40" y="46"/>
                    </a:cubicBezTo>
                    <a:cubicBezTo>
                      <a:pt x="40" y="46"/>
                      <a:pt x="40" y="46"/>
                      <a:pt x="40" y="46"/>
                    </a:cubicBezTo>
                    <a:cubicBezTo>
                      <a:pt x="40" y="46"/>
                      <a:pt x="40" y="46"/>
                      <a:pt x="40" y="46"/>
                    </a:cubicBezTo>
                    <a:cubicBezTo>
                      <a:pt x="40" y="45"/>
                      <a:pt x="40" y="45"/>
                      <a:pt x="40" y="45"/>
                    </a:cubicBezTo>
                    <a:cubicBezTo>
                      <a:pt x="40" y="45"/>
                      <a:pt x="40" y="45"/>
                      <a:pt x="40" y="45"/>
                    </a:cubicBezTo>
                    <a:cubicBezTo>
                      <a:pt x="40" y="45"/>
                      <a:pt x="39" y="45"/>
                      <a:pt x="39" y="45"/>
                    </a:cubicBezTo>
                    <a:cubicBezTo>
                      <a:pt x="39" y="45"/>
                      <a:pt x="39" y="45"/>
                      <a:pt x="39" y="45"/>
                    </a:cubicBezTo>
                    <a:cubicBezTo>
                      <a:pt x="39" y="45"/>
                      <a:pt x="39" y="45"/>
                      <a:pt x="39" y="45"/>
                    </a:cubicBezTo>
                    <a:cubicBezTo>
                      <a:pt x="39" y="45"/>
                      <a:pt x="39" y="45"/>
                      <a:pt x="39" y="45"/>
                    </a:cubicBezTo>
                    <a:cubicBezTo>
                      <a:pt x="39" y="46"/>
                      <a:pt x="39" y="46"/>
                      <a:pt x="39" y="46"/>
                    </a:cubicBezTo>
                    <a:cubicBezTo>
                      <a:pt x="39" y="46"/>
                      <a:pt x="39" y="46"/>
                      <a:pt x="39" y="46"/>
                    </a:cubicBezTo>
                    <a:cubicBezTo>
                      <a:pt x="39" y="46"/>
                      <a:pt x="39" y="46"/>
                      <a:pt x="39" y="46"/>
                    </a:cubicBezTo>
                    <a:cubicBezTo>
                      <a:pt x="39" y="46"/>
                      <a:pt x="39" y="46"/>
                      <a:pt x="39" y="46"/>
                    </a:cubicBezTo>
                    <a:cubicBezTo>
                      <a:pt x="39" y="46"/>
                      <a:pt x="39" y="46"/>
                      <a:pt x="39" y="46"/>
                    </a:cubicBezTo>
                    <a:cubicBezTo>
                      <a:pt x="39" y="46"/>
                      <a:pt x="39" y="46"/>
                      <a:pt x="39" y="46"/>
                    </a:cubicBezTo>
                    <a:cubicBezTo>
                      <a:pt x="39" y="46"/>
                      <a:pt x="39" y="46"/>
                      <a:pt x="39" y="46"/>
                    </a:cubicBezTo>
                    <a:cubicBezTo>
                      <a:pt x="39" y="46"/>
                      <a:pt x="39" y="46"/>
                      <a:pt x="39" y="46"/>
                    </a:cubicBezTo>
                    <a:cubicBezTo>
                      <a:pt x="39" y="46"/>
                      <a:pt x="39" y="46"/>
                      <a:pt x="39" y="46"/>
                    </a:cubicBezTo>
                    <a:cubicBezTo>
                      <a:pt x="39" y="46"/>
                      <a:pt x="39" y="46"/>
                      <a:pt x="39" y="46"/>
                    </a:cubicBezTo>
                    <a:cubicBezTo>
                      <a:pt x="38" y="46"/>
                      <a:pt x="38" y="46"/>
                      <a:pt x="38" y="46"/>
                    </a:cubicBezTo>
                    <a:cubicBezTo>
                      <a:pt x="38" y="46"/>
                      <a:pt x="38" y="46"/>
                      <a:pt x="38" y="46"/>
                    </a:cubicBezTo>
                    <a:cubicBezTo>
                      <a:pt x="38" y="46"/>
                      <a:pt x="38" y="46"/>
                      <a:pt x="38" y="46"/>
                    </a:cubicBezTo>
                    <a:cubicBezTo>
                      <a:pt x="38" y="46"/>
                      <a:pt x="38" y="46"/>
                      <a:pt x="38" y="46"/>
                    </a:cubicBezTo>
                    <a:cubicBezTo>
                      <a:pt x="38" y="46"/>
                      <a:pt x="38" y="46"/>
                      <a:pt x="38" y="46"/>
                    </a:cubicBezTo>
                    <a:cubicBezTo>
                      <a:pt x="38" y="46"/>
                      <a:pt x="38" y="46"/>
                      <a:pt x="38" y="46"/>
                    </a:cubicBezTo>
                    <a:cubicBezTo>
                      <a:pt x="38" y="46"/>
                      <a:pt x="38" y="46"/>
                      <a:pt x="37" y="46"/>
                    </a:cubicBezTo>
                    <a:cubicBezTo>
                      <a:pt x="37" y="46"/>
                      <a:pt x="37" y="46"/>
                      <a:pt x="37" y="46"/>
                    </a:cubicBezTo>
                    <a:cubicBezTo>
                      <a:pt x="37" y="46"/>
                      <a:pt x="37" y="46"/>
                      <a:pt x="37" y="46"/>
                    </a:cubicBezTo>
                    <a:cubicBezTo>
                      <a:pt x="37" y="46"/>
                      <a:pt x="37" y="46"/>
                      <a:pt x="37" y="46"/>
                    </a:cubicBezTo>
                    <a:cubicBezTo>
                      <a:pt x="37" y="46"/>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6"/>
                      <a:pt x="37" y="46"/>
                      <a:pt x="36" y="46"/>
                    </a:cubicBezTo>
                    <a:cubicBezTo>
                      <a:pt x="36" y="46"/>
                      <a:pt x="36" y="47"/>
                      <a:pt x="36" y="47"/>
                    </a:cubicBezTo>
                    <a:cubicBezTo>
                      <a:pt x="36" y="47"/>
                      <a:pt x="36" y="47"/>
                      <a:pt x="36" y="47"/>
                    </a:cubicBezTo>
                    <a:cubicBezTo>
                      <a:pt x="36" y="47"/>
                      <a:pt x="36" y="47"/>
                      <a:pt x="36" y="47"/>
                    </a:cubicBezTo>
                    <a:cubicBezTo>
                      <a:pt x="36" y="47"/>
                      <a:pt x="36" y="47"/>
                      <a:pt x="36" y="48"/>
                    </a:cubicBezTo>
                    <a:cubicBezTo>
                      <a:pt x="36" y="48"/>
                      <a:pt x="36" y="48"/>
                      <a:pt x="36" y="48"/>
                    </a:cubicBezTo>
                    <a:cubicBezTo>
                      <a:pt x="36" y="48"/>
                      <a:pt x="36" y="48"/>
                      <a:pt x="36" y="48"/>
                    </a:cubicBezTo>
                    <a:cubicBezTo>
                      <a:pt x="36" y="48"/>
                      <a:pt x="36" y="48"/>
                      <a:pt x="35" y="48"/>
                    </a:cubicBezTo>
                    <a:cubicBezTo>
                      <a:pt x="35" y="48"/>
                      <a:pt x="35" y="48"/>
                      <a:pt x="35" y="48"/>
                    </a:cubicBezTo>
                    <a:cubicBezTo>
                      <a:pt x="35" y="48"/>
                      <a:pt x="35" y="48"/>
                      <a:pt x="35" y="48"/>
                    </a:cubicBezTo>
                    <a:cubicBezTo>
                      <a:pt x="35" y="48"/>
                      <a:pt x="36" y="48"/>
                      <a:pt x="36" y="48"/>
                    </a:cubicBezTo>
                    <a:cubicBezTo>
                      <a:pt x="36" y="48"/>
                      <a:pt x="36" y="48"/>
                      <a:pt x="36" y="49"/>
                    </a:cubicBezTo>
                    <a:cubicBezTo>
                      <a:pt x="36" y="49"/>
                      <a:pt x="36" y="49"/>
                      <a:pt x="36"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5" y="49"/>
                      <a:pt x="35" y="49"/>
                    </a:cubicBezTo>
                    <a:cubicBezTo>
                      <a:pt x="35" y="49"/>
                      <a:pt x="34" y="49"/>
                      <a:pt x="34" y="49"/>
                    </a:cubicBezTo>
                    <a:cubicBezTo>
                      <a:pt x="34" y="49"/>
                      <a:pt x="34" y="49"/>
                      <a:pt x="34" y="49"/>
                    </a:cubicBezTo>
                    <a:cubicBezTo>
                      <a:pt x="34" y="49"/>
                      <a:pt x="34" y="49"/>
                      <a:pt x="33" y="50"/>
                    </a:cubicBezTo>
                    <a:cubicBezTo>
                      <a:pt x="33" y="50"/>
                      <a:pt x="33" y="50"/>
                      <a:pt x="33" y="50"/>
                    </a:cubicBezTo>
                    <a:cubicBezTo>
                      <a:pt x="33" y="50"/>
                      <a:pt x="33" y="50"/>
                      <a:pt x="33" y="50"/>
                    </a:cubicBezTo>
                    <a:cubicBezTo>
                      <a:pt x="33" y="50"/>
                      <a:pt x="33" y="50"/>
                      <a:pt x="33" y="50"/>
                    </a:cubicBezTo>
                    <a:cubicBezTo>
                      <a:pt x="33" y="50"/>
                      <a:pt x="33" y="50"/>
                      <a:pt x="33" y="50"/>
                    </a:cubicBezTo>
                    <a:cubicBezTo>
                      <a:pt x="33" y="50"/>
                      <a:pt x="33" y="50"/>
                      <a:pt x="33" y="50"/>
                    </a:cubicBezTo>
                    <a:cubicBezTo>
                      <a:pt x="33" y="50"/>
                      <a:pt x="33" y="50"/>
                      <a:pt x="33" y="50"/>
                    </a:cubicBezTo>
                    <a:cubicBezTo>
                      <a:pt x="33" y="50"/>
                      <a:pt x="33" y="50"/>
                      <a:pt x="32" y="50"/>
                    </a:cubicBezTo>
                    <a:cubicBezTo>
                      <a:pt x="32" y="50"/>
                      <a:pt x="32" y="50"/>
                      <a:pt x="32" y="50"/>
                    </a:cubicBezTo>
                    <a:cubicBezTo>
                      <a:pt x="32" y="50"/>
                      <a:pt x="32" y="50"/>
                      <a:pt x="32" y="50"/>
                    </a:cubicBezTo>
                    <a:cubicBezTo>
                      <a:pt x="32" y="50"/>
                      <a:pt x="32" y="50"/>
                      <a:pt x="32" y="50"/>
                    </a:cubicBezTo>
                    <a:cubicBezTo>
                      <a:pt x="32" y="50"/>
                      <a:pt x="32" y="51"/>
                      <a:pt x="32" y="51"/>
                    </a:cubicBezTo>
                    <a:cubicBezTo>
                      <a:pt x="32" y="51"/>
                      <a:pt x="32" y="51"/>
                      <a:pt x="32" y="51"/>
                    </a:cubicBezTo>
                    <a:cubicBezTo>
                      <a:pt x="32" y="51"/>
                      <a:pt x="32" y="51"/>
                      <a:pt x="32" y="51"/>
                    </a:cubicBezTo>
                    <a:cubicBezTo>
                      <a:pt x="32" y="51"/>
                      <a:pt x="31" y="51"/>
                      <a:pt x="31" y="51"/>
                    </a:cubicBezTo>
                    <a:cubicBezTo>
                      <a:pt x="31" y="51"/>
                      <a:pt x="31" y="51"/>
                      <a:pt x="31" y="51"/>
                    </a:cubicBezTo>
                    <a:cubicBezTo>
                      <a:pt x="31" y="52"/>
                      <a:pt x="31" y="52"/>
                      <a:pt x="30" y="52"/>
                    </a:cubicBezTo>
                    <a:cubicBezTo>
                      <a:pt x="30" y="52"/>
                      <a:pt x="30" y="52"/>
                      <a:pt x="30" y="52"/>
                    </a:cubicBezTo>
                    <a:cubicBezTo>
                      <a:pt x="30" y="52"/>
                      <a:pt x="30" y="52"/>
                      <a:pt x="30" y="52"/>
                    </a:cubicBezTo>
                    <a:cubicBezTo>
                      <a:pt x="30" y="52"/>
                      <a:pt x="30" y="52"/>
                      <a:pt x="30" y="52"/>
                    </a:cubicBezTo>
                    <a:cubicBezTo>
                      <a:pt x="30" y="52"/>
                      <a:pt x="29" y="52"/>
                      <a:pt x="29" y="52"/>
                    </a:cubicBezTo>
                    <a:cubicBezTo>
                      <a:pt x="29" y="52"/>
                      <a:pt x="29" y="52"/>
                      <a:pt x="29" y="52"/>
                    </a:cubicBezTo>
                    <a:cubicBezTo>
                      <a:pt x="29" y="52"/>
                      <a:pt x="29" y="52"/>
                      <a:pt x="29" y="52"/>
                    </a:cubicBezTo>
                    <a:cubicBezTo>
                      <a:pt x="29" y="52"/>
                      <a:pt x="29" y="52"/>
                      <a:pt x="29" y="52"/>
                    </a:cubicBezTo>
                    <a:cubicBezTo>
                      <a:pt x="29" y="52"/>
                      <a:pt x="29" y="52"/>
                      <a:pt x="29" y="52"/>
                    </a:cubicBezTo>
                    <a:cubicBezTo>
                      <a:pt x="29" y="52"/>
                      <a:pt x="29" y="52"/>
                      <a:pt x="29" y="52"/>
                    </a:cubicBezTo>
                    <a:cubicBezTo>
                      <a:pt x="29" y="52"/>
                      <a:pt x="29" y="52"/>
                      <a:pt x="29" y="52"/>
                    </a:cubicBezTo>
                    <a:cubicBezTo>
                      <a:pt x="29" y="52"/>
                      <a:pt x="29" y="52"/>
                      <a:pt x="29" y="52"/>
                    </a:cubicBezTo>
                    <a:cubicBezTo>
                      <a:pt x="28" y="52"/>
                      <a:pt x="28" y="52"/>
                      <a:pt x="28" y="52"/>
                    </a:cubicBezTo>
                    <a:cubicBezTo>
                      <a:pt x="28" y="52"/>
                      <a:pt x="28" y="52"/>
                      <a:pt x="28" y="52"/>
                    </a:cubicBezTo>
                    <a:cubicBezTo>
                      <a:pt x="28" y="52"/>
                      <a:pt x="28" y="52"/>
                      <a:pt x="28" y="52"/>
                    </a:cubicBezTo>
                    <a:cubicBezTo>
                      <a:pt x="28" y="52"/>
                      <a:pt x="28" y="52"/>
                      <a:pt x="28" y="52"/>
                    </a:cubicBezTo>
                    <a:cubicBezTo>
                      <a:pt x="28" y="52"/>
                      <a:pt x="28" y="52"/>
                      <a:pt x="28" y="52"/>
                    </a:cubicBezTo>
                    <a:cubicBezTo>
                      <a:pt x="28" y="52"/>
                      <a:pt x="28" y="53"/>
                      <a:pt x="28" y="53"/>
                    </a:cubicBezTo>
                    <a:cubicBezTo>
                      <a:pt x="28" y="53"/>
                      <a:pt x="28" y="53"/>
                      <a:pt x="28" y="53"/>
                    </a:cubicBezTo>
                    <a:cubicBezTo>
                      <a:pt x="28" y="53"/>
                      <a:pt x="28" y="53"/>
                      <a:pt x="28" y="53"/>
                    </a:cubicBezTo>
                    <a:cubicBezTo>
                      <a:pt x="28" y="53"/>
                      <a:pt x="28" y="53"/>
                      <a:pt x="28" y="53"/>
                    </a:cubicBezTo>
                    <a:cubicBezTo>
                      <a:pt x="28" y="53"/>
                      <a:pt x="28" y="53"/>
                      <a:pt x="28" y="53"/>
                    </a:cubicBezTo>
                    <a:cubicBezTo>
                      <a:pt x="28" y="53"/>
                      <a:pt x="28" y="53"/>
                      <a:pt x="28" y="54"/>
                    </a:cubicBezTo>
                    <a:cubicBezTo>
                      <a:pt x="28" y="54"/>
                      <a:pt x="28" y="54"/>
                      <a:pt x="28" y="54"/>
                    </a:cubicBezTo>
                    <a:cubicBezTo>
                      <a:pt x="28" y="54"/>
                      <a:pt x="28" y="54"/>
                      <a:pt x="28" y="54"/>
                    </a:cubicBezTo>
                    <a:cubicBezTo>
                      <a:pt x="28" y="53"/>
                      <a:pt x="28" y="53"/>
                      <a:pt x="28" y="53"/>
                    </a:cubicBezTo>
                    <a:cubicBezTo>
                      <a:pt x="28" y="53"/>
                      <a:pt x="28" y="53"/>
                      <a:pt x="28" y="53"/>
                    </a:cubicBezTo>
                    <a:cubicBezTo>
                      <a:pt x="28" y="53"/>
                      <a:pt x="28" y="53"/>
                      <a:pt x="28" y="53"/>
                    </a:cubicBezTo>
                    <a:cubicBezTo>
                      <a:pt x="28" y="54"/>
                      <a:pt x="28" y="54"/>
                      <a:pt x="28" y="54"/>
                    </a:cubicBezTo>
                    <a:cubicBezTo>
                      <a:pt x="27" y="54"/>
                      <a:pt x="27" y="54"/>
                      <a:pt x="27" y="53"/>
                    </a:cubicBezTo>
                    <a:cubicBezTo>
                      <a:pt x="27" y="53"/>
                      <a:pt x="27" y="53"/>
                      <a:pt x="27" y="53"/>
                    </a:cubicBezTo>
                    <a:cubicBezTo>
                      <a:pt x="27" y="53"/>
                      <a:pt x="27" y="53"/>
                      <a:pt x="27" y="53"/>
                    </a:cubicBezTo>
                    <a:cubicBezTo>
                      <a:pt x="27" y="54"/>
                      <a:pt x="27" y="54"/>
                      <a:pt x="27" y="54"/>
                    </a:cubicBezTo>
                    <a:cubicBezTo>
                      <a:pt x="27" y="54"/>
                      <a:pt x="27" y="54"/>
                      <a:pt x="27" y="54"/>
                    </a:cubicBezTo>
                    <a:cubicBezTo>
                      <a:pt x="27" y="54"/>
                      <a:pt x="27" y="53"/>
                      <a:pt x="27" y="53"/>
                    </a:cubicBezTo>
                    <a:cubicBezTo>
                      <a:pt x="27" y="53"/>
                      <a:pt x="27" y="53"/>
                      <a:pt x="27" y="53"/>
                    </a:cubicBezTo>
                    <a:cubicBezTo>
                      <a:pt x="27" y="53"/>
                      <a:pt x="27" y="53"/>
                      <a:pt x="27" y="53"/>
                    </a:cubicBezTo>
                    <a:cubicBezTo>
                      <a:pt x="26" y="53"/>
                      <a:pt x="26" y="53"/>
                      <a:pt x="26" y="53"/>
                    </a:cubicBezTo>
                    <a:cubicBezTo>
                      <a:pt x="26" y="53"/>
                      <a:pt x="26" y="53"/>
                      <a:pt x="26" y="53"/>
                    </a:cubicBezTo>
                    <a:cubicBezTo>
                      <a:pt x="26" y="53"/>
                      <a:pt x="26" y="53"/>
                      <a:pt x="26" y="53"/>
                    </a:cubicBezTo>
                    <a:cubicBezTo>
                      <a:pt x="26" y="53"/>
                      <a:pt x="26" y="53"/>
                      <a:pt x="26" y="53"/>
                    </a:cubicBezTo>
                    <a:cubicBezTo>
                      <a:pt x="26" y="53"/>
                      <a:pt x="26" y="53"/>
                      <a:pt x="25" y="53"/>
                    </a:cubicBezTo>
                    <a:cubicBezTo>
                      <a:pt x="25" y="53"/>
                      <a:pt x="25" y="53"/>
                      <a:pt x="25" y="53"/>
                    </a:cubicBezTo>
                    <a:cubicBezTo>
                      <a:pt x="25" y="53"/>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4"/>
                      <a:pt x="25" y="54"/>
                    </a:cubicBezTo>
                    <a:cubicBezTo>
                      <a:pt x="25" y="54"/>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5" y="55"/>
                      <a:pt x="25" y="55"/>
                    </a:cubicBezTo>
                    <a:cubicBezTo>
                      <a:pt x="25" y="55"/>
                      <a:pt x="26" y="55"/>
                      <a:pt x="26" y="55"/>
                    </a:cubicBezTo>
                    <a:cubicBezTo>
                      <a:pt x="26" y="55"/>
                      <a:pt x="26" y="55"/>
                      <a:pt x="26" y="55"/>
                    </a:cubicBezTo>
                    <a:cubicBezTo>
                      <a:pt x="26" y="55"/>
                      <a:pt x="26" y="55"/>
                      <a:pt x="26" y="55"/>
                    </a:cubicBezTo>
                    <a:cubicBezTo>
                      <a:pt x="26" y="55"/>
                      <a:pt x="26" y="55"/>
                      <a:pt x="26" y="55"/>
                    </a:cubicBezTo>
                    <a:cubicBezTo>
                      <a:pt x="26" y="55"/>
                      <a:pt x="26" y="55"/>
                      <a:pt x="26" y="55"/>
                    </a:cubicBezTo>
                    <a:cubicBezTo>
                      <a:pt x="26" y="55"/>
                      <a:pt x="26" y="55"/>
                      <a:pt x="26" y="55"/>
                    </a:cubicBezTo>
                    <a:cubicBezTo>
                      <a:pt x="26" y="55"/>
                      <a:pt x="26" y="55"/>
                      <a:pt x="26" y="55"/>
                    </a:cubicBezTo>
                    <a:cubicBezTo>
                      <a:pt x="26" y="55"/>
                      <a:pt x="26" y="55"/>
                      <a:pt x="26" y="55"/>
                    </a:cubicBezTo>
                    <a:cubicBezTo>
                      <a:pt x="26" y="55"/>
                      <a:pt x="26" y="55"/>
                      <a:pt x="26" y="55"/>
                    </a:cubicBezTo>
                    <a:cubicBezTo>
                      <a:pt x="27" y="55"/>
                      <a:pt x="27" y="55"/>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6"/>
                      <a:pt x="27" y="56"/>
                    </a:cubicBezTo>
                    <a:cubicBezTo>
                      <a:pt x="27" y="56"/>
                      <a:pt x="27" y="57"/>
                      <a:pt x="27" y="57"/>
                    </a:cubicBezTo>
                    <a:cubicBezTo>
                      <a:pt x="27" y="57"/>
                      <a:pt x="27" y="57"/>
                      <a:pt x="27" y="57"/>
                    </a:cubicBezTo>
                    <a:cubicBezTo>
                      <a:pt x="27" y="57"/>
                      <a:pt x="27" y="57"/>
                      <a:pt x="27" y="57"/>
                    </a:cubicBezTo>
                    <a:cubicBezTo>
                      <a:pt x="27" y="57"/>
                      <a:pt x="27" y="57"/>
                      <a:pt x="27" y="57"/>
                    </a:cubicBezTo>
                    <a:cubicBezTo>
                      <a:pt x="27" y="57"/>
                      <a:pt x="27" y="57"/>
                      <a:pt x="27" y="57"/>
                    </a:cubicBezTo>
                    <a:cubicBezTo>
                      <a:pt x="27" y="57"/>
                      <a:pt x="27" y="57"/>
                      <a:pt x="28" y="57"/>
                    </a:cubicBezTo>
                    <a:cubicBezTo>
                      <a:pt x="28" y="57"/>
                      <a:pt x="28" y="58"/>
                      <a:pt x="28" y="58"/>
                    </a:cubicBezTo>
                    <a:cubicBezTo>
                      <a:pt x="28" y="58"/>
                      <a:pt x="28" y="58"/>
                      <a:pt x="28" y="58"/>
                    </a:cubicBezTo>
                    <a:cubicBezTo>
                      <a:pt x="27" y="59"/>
                      <a:pt x="28" y="59"/>
                      <a:pt x="28" y="59"/>
                    </a:cubicBezTo>
                    <a:cubicBezTo>
                      <a:pt x="28" y="59"/>
                      <a:pt x="28" y="59"/>
                      <a:pt x="28" y="59"/>
                    </a:cubicBezTo>
                    <a:cubicBezTo>
                      <a:pt x="28" y="59"/>
                      <a:pt x="28" y="59"/>
                      <a:pt x="28" y="59"/>
                    </a:cubicBezTo>
                    <a:cubicBezTo>
                      <a:pt x="28" y="59"/>
                      <a:pt x="28" y="59"/>
                      <a:pt x="28" y="60"/>
                    </a:cubicBezTo>
                    <a:cubicBezTo>
                      <a:pt x="28" y="59"/>
                      <a:pt x="28" y="59"/>
                      <a:pt x="28" y="59"/>
                    </a:cubicBezTo>
                    <a:cubicBezTo>
                      <a:pt x="28" y="59"/>
                      <a:pt x="28" y="59"/>
                      <a:pt x="27" y="59"/>
                    </a:cubicBezTo>
                    <a:cubicBezTo>
                      <a:pt x="27" y="59"/>
                      <a:pt x="27" y="59"/>
                      <a:pt x="27" y="59"/>
                    </a:cubicBezTo>
                    <a:cubicBezTo>
                      <a:pt x="27" y="59"/>
                      <a:pt x="27" y="59"/>
                      <a:pt x="27" y="59"/>
                    </a:cubicBezTo>
                    <a:cubicBezTo>
                      <a:pt x="27" y="59"/>
                      <a:pt x="27" y="59"/>
                      <a:pt x="27" y="59"/>
                    </a:cubicBezTo>
                    <a:cubicBezTo>
                      <a:pt x="27" y="59"/>
                      <a:pt x="27" y="59"/>
                      <a:pt x="27" y="59"/>
                    </a:cubicBezTo>
                    <a:cubicBezTo>
                      <a:pt x="27" y="59"/>
                      <a:pt x="27" y="59"/>
                      <a:pt x="27" y="59"/>
                    </a:cubicBezTo>
                    <a:cubicBezTo>
                      <a:pt x="27" y="59"/>
                      <a:pt x="27" y="59"/>
                      <a:pt x="27" y="59"/>
                    </a:cubicBezTo>
                    <a:cubicBezTo>
                      <a:pt x="27" y="59"/>
                      <a:pt x="27" y="60"/>
                      <a:pt x="27" y="60"/>
                    </a:cubicBezTo>
                    <a:cubicBezTo>
                      <a:pt x="27" y="60"/>
                      <a:pt x="27" y="60"/>
                      <a:pt x="27" y="60"/>
                    </a:cubicBezTo>
                    <a:cubicBezTo>
                      <a:pt x="27" y="60"/>
                      <a:pt x="27" y="60"/>
                      <a:pt x="27" y="60"/>
                    </a:cubicBezTo>
                    <a:cubicBezTo>
                      <a:pt x="27" y="60"/>
                      <a:pt x="27" y="60"/>
                      <a:pt x="27" y="60"/>
                    </a:cubicBezTo>
                    <a:cubicBezTo>
                      <a:pt x="27" y="60"/>
                      <a:pt x="27" y="60"/>
                      <a:pt x="27" y="60"/>
                    </a:cubicBezTo>
                    <a:cubicBezTo>
                      <a:pt x="27" y="60"/>
                      <a:pt x="27" y="60"/>
                      <a:pt x="27" y="60"/>
                    </a:cubicBezTo>
                    <a:cubicBezTo>
                      <a:pt x="27" y="60"/>
                      <a:pt x="27" y="60"/>
                      <a:pt x="27" y="60"/>
                    </a:cubicBezTo>
                    <a:cubicBezTo>
                      <a:pt x="27" y="60"/>
                      <a:pt x="27" y="60"/>
                      <a:pt x="27" y="60"/>
                    </a:cubicBezTo>
                    <a:cubicBezTo>
                      <a:pt x="27" y="60"/>
                      <a:pt x="27" y="60"/>
                      <a:pt x="27" y="60"/>
                    </a:cubicBezTo>
                    <a:cubicBezTo>
                      <a:pt x="27" y="60"/>
                      <a:pt x="27" y="60"/>
                      <a:pt x="27" y="60"/>
                    </a:cubicBezTo>
                    <a:cubicBezTo>
                      <a:pt x="27" y="60"/>
                      <a:pt x="27" y="60"/>
                      <a:pt x="27" y="60"/>
                    </a:cubicBezTo>
                    <a:cubicBezTo>
                      <a:pt x="27" y="60"/>
                      <a:pt x="27" y="60"/>
                      <a:pt x="27" y="61"/>
                    </a:cubicBezTo>
                    <a:cubicBezTo>
                      <a:pt x="27" y="61"/>
                      <a:pt x="26" y="62"/>
                      <a:pt x="26" y="62"/>
                    </a:cubicBezTo>
                    <a:cubicBezTo>
                      <a:pt x="26" y="62"/>
                      <a:pt x="26" y="62"/>
                      <a:pt x="26" y="62"/>
                    </a:cubicBezTo>
                    <a:cubicBezTo>
                      <a:pt x="26" y="62"/>
                      <a:pt x="26" y="62"/>
                      <a:pt x="26" y="62"/>
                    </a:cubicBezTo>
                    <a:cubicBezTo>
                      <a:pt x="26" y="62"/>
                      <a:pt x="26" y="62"/>
                      <a:pt x="26" y="62"/>
                    </a:cubicBezTo>
                    <a:cubicBezTo>
                      <a:pt x="26" y="62"/>
                      <a:pt x="26" y="62"/>
                      <a:pt x="26" y="62"/>
                    </a:cubicBezTo>
                    <a:cubicBezTo>
                      <a:pt x="26" y="62"/>
                      <a:pt x="26" y="62"/>
                      <a:pt x="26" y="62"/>
                    </a:cubicBezTo>
                    <a:cubicBezTo>
                      <a:pt x="26" y="62"/>
                      <a:pt x="26" y="62"/>
                      <a:pt x="26" y="62"/>
                    </a:cubicBezTo>
                    <a:cubicBezTo>
                      <a:pt x="26" y="62"/>
                      <a:pt x="26" y="62"/>
                      <a:pt x="26" y="62"/>
                    </a:cubicBezTo>
                    <a:cubicBezTo>
                      <a:pt x="26" y="62"/>
                      <a:pt x="26" y="62"/>
                      <a:pt x="26" y="62"/>
                    </a:cubicBezTo>
                    <a:cubicBezTo>
                      <a:pt x="26" y="62"/>
                      <a:pt x="26" y="62"/>
                      <a:pt x="26" y="62"/>
                    </a:cubicBezTo>
                    <a:cubicBezTo>
                      <a:pt x="25" y="62"/>
                      <a:pt x="25" y="62"/>
                      <a:pt x="25" y="62"/>
                    </a:cubicBezTo>
                    <a:cubicBezTo>
                      <a:pt x="25" y="62"/>
                      <a:pt x="25" y="62"/>
                      <a:pt x="25" y="62"/>
                    </a:cubicBezTo>
                    <a:cubicBezTo>
                      <a:pt x="25" y="62"/>
                      <a:pt x="25" y="62"/>
                      <a:pt x="25" y="62"/>
                    </a:cubicBezTo>
                    <a:cubicBezTo>
                      <a:pt x="25" y="62"/>
                      <a:pt x="25" y="62"/>
                      <a:pt x="25" y="62"/>
                    </a:cubicBezTo>
                    <a:cubicBezTo>
                      <a:pt x="25" y="62"/>
                      <a:pt x="25" y="62"/>
                      <a:pt x="25" y="62"/>
                    </a:cubicBezTo>
                    <a:cubicBezTo>
                      <a:pt x="25" y="62"/>
                      <a:pt x="25" y="62"/>
                      <a:pt x="25" y="62"/>
                    </a:cubicBezTo>
                    <a:cubicBezTo>
                      <a:pt x="24" y="62"/>
                      <a:pt x="24" y="62"/>
                      <a:pt x="24" y="62"/>
                    </a:cubicBezTo>
                    <a:cubicBezTo>
                      <a:pt x="24" y="62"/>
                      <a:pt x="24" y="62"/>
                      <a:pt x="24" y="62"/>
                    </a:cubicBezTo>
                    <a:cubicBezTo>
                      <a:pt x="24" y="62"/>
                      <a:pt x="24" y="62"/>
                      <a:pt x="24" y="62"/>
                    </a:cubicBezTo>
                    <a:cubicBezTo>
                      <a:pt x="24" y="62"/>
                      <a:pt x="24" y="62"/>
                      <a:pt x="24" y="62"/>
                    </a:cubicBezTo>
                    <a:cubicBezTo>
                      <a:pt x="24" y="62"/>
                      <a:pt x="24" y="62"/>
                      <a:pt x="24" y="62"/>
                    </a:cubicBezTo>
                    <a:cubicBezTo>
                      <a:pt x="24" y="62"/>
                      <a:pt x="23" y="62"/>
                      <a:pt x="23" y="62"/>
                    </a:cubicBezTo>
                    <a:cubicBezTo>
                      <a:pt x="23" y="62"/>
                      <a:pt x="23" y="62"/>
                      <a:pt x="23" y="62"/>
                    </a:cubicBezTo>
                    <a:cubicBezTo>
                      <a:pt x="23" y="62"/>
                      <a:pt x="23" y="62"/>
                      <a:pt x="23" y="62"/>
                    </a:cubicBezTo>
                    <a:cubicBezTo>
                      <a:pt x="23" y="62"/>
                      <a:pt x="23" y="62"/>
                      <a:pt x="23" y="62"/>
                    </a:cubicBezTo>
                    <a:cubicBezTo>
                      <a:pt x="23" y="62"/>
                      <a:pt x="23" y="62"/>
                      <a:pt x="23" y="62"/>
                    </a:cubicBezTo>
                    <a:cubicBezTo>
                      <a:pt x="23" y="62"/>
                      <a:pt x="23" y="62"/>
                      <a:pt x="23" y="62"/>
                    </a:cubicBezTo>
                    <a:cubicBezTo>
                      <a:pt x="23" y="62"/>
                      <a:pt x="23" y="62"/>
                      <a:pt x="23" y="62"/>
                    </a:cubicBezTo>
                    <a:cubicBezTo>
                      <a:pt x="22" y="62"/>
                      <a:pt x="22" y="62"/>
                      <a:pt x="22" y="62"/>
                    </a:cubicBezTo>
                    <a:cubicBezTo>
                      <a:pt x="22" y="62"/>
                      <a:pt x="22" y="62"/>
                      <a:pt x="22" y="62"/>
                    </a:cubicBezTo>
                    <a:cubicBezTo>
                      <a:pt x="22" y="62"/>
                      <a:pt x="22" y="62"/>
                      <a:pt x="22" y="62"/>
                    </a:cubicBezTo>
                    <a:cubicBezTo>
                      <a:pt x="22" y="62"/>
                      <a:pt x="22" y="62"/>
                      <a:pt x="22" y="62"/>
                    </a:cubicBezTo>
                    <a:cubicBezTo>
                      <a:pt x="22" y="62"/>
                      <a:pt x="22" y="62"/>
                      <a:pt x="22" y="62"/>
                    </a:cubicBezTo>
                    <a:cubicBezTo>
                      <a:pt x="22" y="62"/>
                      <a:pt x="21" y="62"/>
                      <a:pt x="21" y="62"/>
                    </a:cubicBezTo>
                    <a:cubicBezTo>
                      <a:pt x="21" y="62"/>
                      <a:pt x="21" y="62"/>
                      <a:pt x="21" y="62"/>
                    </a:cubicBezTo>
                    <a:cubicBezTo>
                      <a:pt x="21" y="62"/>
                      <a:pt x="21" y="62"/>
                      <a:pt x="21" y="62"/>
                    </a:cubicBezTo>
                    <a:cubicBezTo>
                      <a:pt x="21" y="62"/>
                      <a:pt x="21" y="62"/>
                      <a:pt x="21" y="62"/>
                    </a:cubicBezTo>
                    <a:cubicBezTo>
                      <a:pt x="20" y="62"/>
                      <a:pt x="20" y="62"/>
                      <a:pt x="20" y="62"/>
                    </a:cubicBezTo>
                    <a:cubicBezTo>
                      <a:pt x="20" y="62"/>
                      <a:pt x="20" y="62"/>
                      <a:pt x="20" y="62"/>
                    </a:cubicBezTo>
                    <a:cubicBezTo>
                      <a:pt x="20" y="62"/>
                      <a:pt x="20" y="62"/>
                      <a:pt x="20" y="61"/>
                    </a:cubicBezTo>
                    <a:cubicBezTo>
                      <a:pt x="20" y="61"/>
                      <a:pt x="20" y="61"/>
                      <a:pt x="20" y="61"/>
                    </a:cubicBezTo>
                    <a:cubicBezTo>
                      <a:pt x="20" y="61"/>
                      <a:pt x="20" y="61"/>
                      <a:pt x="20" y="61"/>
                    </a:cubicBezTo>
                    <a:cubicBezTo>
                      <a:pt x="19" y="61"/>
                      <a:pt x="19" y="61"/>
                      <a:pt x="19" y="61"/>
                    </a:cubicBezTo>
                    <a:cubicBezTo>
                      <a:pt x="19" y="61"/>
                      <a:pt x="19" y="61"/>
                      <a:pt x="19" y="61"/>
                    </a:cubicBezTo>
                    <a:cubicBezTo>
                      <a:pt x="19" y="61"/>
                      <a:pt x="19" y="61"/>
                      <a:pt x="19" y="61"/>
                    </a:cubicBezTo>
                    <a:cubicBezTo>
                      <a:pt x="19" y="61"/>
                      <a:pt x="19" y="62"/>
                      <a:pt x="19" y="62"/>
                    </a:cubicBezTo>
                    <a:cubicBezTo>
                      <a:pt x="19" y="62"/>
                      <a:pt x="18" y="62"/>
                      <a:pt x="18" y="62"/>
                    </a:cubicBezTo>
                    <a:cubicBezTo>
                      <a:pt x="18" y="62"/>
                      <a:pt x="18" y="62"/>
                      <a:pt x="18" y="62"/>
                    </a:cubicBezTo>
                    <a:cubicBezTo>
                      <a:pt x="18" y="62"/>
                      <a:pt x="18" y="62"/>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3"/>
                      <a:pt x="18" y="63"/>
                    </a:cubicBezTo>
                    <a:cubicBezTo>
                      <a:pt x="18" y="63"/>
                      <a:pt x="18" y="64"/>
                      <a:pt x="18" y="64"/>
                    </a:cubicBezTo>
                    <a:cubicBezTo>
                      <a:pt x="18" y="64"/>
                      <a:pt x="18" y="64"/>
                      <a:pt x="18" y="64"/>
                    </a:cubicBezTo>
                    <a:cubicBezTo>
                      <a:pt x="18" y="64"/>
                      <a:pt x="18" y="64"/>
                      <a:pt x="18" y="64"/>
                    </a:cubicBezTo>
                    <a:cubicBezTo>
                      <a:pt x="18" y="64"/>
                      <a:pt x="18" y="64"/>
                      <a:pt x="18" y="64"/>
                    </a:cubicBezTo>
                    <a:cubicBezTo>
                      <a:pt x="18" y="64"/>
                      <a:pt x="18" y="64"/>
                      <a:pt x="18" y="64"/>
                    </a:cubicBezTo>
                    <a:cubicBezTo>
                      <a:pt x="18" y="64"/>
                      <a:pt x="18" y="64"/>
                      <a:pt x="18" y="64"/>
                    </a:cubicBezTo>
                    <a:cubicBezTo>
                      <a:pt x="18" y="64"/>
                      <a:pt x="18" y="64"/>
                      <a:pt x="18" y="65"/>
                    </a:cubicBezTo>
                    <a:cubicBezTo>
                      <a:pt x="18" y="65"/>
                      <a:pt x="18" y="65"/>
                      <a:pt x="18" y="65"/>
                    </a:cubicBezTo>
                    <a:cubicBezTo>
                      <a:pt x="18" y="65"/>
                      <a:pt x="18" y="65"/>
                      <a:pt x="18" y="65"/>
                    </a:cubicBezTo>
                    <a:cubicBezTo>
                      <a:pt x="18" y="66"/>
                      <a:pt x="17" y="66"/>
                      <a:pt x="17" y="66"/>
                    </a:cubicBezTo>
                    <a:cubicBezTo>
                      <a:pt x="17" y="66"/>
                      <a:pt x="17" y="66"/>
                      <a:pt x="17" y="66"/>
                    </a:cubicBezTo>
                    <a:cubicBezTo>
                      <a:pt x="17" y="66"/>
                      <a:pt x="17" y="66"/>
                      <a:pt x="17" y="66"/>
                    </a:cubicBezTo>
                    <a:cubicBezTo>
                      <a:pt x="17" y="67"/>
                      <a:pt x="17" y="67"/>
                      <a:pt x="17" y="67"/>
                    </a:cubicBezTo>
                    <a:cubicBezTo>
                      <a:pt x="17" y="67"/>
                      <a:pt x="17" y="67"/>
                      <a:pt x="17" y="67"/>
                    </a:cubicBezTo>
                    <a:cubicBezTo>
                      <a:pt x="17" y="67"/>
                      <a:pt x="17" y="67"/>
                      <a:pt x="17" y="67"/>
                    </a:cubicBezTo>
                    <a:cubicBezTo>
                      <a:pt x="17" y="68"/>
                      <a:pt x="17" y="68"/>
                      <a:pt x="17" y="68"/>
                    </a:cubicBezTo>
                    <a:cubicBezTo>
                      <a:pt x="17" y="68"/>
                      <a:pt x="17" y="68"/>
                      <a:pt x="17" y="68"/>
                    </a:cubicBezTo>
                    <a:cubicBezTo>
                      <a:pt x="17" y="68"/>
                      <a:pt x="16" y="68"/>
                      <a:pt x="16" y="68"/>
                    </a:cubicBezTo>
                    <a:cubicBezTo>
                      <a:pt x="16" y="68"/>
                      <a:pt x="16" y="68"/>
                      <a:pt x="16" y="68"/>
                    </a:cubicBezTo>
                    <a:cubicBezTo>
                      <a:pt x="16" y="68"/>
                      <a:pt x="16" y="68"/>
                      <a:pt x="16" y="68"/>
                    </a:cubicBezTo>
                    <a:cubicBezTo>
                      <a:pt x="16" y="68"/>
                      <a:pt x="16" y="68"/>
                      <a:pt x="16" y="68"/>
                    </a:cubicBezTo>
                    <a:cubicBezTo>
                      <a:pt x="16" y="68"/>
                      <a:pt x="16" y="68"/>
                      <a:pt x="16" y="68"/>
                    </a:cubicBezTo>
                    <a:cubicBezTo>
                      <a:pt x="16" y="69"/>
                      <a:pt x="16" y="69"/>
                      <a:pt x="16" y="69"/>
                    </a:cubicBezTo>
                    <a:cubicBezTo>
                      <a:pt x="16" y="69"/>
                      <a:pt x="16" y="69"/>
                      <a:pt x="16" y="69"/>
                    </a:cubicBezTo>
                    <a:cubicBezTo>
                      <a:pt x="16" y="69"/>
                      <a:pt x="16" y="69"/>
                      <a:pt x="16" y="69"/>
                    </a:cubicBezTo>
                    <a:cubicBezTo>
                      <a:pt x="16" y="69"/>
                      <a:pt x="16" y="69"/>
                      <a:pt x="16" y="69"/>
                    </a:cubicBezTo>
                    <a:cubicBezTo>
                      <a:pt x="16" y="69"/>
                      <a:pt x="16" y="69"/>
                      <a:pt x="16" y="69"/>
                    </a:cubicBezTo>
                    <a:cubicBezTo>
                      <a:pt x="16" y="69"/>
                      <a:pt x="16" y="69"/>
                      <a:pt x="16" y="69"/>
                    </a:cubicBezTo>
                    <a:cubicBezTo>
                      <a:pt x="16" y="69"/>
                      <a:pt x="16" y="69"/>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0"/>
                      <a:pt x="17" y="70"/>
                    </a:cubicBezTo>
                    <a:cubicBezTo>
                      <a:pt x="17" y="70"/>
                      <a:pt x="17" y="70"/>
                      <a:pt x="17" y="70"/>
                    </a:cubicBezTo>
                    <a:cubicBezTo>
                      <a:pt x="17" y="70"/>
                      <a:pt x="16" y="70"/>
                      <a:pt x="16" y="70"/>
                    </a:cubicBezTo>
                    <a:cubicBezTo>
                      <a:pt x="16" y="70"/>
                      <a:pt x="16" y="70"/>
                      <a:pt x="16" y="70"/>
                    </a:cubicBezTo>
                    <a:cubicBezTo>
                      <a:pt x="16" y="70"/>
                      <a:pt x="16" y="70"/>
                      <a:pt x="16" y="70"/>
                    </a:cubicBezTo>
                    <a:cubicBezTo>
                      <a:pt x="16" y="70"/>
                      <a:pt x="16" y="70"/>
                      <a:pt x="16" y="70"/>
                    </a:cubicBezTo>
                    <a:cubicBezTo>
                      <a:pt x="16" y="70"/>
                      <a:pt x="16" y="70"/>
                      <a:pt x="16" y="70"/>
                    </a:cubicBezTo>
                    <a:cubicBezTo>
                      <a:pt x="16" y="70"/>
                      <a:pt x="16" y="71"/>
                      <a:pt x="16" y="71"/>
                    </a:cubicBezTo>
                    <a:cubicBezTo>
                      <a:pt x="16" y="71"/>
                      <a:pt x="16" y="71"/>
                      <a:pt x="16" y="71"/>
                    </a:cubicBezTo>
                    <a:cubicBezTo>
                      <a:pt x="16" y="71"/>
                      <a:pt x="16" y="72"/>
                      <a:pt x="16" y="72"/>
                    </a:cubicBezTo>
                    <a:cubicBezTo>
                      <a:pt x="16" y="72"/>
                      <a:pt x="16" y="72"/>
                      <a:pt x="16" y="72"/>
                    </a:cubicBezTo>
                    <a:cubicBezTo>
                      <a:pt x="16" y="72"/>
                      <a:pt x="16" y="72"/>
                      <a:pt x="16" y="72"/>
                    </a:cubicBezTo>
                    <a:cubicBezTo>
                      <a:pt x="16" y="72"/>
                      <a:pt x="16" y="72"/>
                      <a:pt x="16" y="72"/>
                    </a:cubicBezTo>
                    <a:cubicBezTo>
                      <a:pt x="16" y="72"/>
                      <a:pt x="16" y="72"/>
                      <a:pt x="16" y="72"/>
                    </a:cubicBezTo>
                    <a:cubicBezTo>
                      <a:pt x="16" y="72"/>
                      <a:pt x="17" y="72"/>
                      <a:pt x="17" y="72"/>
                    </a:cubicBezTo>
                    <a:cubicBezTo>
                      <a:pt x="17" y="73"/>
                      <a:pt x="17" y="73"/>
                      <a:pt x="17" y="73"/>
                    </a:cubicBezTo>
                    <a:cubicBezTo>
                      <a:pt x="17" y="73"/>
                      <a:pt x="18" y="72"/>
                      <a:pt x="18" y="72"/>
                    </a:cubicBezTo>
                    <a:cubicBezTo>
                      <a:pt x="18" y="72"/>
                      <a:pt x="18" y="72"/>
                      <a:pt x="18" y="72"/>
                    </a:cubicBezTo>
                    <a:cubicBezTo>
                      <a:pt x="18" y="72"/>
                      <a:pt x="18" y="72"/>
                      <a:pt x="18" y="72"/>
                    </a:cubicBezTo>
                    <a:cubicBezTo>
                      <a:pt x="18" y="72"/>
                      <a:pt x="18" y="72"/>
                      <a:pt x="18" y="72"/>
                    </a:cubicBezTo>
                    <a:cubicBezTo>
                      <a:pt x="18" y="72"/>
                      <a:pt x="18" y="72"/>
                      <a:pt x="18" y="72"/>
                    </a:cubicBezTo>
                    <a:cubicBezTo>
                      <a:pt x="18" y="72"/>
                      <a:pt x="18" y="72"/>
                      <a:pt x="18" y="72"/>
                    </a:cubicBezTo>
                    <a:cubicBezTo>
                      <a:pt x="18" y="72"/>
                      <a:pt x="18" y="72"/>
                      <a:pt x="18" y="72"/>
                    </a:cubicBezTo>
                    <a:cubicBezTo>
                      <a:pt x="18" y="72"/>
                      <a:pt x="18" y="72"/>
                      <a:pt x="18" y="72"/>
                    </a:cubicBezTo>
                    <a:cubicBezTo>
                      <a:pt x="18" y="72"/>
                      <a:pt x="19" y="73"/>
                      <a:pt x="19" y="73"/>
                    </a:cubicBezTo>
                    <a:cubicBezTo>
                      <a:pt x="19" y="73"/>
                      <a:pt x="19" y="73"/>
                      <a:pt x="19" y="73"/>
                    </a:cubicBezTo>
                    <a:cubicBezTo>
                      <a:pt x="19" y="73"/>
                      <a:pt x="19" y="73"/>
                      <a:pt x="19" y="73"/>
                    </a:cubicBezTo>
                    <a:cubicBezTo>
                      <a:pt x="19" y="73"/>
                      <a:pt x="19" y="73"/>
                      <a:pt x="19" y="73"/>
                    </a:cubicBezTo>
                    <a:cubicBezTo>
                      <a:pt x="19" y="73"/>
                      <a:pt x="19" y="73"/>
                      <a:pt x="19" y="73"/>
                    </a:cubicBezTo>
                    <a:cubicBezTo>
                      <a:pt x="19" y="74"/>
                      <a:pt x="19" y="74"/>
                      <a:pt x="19" y="74"/>
                    </a:cubicBezTo>
                    <a:cubicBezTo>
                      <a:pt x="19" y="74"/>
                      <a:pt x="19" y="74"/>
                      <a:pt x="19" y="74"/>
                    </a:cubicBezTo>
                    <a:cubicBezTo>
                      <a:pt x="19" y="74"/>
                      <a:pt x="19" y="74"/>
                      <a:pt x="19" y="74"/>
                    </a:cubicBezTo>
                    <a:cubicBezTo>
                      <a:pt x="19" y="74"/>
                      <a:pt x="19" y="74"/>
                      <a:pt x="19" y="74"/>
                    </a:cubicBezTo>
                    <a:cubicBezTo>
                      <a:pt x="19" y="74"/>
                      <a:pt x="19" y="74"/>
                      <a:pt x="20" y="74"/>
                    </a:cubicBezTo>
                    <a:cubicBezTo>
                      <a:pt x="20" y="74"/>
                      <a:pt x="20" y="73"/>
                      <a:pt x="20" y="73"/>
                    </a:cubicBezTo>
                    <a:cubicBezTo>
                      <a:pt x="20" y="73"/>
                      <a:pt x="20" y="73"/>
                      <a:pt x="20" y="73"/>
                    </a:cubicBezTo>
                    <a:cubicBezTo>
                      <a:pt x="20" y="73"/>
                      <a:pt x="21" y="73"/>
                      <a:pt x="21" y="73"/>
                    </a:cubicBezTo>
                    <a:cubicBezTo>
                      <a:pt x="21" y="73"/>
                      <a:pt x="21" y="73"/>
                      <a:pt x="21" y="73"/>
                    </a:cubicBezTo>
                    <a:cubicBezTo>
                      <a:pt x="21" y="73"/>
                      <a:pt x="21" y="73"/>
                      <a:pt x="21" y="73"/>
                    </a:cubicBezTo>
                    <a:cubicBezTo>
                      <a:pt x="21" y="73"/>
                      <a:pt x="21" y="73"/>
                      <a:pt x="21" y="73"/>
                    </a:cubicBezTo>
                    <a:cubicBezTo>
                      <a:pt x="21" y="73"/>
                      <a:pt x="21" y="73"/>
                      <a:pt x="21" y="73"/>
                    </a:cubicBezTo>
                    <a:cubicBezTo>
                      <a:pt x="21" y="73"/>
                      <a:pt x="21" y="73"/>
                      <a:pt x="21" y="73"/>
                    </a:cubicBezTo>
                    <a:cubicBezTo>
                      <a:pt x="21" y="73"/>
                      <a:pt x="22" y="73"/>
                      <a:pt x="22" y="73"/>
                    </a:cubicBezTo>
                    <a:cubicBezTo>
                      <a:pt x="22" y="73"/>
                      <a:pt x="22" y="73"/>
                      <a:pt x="22" y="73"/>
                    </a:cubicBezTo>
                    <a:cubicBezTo>
                      <a:pt x="22" y="73"/>
                      <a:pt x="22" y="73"/>
                      <a:pt x="22" y="73"/>
                    </a:cubicBezTo>
                    <a:cubicBezTo>
                      <a:pt x="22" y="73"/>
                      <a:pt x="22" y="73"/>
                      <a:pt x="22" y="73"/>
                    </a:cubicBezTo>
                    <a:cubicBezTo>
                      <a:pt x="22" y="73"/>
                      <a:pt x="22" y="73"/>
                      <a:pt x="22" y="73"/>
                    </a:cubicBezTo>
                    <a:cubicBezTo>
                      <a:pt x="22" y="73"/>
                      <a:pt x="23" y="73"/>
                      <a:pt x="23" y="73"/>
                    </a:cubicBezTo>
                    <a:cubicBezTo>
                      <a:pt x="23" y="73"/>
                      <a:pt x="23" y="73"/>
                      <a:pt x="23" y="73"/>
                    </a:cubicBezTo>
                    <a:cubicBezTo>
                      <a:pt x="23" y="73"/>
                      <a:pt x="23" y="73"/>
                      <a:pt x="23" y="73"/>
                    </a:cubicBezTo>
                    <a:cubicBezTo>
                      <a:pt x="23" y="73"/>
                      <a:pt x="23" y="73"/>
                      <a:pt x="23" y="73"/>
                    </a:cubicBezTo>
                    <a:cubicBezTo>
                      <a:pt x="23" y="73"/>
                      <a:pt x="23" y="73"/>
                      <a:pt x="23" y="73"/>
                    </a:cubicBezTo>
                    <a:cubicBezTo>
                      <a:pt x="23" y="73"/>
                      <a:pt x="23" y="73"/>
                      <a:pt x="23" y="73"/>
                    </a:cubicBezTo>
                    <a:cubicBezTo>
                      <a:pt x="24" y="73"/>
                      <a:pt x="24" y="73"/>
                      <a:pt x="24" y="73"/>
                    </a:cubicBezTo>
                    <a:cubicBezTo>
                      <a:pt x="24" y="73"/>
                      <a:pt x="24" y="73"/>
                      <a:pt x="24" y="73"/>
                    </a:cubicBezTo>
                    <a:cubicBezTo>
                      <a:pt x="24" y="73"/>
                      <a:pt x="24" y="73"/>
                      <a:pt x="24" y="72"/>
                    </a:cubicBezTo>
                    <a:cubicBezTo>
                      <a:pt x="24" y="72"/>
                      <a:pt x="24" y="72"/>
                      <a:pt x="24" y="72"/>
                    </a:cubicBezTo>
                    <a:cubicBezTo>
                      <a:pt x="25" y="72"/>
                      <a:pt x="25" y="72"/>
                      <a:pt x="25" y="72"/>
                    </a:cubicBezTo>
                    <a:cubicBezTo>
                      <a:pt x="25" y="72"/>
                      <a:pt x="25" y="72"/>
                      <a:pt x="25" y="72"/>
                    </a:cubicBezTo>
                    <a:cubicBezTo>
                      <a:pt x="25" y="72"/>
                      <a:pt x="25" y="72"/>
                      <a:pt x="25" y="72"/>
                    </a:cubicBezTo>
                    <a:cubicBezTo>
                      <a:pt x="25" y="72"/>
                      <a:pt x="25" y="72"/>
                      <a:pt x="25" y="72"/>
                    </a:cubicBezTo>
                    <a:cubicBezTo>
                      <a:pt x="25" y="72"/>
                      <a:pt x="25" y="72"/>
                      <a:pt x="25" y="72"/>
                    </a:cubicBezTo>
                    <a:cubicBezTo>
                      <a:pt x="25" y="72"/>
                      <a:pt x="25" y="72"/>
                      <a:pt x="25" y="72"/>
                    </a:cubicBezTo>
                    <a:cubicBezTo>
                      <a:pt x="25" y="72"/>
                      <a:pt x="25" y="72"/>
                      <a:pt x="25" y="72"/>
                    </a:cubicBezTo>
                    <a:cubicBezTo>
                      <a:pt x="25" y="72"/>
                      <a:pt x="25" y="72"/>
                      <a:pt x="25" y="72"/>
                    </a:cubicBezTo>
                    <a:cubicBezTo>
                      <a:pt x="25" y="72"/>
                      <a:pt x="25" y="72"/>
                      <a:pt x="25" y="72"/>
                    </a:cubicBezTo>
                    <a:cubicBezTo>
                      <a:pt x="25" y="71"/>
                      <a:pt x="25" y="71"/>
                      <a:pt x="26" y="71"/>
                    </a:cubicBezTo>
                    <a:cubicBezTo>
                      <a:pt x="26" y="71"/>
                      <a:pt x="26" y="71"/>
                      <a:pt x="26" y="71"/>
                    </a:cubicBezTo>
                    <a:cubicBezTo>
                      <a:pt x="26" y="71"/>
                      <a:pt x="26" y="71"/>
                      <a:pt x="26" y="71"/>
                    </a:cubicBezTo>
                    <a:cubicBezTo>
                      <a:pt x="26" y="71"/>
                      <a:pt x="26" y="71"/>
                      <a:pt x="26" y="71"/>
                    </a:cubicBezTo>
                    <a:cubicBezTo>
                      <a:pt x="26" y="71"/>
                      <a:pt x="26" y="71"/>
                      <a:pt x="26" y="70"/>
                    </a:cubicBezTo>
                    <a:cubicBezTo>
                      <a:pt x="26" y="70"/>
                      <a:pt x="26" y="70"/>
                      <a:pt x="27" y="70"/>
                    </a:cubicBezTo>
                    <a:cubicBezTo>
                      <a:pt x="27" y="70"/>
                      <a:pt x="27" y="70"/>
                      <a:pt x="27" y="70"/>
                    </a:cubicBezTo>
                    <a:cubicBezTo>
                      <a:pt x="27" y="70"/>
                      <a:pt x="27" y="70"/>
                      <a:pt x="27" y="70"/>
                    </a:cubicBezTo>
                    <a:cubicBezTo>
                      <a:pt x="27" y="70"/>
                      <a:pt x="26" y="69"/>
                      <a:pt x="26" y="69"/>
                    </a:cubicBezTo>
                    <a:cubicBezTo>
                      <a:pt x="26" y="69"/>
                      <a:pt x="26" y="69"/>
                      <a:pt x="26" y="69"/>
                    </a:cubicBezTo>
                    <a:cubicBezTo>
                      <a:pt x="26" y="69"/>
                      <a:pt x="27" y="68"/>
                      <a:pt x="27" y="68"/>
                    </a:cubicBezTo>
                    <a:cubicBezTo>
                      <a:pt x="27" y="68"/>
                      <a:pt x="27" y="68"/>
                      <a:pt x="27" y="68"/>
                    </a:cubicBezTo>
                    <a:cubicBezTo>
                      <a:pt x="27" y="67"/>
                      <a:pt x="28" y="67"/>
                      <a:pt x="28" y="67"/>
                    </a:cubicBezTo>
                    <a:cubicBezTo>
                      <a:pt x="28" y="67"/>
                      <a:pt x="28" y="67"/>
                      <a:pt x="28" y="67"/>
                    </a:cubicBezTo>
                    <a:cubicBezTo>
                      <a:pt x="28" y="67"/>
                      <a:pt x="28" y="67"/>
                      <a:pt x="28" y="67"/>
                    </a:cubicBezTo>
                    <a:cubicBezTo>
                      <a:pt x="28" y="67"/>
                      <a:pt x="28" y="67"/>
                      <a:pt x="28" y="67"/>
                    </a:cubicBezTo>
                    <a:cubicBezTo>
                      <a:pt x="28" y="67"/>
                      <a:pt x="28" y="67"/>
                      <a:pt x="28" y="66"/>
                    </a:cubicBezTo>
                    <a:cubicBezTo>
                      <a:pt x="28" y="66"/>
                      <a:pt x="28" y="66"/>
                      <a:pt x="29" y="66"/>
                    </a:cubicBezTo>
                    <a:cubicBezTo>
                      <a:pt x="29" y="66"/>
                      <a:pt x="29" y="66"/>
                      <a:pt x="29" y="66"/>
                    </a:cubicBezTo>
                    <a:cubicBezTo>
                      <a:pt x="29" y="66"/>
                      <a:pt x="30" y="66"/>
                      <a:pt x="30" y="66"/>
                    </a:cubicBezTo>
                    <a:cubicBezTo>
                      <a:pt x="30" y="66"/>
                      <a:pt x="30" y="66"/>
                      <a:pt x="30" y="66"/>
                    </a:cubicBezTo>
                    <a:cubicBezTo>
                      <a:pt x="30" y="66"/>
                      <a:pt x="30" y="66"/>
                      <a:pt x="30" y="66"/>
                    </a:cubicBezTo>
                    <a:cubicBezTo>
                      <a:pt x="30" y="65"/>
                      <a:pt x="30" y="65"/>
                      <a:pt x="30" y="65"/>
                    </a:cubicBezTo>
                    <a:cubicBezTo>
                      <a:pt x="30" y="65"/>
                      <a:pt x="30" y="65"/>
                      <a:pt x="30" y="65"/>
                    </a:cubicBezTo>
                    <a:cubicBezTo>
                      <a:pt x="31" y="65"/>
                      <a:pt x="31" y="65"/>
                      <a:pt x="31" y="65"/>
                    </a:cubicBezTo>
                    <a:cubicBezTo>
                      <a:pt x="31" y="65"/>
                      <a:pt x="31" y="65"/>
                      <a:pt x="31" y="65"/>
                    </a:cubicBezTo>
                    <a:cubicBezTo>
                      <a:pt x="31" y="65"/>
                      <a:pt x="31" y="65"/>
                      <a:pt x="31" y="65"/>
                    </a:cubicBezTo>
                    <a:cubicBezTo>
                      <a:pt x="31" y="65"/>
                      <a:pt x="31" y="64"/>
                      <a:pt x="31" y="64"/>
                    </a:cubicBezTo>
                    <a:cubicBezTo>
                      <a:pt x="31" y="64"/>
                      <a:pt x="31" y="64"/>
                      <a:pt x="31" y="64"/>
                    </a:cubicBezTo>
                    <a:cubicBezTo>
                      <a:pt x="31" y="64"/>
                      <a:pt x="31" y="64"/>
                      <a:pt x="31" y="64"/>
                    </a:cubicBezTo>
                    <a:cubicBezTo>
                      <a:pt x="31" y="64"/>
                      <a:pt x="31" y="64"/>
                      <a:pt x="31" y="64"/>
                    </a:cubicBezTo>
                    <a:cubicBezTo>
                      <a:pt x="31" y="64"/>
                      <a:pt x="31" y="64"/>
                      <a:pt x="31" y="64"/>
                    </a:cubicBezTo>
                    <a:cubicBezTo>
                      <a:pt x="31" y="64"/>
                      <a:pt x="31" y="64"/>
                      <a:pt x="31" y="64"/>
                    </a:cubicBezTo>
                    <a:cubicBezTo>
                      <a:pt x="31" y="64"/>
                      <a:pt x="32" y="64"/>
                      <a:pt x="32" y="64"/>
                    </a:cubicBezTo>
                    <a:cubicBezTo>
                      <a:pt x="32" y="64"/>
                      <a:pt x="32" y="63"/>
                      <a:pt x="32" y="63"/>
                    </a:cubicBezTo>
                    <a:cubicBezTo>
                      <a:pt x="32" y="63"/>
                      <a:pt x="32" y="63"/>
                      <a:pt x="32" y="63"/>
                    </a:cubicBezTo>
                    <a:cubicBezTo>
                      <a:pt x="32" y="63"/>
                      <a:pt x="32" y="63"/>
                      <a:pt x="32" y="63"/>
                    </a:cubicBezTo>
                    <a:cubicBezTo>
                      <a:pt x="32" y="63"/>
                      <a:pt x="32" y="63"/>
                      <a:pt x="32" y="63"/>
                    </a:cubicBezTo>
                    <a:cubicBezTo>
                      <a:pt x="32" y="63"/>
                      <a:pt x="32" y="62"/>
                      <a:pt x="33" y="62"/>
                    </a:cubicBezTo>
                    <a:cubicBezTo>
                      <a:pt x="33" y="62"/>
                      <a:pt x="33" y="62"/>
                      <a:pt x="33" y="62"/>
                    </a:cubicBezTo>
                    <a:cubicBezTo>
                      <a:pt x="33" y="62"/>
                      <a:pt x="33" y="62"/>
                      <a:pt x="33" y="63"/>
                    </a:cubicBezTo>
                    <a:cubicBezTo>
                      <a:pt x="33" y="63"/>
                      <a:pt x="33" y="63"/>
                      <a:pt x="33" y="63"/>
                    </a:cubicBezTo>
                    <a:cubicBezTo>
                      <a:pt x="33" y="63"/>
                      <a:pt x="33" y="63"/>
                      <a:pt x="34" y="63"/>
                    </a:cubicBezTo>
                    <a:cubicBezTo>
                      <a:pt x="34" y="63"/>
                      <a:pt x="34" y="63"/>
                      <a:pt x="34" y="63"/>
                    </a:cubicBezTo>
                    <a:cubicBezTo>
                      <a:pt x="34" y="63"/>
                      <a:pt x="34" y="62"/>
                      <a:pt x="34" y="62"/>
                    </a:cubicBezTo>
                    <a:cubicBezTo>
                      <a:pt x="34" y="63"/>
                      <a:pt x="34" y="63"/>
                      <a:pt x="34" y="63"/>
                    </a:cubicBezTo>
                    <a:cubicBezTo>
                      <a:pt x="34" y="63"/>
                      <a:pt x="34" y="63"/>
                      <a:pt x="34" y="63"/>
                    </a:cubicBezTo>
                    <a:cubicBezTo>
                      <a:pt x="34" y="63"/>
                      <a:pt x="34" y="63"/>
                      <a:pt x="34" y="63"/>
                    </a:cubicBezTo>
                    <a:cubicBezTo>
                      <a:pt x="34" y="63"/>
                      <a:pt x="34" y="63"/>
                      <a:pt x="34" y="63"/>
                    </a:cubicBezTo>
                    <a:cubicBezTo>
                      <a:pt x="34" y="63"/>
                      <a:pt x="34" y="63"/>
                      <a:pt x="34" y="63"/>
                    </a:cubicBezTo>
                    <a:cubicBezTo>
                      <a:pt x="34" y="63"/>
                      <a:pt x="34" y="63"/>
                      <a:pt x="34" y="63"/>
                    </a:cubicBezTo>
                    <a:cubicBezTo>
                      <a:pt x="34" y="63"/>
                      <a:pt x="34" y="63"/>
                      <a:pt x="34" y="63"/>
                    </a:cubicBezTo>
                    <a:cubicBezTo>
                      <a:pt x="34" y="63"/>
                      <a:pt x="34" y="63"/>
                      <a:pt x="34" y="63"/>
                    </a:cubicBezTo>
                    <a:cubicBezTo>
                      <a:pt x="34" y="63"/>
                      <a:pt x="35" y="63"/>
                      <a:pt x="35" y="63"/>
                    </a:cubicBezTo>
                    <a:cubicBezTo>
                      <a:pt x="35" y="63"/>
                      <a:pt x="35" y="63"/>
                      <a:pt x="35" y="63"/>
                    </a:cubicBezTo>
                    <a:cubicBezTo>
                      <a:pt x="35" y="63"/>
                      <a:pt x="35" y="63"/>
                      <a:pt x="35" y="63"/>
                    </a:cubicBezTo>
                    <a:cubicBezTo>
                      <a:pt x="35" y="63"/>
                      <a:pt x="35" y="63"/>
                      <a:pt x="35" y="63"/>
                    </a:cubicBezTo>
                    <a:cubicBezTo>
                      <a:pt x="35" y="63"/>
                      <a:pt x="35" y="63"/>
                      <a:pt x="35" y="63"/>
                    </a:cubicBezTo>
                    <a:cubicBezTo>
                      <a:pt x="35" y="63"/>
                      <a:pt x="35" y="63"/>
                      <a:pt x="35" y="63"/>
                    </a:cubicBezTo>
                    <a:cubicBezTo>
                      <a:pt x="35" y="63"/>
                      <a:pt x="35" y="63"/>
                      <a:pt x="35" y="63"/>
                    </a:cubicBezTo>
                    <a:cubicBezTo>
                      <a:pt x="35" y="63"/>
                      <a:pt x="35" y="63"/>
                      <a:pt x="35" y="63"/>
                    </a:cubicBezTo>
                    <a:cubicBezTo>
                      <a:pt x="36" y="63"/>
                      <a:pt x="36" y="63"/>
                      <a:pt x="36" y="63"/>
                    </a:cubicBezTo>
                    <a:cubicBezTo>
                      <a:pt x="36" y="63"/>
                      <a:pt x="36" y="63"/>
                      <a:pt x="36" y="63"/>
                    </a:cubicBezTo>
                    <a:cubicBezTo>
                      <a:pt x="36" y="62"/>
                      <a:pt x="36" y="62"/>
                      <a:pt x="36" y="62"/>
                    </a:cubicBezTo>
                    <a:cubicBezTo>
                      <a:pt x="36" y="62"/>
                      <a:pt x="36" y="62"/>
                      <a:pt x="36" y="62"/>
                    </a:cubicBezTo>
                    <a:cubicBezTo>
                      <a:pt x="36" y="62"/>
                      <a:pt x="37" y="62"/>
                      <a:pt x="37" y="62"/>
                    </a:cubicBezTo>
                    <a:cubicBezTo>
                      <a:pt x="37" y="62"/>
                      <a:pt x="37" y="62"/>
                      <a:pt x="37" y="62"/>
                    </a:cubicBezTo>
                    <a:cubicBezTo>
                      <a:pt x="37" y="62"/>
                      <a:pt x="37" y="62"/>
                      <a:pt x="37" y="62"/>
                    </a:cubicBezTo>
                    <a:cubicBezTo>
                      <a:pt x="37" y="62"/>
                      <a:pt x="37" y="62"/>
                      <a:pt x="37" y="62"/>
                    </a:cubicBezTo>
                    <a:cubicBezTo>
                      <a:pt x="37" y="62"/>
                      <a:pt x="37" y="62"/>
                      <a:pt x="37" y="62"/>
                    </a:cubicBezTo>
                    <a:cubicBezTo>
                      <a:pt x="37" y="62"/>
                      <a:pt x="37" y="62"/>
                      <a:pt x="37" y="62"/>
                    </a:cubicBezTo>
                    <a:cubicBezTo>
                      <a:pt x="37" y="62"/>
                      <a:pt x="37" y="62"/>
                      <a:pt x="37" y="62"/>
                    </a:cubicBezTo>
                    <a:cubicBezTo>
                      <a:pt x="37" y="61"/>
                      <a:pt x="38" y="61"/>
                      <a:pt x="38" y="61"/>
                    </a:cubicBezTo>
                    <a:cubicBezTo>
                      <a:pt x="38" y="61"/>
                      <a:pt x="38" y="61"/>
                      <a:pt x="38" y="61"/>
                    </a:cubicBezTo>
                    <a:cubicBezTo>
                      <a:pt x="38" y="61"/>
                      <a:pt x="38" y="61"/>
                      <a:pt x="38" y="61"/>
                    </a:cubicBezTo>
                    <a:cubicBezTo>
                      <a:pt x="38" y="61"/>
                      <a:pt x="38" y="61"/>
                      <a:pt x="38" y="61"/>
                    </a:cubicBezTo>
                    <a:cubicBezTo>
                      <a:pt x="39" y="61"/>
                      <a:pt x="39" y="62"/>
                      <a:pt x="39" y="62"/>
                    </a:cubicBezTo>
                    <a:cubicBezTo>
                      <a:pt x="39" y="62"/>
                      <a:pt x="39" y="62"/>
                      <a:pt x="39" y="62"/>
                    </a:cubicBezTo>
                    <a:cubicBezTo>
                      <a:pt x="39" y="62"/>
                      <a:pt x="39" y="62"/>
                      <a:pt x="39" y="62"/>
                    </a:cubicBezTo>
                    <a:cubicBezTo>
                      <a:pt x="39" y="62"/>
                      <a:pt x="39" y="62"/>
                      <a:pt x="39" y="62"/>
                    </a:cubicBezTo>
                    <a:cubicBezTo>
                      <a:pt x="39" y="62"/>
                      <a:pt x="39" y="62"/>
                      <a:pt x="39" y="63"/>
                    </a:cubicBezTo>
                    <a:cubicBezTo>
                      <a:pt x="39" y="63"/>
                      <a:pt x="40" y="63"/>
                      <a:pt x="40" y="63"/>
                    </a:cubicBezTo>
                    <a:cubicBezTo>
                      <a:pt x="40" y="63"/>
                      <a:pt x="40" y="63"/>
                      <a:pt x="40" y="63"/>
                    </a:cubicBezTo>
                    <a:cubicBezTo>
                      <a:pt x="40" y="63"/>
                      <a:pt x="40" y="63"/>
                      <a:pt x="40" y="63"/>
                    </a:cubicBezTo>
                    <a:cubicBezTo>
                      <a:pt x="40" y="63"/>
                      <a:pt x="40" y="63"/>
                      <a:pt x="40" y="63"/>
                    </a:cubicBezTo>
                    <a:cubicBezTo>
                      <a:pt x="40" y="63"/>
                      <a:pt x="40" y="63"/>
                      <a:pt x="40" y="64"/>
                    </a:cubicBezTo>
                    <a:cubicBezTo>
                      <a:pt x="40" y="64"/>
                      <a:pt x="40" y="64"/>
                      <a:pt x="40" y="64"/>
                    </a:cubicBezTo>
                    <a:cubicBezTo>
                      <a:pt x="40" y="64"/>
                      <a:pt x="40" y="64"/>
                      <a:pt x="40" y="64"/>
                    </a:cubicBezTo>
                    <a:cubicBezTo>
                      <a:pt x="40" y="64"/>
                      <a:pt x="40" y="64"/>
                      <a:pt x="40" y="64"/>
                    </a:cubicBezTo>
                    <a:cubicBezTo>
                      <a:pt x="40" y="64"/>
                      <a:pt x="40" y="64"/>
                      <a:pt x="40" y="64"/>
                    </a:cubicBezTo>
                    <a:cubicBezTo>
                      <a:pt x="40" y="64"/>
                      <a:pt x="40" y="64"/>
                      <a:pt x="40" y="64"/>
                    </a:cubicBezTo>
                    <a:cubicBezTo>
                      <a:pt x="40" y="64"/>
                      <a:pt x="40" y="64"/>
                      <a:pt x="40" y="64"/>
                    </a:cubicBezTo>
                    <a:cubicBezTo>
                      <a:pt x="40" y="64"/>
                      <a:pt x="40" y="64"/>
                      <a:pt x="40" y="64"/>
                    </a:cubicBezTo>
                    <a:cubicBezTo>
                      <a:pt x="40" y="64"/>
                      <a:pt x="40" y="64"/>
                      <a:pt x="40" y="64"/>
                    </a:cubicBezTo>
                    <a:cubicBezTo>
                      <a:pt x="40" y="64"/>
                      <a:pt x="40" y="64"/>
                      <a:pt x="40" y="64"/>
                    </a:cubicBezTo>
                    <a:cubicBezTo>
                      <a:pt x="40" y="65"/>
                      <a:pt x="40" y="65"/>
                      <a:pt x="40" y="65"/>
                    </a:cubicBezTo>
                    <a:cubicBezTo>
                      <a:pt x="40" y="65"/>
                      <a:pt x="40" y="65"/>
                      <a:pt x="40" y="65"/>
                    </a:cubicBezTo>
                    <a:cubicBezTo>
                      <a:pt x="41" y="65"/>
                      <a:pt x="41" y="65"/>
                      <a:pt x="41" y="65"/>
                    </a:cubicBezTo>
                    <a:cubicBezTo>
                      <a:pt x="41" y="65"/>
                      <a:pt x="41" y="65"/>
                      <a:pt x="41" y="65"/>
                    </a:cubicBezTo>
                    <a:cubicBezTo>
                      <a:pt x="41" y="65"/>
                      <a:pt x="41" y="65"/>
                      <a:pt x="41" y="65"/>
                    </a:cubicBezTo>
                    <a:cubicBezTo>
                      <a:pt x="41" y="65"/>
                      <a:pt x="41" y="65"/>
                      <a:pt x="41" y="65"/>
                    </a:cubicBezTo>
                    <a:cubicBezTo>
                      <a:pt x="41" y="65"/>
                      <a:pt x="41" y="65"/>
                      <a:pt x="41" y="65"/>
                    </a:cubicBezTo>
                    <a:cubicBezTo>
                      <a:pt x="41" y="65"/>
                      <a:pt x="41" y="65"/>
                      <a:pt x="41" y="65"/>
                    </a:cubicBezTo>
                    <a:cubicBezTo>
                      <a:pt x="41" y="65"/>
                      <a:pt x="41" y="65"/>
                      <a:pt x="41" y="65"/>
                    </a:cubicBezTo>
                    <a:cubicBezTo>
                      <a:pt x="41" y="65"/>
                      <a:pt x="41" y="65"/>
                      <a:pt x="41" y="65"/>
                    </a:cubicBezTo>
                    <a:cubicBezTo>
                      <a:pt x="41" y="66"/>
                      <a:pt x="41" y="66"/>
                      <a:pt x="41" y="66"/>
                    </a:cubicBezTo>
                    <a:cubicBezTo>
                      <a:pt x="42" y="66"/>
                      <a:pt x="42" y="66"/>
                      <a:pt x="42" y="66"/>
                    </a:cubicBezTo>
                    <a:cubicBezTo>
                      <a:pt x="42" y="66"/>
                      <a:pt x="42" y="67"/>
                      <a:pt x="42" y="67"/>
                    </a:cubicBezTo>
                    <a:cubicBezTo>
                      <a:pt x="42" y="67"/>
                      <a:pt x="42" y="66"/>
                      <a:pt x="42" y="66"/>
                    </a:cubicBezTo>
                    <a:cubicBezTo>
                      <a:pt x="42" y="66"/>
                      <a:pt x="42" y="66"/>
                      <a:pt x="42" y="66"/>
                    </a:cubicBezTo>
                    <a:cubicBezTo>
                      <a:pt x="42" y="66"/>
                      <a:pt x="42" y="66"/>
                      <a:pt x="42" y="66"/>
                    </a:cubicBezTo>
                    <a:cubicBezTo>
                      <a:pt x="42" y="66"/>
                      <a:pt x="43" y="67"/>
                      <a:pt x="43" y="67"/>
                    </a:cubicBezTo>
                    <a:cubicBezTo>
                      <a:pt x="43" y="67"/>
                      <a:pt x="43" y="67"/>
                      <a:pt x="43" y="67"/>
                    </a:cubicBezTo>
                    <a:cubicBezTo>
                      <a:pt x="43" y="67"/>
                      <a:pt x="43" y="67"/>
                      <a:pt x="43" y="67"/>
                    </a:cubicBezTo>
                    <a:cubicBezTo>
                      <a:pt x="43" y="68"/>
                      <a:pt x="43" y="68"/>
                      <a:pt x="43" y="68"/>
                    </a:cubicBezTo>
                    <a:cubicBezTo>
                      <a:pt x="43" y="68"/>
                      <a:pt x="43" y="68"/>
                      <a:pt x="43" y="68"/>
                    </a:cubicBezTo>
                    <a:cubicBezTo>
                      <a:pt x="43" y="68"/>
                      <a:pt x="43" y="68"/>
                      <a:pt x="43" y="68"/>
                    </a:cubicBezTo>
                    <a:cubicBezTo>
                      <a:pt x="43" y="68"/>
                      <a:pt x="44" y="68"/>
                      <a:pt x="44" y="68"/>
                    </a:cubicBezTo>
                    <a:cubicBezTo>
                      <a:pt x="44" y="68"/>
                      <a:pt x="44" y="68"/>
                      <a:pt x="44" y="68"/>
                    </a:cubicBezTo>
                    <a:cubicBezTo>
                      <a:pt x="44" y="68"/>
                      <a:pt x="44" y="68"/>
                      <a:pt x="44" y="68"/>
                    </a:cubicBezTo>
                    <a:cubicBezTo>
                      <a:pt x="44" y="68"/>
                      <a:pt x="44" y="68"/>
                      <a:pt x="44" y="68"/>
                    </a:cubicBezTo>
                    <a:cubicBezTo>
                      <a:pt x="44" y="68"/>
                      <a:pt x="44" y="68"/>
                      <a:pt x="44" y="68"/>
                    </a:cubicBezTo>
                    <a:cubicBezTo>
                      <a:pt x="44" y="68"/>
                      <a:pt x="44" y="68"/>
                      <a:pt x="44" y="68"/>
                    </a:cubicBezTo>
                    <a:cubicBezTo>
                      <a:pt x="44" y="68"/>
                      <a:pt x="44" y="68"/>
                      <a:pt x="44" y="68"/>
                    </a:cubicBezTo>
                    <a:cubicBezTo>
                      <a:pt x="44" y="68"/>
                      <a:pt x="44" y="68"/>
                      <a:pt x="44" y="68"/>
                    </a:cubicBezTo>
                    <a:cubicBezTo>
                      <a:pt x="44" y="69"/>
                      <a:pt x="44" y="69"/>
                      <a:pt x="44" y="69"/>
                    </a:cubicBezTo>
                    <a:cubicBezTo>
                      <a:pt x="44" y="69"/>
                      <a:pt x="44" y="69"/>
                      <a:pt x="44" y="68"/>
                    </a:cubicBezTo>
                    <a:cubicBezTo>
                      <a:pt x="45" y="68"/>
                      <a:pt x="45" y="68"/>
                      <a:pt x="45" y="68"/>
                    </a:cubicBezTo>
                    <a:cubicBezTo>
                      <a:pt x="45" y="68"/>
                      <a:pt x="45" y="68"/>
                      <a:pt x="45" y="69"/>
                    </a:cubicBezTo>
                    <a:cubicBezTo>
                      <a:pt x="45" y="69"/>
                      <a:pt x="45" y="69"/>
                      <a:pt x="45" y="69"/>
                    </a:cubicBezTo>
                    <a:cubicBezTo>
                      <a:pt x="45" y="69"/>
                      <a:pt x="45" y="69"/>
                      <a:pt x="45" y="69"/>
                    </a:cubicBezTo>
                    <a:cubicBezTo>
                      <a:pt x="45" y="69"/>
                      <a:pt x="45" y="69"/>
                      <a:pt x="45" y="69"/>
                    </a:cubicBezTo>
                    <a:cubicBezTo>
                      <a:pt x="45" y="69"/>
                      <a:pt x="45" y="69"/>
                      <a:pt x="45" y="70"/>
                    </a:cubicBezTo>
                    <a:cubicBezTo>
                      <a:pt x="45" y="70"/>
                      <a:pt x="45" y="70"/>
                      <a:pt x="45" y="71"/>
                    </a:cubicBezTo>
                    <a:cubicBezTo>
                      <a:pt x="45" y="71"/>
                      <a:pt x="45" y="71"/>
                      <a:pt x="45" y="71"/>
                    </a:cubicBezTo>
                    <a:cubicBezTo>
                      <a:pt x="44" y="71"/>
                      <a:pt x="45" y="71"/>
                      <a:pt x="45" y="71"/>
                    </a:cubicBezTo>
                    <a:cubicBezTo>
                      <a:pt x="45" y="71"/>
                      <a:pt x="45" y="71"/>
                      <a:pt x="45" y="71"/>
                    </a:cubicBezTo>
                    <a:cubicBezTo>
                      <a:pt x="45" y="71"/>
                      <a:pt x="44" y="71"/>
                      <a:pt x="44" y="71"/>
                    </a:cubicBezTo>
                    <a:cubicBezTo>
                      <a:pt x="44" y="71"/>
                      <a:pt x="44" y="71"/>
                      <a:pt x="44" y="71"/>
                    </a:cubicBezTo>
                    <a:cubicBezTo>
                      <a:pt x="44" y="72"/>
                      <a:pt x="44" y="72"/>
                      <a:pt x="44" y="72"/>
                    </a:cubicBezTo>
                    <a:cubicBezTo>
                      <a:pt x="44" y="72"/>
                      <a:pt x="44" y="72"/>
                      <a:pt x="44" y="72"/>
                    </a:cubicBezTo>
                    <a:cubicBezTo>
                      <a:pt x="45" y="72"/>
                      <a:pt x="45" y="72"/>
                      <a:pt x="45" y="72"/>
                    </a:cubicBezTo>
                    <a:cubicBezTo>
                      <a:pt x="45" y="71"/>
                      <a:pt x="45" y="71"/>
                      <a:pt x="45" y="71"/>
                    </a:cubicBezTo>
                    <a:cubicBezTo>
                      <a:pt x="45" y="71"/>
                      <a:pt x="45" y="71"/>
                      <a:pt x="45" y="71"/>
                    </a:cubicBezTo>
                    <a:cubicBezTo>
                      <a:pt x="45" y="71"/>
                      <a:pt x="46" y="71"/>
                      <a:pt x="46" y="71"/>
                    </a:cubicBezTo>
                    <a:cubicBezTo>
                      <a:pt x="46" y="70"/>
                      <a:pt x="46" y="70"/>
                      <a:pt x="46" y="70"/>
                    </a:cubicBezTo>
                    <a:cubicBezTo>
                      <a:pt x="46" y="70"/>
                      <a:pt x="46" y="70"/>
                      <a:pt x="46" y="70"/>
                    </a:cubicBezTo>
                    <a:cubicBezTo>
                      <a:pt x="46" y="70"/>
                      <a:pt x="46" y="70"/>
                      <a:pt x="46" y="70"/>
                    </a:cubicBezTo>
                    <a:cubicBezTo>
                      <a:pt x="46" y="70"/>
                      <a:pt x="46" y="70"/>
                      <a:pt x="46" y="70"/>
                    </a:cubicBezTo>
                    <a:cubicBezTo>
                      <a:pt x="46" y="70"/>
                      <a:pt x="46" y="70"/>
                      <a:pt x="46" y="69"/>
                    </a:cubicBezTo>
                    <a:cubicBezTo>
                      <a:pt x="46" y="69"/>
                      <a:pt x="46" y="69"/>
                      <a:pt x="46" y="69"/>
                    </a:cubicBezTo>
                    <a:cubicBezTo>
                      <a:pt x="46" y="69"/>
                      <a:pt x="46" y="69"/>
                      <a:pt x="46" y="68"/>
                    </a:cubicBezTo>
                    <a:cubicBezTo>
                      <a:pt x="46" y="68"/>
                      <a:pt x="46" y="68"/>
                      <a:pt x="46" y="68"/>
                    </a:cubicBezTo>
                    <a:cubicBezTo>
                      <a:pt x="46" y="68"/>
                      <a:pt x="46" y="68"/>
                      <a:pt x="46" y="68"/>
                    </a:cubicBezTo>
                    <a:cubicBezTo>
                      <a:pt x="46" y="68"/>
                      <a:pt x="46" y="68"/>
                      <a:pt x="46" y="68"/>
                    </a:cubicBezTo>
                    <a:cubicBezTo>
                      <a:pt x="46" y="68"/>
                      <a:pt x="46" y="68"/>
                      <a:pt x="47" y="68"/>
                    </a:cubicBezTo>
                    <a:cubicBezTo>
                      <a:pt x="47" y="68"/>
                      <a:pt x="47" y="68"/>
                      <a:pt x="47" y="68"/>
                    </a:cubicBezTo>
                    <a:cubicBezTo>
                      <a:pt x="47" y="68"/>
                      <a:pt x="47" y="68"/>
                      <a:pt x="47" y="68"/>
                    </a:cubicBezTo>
                    <a:cubicBezTo>
                      <a:pt x="47" y="68"/>
                      <a:pt x="47" y="68"/>
                      <a:pt x="47" y="68"/>
                    </a:cubicBezTo>
                    <a:cubicBezTo>
                      <a:pt x="47" y="68"/>
                      <a:pt x="47" y="68"/>
                      <a:pt x="47" y="68"/>
                    </a:cubicBezTo>
                    <a:cubicBezTo>
                      <a:pt x="47" y="68"/>
                      <a:pt x="47" y="68"/>
                      <a:pt x="47" y="69"/>
                    </a:cubicBezTo>
                    <a:cubicBezTo>
                      <a:pt x="47" y="69"/>
                      <a:pt x="47" y="69"/>
                      <a:pt x="47" y="69"/>
                    </a:cubicBezTo>
                    <a:cubicBezTo>
                      <a:pt x="47" y="69"/>
                      <a:pt x="47" y="69"/>
                      <a:pt x="48" y="69"/>
                    </a:cubicBezTo>
                    <a:cubicBezTo>
                      <a:pt x="48" y="69"/>
                      <a:pt x="48" y="69"/>
                      <a:pt x="48" y="69"/>
                    </a:cubicBezTo>
                    <a:cubicBezTo>
                      <a:pt x="48" y="69"/>
                      <a:pt x="48" y="69"/>
                      <a:pt x="48" y="69"/>
                    </a:cubicBezTo>
                    <a:cubicBezTo>
                      <a:pt x="48" y="69"/>
                      <a:pt x="48" y="69"/>
                      <a:pt x="48" y="69"/>
                    </a:cubicBezTo>
                    <a:cubicBezTo>
                      <a:pt x="48" y="69"/>
                      <a:pt x="48" y="69"/>
                      <a:pt x="48" y="69"/>
                    </a:cubicBezTo>
                    <a:cubicBezTo>
                      <a:pt x="48" y="68"/>
                      <a:pt x="48" y="68"/>
                      <a:pt x="48" y="68"/>
                    </a:cubicBezTo>
                    <a:cubicBezTo>
                      <a:pt x="48" y="68"/>
                      <a:pt x="48" y="68"/>
                      <a:pt x="48" y="68"/>
                    </a:cubicBezTo>
                    <a:cubicBezTo>
                      <a:pt x="48" y="68"/>
                      <a:pt x="48" y="68"/>
                      <a:pt x="48" y="68"/>
                    </a:cubicBezTo>
                    <a:cubicBezTo>
                      <a:pt x="48" y="68"/>
                      <a:pt x="48" y="67"/>
                      <a:pt x="47" y="67"/>
                    </a:cubicBezTo>
                    <a:cubicBezTo>
                      <a:pt x="47" y="67"/>
                      <a:pt x="47" y="67"/>
                      <a:pt x="47" y="67"/>
                    </a:cubicBezTo>
                    <a:cubicBezTo>
                      <a:pt x="47" y="67"/>
                      <a:pt x="47" y="67"/>
                      <a:pt x="46" y="66"/>
                    </a:cubicBezTo>
                    <a:cubicBezTo>
                      <a:pt x="46" y="66"/>
                      <a:pt x="46" y="66"/>
                      <a:pt x="46" y="66"/>
                    </a:cubicBezTo>
                    <a:cubicBezTo>
                      <a:pt x="46" y="66"/>
                      <a:pt x="46" y="66"/>
                      <a:pt x="46" y="66"/>
                    </a:cubicBezTo>
                    <a:cubicBezTo>
                      <a:pt x="45" y="66"/>
                      <a:pt x="45" y="66"/>
                      <a:pt x="45" y="66"/>
                    </a:cubicBezTo>
                    <a:cubicBezTo>
                      <a:pt x="45" y="66"/>
                      <a:pt x="45" y="66"/>
                      <a:pt x="45" y="66"/>
                    </a:cubicBezTo>
                    <a:cubicBezTo>
                      <a:pt x="46" y="66"/>
                      <a:pt x="46" y="65"/>
                      <a:pt x="46" y="65"/>
                    </a:cubicBezTo>
                    <a:cubicBezTo>
                      <a:pt x="46" y="65"/>
                      <a:pt x="45" y="65"/>
                      <a:pt x="45" y="65"/>
                    </a:cubicBezTo>
                    <a:cubicBezTo>
                      <a:pt x="45" y="65"/>
                      <a:pt x="45" y="65"/>
                      <a:pt x="45" y="65"/>
                    </a:cubicBezTo>
                    <a:cubicBezTo>
                      <a:pt x="45" y="65"/>
                      <a:pt x="45" y="65"/>
                      <a:pt x="44" y="65"/>
                    </a:cubicBezTo>
                    <a:cubicBezTo>
                      <a:pt x="44" y="65"/>
                      <a:pt x="44" y="65"/>
                      <a:pt x="44" y="64"/>
                    </a:cubicBezTo>
                    <a:cubicBezTo>
                      <a:pt x="44" y="64"/>
                      <a:pt x="43" y="63"/>
                      <a:pt x="43" y="63"/>
                    </a:cubicBezTo>
                    <a:cubicBezTo>
                      <a:pt x="43" y="63"/>
                      <a:pt x="43" y="63"/>
                      <a:pt x="43" y="63"/>
                    </a:cubicBezTo>
                    <a:cubicBezTo>
                      <a:pt x="43" y="63"/>
                      <a:pt x="43" y="62"/>
                      <a:pt x="43" y="62"/>
                    </a:cubicBezTo>
                    <a:cubicBezTo>
                      <a:pt x="42" y="62"/>
                      <a:pt x="42" y="62"/>
                      <a:pt x="42" y="62"/>
                    </a:cubicBezTo>
                    <a:cubicBezTo>
                      <a:pt x="42" y="61"/>
                      <a:pt x="42" y="61"/>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60"/>
                      <a:pt x="42" y="60"/>
                      <a:pt x="42" y="60"/>
                    </a:cubicBezTo>
                    <a:cubicBezTo>
                      <a:pt x="42" y="59"/>
                      <a:pt x="42" y="59"/>
                      <a:pt x="43" y="59"/>
                    </a:cubicBezTo>
                    <a:cubicBezTo>
                      <a:pt x="43" y="59"/>
                      <a:pt x="43" y="59"/>
                      <a:pt x="43" y="59"/>
                    </a:cubicBezTo>
                    <a:cubicBezTo>
                      <a:pt x="43" y="59"/>
                      <a:pt x="43" y="59"/>
                      <a:pt x="43" y="59"/>
                    </a:cubicBezTo>
                    <a:cubicBezTo>
                      <a:pt x="43" y="59"/>
                      <a:pt x="43" y="59"/>
                      <a:pt x="43" y="59"/>
                    </a:cubicBezTo>
                    <a:cubicBezTo>
                      <a:pt x="43" y="59"/>
                      <a:pt x="43" y="59"/>
                      <a:pt x="43" y="59"/>
                    </a:cubicBezTo>
                    <a:cubicBezTo>
                      <a:pt x="43" y="59"/>
                      <a:pt x="43" y="59"/>
                      <a:pt x="44" y="59"/>
                    </a:cubicBezTo>
                    <a:cubicBezTo>
                      <a:pt x="44" y="59"/>
                      <a:pt x="44" y="59"/>
                      <a:pt x="43" y="59"/>
                    </a:cubicBezTo>
                    <a:cubicBezTo>
                      <a:pt x="43" y="59"/>
                      <a:pt x="43" y="59"/>
                      <a:pt x="43" y="59"/>
                    </a:cubicBezTo>
                    <a:cubicBezTo>
                      <a:pt x="43" y="59"/>
                      <a:pt x="43" y="60"/>
                      <a:pt x="43" y="60"/>
                    </a:cubicBezTo>
                    <a:cubicBezTo>
                      <a:pt x="43" y="60"/>
                      <a:pt x="43" y="60"/>
                      <a:pt x="43" y="60"/>
                    </a:cubicBezTo>
                    <a:cubicBezTo>
                      <a:pt x="43" y="60"/>
                      <a:pt x="43" y="60"/>
                      <a:pt x="43" y="60"/>
                    </a:cubicBezTo>
                    <a:cubicBezTo>
                      <a:pt x="43" y="60"/>
                      <a:pt x="44" y="60"/>
                      <a:pt x="44" y="60"/>
                    </a:cubicBezTo>
                    <a:cubicBezTo>
                      <a:pt x="44" y="60"/>
                      <a:pt x="44" y="60"/>
                      <a:pt x="44" y="60"/>
                    </a:cubicBezTo>
                    <a:cubicBezTo>
                      <a:pt x="44" y="60"/>
                      <a:pt x="44" y="60"/>
                      <a:pt x="44" y="60"/>
                    </a:cubicBezTo>
                    <a:cubicBezTo>
                      <a:pt x="44" y="60"/>
                      <a:pt x="44" y="60"/>
                      <a:pt x="44" y="60"/>
                    </a:cubicBezTo>
                    <a:cubicBezTo>
                      <a:pt x="44" y="60"/>
                      <a:pt x="44" y="60"/>
                      <a:pt x="44" y="60"/>
                    </a:cubicBezTo>
                    <a:cubicBezTo>
                      <a:pt x="44" y="60"/>
                      <a:pt x="44" y="60"/>
                      <a:pt x="44" y="60"/>
                    </a:cubicBezTo>
                    <a:cubicBezTo>
                      <a:pt x="44" y="60"/>
                      <a:pt x="44" y="60"/>
                      <a:pt x="44" y="60"/>
                    </a:cubicBezTo>
                    <a:cubicBezTo>
                      <a:pt x="44" y="60"/>
                      <a:pt x="44" y="60"/>
                      <a:pt x="44" y="60"/>
                    </a:cubicBezTo>
                    <a:cubicBezTo>
                      <a:pt x="44" y="60"/>
                      <a:pt x="44" y="60"/>
                      <a:pt x="44" y="61"/>
                    </a:cubicBezTo>
                    <a:cubicBezTo>
                      <a:pt x="44" y="61"/>
                      <a:pt x="44" y="61"/>
                      <a:pt x="44" y="61"/>
                    </a:cubicBezTo>
                    <a:cubicBezTo>
                      <a:pt x="44" y="61"/>
                      <a:pt x="44" y="60"/>
                      <a:pt x="44" y="60"/>
                    </a:cubicBezTo>
                    <a:cubicBezTo>
                      <a:pt x="44" y="60"/>
                      <a:pt x="44" y="60"/>
                      <a:pt x="44" y="60"/>
                    </a:cubicBezTo>
                    <a:cubicBezTo>
                      <a:pt x="44" y="60"/>
                      <a:pt x="44" y="60"/>
                      <a:pt x="44" y="60"/>
                    </a:cubicBezTo>
                    <a:cubicBezTo>
                      <a:pt x="44" y="60"/>
                      <a:pt x="44" y="60"/>
                      <a:pt x="44" y="60"/>
                    </a:cubicBezTo>
                    <a:cubicBezTo>
                      <a:pt x="44" y="60"/>
                      <a:pt x="44" y="60"/>
                      <a:pt x="44" y="60"/>
                    </a:cubicBezTo>
                    <a:cubicBezTo>
                      <a:pt x="44" y="60"/>
                      <a:pt x="45" y="60"/>
                      <a:pt x="45" y="60"/>
                    </a:cubicBezTo>
                    <a:cubicBezTo>
                      <a:pt x="45" y="60"/>
                      <a:pt x="45" y="60"/>
                      <a:pt x="45" y="60"/>
                    </a:cubicBezTo>
                    <a:cubicBezTo>
                      <a:pt x="45" y="60"/>
                      <a:pt x="45" y="60"/>
                      <a:pt x="45" y="60"/>
                    </a:cubicBezTo>
                    <a:cubicBezTo>
                      <a:pt x="45" y="61"/>
                      <a:pt x="45" y="61"/>
                      <a:pt x="45" y="61"/>
                    </a:cubicBezTo>
                    <a:cubicBezTo>
                      <a:pt x="45" y="61"/>
                      <a:pt x="45" y="61"/>
                      <a:pt x="45" y="61"/>
                    </a:cubicBezTo>
                    <a:cubicBezTo>
                      <a:pt x="45" y="61"/>
                      <a:pt x="45" y="61"/>
                      <a:pt x="45" y="61"/>
                    </a:cubicBezTo>
                    <a:cubicBezTo>
                      <a:pt x="45" y="61"/>
                      <a:pt x="45" y="62"/>
                      <a:pt x="45" y="62"/>
                    </a:cubicBezTo>
                    <a:cubicBezTo>
                      <a:pt x="45" y="62"/>
                      <a:pt x="45" y="62"/>
                      <a:pt x="45" y="62"/>
                    </a:cubicBezTo>
                    <a:cubicBezTo>
                      <a:pt x="45" y="61"/>
                      <a:pt x="45" y="61"/>
                      <a:pt x="45" y="61"/>
                    </a:cubicBezTo>
                    <a:cubicBezTo>
                      <a:pt x="45" y="61"/>
                      <a:pt x="45" y="61"/>
                      <a:pt x="45" y="61"/>
                    </a:cubicBezTo>
                    <a:cubicBezTo>
                      <a:pt x="45" y="62"/>
                      <a:pt x="46" y="62"/>
                      <a:pt x="46" y="62"/>
                    </a:cubicBezTo>
                    <a:cubicBezTo>
                      <a:pt x="46" y="62"/>
                      <a:pt x="46" y="62"/>
                      <a:pt x="46" y="63"/>
                    </a:cubicBezTo>
                    <a:cubicBezTo>
                      <a:pt x="46" y="63"/>
                      <a:pt x="46" y="63"/>
                      <a:pt x="46" y="63"/>
                    </a:cubicBezTo>
                    <a:cubicBezTo>
                      <a:pt x="46" y="63"/>
                      <a:pt x="46" y="63"/>
                      <a:pt x="46" y="63"/>
                    </a:cubicBezTo>
                    <a:cubicBezTo>
                      <a:pt x="46" y="63"/>
                      <a:pt x="46" y="63"/>
                      <a:pt x="46" y="63"/>
                    </a:cubicBezTo>
                    <a:cubicBezTo>
                      <a:pt x="46" y="63"/>
                      <a:pt x="46" y="63"/>
                      <a:pt x="46" y="63"/>
                    </a:cubicBezTo>
                    <a:cubicBezTo>
                      <a:pt x="46" y="63"/>
                      <a:pt x="46" y="63"/>
                      <a:pt x="46" y="63"/>
                    </a:cubicBezTo>
                    <a:cubicBezTo>
                      <a:pt x="47" y="63"/>
                      <a:pt x="47" y="63"/>
                      <a:pt x="47" y="63"/>
                    </a:cubicBezTo>
                    <a:cubicBezTo>
                      <a:pt x="47" y="63"/>
                      <a:pt x="47" y="63"/>
                      <a:pt x="47" y="63"/>
                    </a:cubicBezTo>
                    <a:cubicBezTo>
                      <a:pt x="47" y="63"/>
                      <a:pt x="47" y="63"/>
                      <a:pt x="47" y="63"/>
                    </a:cubicBezTo>
                    <a:cubicBezTo>
                      <a:pt x="47" y="63"/>
                      <a:pt x="47" y="64"/>
                      <a:pt x="47" y="64"/>
                    </a:cubicBezTo>
                    <a:cubicBezTo>
                      <a:pt x="47" y="64"/>
                      <a:pt x="47" y="64"/>
                      <a:pt x="47" y="64"/>
                    </a:cubicBezTo>
                    <a:cubicBezTo>
                      <a:pt x="47" y="64"/>
                      <a:pt x="47" y="64"/>
                      <a:pt x="47" y="64"/>
                    </a:cubicBezTo>
                    <a:cubicBezTo>
                      <a:pt x="47" y="64"/>
                      <a:pt x="47" y="64"/>
                      <a:pt x="47" y="64"/>
                    </a:cubicBezTo>
                    <a:cubicBezTo>
                      <a:pt x="47" y="64"/>
                      <a:pt x="47" y="64"/>
                      <a:pt x="47" y="64"/>
                    </a:cubicBezTo>
                    <a:cubicBezTo>
                      <a:pt x="47" y="64"/>
                      <a:pt x="47" y="64"/>
                      <a:pt x="47" y="64"/>
                    </a:cubicBezTo>
                    <a:cubicBezTo>
                      <a:pt x="47" y="64"/>
                      <a:pt x="47" y="64"/>
                      <a:pt x="47" y="64"/>
                    </a:cubicBezTo>
                    <a:cubicBezTo>
                      <a:pt x="48" y="64"/>
                      <a:pt x="48" y="64"/>
                      <a:pt x="48" y="64"/>
                    </a:cubicBezTo>
                    <a:cubicBezTo>
                      <a:pt x="48" y="64"/>
                      <a:pt x="48" y="64"/>
                      <a:pt x="48" y="64"/>
                    </a:cubicBezTo>
                    <a:cubicBezTo>
                      <a:pt x="48" y="64"/>
                      <a:pt x="48" y="64"/>
                      <a:pt x="48" y="64"/>
                    </a:cubicBezTo>
                    <a:cubicBezTo>
                      <a:pt x="48" y="64"/>
                      <a:pt x="48" y="64"/>
                      <a:pt x="48" y="64"/>
                    </a:cubicBezTo>
                    <a:cubicBezTo>
                      <a:pt x="48" y="64"/>
                      <a:pt x="48" y="65"/>
                      <a:pt x="48" y="65"/>
                    </a:cubicBezTo>
                    <a:cubicBezTo>
                      <a:pt x="49" y="65"/>
                      <a:pt x="49" y="65"/>
                      <a:pt x="49" y="65"/>
                    </a:cubicBezTo>
                    <a:cubicBezTo>
                      <a:pt x="49" y="65"/>
                      <a:pt x="49" y="65"/>
                      <a:pt x="49" y="65"/>
                    </a:cubicBezTo>
                    <a:cubicBezTo>
                      <a:pt x="49" y="65"/>
                      <a:pt x="49" y="66"/>
                      <a:pt x="49" y="66"/>
                    </a:cubicBezTo>
                    <a:cubicBezTo>
                      <a:pt x="49" y="66"/>
                      <a:pt x="49" y="66"/>
                      <a:pt x="49" y="66"/>
                    </a:cubicBezTo>
                    <a:cubicBezTo>
                      <a:pt x="49" y="66"/>
                      <a:pt x="49" y="66"/>
                      <a:pt x="49" y="66"/>
                    </a:cubicBezTo>
                    <a:cubicBezTo>
                      <a:pt x="49" y="66"/>
                      <a:pt x="49" y="66"/>
                      <a:pt x="49" y="66"/>
                    </a:cubicBezTo>
                    <a:cubicBezTo>
                      <a:pt x="49" y="66"/>
                      <a:pt x="49" y="67"/>
                      <a:pt x="49" y="67"/>
                    </a:cubicBezTo>
                    <a:cubicBezTo>
                      <a:pt x="49" y="67"/>
                      <a:pt x="49" y="67"/>
                      <a:pt x="49" y="67"/>
                    </a:cubicBezTo>
                    <a:cubicBezTo>
                      <a:pt x="49" y="67"/>
                      <a:pt x="49" y="67"/>
                      <a:pt x="49" y="67"/>
                    </a:cubicBezTo>
                    <a:cubicBezTo>
                      <a:pt x="49" y="67"/>
                      <a:pt x="49" y="67"/>
                      <a:pt x="49" y="68"/>
                    </a:cubicBezTo>
                    <a:cubicBezTo>
                      <a:pt x="49" y="68"/>
                      <a:pt x="49" y="68"/>
                      <a:pt x="49" y="68"/>
                    </a:cubicBezTo>
                    <a:cubicBezTo>
                      <a:pt x="49" y="68"/>
                      <a:pt x="49" y="68"/>
                      <a:pt x="49" y="68"/>
                    </a:cubicBezTo>
                    <a:cubicBezTo>
                      <a:pt x="49" y="68"/>
                      <a:pt x="49" y="68"/>
                      <a:pt x="49" y="68"/>
                    </a:cubicBezTo>
                    <a:cubicBezTo>
                      <a:pt x="49" y="68"/>
                      <a:pt x="49" y="68"/>
                      <a:pt x="49" y="68"/>
                    </a:cubicBezTo>
                    <a:cubicBezTo>
                      <a:pt x="49" y="68"/>
                      <a:pt x="49" y="69"/>
                      <a:pt x="49" y="69"/>
                    </a:cubicBezTo>
                    <a:cubicBezTo>
                      <a:pt x="50" y="69"/>
                      <a:pt x="50" y="69"/>
                      <a:pt x="50" y="69"/>
                    </a:cubicBezTo>
                    <a:cubicBezTo>
                      <a:pt x="50" y="69"/>
                      <a:pt x="50" y="69"/>
                      <a:pt x="50" y="69"/>
                    </a:cubicBezTo>
                    <a:cubicBezTo>
                      <a:pt x="50" y="69"/>
                      <a:pt x="50" y="69"/>
                      <a:pt x="50" y="69"/>
                    </a:cubicBezTo>
                    <a:cubicBezTo>
                      <a:pt x="50" y="69"/>
                      <a:pt x="50" y="69"/>
                      <a:pt x="50" y="69"/>
                    </a:cubicBezTo>
                    <a:cubicBezTo>
                      <a:pt x="50" y="69"/>
                      <a:pt x="50" y="69"/>
                      <a:pt x="50" y="69"/>
                    </a:cubicBezTo>
                    <a:cubicBezTo>
                      <a:pt x="50" y="69"/>
                      <a:pt x="50" y="69"/>
                      <a:pt x="50" y="69"/>
                    </a:cubicBezTo>
                    <a:cubicBezTo>
                      <a:pt x="50" y="69"/>
                      <a:pt x="50" y="69"/>
                      <a:pt x="50" y="70"/>
                    </a:cubicBezTo>
                    <a:cubicBezTo>
                      <a:pt x="50" y="70"/>
                      <a:pt x="50" y="70"/>
                      <a:pt x="50" y="70"/>
                    </a:cubicBezTo>
                    <a:cubicBezTo>
                      <a:pt x="50" y="70"/>
                      <a:pt x="50" y="70"/>
                      <a:pt x="50" y="70"/>
                    </a:cubicBezTo>
                    <a:cubicBezTo>
                      <a:pt x="50" y="70"/>
                      <a:pt x="50" y="70"/>
                      <a:pt x="50" y="70"/>
                    </a:cubicBezTo>
                    <a:cubicBezTo>
                      <a:pt x="50" y="70"/>
                      <a:pt x="50" y="70"/>
                      <a:pt x="50" y="70"/>
                    </a:cubicBezTo>
                    <a:cubicBezTo>
                      <a:pt x="50" y="70"/>
                      <a:pt x="50" y="70"/>
                      <a:pt x="51" y="70"/>
                    </a:cubicBezTo>
                    <a:cubicBezTo>
                      <a:pt x="51" y="70"/>
                      <a:pt x="51" y="70"/>
                      <a:pt x="51" y="70"/>
                    </a:cubicBezTo>
                    <a:cubicBezTo>
                      <a:pt x="51" y="70"/>
                      <a:pt x="51" y="70"/>
                      <a:pt x="51" y="70"/>
                    </a:cubicBezTo>
                    <a:cubicBezTo>
                      <a:pt x="51" y="70"/>
                      <a:pt x="51" y="70"/>
                      <a:pt x="50" y="70"/>
                    </a:cubicBezTo>
                    <a:cubicBezTo>
                      <a:pt x="50" y="70"/>
                      <a:pt x="50" y="70"/>
                      <a:pt x="50" y="70"/>
                    </a:cubicBezTo>
                    <a:cubicBezTo>
                      <a:pt x="50" y="70"/>
                      <a:pt x="50" y="70"/>
                      <a:pt x="50" y="71"/>
                    </a:cubicBezTo>
                    <a:cubicBezTo>
                      <a:pt x="50" y="71"/>
                      <a:pt x="51" y="71"/>
                      <a:pt x="51" y="71"/>
                    </a:cubicBezTo>
                    <a:cubicBezTo>
                      <a:pt x="51" y="71"/>
                      <a:pt x="51" y="71"/>
                      <a:pt x="51" y="71"/>
                    </a:cubicBezTo>
                    <a:cubicBezTo>
                      <a:pt x="51" y="71"/>
                      <a:pt x="51" y="71"/>
                      <a:pt x="51" y="71"/>
                    </a:cubicBezTo>
                    <a:cubicBezTo>
                      <a:pt x="51" y="71"/>
                      <a:pt x="51" y="71"/>
                      <a:pt x="51" y="71"/>
                    </a:cubicBezTo>
                    <a:cubicBezTo>
                      <a:pt x="51" y="71"/>
                      <a:pt x="51" y="71"/>
                      <a:pt x="51" y="71"/>
                    </a:cubicBezTo>
                    <a:cubicBezTo>
                      <a:pt x="51" y="71"/>
                      <a:pt x="51" y="71"/>
                      <a:pt x="51" y="71"/>
                    </a:cubicBezTo>
                    <a:cubicBezTo>
                      <a:pt x="51" y="71"/>
                      <a:pt x="51" y="71"/>
                      <a:pt x="51" y="71"/>
                    </a:cubicBezTo>
                    <a:cubicBezTo>
                      <a:pt x="51" y="71"/>
                      <a:pt x="51" y="71"/>
                      <a:pt x="51" y="71"/>
                    </a:cubicBezTo>
                    <a:cubicBezTo>
                      <a:pt x="51" y="71"/>
                      <a:pt x="51" y="71"/>
                      <a:pt x="51" y="71"/>
                    </a:cubicBezTo>
                    <a:cubicBezTo>
                      <a:pt x="51" y="71"/>
                      <a:pt x="51" y="71"/>
                      <a:pt x="51" y="71"/>
                    </a:cubicBezTo>
                    <a:cubicBezTo>
                      <a:pt x="51" y="71"/>
                      <a:pt x="52" y="71"/>
                      <a:pt x="52" y="71"/>
                    </a:cubicBezTo>
                    <a:cubicBezTo>
                      <a:pt x="52" y="71"/>
                      <a:pt x="52" y="71"/>
                      <a:pt x="52" y="71"/>
                    </a:cubicBezTo>
                    <a:cubicBezTo>
                      <a:pt x="52" y="71"/>
                      <a:pt x="52" y="71"/>
                      <a:pt x="52" y="71"/>
                    </a:cubicBezTo>
                    <a:cubicBezTo>
                      <a:pt x="52" y="71"/>
                      <a:pt x="52" y="71"/>
                      <a:pt x="52" y="71"/>
                    </a:cubicBezTo>
                    <a:cubicBezTo>
                      <a:pt x="52" y="71"/>
                      <a:pt x="52" y="71"/>
                      <a:pt x="52" y="71"/>
                    </a:cubicBezTo>
                    <a:cubicBezTo>
                      <a:pt x="52" y="71"/>
                      <a:pt x="52" y="71"/>
                      <a:pt x="52" y="71"/>
                    </a:cubicBezTo>
                    <a:cubicBezTo>
                      <a:pt x="53" y="72"/>
                      <a:pt x="53" y="72"/>
                      <a:pt x="53" y="72"/>
                    </a:cubicBezTo>
                    <a:cubicBezTo>
                      <a:pt x="53" y="72"/>
                      <a:pt x="53" y="72"/>
                      <a:pt x="53" y="72"/>
                    </a:cubicBezTo>
                    <a:cubicBezTo>
                      <a:pt x="53" y="72"/>
                      <a:pt x="53" y="72"/>
                      <a:pt x="53" y="72"/>
                    </a:cubicBezTo>
                    <a:cubicBezTo>
                      <a:pt x="53" y="72"/>
                      <a:pt x="53" y="72"/>
                      <a:pt x="53" y="72"/>
                    </a:cubicBezTo>
                    <a:cubicBezTo>
                      <a:pt x="53" y="72"/>
                      <a:pt x="53" y="72"/>
                      <a:pt x="53" y="72"/>
                    </a:cubicBezTo>
                    <a:cubicBezTo>
                      <a:pt x="53" y="72"/>
                      <a:pt x="53" y="72"/>
                      <a:pt x="53" y="72"/>
                    </a:cubicBezTo>
                    <a:cubicBezTo>
                      <a:pt x="53" y="72"/>
                      <a:pt x="53" y="72"/>
                      <a:pt x="53" y="72"/>
                    </a:cubicBezTo>
                    <a:cubicBezTo>
                      <a:pt x="53" y="72"/>
                      <a:pt x="53" y="72"/>
                      <a:pt x="53" y="72"/>
                    </a:cubicBezTo>
                    <a:cubicBezTo>
                      <a:pt x="53" y="72"/>
                      <a:pt x="53" y="72"/>
                      <a:pt x="53" y="72"/>
                    </a:cubicBezTo>
                    <a:cubicBezTo>
                      <a:pt x="54" y="72"/>
                      <a:pt x="54" y="72"/>
                      <a:pt x="54" y="72"/>
                    </a:cubicBezTo>
                    <a:cubicBezTo>
                      <a:pt x="54" y="72"/>
                      <a:pt x="54" y="73"/>
                      <a:pt x="54" y="73"/>
                    </a:cubicBezTo>
                    <a:cubicBezTo>
                      <a:pt x="54" y="73"/>
                      <a:pt x="54" y="73"/>
                      <a:pt x="54" y="73"/>
                    </a:cubicBezTo>
                    <a:cubicBezTo>
                      <a:pt x="54" y="73"/>
                      <a:pt x="54" y="73"/>
                      <a:pt x="54" y="73"/>
                    </a:cubicBezTo>
                    <a:cubicBezTo>
                      <a:pt x="54" y="72"/>
                      <a:pt x="54" y="72"/>
                      <a:pt x="54" y="72"/>
                    </a:cubicBezTo>
                    <a:cubicBezTo>
                      <a:pt x="54" y="72"/>
                      <a:pt x="54" y="72"/>
                      <a:pt x="54" y="72"/>
                    </a:cubicBezTo>
                    <a:cubicBezTo>
                      <a:pt x="54" y="72"/>
                      <a:pt x="54" y="72"/>
                      <a:pt x="54" y="72"/>
                    </a:cubicBezTo>
                    <a:cubicBezTo>
                      <a:pt x="54" y="72"/>
                      <a:pt x="54" y="72"/>
                      <a:pt x="54" y="72"/>
                    </a:cubicBezTo>
                    <a:cubicBezTo>
                      <a:pt x="54" y="72"/>
                      <a:pt x="53" y="71"/>
                      <a:pt x="53" y="71"/>
                    </a:cubicBezTo>
                    <a:cubicBezTo>
                      <a:pt x="53" y="71"/>
                      <a:pt x="53" y="71"/>
                      <a:pt x="52" y="71"/>
                    </a:cubicBezTo>
                    <a:cubicBezTo>
                      <a:pt x="52" y="71"/>
                      <a:pt x="52" y="71"/>
                      <a:pt x="52" y="71"/>
                    </a:cubicBezTo>
                    <a:cubicBezTo>
                      <a:pt x="52" y="71"/>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3" y="69"/>
                      <a:pt x="53" y="69"/>
                      <a:pt x="53" y="69"/>
                    </a:cubicBezTo>
                    <a:cubicBezTo>
                      <a:pt x="53" y="69"/>
                      <a:pt x="53" y="69"/>
                      <a:pt x="53" y="69"/>
                    </a:cubicBezTo>
                    <a:cubicBezTo>
                      <a:pt x="53" y="69"/>
                      <a:pt x="53" y="69"/>
                      <a:pt x="53" y="69"/>
                    </a:cubicBezTo>
                    <a:cubicBezTo>
                      <a:pt x="53" y="69"/>
                      <a:pt x="53" y="68"/>
                      <a:pt x="53" y="68"/>
                    </a:cubicBezTo>
                    <a:cubicBezTo>
                      <a:pt x="53" y="68"/>
                      <a:pt x="53" y="68"/>
                      <a:pt x="53" y="68"/>
                    </a:cubicBezTo>
                    <a:cubicBezTo>
                      <a:pt x="53" y="68"/>
                      <a:pt x="53" y="68"/>
                      <a:pt x="53" y="68"/>
                    </a:cubicBezTo>
                    <a:cubicBezTo>
                      <a:pt x="53" y="68"/>
                      <a:pt x="53" y="68"/>
                      <a:pt x="53" y="68"/>
                    </a:cubicBezTo>
                    <a:cubicBezTo>
                      <a:pt x="53" y="68"/>
                      <a:pt x="53" y="68"/>
                      <a:pt x="53" y="68"/>
                    </a:cubicBezTo>
                    <a:cubicBezTo>
                      <a:pt x="53" y="68"/>
                      <a:pt x="53" y="68"/>
                      <a:pt x="53" y="68"/>
                    </a:cubicBezTo>
                    <a:cubicBezTo>
                      <a:pt x="53" y="68"/>
                      <a:pt x="53" y="68"/>
                      <a:pt x="53" y="68"/>
                    </a:cubicBezTo>
                    <a:cubicBezTo>
                      <a:pt x="53" y="68"/>
                      <a:pt x="53" y="68"/>
                      <a:pt x="53" y="68"/>
                    </a:cubicBezTo>
                    <a:cubicBezTo>
                      <a:pt x="53" y="68"/>
                      <a:pt x="53" y="68"/>
                      <a:pt x="53" y="68"/>
                    </a:cubicBezTo>
                    <a:cubicBezTo>
                      <a:pt x="53" y="68"/>
                      <a:pt x="53" y="68"/>
                      <a:pt x="53" y="68"/>
                    </a:cubicBezTo>
                    <a:cubicBezTo>
                      <a:pt x="53" y="68"/>
                      <a:pt x="53" y="68"/>
                      <a:pt x="54" y="68"/>
                    </a:cubicBezTo>
                    <a:cubicBezTo>
                      <a:pt x="54" y="68"/>
                      <a:pt x="53" y="68"/>
                      <a:pt x="53" y="68"/>
                    </a:cubicBezTo>
                    <a:cubicBezTo>
                      <a:pt x="53" y="68"/>
                      <a:pt x="53" y="69"/>
                      <a:pt x="53" y="69"/>
                    </a:cubicBezTo>
                    <a:cubicBezTo>
                      <a:pt x="53" y="69"/>
                      <a:pt x="53" y="69"/>
                      <a:pt x="53" y="69"/>
                    </a:cubicBezTo>
                    <a:cubicBezTo>
                      <a:pt x="53" y="69"/>
                      <a:pt x="53" y="69"/>
                      <a:pt x="54" y="69"/>
                    </a:cubicBezTo>
                    <a:cubicBezTo>
                      <a:pt x="54" y="69"/>
                      <a:pt x="54" y="69"/>
                      <a:pt x="54" y="69"/>
                    </a:cubicBezTo>
                    <a:cubicBezTo>
                      <a:pt x="54" y="69"/>
                      <a:pt x="54" y="69"/>
                      <a:pt x="54" y="69"/>
                    </a:cubicBezTo>
                    <a:cubicBezTo>
                      <a:pt x="54" y="69"/>
                      <a:pt x="54" y="69"/>
                      <a:pt x="54" y="69"/>
                    </a:cubicBezTo>
                    <a:cubicBezTo>
                      <a:pt x="54" y="69"/>
                      <a:pt x="54" y="69"/>
                      <a:pt x="54" y="69"/>
                    </a:cubicBezTo>
                    <a:cubicBezTo>
                      <a:pt x="54" y="69"/>
                      <a:pt x="54" y="69"/>
                      <a:pt x="54" y="69"/>
                    </a:cubicBezTo>
                    <a:cubicBezTo>
                      <a:pt x="54" y="69"/>
                      <a:pt x="54" y="69"/>
                      <a:pt x="54" y="69"/>
                    </a:cubicBezTo>
                    <a:cubicBezTo>
                      <a:pt x="54" y="69"/>
                      <a:pt x="54" y="69"/>
                      <a:pt x="54" y="69"/>
                    </a:cubicBezTo>
                    <a:cubicBezTo>
                      <a:pt x="54" y="69"/>
                      <a:pt x="54" y="69"/>
                      <a:pt x="54" y="69"/>
                    </a:cubicBezTo>
                    <a:cubicBezTo>
                      <a:pt x="54" y="69"/>
                      <a:pt x="54" y="69"/>
                      <a:pt x="54" y="68"/>
                    </a:cubicBezTo>
                    <a:cubicBezTo>
                      <a:pt x="54" y="68"/>
                      <a:pt x="54" y="68"/>
                      <a:pt x="54" y="68"/>
                    </a:cubicBezTo>
                    <a:cubicBezTo>
                      <a:pt x="54" y="68"/>
                      <a:pt x="54" y="68"/>
                      <a:pt x="54" y="68"/>
                    </a:cubicBezTo>
                    <a:cubicBezTo>
                      <a:pt x="54" y="68"/>
                      <a:pt x="54" y="68"/>
                      <a:pt x="54" y="68"/>
                    </a:cubicBezTo>
                    <a:cubicBezTo>
                      <a:pt x="54" y="68"/>
                      <a:pt x="54" y="68"/>
                      <a:pt x="54" y="68"/>
                    </a:cubicBezTo>
                    <a:cubicBezTo>
                      <a:pt x="54" y="68"/>
                      <a:pt x="54" y="68"/>
                      <a:pt x="54" y="68"/>
                    </a:cubicBezTo>
                    <a:cubicBezTo>
                      <a:pt x="54" y="68"/>
                      <a:pt x="54" y="68"/>
                      <a:pt x="54" y="68"/>
                    </a:cubicBezTo>
                    <a:cubicBezTo>
                      <a:pt x="55" y="68"/>
                      <a:pt x="54" y="68"/>
                      <a:pt x="54" y="68"/>
                    </a:cubicBezTo>
                    <a:cubicBezTo>
                      <a:pt x="54" y="68"/>
                      <a:pt x="54" y="68"/>
                      <a:pt x="54" y="68"/>
                    </a:cubicBezTo>
                    <a:cubicBezTo>
                      <a:pt x="54" y="68"/>
                      <a:pt x="54" y="68"/>
                      <a:pt x="54" y="68"/>
                    </a:cubicBezTo>
                    <a:cubicBezTo>
                      <a:pt x="54" y="68"/>
                      <a:pt x="54" y="68"/>
                      <a:pt x="54" y="68"/>
                    </a:cubicBezTo>
                    <a:cubicBezTo>
                      <a:pt x="54" y="68"/>
                      <a:pt x="54" y="68"/>
                      <a:pt x="54" y="67"/>
                    </a:cubicBezTo>
                    <a:cubicBezTo>
                      <a:pt x="54" y="67"/>
                      <a:pt x="54" y="67"/>
                      <a:pt x="54" y="67"/>
                    </a:cubicBezTo>
                    <a:cubicBezTo>
                      <a:pt x="54" y="67"/>
                      <a:pt x="54" y="67"/>
                      <a:pt x="54" y="67"/>
                    </a:cubicBezTo>
                    <a:cubicBezTo>
                      <a:pt x="54" y="67"/>
                      <a:pt x="54" y="67"/>
                      <a:pt x="54" y="67"/>
                    </a:cubicBezTo>
                    <a:cubicBezTo>
                      <a:pt x="54" y="67"/>
                      <a:pt x="54" y="67"/>
                      <a:pt x="54" y="67"/>
                    </a:cubicBezTo>
                    <a:cubicBezTo>
                      <a:pt x="54" y="67"/>
                      <a:pt x="55" y="67"/>
                      <a:pt x="55" y="67"/>
                    </a:cubicBezTo>
                    <a:cubicBezTo>
                      <a:pt x="55" y="67"/>
                      <a:pt x="55" y="67"/>
                      <a:pt x="55" y="67"/>
                    </a:cubicBezTo>
                    <a:cubicBezTo>
                      <a:pt x="55" y="67"/>
                      <a:pt x="55" y="67"/>
                      <a:pt x="55" y="67"/>
                    </a:cubicBezTo>
                    <a:cubicBezTo>
                      <a:pt x="55" y="67"/>
                      <a:pt x="55" y="67"/>
                      <a:pt x="55" y="67"/>
                    </a:cubicBezTo>
                    <a:cubicBezTo>
                      <a:pt x="55" y="67"/>
                      <a:pt x="55" y="67"/>
                      <a:pt x="55" y="67"/>
                    </a:cubicBezTo>
                    <a:cubicBezTo>
                      <a:pt x="55" y="67"/>
                      <a:pt x="55" y="67"/>
                      <a:pt x="55" y="67"/>
                    </a:cubicBezTo>
                    <a:cubicBezTo>
                      <a:pt x="55" y="67"/>
                      <a:pt x="55" y="67"/>
                      <a:pt x="55" y="67"/>
                    </a:cubicBezTo>
                    <a:cubicBezTo>
                      <a:pt x="55" y="67"/>
                      <a:pt x="55" y="67"/>
                      <a:pt x="55" y="67"/>
                    </a:cubicBezTo>
                    <a:cubicBezTo>
                      <a:pt x="55" y="67"/>
                      <a:pt x="55" y="67"/>
                      <a:pt x="55" y="67"/>
                    </a:cubicBezTo>
                    <a:cubicBezTo>
                      <a:pt x="56" y="67"/>
                      <a:pt x="56" y="67"/>
                      <a:pt x="56" y="67"/>
                    </a:cubicBezTo>
                    <a:cubicBezTo>
                      <a:pt x="56" y="67"/>
                      <a:pt x="56" y="67"/>
                      <a:pt x="56" y="67"/>
                    </a:cubicBezTo>
                    <a:cubicBezTo>
                      <a:pt x="56" y="67"/>
                      <a:pt x="56" y="67"/>
                      <a:pt x="56" y="67"/>
                    </a:cubicBezTo>
                    <a:cubicBezTo>
                      <a:pt x="56" y="67"/>
                      <a:pt x="56" y="67"/>
                      <a:pt x="56" y="67"/>
                    </a:cubicBezTo>
                    <a:cubicBezTo>
                      <a:pt x="56" y="67"/>
                      <a:pt x="56" y="67"/>
                      <a:pt x="56" y="67"/>
                    </a:cubicBezTo>
                    <a:cubicBezTo>
                      <a:pt x="56" y="67"/>
                      <a:pt x="56" y="67"/>
                      <a:pt x="56" y="67"/>
                    </a:cubicBezTo>
                    <a:cubicBezTo>
                      <a:pt x="56" y="67"/>
                      <a:pt x="56" y="67"/>
                      <a:pt x="56" y="67"/>
                    </a:cubicBezTo>
                    <a:cubicBezTo>
                      <a:pt x="56" y="67"/>
                      <a:pt x="56" y="67"/>
                      <a:pt x="56" y="67"/>
                    </a:cubicBezTo>
                    <a:cubicBezTo>
                      <a:pt x="57" y="68"/>
                      <a:pt x="57" y="68"/>
                      <a:pt x="57" y="68"/>
                    </a:cubicBezTo>
                    <a:cubicBezTo>
                      <a:pt x="57" y="68"/>
                      <a:pt x="57" y="68"/>
                      <a:pt x="57" y="68"/>
                    </a:cubicBezTo>
                    <a:cubicBezTo>
                      <a:pt x="57" y="68"/>
                      <a:pt x="57" y="68"/>
                      <a:pt x="57" y="68"/>
                    </a:cubicBezTo>
                    <a:cubicBezTo>
                      <a:pt x="57" y="67"/>
                      <a:pt x="57" y="67"/>
                      <a:pt x="57" y="67"/>
                    </a:cubicBezTo>
                    <a:cubicBezTo>
                      <a:pt x="57" y="67"/>
                      <a:pt x="57" y="67"/>
                      <a:pt x="57" y="67"/>
                    </a:cubicBezTo>
                    <a:cubicBezTo>
                      <a:pt x="57" y="68"/>
                      <a:pt x="57" y="68"/>
                      <a:pt x="57" y="68"/>
                    </a:cubicBezTo>
                    <a:cubicBezTo>
                      <a:pt x="57" y="68"/>
                      <a:pt x="57" y="68"/>
                      <a:pt x="57" y="68"/>
                    </a:cubicBezTo>
                    <a:cubicBezTo>
                      <a:pt x="57" y="68"/>
                      <a:pt x="57" y="68"/>
                      <a:pt x="57" y="68"/>
                    </a:cubicBezTo>
                    <a:cubicBezTo>
                      <a:pt x="57" y="68"/>
                      <a:pt x="57" y="68"/>
                      <a:pt x="57" y="68"/>
                    </a:cubicBezTo>
                    <a:cubicBezTo>
                      <a:pt x="57" y="68"/>
                      <a:pt x="57" y="68"/>
                      <a:pt x="57" y="68"/>
                    </a:cubicBezTo>
                    <a:cubicBezTo>
                      <a:pt x="57" y="68"/>
                      <a:pt x="57" y="68"/>
                      <a:pt x="57" y="68"/>
                    </a:cubicBezTo>
                    <a:cubicBezTo>
                      <a:pt x="57" y="68"/>
                      <a:pt x="57" y="68"/>
                      <a:pt x="57" y="68"/>
                    </a:cubicBezTo>
                    <a:cubicBezTo>
                      <a:pt x="57" y="68"/>
                      <a:pt x="57" y="68"/>
                      <a:pt x="57" y="68"/>
                    </a:cubicBezTo>
                    <a:cubicBezTo>
                      <a:pt x="57" y="68"/>
                      <a:pt x="57" y="68"/>
                      <a:pt x="57" y="68"/>
                    </a:cubicBezTo>
                    <a:cubicBezTo>
                      <a:pt x="57" y="68"/>
                      <a:pt x="57" y="68"/>
                      <a:pt x="57" y="68"/>
                    </a:cubicBezTo>
                    <a:cubicBezTo>
                      <a:pt x="57" y="68"/>
                      <a:pt x="58" y="68"/>
                      <a:pt x="58" y="68"/>
                    </a:cubicBezTo>
                    <a:cubicBezTo>
                      <a:pt x="58" y="68"/>
                      <a:pt x="58" y="68"/>
                      <a:pt x="58" y="68"/>
                    </a:cubicBezTo>
                    <a:cubicBezTo>
                      <a:pt x="58" y="67"/>
                      <a:pt x="58" y="67"/>
                      <a:pt x="58" y="67"/>
                    </a:cubicBezTo>
                    <a:cubicBezTo>
                      <a:pt x="58" y="67"/>
                      <a:pt x="58" y="67"/>
                      <a:pt x="58" y="67"/>
                    </a:cubicBezTo>
                    <a:cubicBezTo>
                      <a:pt x="58" y="67"/>
                      <a:pt x="58" y="67"/>
                      <a:pt x="58" y="67"/>
                    </a:cubicBezTo>
                    <a:cubicBezTo>
                      <a:pt x="59" y="67"/>
                      <a:pt x="59" y="67"/>
                      <a:pt x="59" y="67"/>
                    </a:cubicBezTo>
                    <a:cubicBezTo>
                      <a:pt x="59" y="67"/>
                      <a:pt x="59" y="67"/>
                      <a:pt x="59" y="67"/>
                    </a:cubicBezTo>
                    <a:cubicBezTo>
                      <a:pt x="59" y="67"/>
                      <a:pt x="59" y="67"/>
                      <a:pt x="59" y="67"/>
                    </a:cubicBezTo>
                    <a:cubicBezTo>
                      <a:pt x="59" y="67"/>
                      <a:pt x="59" y="67"/>
                      <a:pt x="59" y="67"/>
                    </a:cubicBezTo>
                    <a:cubicBezTo>
                      <a:pt x="59" y="67"/>
                      <a:pt x="59" y="67"/>
                      <a:pt x="59" y="67"/>
                    </a:cubicBezTo>
                    <a:cubicBezTo>
                      <a:pt x="59" y="67"/>
                      <a:pt x="59" y="67"/>
                      <a:pt x="59" y="67"/>
                    </a:cubicBezTo>
                    <a:cubicBezTo>
                      <a:pt x="59" y="67"/>
                      <a:pt x="59" y="67"/>
                      <a:pt x="59" y="67"/>
                    </a:cubicBezTo>
                    <a:cubicBezTo>
                      <a:pt x="59" y="67"/>
                      <a:pt x="59" y="67"/>
                      <a:pt x="59" y="67"/>
                    </a:cubicBezTo>
                    <a:cubicBezTo>
                      <a:pt x="59" y="67"/>
                      <a:pt x="59" y="67"/>
                      <a:pt x="59" y="67"/>
                    </a:cubicBezTo>
                    <a:cubicBezTo>
                      <a:pt x="59" y="67"/>
                      <a:pt x="60" y="67"/>
                      <a:pt x="60" y="67"/>
                    </a:cubicBezTo>
                    <a:cubicBezTo>
                      <a:pt x="60" y="67"/>
                      <a:pt x="60" y="67"/>
                      <a:pt x="60" y="67"/>
                    </a:cubicBezTo>
                    <a:cubicBezTo>
                      <a:pt x="60" y="67"/>
                      <a:pt x="60" y="67"/>
                      <a:pt x="60" y="67"/>
                    </a:cubicBezTo>
                    <a:cubicBezTo>
                      <a:pt x="60" y="67"/>
                      <a:pt x="60" y="67"/>
                      <a:pt x="60" y="67"/>
                    </a:cubicBezTo>
                    <a:cubicBezTo>
                      <a:pt x="60" y="67"/>
                      <a:pt x="60" y="67"/>
                      <a:pt x="60" y="67"/>
                    </a:cubicBezTo>
                    <a:cubicBezTo>
                      <a:pt x="60" y="67"/>
                      <a:pt x="60" y="67"/>
                      <a:pt x="60" y="66"/>
                    </a:cubicBezTo>
                    <a:cubicBezTo>
                      <a:pt x="60" y="66"/>
                      <a:pt x="59" y="66"/>
                      <a:pt x="59" y="66"/>
                    </a:cubicBezTo>
                    <a:cubicBezTo>
                      <a:pt x="59" y="66"/>
                      <a:pt x="59" y="66"/>
                      <a:pt x="59" y="66"/>
                    </a:cubicBezTo>
                    <a:cubicBezTo>
                      <a:pt x="59" y="66"/>
                      <a:pt x="59" y="66"/>
                      <a:pt x="59" y="66"/>
                    </a:cubicBezTo>
                    <a:cubicBezTo>
                      <a:pt x="59" y="66"/>
                      <a:pt x="59" y="66"/>
                      <a:pt x="59" y="66"/>
                    </a:cubicBezTo>
                    <a:cubicBezTo>
                      <a:pt x="59" y="66"/>
                      <a:pt x="59" y="66"/>
                      <a:pt x="59" y="66"/>
                    </a:cubicBezTo>
                    <a:cubicBezTo>
                      <a:pt x="59" y="66"/>
                      <a:pt x="59" y="66"/>
                      <a:pt x="59" y="66"/>
                    </a:cubicBezTo>
                    <a:cubicBezTo>
                      <a:pt x="59" y="66"/>
                      <a:pt x="59" y="66"/>
                      <a:pt x="59" y="66"/>
                    </a:cubicBezTo>
                    <a:cubicBezTo>
                      <a:pt x="59" y="66"/>
                      <a:pt x="59" y="66"/>
                      <a:pt x="59" y="66"/>
                    </a:cubicBezTo>
                    <a:cubicBezTo>
                      <a:pt x="59" y="66"/>
                      <a:pt x="59" y="66"/>
                      <a:pt x="59" y="66"/>
                    </a:cubicBezTo>
                    <a:cubicBezTo>
                      <a:pt x="59" y="66"/>
                      <a:pt x="59" y="65"/>
                      <a:pt x="59" y="65"/>
                    </a:cubicBezTo>
                    <a:cubicBezTo>
                      <a:pt x="59" y="65"/>
                      <a:pt x="59" y="65"/>
                      <a:pt x="59" y="65"/>
                    </a:cubicBezTo>
                    <a:cubicBezTo>
                      <a:pt x="59" y="65"/>
                      <a:pt x="59" y="65"/>
                      <a:pt x="59" y="65"/>
                    </a:cubicBezTo>
                    <a:cubicBezTo>
                      <a:pt x="59" y="65"/>
                      <a:pt x="58" y="65"/>
                      <a:pt x="58" y="64"/>
                    </a:cubicBezTo>
                    <a:cubicBezTo>
                      <a:pt x="58" y="64"/>
                      <a:pt x="58" y="64"/>
                      <a:pt x="58" y="64"/>
                    </a:cubicBezTo>
                    <a:cubicBezTo>
                      <a:pt x="58" y="64"/>
                      <a:pt x="58" y="64"/>
                      <a:pt x="58" y="64"/>
                    </a:cubicBezTo>
                    <a:cubicBezTo>
                      <a:pt x="58" y="64"/>
                      <a:pt x="58" y="64"/>
                      <a:pt x="58" y="64"/>
                    </a:cubicBezTo>
                    <a:cubicBezTo>
                      <a:pt x="58" y="64"/>
                      <a:pt x="58" y="64"/>
                      <a:pt x="58" y="64"/>
                    </a:cubicBezTo>
                    <a:cubicBezTo>
                      <a:pt x="58" y="64"/>
                      <a:pt x="58" y="64"/>
                      <a:pt x="58" y="64"/>
                    </a:cubicBezTo>
                    <a:cubicBezTo>
                      <a:pt x="58" y="64"/>
                      <a:pt x="59" y="64"/>
                      <a:pt x="59" y="64"/>
                    </a:cubicBezTo>
                    <a:cubicBezTo>
                      <a:pt x="59" y="64"/>
                      <a:pt x="59" y="64"/>
                      <a:pt x="59" y="64"/>
                    </a:cubicBezTo>
                    <a:cubicBezTo>
                      <a:pt x="59" y="64"/>
                      <a:pt x="59" y="64"/>
                      <a:pt x="59" y="64"/>
                    </a:cubicBezTo>
                    <a:cubicBezTo>
                      <a:pt x="59" y="64"/>
                      <a:pt x="59" y="64"/>
                      <a:pt x="59" y="64"/>
                    </a:cubicBezTo>
                    <a:cubicBezTo>
                      <a:pt x="59" y="64"/>
                      <a:pt x="59" y="63"/>
                      <a:pt x="59" y="63"/>
                    </a:cubicBezTo>
                    <a:cubicBezTo>
                      <a:pt x="59" y="63"/>
                      <a:pt x="59" y="63"/>
                      <a:pt x="59" y="63"/>
                    </a:cubicBezTo>
                    <a:cubicBezTo>
                      <a:pt x="59" y="63"/>
                      <a:pt x="59" y="63"/>
                      <a:pt x="59" y="63"/>
                    </a:cubicBezTo>
                    <a:cubicBezTo>
                      <a:pt x="60" y="63"/>
                      <a:pt x="60" y="63"/>
                      <a:pt x="60" y="62"/>
                    </a:cubicBezTo>
                    <a:cubicBezTo>
                      <a:pt x="60" y="62"/>
                      <a:pt x="60" y="62"/>
                      <a:pt x="60" y="62"/>
                    </a:cubicBezTo>
                    <a:cubicBezTo>
                      <a:pt x="60" y="62"/>
                      <a:pt x="60" y="62"/>
                      <a:pt x="60" y="62"/>
                    </a:cubicBezTo>
                    <a:cubicBezTo>
                      <a:pt x="60" y="62"/>
                      <a:pt x="60" y="62"/>
                      <a:pt x="60" y="62"/>
                    </a:cubicBezTo>
                    <a:cubicBezTo>
                      <a:pt x="60" y="62"/>
                      <a:pt x="60" y="62"/>
                      <a:pt x="60" y="62"/>
                    </a:cubicBezTo>
                    <a:cubicBezTo>
                      <a:pt x="60" y="62"/>
                      <a:pt x="60" y="62"/>
                      <a:pt x="60" y="62"/>
                    </a:cubicBezTo>
                    <a:cubicBezTo>
                      <a:pt x="60" y="62"/>
                      <a:pt x="60" y="62"/>
                      <a:pt x="60" y="61"/>
                    </a:cubicBezTo>
                    <a:cubicBezTo>
                      <a:pt x="60" y="61"/>
                      <a:pt x="60" y="61"/>
                      <a:pt x="60" y="61"/>
                    </a:cubicBezTo>
                    <a:cubicBezTo>
                      <a:pt x="60" y="61"/>
                      <a:pt x="60" y="61"/>
                      <a:pt x="60" y="61"/>
                    </a:cubicBezTo>
                    <a:cubicBezTo>
                      <a:pt x="60" y="61"/>
                      <a:pt x="60" y="61"/>
                      <a:pt x="60" y="61"/>
                    </a:cubicBezTo>
                    <a:cubicBezTo>
                      <a:pt x="60" y="61"/>
                      <a:pt x="60" y="61"/>
                      <a:pt x="60" y="61"/>
                    </a:cubicBezTo>
                    <a:cubicBezTo>
                      <a:pt x="60" y="61"/>
                      <a:pt x="60" y="60"/>
                      <a:pt x="60" y="60"/>
                    </a:cubicBezTo>
                    <a:cubicBezTo>
                      <a:pt x="60" y="60"/>
                      <a:pt x="60" y="60"/>
                      <a:pt x="60" y="60"/>
                    </a:cubicBezTo>
                    <a:cubicBezTo>
                      <a:pt x="60" y="60"/>
                      <a:pt x="60" y="60"/>
                      <a:pt x="60" y="60"/>
                    </a:cubicBezTo>
                    <a:cubicBezTo>
                      <a:pt x="60" y="60"/>
                      <a:pt x="60" y="61"/>
                      <a:pt x="60" y="61"/>
                    </a:cubicBezTo>
                    <a:cubicBezTo>
                      <a:pt x="60" y="61"/>
                      <a:pt x="60" y="61"/>
                      <a:pt x="60" y="61"/>
                    </a:cubicBezTo>
                    <a:cubicBezTo>
                      <a:pt x="60" y="61"/>
                      <a:pt x="60" y="61"/>
                      <a:pt x="60" y="61"/>
                    </a:cubicBezTo>
                    <a:cubicBezTo>
                      <a:pt x="60" y="61"/>
                      <a:pt x="60" y="61"/>
                      <a:pt x="60" y="61"/>
                    </a:cubicBezTo>
                    <a:cubicBezTo>
                      <a:pt x="60" y="61"/>
                      <a:pt x="61" y="61"/>
                      <a:pt x="61" y="61"/>
                    </a:cubicBezTo>
                    <a:cubicBezTo>
                      <a:pt x="61" y="61"/>
                      <a:pt x="61" y="60"/>
                      <a:pt x="61" y="60"/>
                    </a:cubicBezTo>
                    <a:cubicBezTo>
                      <a:pt x="61" y="60"/>
                      <a:pt x="61" y="60"/>
                      <a:pt x="61" y="60"/>
                    </a:cubicBezTo>
                    <a:cubicBezTo>
                      <a:pt x="61" y="60"/>
                      <a:pt x="61" y="60"/>
                      <a:pt x="61" y="60"/>
                    </a:cubicBezTo>
                    <a:cubicBezTo>
                      <a:pt x="61" y="60"/>
                      <a:pt x="61" y="60"/>
                      <a:pt x="61" y="60"/>
                    </a:cubicBezTo>
                    <a:cubicBezTo>
                      <a:pt x="61" y="60"/>
                      <a:pt x="61" y="60"/>
                      <a:pt x="61" y="60"/>
                    </a:cubicBezTo>
                    <a:cubicBezTo>
                      <a:pt x="61" y="60"/>
                      <a:pt x="61" y="60"/>
                      <a:pt x="61" y="60"/>
                    </a:cubicBezTo>
                    <a:cubicBezTo>
                      <a:pt x="61" y="60"/>
                      <a:pt x="61" y="60"/>
                      <a:pt x="61" y="60"/>
                    </a:cubicBezTo>
                    <a:cubicBezTo>
                      <a:pt x="61" y="59"/>
                      <a:pt x="61" y="59"/>
                      <a:pt x="61" y="59"/>
                    </a:cubicBezTo>
                    <a:cubicBezTo>
                      <a:pt x="61" y="59"/>
                      <a:pt x="61" y="59"/>
                      <a:pt x="61" y="59"/>
                    </a:cubicBezTo>
                    <a:cubicBezTo>
                      <a:pt x="61" y="59"/>
                      <a:pt x="61" y="59"/>
                      <a:pt x="61" y="59"/>
                    </a:cubicBezTo>
                    <a:cubicBezTo>
                      <a:pt x="61" y="59"/>
                      <a:pt x="61" y="59"/>
                      <a:pt x="61" y="59"/>
                    </a:cubicBezTo>
                    <a:cubicBezTo>
                      <a:pt x="61" y="59"/>
                      <a:pt x="61" y="59"/>
                      <a:pt x="61" y="59"/>
                    </a:cubicBezTo>
                    <a:cubicBezTo>
                      <a:pt x="61" y="59"/>
                      <a:pt x="61" y="59"/>
                      <a:pt x="61" y="59"/>
                    </a:cubicBezTo>
                    <a:cubicBezTo>
                      <a:pt x="61" y="59"/>
                      <a:pt x="61" y="59"/>
                      <a:pt x="61" y="59"/>
                    </a:cubicBezTo>
                    <a:cubicBezTo>
                      <a:pt x="62" y="59"/>
                      <a:pt x="62" y="59"/>
                      <a:pt x="62" y="59"/>
                    </a:cubicBezTo>
                    <a:cubicBezTo>
                      <a:pt x="62" y="59"/>
                      <a:pt x="62" y="59"/>
                      <a:pt x="62" y="58"/>
                    </a:cubicBezTo>
                    <a:cubicBezTo>
                      <a:pt x="62" y="58"/>
                      <a:pt x="62" y="58"/>
                      <a:pt x="62" y="58"/>
                    </a:cubicBezTo>
                    <a:cubicBezTo>
                      <a:pt x="62" y="58"/>
                      <a:pt x="62" y="58"/>
                      <a:pt x="62" y="58"/>
                    </a:cubicBezTo>
                    <a:cubicBezTo>
                      <a:pt x="62" y="58"/>
                      <a:pt x="62" y="58"/>
                      <a:pt x="62" y="58"/>
                    </a:cubicBezTo>
                    <a:cubicBezTo>
                      <a:pt x="62" y="58"/>
                      <a:pt x="62" y="58"/>
                      <a:pt x="62" y="58"/>
                    </a:cubicBezTo>
                    <a:cubicBezTo>
                      <a:pt x="62" y="58"/>
                      <a:pt x="62" y="59"/>
                      <a:pt x="62" y="59"/>
                    </a:cubicBezTo>
                    <a:cubicBezTo>
                      <a:pt x="62" y="59"/>
                      <a:pt x="62" y="59"/>
                      <a:pt x="62" y="58"/>
                    </a:cubicBezTo>
                    <a:cubicBezTo>
                      <a:pt x="62" y="58"/>
                      <a:pt x="62" y="58"/>
                      <a:pt x="62" y="58"/>
                    </a:cubicBezTo>
                    <a:cubicBezTo>
                      <a:pt x="62" y="58"/>
                      <a:pt x="63" y="58"/>
                      <a:pt x="63" y="58"/>
                    </a:cubicBezTo>
                    <a:cubicBezTo>
                      <a:pt x="63" y="58"/>
                      <a:pt x="63" y="58"/>
                      <a:pt x="63" y="58"/>
                    </a:cubicBezTo>
                    <a:cubicBezTo>
                      <a:pt x="63" y="58"/>
                      <a:pt x="63" y="58"/>
                      <a:pt x="63" y="58"/>
                    </a:cubicBezTo>
                    <a:cubicBezTo>
                      <a:pt x="63" y="58"/>
                      <a:pt x="63" y="58"/>
                      <a:pt x="64" y="58"/>
                    </a:cubicBezTo>
                    <a:cubicBezTo>
                      <a:pt x="64" y="57"/>
                      <a:pt x="64" y="57"/>
                      <a:pt x="64" y="57"/>
                    </a:cubicBezTo>
                    <a:cubicBezTo>
                      <a:pt x="64" y="57"/>
                      <a:pt x="64" y="57"/>
                      <a:pt x="64" y="57"/>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3" y="58"/>
                    </a:cubicBezTo>
                    <a:cubicBezTo>
                      <a:pt x="63" y="58"/>
                      <a:pt x="63" y="58"/>
                      <a:pt x="63" y="58"/>
                    </a:cubicBezTo>
                    <a:cubicBezTo>
                      <a:pt x="63" y="58"/>
                      <a:pt x="63" y="58"/>
                      <a:pt x="63" y="58"/>
                    </a:cubicBezTo>
                    <a:cubicBezTo>
                      <a:pt x="63" y="58"/>
                      <a:pt x="63" y="58"/>
                      <a:pt x="63" y="58"/>
                    </a:cubicBezTo>
                    <a:cubicBezTo>
                      <a:pt x="63" y="58"/>
                      <a:pt x="63" y="58"/>
                      <a:pt x="63" y="58"/>
                    </a:cubicBezTo>
                    <a:cubicBezTo>
                      <a:pt x="63" y="58"/>
                      <a:pt x="64" y="58"/>
                      <a:pt x="64" y="58"/>
                    </a:cubicBezTo>
                    <a:cubicBezTo>
                      <a:pt x="64" y="58"/>
                      <a:pt x="64" y="58"/>
                      <a:pt x="64" y="58"/>
                    </a:cubicBezTo>
                    <a:cubicBezTo>
                      <a:pt x="64" y="58"/>
                      <a:pt x="63" y="58"/>
                      <a:pt x="63" y="58"/>
                    </a:cubicBezTo>
                    <a:cubicBezTo>
                      <a:pt x="63" y="58"/>
                      <a:pt x="63"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9"/>
                      <a:pt x="64" y="59"/>
                    </a:cubicBezTo>
                    <a:cubicBezTo>
                      <a:pt x="64" y="59"/>
                      <a:pt x="64" y="59"/>
                      <a:pt x="64" y="59"/>
                    </a:cubicBezTo>
                    <a:cubicBezTo>
                      <a:pt x="64" y="59"/>
                      <a:pt x="64" y="59"/>
                      <a:pt x="64" y="59"/>
                    </a:cubicBezTo>
                    <a:cubicBezTo>
                      <a:pt x="64" y="59"/>
                      <a:pt x="64" y="59"/>
                      <a:pt x="64" y="59"/>
                    </a:cubicBezTo>
                    <a:cubicBezTo>
                      <a:pt x="64"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4" y="59"/>
                    </a:cubicBezTo>
                    <a:cubicBezTo>
                      <a:pt x="64" y="59"/>
                      <a:pt x="64" y="59"/>
                      <a:pt x="64" y="59"/>
                    </a:cubicBezTo>
                    <a:cubicBezTo>
                      <a:pt x="64" y="60"/>
                      <a:pt x="65" y="60"/>
                      <a:pt x="65" y="60"/>
                    </a:cubicBezTo>
                    <a:cubicBezTo>
                      <a:pt x="65" y="60"/>
                      <a:pt x="65" y="60"/>
                      <a:pt x="65" y="60"/>
                    </a:cubicBezTo>
                    <a:cubicBezTo>
                      <a:pt x="65" y="60"/>
                      <a:pt x="65" y="60"/>
                      <a:pt x="65" y="60"/>
                    </a:cubicBezTo>
                    <a:cubicBezTo>
                      <a:pt x="65" y="60"/>
                      <a:pt x="65" y="60"/>
                      <a:pt x="65" y="60"/>
                    </a:cubicBezTo>
                    <a:cubicBezTo>
                      <a:pt x="65" y="60"/>
                      <a:pt x="65" y="60"/>
                      <a:pt x="65" y="61"/>
                    </a:cubicBezTo>
                    <a:cubicBezTo>
                      <a:pt x="65" y="61"/>
                      <a:pt x="65" y="61"/>
                      <a:pt x="65" y="61"/>
                    </a:cubicBezTo>
                    <a:cubicBezTo>
                      <a:pt x="65" y="61"/>
                      <a:pt x="65" y="61"/>
                      <a:pt x="65" y="61"/>
                    </a:cubicBezTo>
                    <a:cubicBezTo>
                      <a:pt x="65" y="61"/>
                      <a:pt x="65" y="61"/>
                      <a:pt x="65" y="61"/>
                    </a:cubicBezTo>
                    <a:cubicBezTo>
                      <a:pt x="65" y="61"/>
                      <a:pt x="65" y="61"/>
                      <a:pt x="65" y="61"/>
                    </a:cubicBezTo>
                    <a:cubicBezTo>
                      <a:pt x="65" y="61"/>
                      <a:pt x="65" y="61"/>
                      <a:pt x="65" y="61"/>
                    </a:cubicBezTo>
                    <a:cubicBezTo>
                      <a:pt x="65"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7" y="61"/>
                    </a:cubicBezTo>
                    <a:cubicBezTo>
                      <a:pt x="67" y="61"/>
                      <a:pt x="67" y="61"/>
                      <a:pt x="67" y="61"/>
                    </a:cubicBezTo>
                    <a:cubicBezTo>
                      <a:pt x="67" y="61"/>
                      <a:pt x="67" y="61"/>
                      <a:pt x="67" y="61"/>
                    </a:cubicBezTo>
                    <a:cubicBezTo>
                      <a:pt x="67" y="61"/>
                      <a:pt x="67" y="61"/>
                      <a:pt x="67" y="61"/>
                    </a:cubicBezTo>
                    <a:cubicBezTo>
                      <a:pt x="67" y="61"/>
                      <a:pt x="67" y="61"/>
                      <a:pt x="67" y="61"/>
                    </a:cubicBezTo>
                    <a:cubicBezTo>
                      <a:pt x="67" y="61"/>
                      <a:pt x="67" y="61"/>
                      <a:pt x="67" y="61"/>
                    </a:cubicBezTo>
                    <a:cubicBezTo>
                      <a:pt x="67" y="61"/>
                      <a:pt x="67" y="61"/>
                      <a:pt x="67" y="61"/>
                    </a:cubicBezTo>
                    <a:cubicBezTo>
                      <a:pt x="67" y="61"/>
                      <a:pt x="67" y="60"/>
                      <a:pt x="67" y="60"/>
                    </a:cubicBezTo>
                    <a:cubicBezTo>
                      <a:pt x="67" y="60"/>
                      <a:pt x="67" y="60"/>
                      <a:pt x="67" y="60"/>
                    </a:cubicBezTo>
                    <a:cubicBezTo>
                      <a:pt x="67" y="60"/>
                      <a:pt x="68"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8" y="60"/>
                      <a:pt x="68" y="60"/>
                      <a:pt x="69" y="60"/>
                    </a:cubicBezTo>
                    <a:cubicBezTo>
                      <a:pt x="69" y="60"/>
                      <a:pt x="69" y="60"/>
                      <a:pt x="69" y="60"/>
                    </a:cubicBezTo>
                    <a:cubicBezTo>
                      <a:pt x="69" y="60"/>
                      <a:pt x="68" y="60"/>
                      <a:pt x="68" y="60"/>
                    </a:cubicBezTo>
                    <a:cubicBezTo>
                      <a:pt x="68" y="60"/>
                      <a:pt x="68" y="60"/>
                      <a:pt x="68" y="59"/>
                    </a:cubicBezTo>
                    <a:cubicBezTo>
                      <a:pt x="68" y="59"/>
                      <a:pt x="68" y="59"/>
                      <a:pt x="68" y="59"/>
                    </a:cubicBezTo>
                    <a:cubicBezTo>
                      <a:pt x="68" y="59"/>
                      <a:pt x="68"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7" y="60"/>
                      <a:pt x="67" y="60"/>
                      <a:pt x="67" y="60"/>
                    </a:cubicBezTo>
                    <a:cubicBezTo>
                      <a:pt x="67" y="60"/>
                      <a:pt x="67" y="60"/>
                      <a:pt x="67" y="60"/>
                    </a:cubicBezTo>
                    <a:cubicBezTo>
                      <a:pt x="67" y="60"/>
                      <a:pt x="67" y="60"/>
                      <a:pt x="67" y="60"/>
                    </a:cubicBezTo>
                    <a:cubicBezTo>
                      <a:pt x="67" y="60"/>
                      <a:pt x="67" y="60"/>
                      <a:pt x="67" y="60"/>
                    </a:cubicBezTo>
                    <a:cubicBezTo>
                      <a:pt x="67" y="60"/>
                      <a:pt x="67" y="60"/>
                      <a:pt x="67" y="60"/>
                    </a:cubicBezTo>
                    <a:cubicBezTo>
                      <a:pt x="67" y="60"/>
                      <a:pt x="67" y="60"/>
                      <a:pt x="67" y="60"/>
                    </a:cubicBezTo>
                    <a:cubicBezTo>
                      <a:pt x="67" y="60"/>
                      <a:pt x="67" y="60"/>
                      <a:pt x="67" y="60"/>
                    </a:cubicBezTo>
                    <a:cubicBezTo>
                      <a:pt x="67" y="60"/>
                      <a:pt x="67" y="60"/>
                      <a:pt x="67" y="60"/>
                    </a:cubicBezTo>
                    <a:cubicBezTo>
                      <a:pt x="67" y="59"/>
                      <a:pt x="67" y="59"/>
                      <a:pt x="66" y="59"/>
                    </a:cubicBezTo>
                    <a:cubicBezTo>
                      <a:pt x="66" y="59"/>
                      <a:pt x="66" y="59"/>
                      <a:pt x="66" y="59"/>
                    </a:cubicBezTo>
                    <a:cubicBezTo>
                      <a:pt x="66" y="59"/>
                      <a:pt x="66" y="59"/>
                      <a:pt x="66" y="59"/>
                    </a:cubicBezTo>
                    <a:cubicBezTo>
                      <a:pt x="66" y="59"/>
                      <a:pt x="66" y="59"/>
                      <a:pt x="66" y="59"/>
                    </a:cubicBezTo>
                    <a:cubicBezTo>
                      <a:pt x="66" y="59"/>
                      <a:pt x="66" y="59"/>
                      <a:pt x="66" y="59"/>
                    </a:cubicBezTo>
                    <a:cubicBezTo>
                      <a:pt x="66" y="59"/>
                      <a:pt x="66" y="59"/>
                      <a:pt x="66" y="59"/>
                    </a:cubicBezTo>
                    <a:cubicBezTo>
                      <a:pt x="66" y="59"/>
                      <a:pt x="66" y="59"/>
                      <a:pt x="66" y="59"/>
                    </a:cubicBezTo>
                    <a:cubicBezTo>
                      <a:pt x="66" y="59"/>
                      <a:pt x="66" y="59"/>
                      <a:pt x="66" y="59"/>
                    </a:cubicBezTo>
                    <a:cubicBezTo>
                      <a:pt x="66" y="59"/>
                      <a:pt x="66" y="59"/>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7" y="58"/>
                      <a:pt x="67" y="58"/>
                      <a:pt x="67"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8" y="58"/>
                      <a:pt x="68" y="58"/>
                    </a:cubicBezTo>
                    <a:cubicBezTo>
                      <a:pt x="68" y="58"/>
                      <a:pt x="69" y="58"/>
                      <a:pt x="69" y="58"/>
                    </a:cubicBezTo>
                    <a:cubicBezTo>
                      <a:pt x="69" y="58"/>
                      <a:pt x="69" y="57"/>
                      <a:pt x="69" y="57"/>
                    </a:cubicBezTo>
                    <a:cubicBezTo>
                      <a:pt x="69" y="57"/>
                      <a:pt x="69" y="57"/>
                      <a:pt x="69" y="57"/>
                    </a:cubicBezTo>
                    <a:cubicBezTo>
                      <a:pt x="69" y="57"/>
                      <a:pt x="69" y="57"/>
                      <a:pt x="69" y="57"/>
                    </a:cubicBezTo>
                    <a:cubicBezTo>
                      <a:pt x="70" y="57"/>
                      <a:pt x="70" y="57"/>
                      <a:pt x="70" y="57"/>
                    </a:cubicBezTo>
                    <a:cubicBezTo>
                      <a:pt x="70" y="57"/>
                      <a:pt x="70" y="57"/>
                      <a:pt x="70" y="57"/>
                    </a:cubicBezTo>
                    <a:cubicBezTo>
                      <a:pt x="70" y="57"/>
                      <a:pt x="70" y="57"/>
                      <a:pt x="70" y="57"/>
                    </a:cubicBezTo>
                    <a:cubicBezTo>
                      <a:pt x="70" y="57"/>
                      <a:pt x="70" y="57"/>
                      <a:pt x="70" y="57"/>
                    </a:cubicBezTo>
                    <a:cubicBezTo>
                      <a:pt x="70" y="57"/>
                      <a:pt x="70" y="57"/>
                      <a:pt x="70" y="57"/>
                    </a:cubicBezTo>
                    <a:cubicBezTo>
                      <a:pt x="70" y="57"/>
                      <a:pt x="70" y="57"/>
                      <a:pt x="70" y="57"/>
                    </a:cubicBezTo>
                    <a:cubicBezTo>
                      <a:pt x="70"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7"/>
                    </a:cubicBezTo>
                    <a:cubicBezTo>
                      <a:pt x="71" y="57"/>
                      <a:pt x="71" y="57"/>
                      <a:pt x="71" y="58"/>
                    </a:cubicBezTo>
                    <a:cubicBezTo>
                      <a:pt x="71" y="58"/>
                      <a:pt x="71" y="58"/>
                      <a:pt x="71" y="58"/>
                    </a:cubicBezTo>
                    <a:cubicBezTo>
                      <a:pt x="71" y="58"/>
                      <a:pt x="71" y="58"/>
                      <a:pt x="71" y="58"/>
                    </a:cubicBezTo>
                    <a:cubicBezTo>
                      <a:pt x="71" y="58"/>
                      <a:pt x="71" y="58"/>
                      <a:pt x="71" y="58"/>
                    </a:cubicBezTo>
                    <a:cubicBezTo>
                      <a:pt x="71" y="58"/>
                      <a:pt x="71"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0" y="58"/>
                    </a:cubicBezTo>
                    <a:cubicBezTo>
                      <a:pt x="70" y="58"/>
                      <a:pt x="70" y="58"/>
                      <a:pt x="71" y="58"/>
                    </a:cubicBezTo>
                    <a:cubicBezTo>
                      <a:pt x="71" y="58"/>
                      <a:pt x="71" y="59"/>
                      <a:pt x="71" y="59"/>
                    </a:cubicBezTo>
                    <a:cubicBezTo>
                      <a:pt x="71" y="59"/>
                      <a:pt x="71" y="59"/>
                      <a:pt x="70" y="59"/>
                    </a:cubicBezTo>
                    <a:cubicBezTo>
                      <a:pt x="70" y="59"/>
                      <a:pt x="70" y="58"/>
                      <a:pt x="70" y="58"/>
                    </a:cubicBezTo>
                    <a:cubicBezTo>
                      <a:pt x="70" y="58"/>
                      <a:pt x="70" y="59"/>
                      <a:pt x="70" y="59"/>
                    </a:cubicBezTo>
                    <a:cubicBezTo>
                      <a:pt x="70" y="59"/>
                      <a:pt x="70" y="59"/>
                      <a:pt x="70" y="59"/>
                    </a:cubicBezTo>
                    <a:cubicBezTo>
                      <a:pt x="70" y="59"/>
                      <a:pt x="70" y="59"/>
                      <a:pt x="70" y="59"/>
                    </a:cubicBezTo>
                    <a:cubicBezTo>
                      <a:pt x="70" y="59"/>
                      <a:pt x="70" y="59"/>
                      <a:pt x="70" y="59"/>
                    </a:cubicBezTo>
                    <a:cubicBezTo>
                      <a:pt x="70" y="59"/>
                      <a:pt x="70" y="59"/>
                      <a:pt x="70" y="59"/>
                    </a:cubicBezTo>
                    <a:cubicBezTo>
                      <a:pt x="70" y="59"/>
                      <a:pt x="70" y="59"/>
                      <a:pt x="70" y="59"/>
                    </a:cubicBezTo>
                    <a:cubicBezTo>
                      <a:pt x="70" y="59"/>
                      <a:pt x="70" y="59"/>
                      <a:pt x="70" y="59"/>
                    </a:cubicBezTo>
                    <a:cubicBezTo>
                      <a:pt x="70" y="59"/>
                      <a:pt x="70" y="59"/>
                      <a:pt x="70" y="59"/>
                    </a:cubicBezTo>
                    <a:cubicBezTo>
                      <a:pt x="70" y="59"/>
                      <a:pt x="70" y="59"/>
                      <a:pt x="70" y="59"/>
                    </a:cubicBezTo>
                    <a:cubicBezTo>
                      <a:pt x="70" y="59"/>
                      <a:pt x="70" y="59"/>
                      <a:pt x="70"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1"/>
                      <a:pt x="69" y="61"/>
                      <a:pt x="69" y="61"/>
                    </a:cubicBezTo>
                    <a:cubicBezTo>
                      <a:pt x="69" y="61"/>
                      <a:pt x="69" y="61"/>
                      <a:pt x="69" y="61"/>
                    </a:cubicBezTo>
                    <a:cubicBezTo>
                      <a:pt x="69" y="61"/>
                      <a:pt x="69" y="61"/>
                      <a:pt x="69" y="61"/>
                    </a:cubicBezTo>
                    <a:cubicBezTo>
                      <a:pt x="69" y="61"/>
                      <a:pt x="70" y="61"/>
                      <a:pt x="70" y="61"/>
                    </a:cubicBezTo>
                    <a:cubicBezTo>
                      <a:pt x="70" y="61"/>
                      <a:pt x="70" y="61"/>
                      <a:pt x="70" y="61"/>
                    </a:cubicBezTo>
                    <a:cubicBezTo>
                      <a:pt x="70" y="61"/>
                      <a:pt x="70" y="61"/>
                      <a:pt x="70" y="61"/>
                    </a:cubicBezTo>
                    <a:cubicBezTo>
                      <a:pt x="70" y="61"/>
                      <a:pt x="70" y="61"/>
                      <a:pt x="70" y="61"/>
                    </a:cubicBezTo>
                    <a:cubicBezTo>
                      <a:pt x="70" y="61"/>
                      <a:pt x="70" y="61"/>
                      <a:pt x="71" y="62"/>
                    </a:cubicBezTo>
                    <a:cubicBezTo>
                      <a:pt x="71" y="62"/>
                      <a:pt x="71" y="62"/>
                      <a:pt x="72" y="63"/>
                    </a:cubicBezTo>
                    <a:cubicBezTo>
                      <a:pt x="72" y="63"/>
                      <a:pt x="72" y="63"/>
                      <a:pt x="72" y="63"/>
                    </a:cubicBezTo>
                    <a:cubicBezTo>
                      <a:pt x="72" y="63"/>
                      <a:pt x="72" y="63"/>
                      <a:pt x="72" y="63"/>
                    </a:cubicBezTo>
                    <a:cubicBezTo>
                      <a:pt x="72" y="63"/>
                      <a:pt x="72" y="63"/>
                      <a:pt x="72" y="63"/>
                    </a:cubicBezTo>
                    <a:cubicBezTo>
                      <a:pt x="72" y="63"/>
                      <a:pt x="72" y="63"/>
                      <a:pt x="72" y="63"/>
                    </a:cubicBezTo>
                    <a:cubicBezTo>
                      <a:pt x="72" y="63"/>
                      <a:pt x="72" y="63"/>
                      <a:pt x="72" y="63"/>
                    </a:cubicBezTo>
                    <a:cubicBezTo>
                      <a:pt x="72" y="63"/>
                      <a:pt x="73" y="64"/>
                      <a:pt x="73" y="64"/>
                    </a:cubicBezTo>
                    <a:cubicBezTo>
                      <a:pt x="74" y="64"/>
                      <a:pt x="74" y="65"/>
                      <a:pt x="74" y="66"/>
                    </a:cubicBezTo>
                    <a:cubicBezTo>
                      <a:pt x="74" y="66"/>
                      <a:pt x="74" y="66"/>
                      <a:pt x="74" y="66"/>
                    </a:cubicBezTo>
                    <a:cubicBezTo>
                      <a:pt x="74" y="66"/>
                      <a:pt x="74" y="66"/>
                      <a:pt x="74" y="66"/>
                    </a:cubicBezTo>
                    <a:cubicBezTo>
                      <a:pt x="74" y="66"/>
                      <a:pt x="72" y="67"/>
                      <a:pt x="72" y="67"/>
                    </a:cubicBezTo>
                    <a:cubicBezTo>
                      <a:pt x="72" y="67"/>
                      <a:pt x="72" y="67"/>
                      <a:pt x="72" y="67"/>
                    </a:cubicBezTo>
                    <a:cubicBezTo>
                      <a:pt x="72" y="67"/>
                      <a:pt x="72" y="67"/>
                      <a:pt x="72" y="67"/>
                    </a:cubicBezTo>
                    <a:cubicBezTo>
                      <a:pt x="72" y="67"/>
                      <a:pt x="72" y="67"/>
                      <a:pt x="71" y="67"/>
                    </a:cubicBezTo>
                    <a:cubicBezTo>
                      <a:pt x="71" y="67"/>
                      <a:pt x="71" y="67"/>
                      <a:pt x="71" y="67"/>
                    </a:cubicBezTo>
                    <a:cubicBezTo>
                      <a:pt x="71" y="67"/>
                      <a:pt x="71" y="67"/>
                      <a:pt x="71" y="67"/>
                    </a:cubicBezTo>
                    <a:cubicBezTo>
                      <a:pt x="71" y="67"/>
                      <a:pt x="71" y="67"/>
                      <a:pt x="71" y="67"/>
                    </a:cubicBezTo>
                    <a:cubicBezTo>
                      <a:pt x="71" y="67"/>
                      <a:pt x="71" y="67"/>
                      <a:pt x="71" y="67"/>
                    </a:cubicBezTo>
                    <a:cubicBezTo>
                      <a:pt x="71" y="67"/>
                      <a:pt x="71" y="67"/>
                      <a:pt x="71" y="67"/>
                    </a:cubicBezTo>
                    <a:cubicBezTo>
                      <a:pt x="71" y="67"/>
                      <a:pt x="71" y="67"/>
                      <a:pt x="70" y="67"/>
                    </a:cubicBezTo>
                    <a:cubicBezTo>
                      <a:pt x="70" y="67"/>
                      <a:pt x="70" y="67"/>
                      <a:pt x="70" y="67"/>
                    </a:cubicBezTo>
                    <a:cubicBezTo>
                      <a:pt x="70" y="67"/>
                      <a:pt x="70" y="67"/>
                      <a:pt x="70" y="67"/>
                    </a:cubicBezTo>
                    <a:cubicBezTo>
                      <a:pt x="70" y="67"/>
                      <a:pt x="70" y="67"/>
                      <a:pt x="70" y="67"/>
                    </a:cubicBezTo>
                    <a:cubicBezTo>
                      <a:pt x="70" y="67"/>
                      <a:pt x="70" y="67"/>
                      <a:pt x="70" y="67"/>
                    </a:cubicBezTo>
                    <a:cubicBezTo>
                      <a:pt x="70" y="67"/>
                      <a:pt x="70" y="67"/>
                      <a:pt x="70" y="67"/>
                    </a:cubicBezTo>
                    <a:cubicBezTo>
                      <a:pt x="70" y="67"/>
                      <a:pt x="70" y="67"/>
                      <a:pt x="70" y="67"/>
                    </a:cubicBezTo>
                    <a:cubicBezTo>
                      <a:pt x="69" y="67"/>
                      <a:pt x="69" y="67"/>
                      <a:pt x="69" y="67"/>
                    </a:cubicBezTo>
                    <a:cubicBezTo>
                      <a:pt x="69" y="67"/>
                      <a:pt x="69" y="67"/>
                      <a:pt x="69" y="67"/>
                    </a:cubicBezTo>
                    <a:cubicBezTo>
                      <a:pt x="69" y="67"/>
                      <a:pt x="69" y="67"/>
                      <a:pt x="69" y="67"/>
                    </a:cubicBezTo>
                    <a:cubicBezTo>
                      <a:pt x="69" y="67"/>
                      <a:pt x="68" y="67"/>
                      <a:pt x="68" y="67"/>
                    </a:cubicBezTo>
                    <a:cubicBezTo>
                      <a:pt x="68" y="67"/>
                      <a:pt x="68" y="67"/>
                      <a:pt x="68" y="67"/>
                    </a:cubicBezTo>
                    <a:cubicBezTo>
                      <a:pt x="68" y="67"/>
                      <a:pt x="68" y="67"/>
                      <a:pt x="68" y="66"/>
                    </a:cubicBezTo>
                    <a:cubicBezTo>
                      <a:pt x="68" y="66"/>
                      <a:pt x="68" y="66"/>
                      <a:pt x="68" y="66"/>
                    </a:cubicBezTo>
                    <a:cubicBezTo>
                      <a:pt x="68" y="66"/>
                      <a:pt x="68" y="66"/>
                      <a:pt x="68" y="66"/>
                    </a:cubicBezTo>
                    <a:cubicBezTo>
                      <a:pt x="68" y="66"/>
                      <a:pt x="68" y="66"/>
                      <a:pt x="68" y="66"/>
                    </a:cubicBezTo>
                    <a:cubicBezTo>
                      <a:pt x="68" y="66"/>
                      <a:pt x="68" y="66"/>
                      <a:pt x="68" y="66"/>
                    </a:cubicBezTo>
                    <a:cubicBezTo>
                      <a:pt x="68" y="66"/>
                      <a:pt x="68" y="66"/>
                      <a:pt x="68" y="66"/>
                    </a:cubicBezTo>
                    <a:cubicBezTo>
                      <a:pt x="68" y="66"/>
                      <a:pt x="68" y="66"/>
                      <a:pt x="68" y="66"/>
                    </a:cubicBezTo>
                    <a:cubicBezTo>
                      <a:pt x="68" y="66"/>
                      <a:pt x="68" y="66"/>
                      <a:pt x="68" y="66"/>
                    </a:cubicBezTo>
                    <a:cubicBezTo>
                      <a:pt x="68" y="66"/>
                      <a:pt x="68" y="66"/>
                      <a:pt x="68" y="66"/>
                    </a:cubicBezTo>
                    <a:cubicBezTo>
                      <a:pt x="67" y="66"/>
                      <a:pt x="67" y="66"/>
                      <a:pt x="67" y="66"/>
                    </a:cubicBezTo>
                    <a:cubicBezTo>
                      <a:pt x="67" y="66"/>
                      <a:pt x="67" y="66"/>
                      <a:pt x="67" y="66"/>
                    </a:cubicBezTo>
                    <a:cubicBezTo>
                      <a:pt x="67" y="66"/>
                      <a:pt x="67" y="66"/>
                      <a:pt x="67" y="66"/>
                    </a:cubicBezTo>
                    <a:cubicBezTo>
                      <a:pt x="67" y="65"/>
                      <a:pt x="67" y="65"/>
                      <a:pt x="67" y="65"/>
                    </a:cubicBezTo>
                    <a:cubicBezTo>
                      <a:pt x="67" y="65"/>
                      <a:pt x="67" y="65"/>
                      <a:pt x="67" y="65"/>
                    </a:cubicBezTo>
                    <a:cubicBezTo>
                      <a:pt x="67" y="65"/>
                      <a:pt x="67" y="65"/>
                      <a:pt x="67" y="65"/>
                    </a:cubicBezTo>
                    <a:cubicBezTo>
                      <a:pt x="67" y="65"/>
                      <a:pt x="67" y="65"/>
                      <a:pt x="67" y="65"/>
                    </a:cubicBezTo>
                    <a:cubicBezTo>
                      <a:pt x="67" y="65"/>
                      <a:pt x="67" y="65"/>
                      <a:pt x="67" y="65"/>
                    </a:cubicBezTo>
                    <a:cubicBezTo>
                      <a:pt x="66" y="65"/>
                      <a:pt x="66" y="65"/>
                      <a:pt x="66" y="66"/>
                    </a:cubicBezTo>
                    <a:cubicBezTo>
                      <a:pt x="66" y="66"/>
                      <a:pt x="66" y="65"/>
                      <a:pt x="66" y="65"/>
                    </a:cubicBezTo>
                    <a:cubicBezTo>
                      <a:pt x="66" y="65"/>
                      <a:pt x="66" y="65"/>
                      <a:pt x="66" y="65"/>
                    </a:cubicBezTo>
                    <a:cubicBezTo>
                      <a:pt x="66" y="65"/>
                      <a:pt x="66" y="65"/>
                      <a:pt x="66" y="65"/>
                    </a:cubicBezTo>
                    <a:cubicBezTo>
                      <a:pt x="66" y="65"/>
                      <a:pt x="66" y="65"/>
                      <a:pt x="66" y="65"/>
                    </a:cubicBezTo>
                    <a:cubicBezTo>
                      <a:pt x="66" y="65"/>
                      <a:pt x="66" y="65"/>
                      <a:pt x="66" y="65"/>
                    </a:cubicBezTo>
                    <a:cubicBezTo>
                      <a:pt x="66" y="65"/>
                      <a:pt x="66" y="65"/>
                      <a:pt x="66" y="65"/>
                    </a:cubicBezTo>
                    <a:cubicBezTo>
                      <a:pt x="66" y="65"/>
                      <a:pt x="66" y="65"/>
                      <a:pt x="66" y="65"/>
                    </a:cubicBezTo>
                    <a:cubicBezTo>
                      <a:pt x="66" y="66"/>
                      <a:pt x="66" y="66"/>
                      <a:pt x="66" y="66"/>
                    </a:cubicBezTo>
                    <a:cubicBezTo>
                      <a:pt x="66" y="66"/>
                      <a:pt x="66" y="66"/>
                      <a:pt x="66" y="66"/>
                    </a:cubicBezTo>
                    <a:cubicBezTo>
                      <a:pt x="66" y="66"/>
                      <a:pt x="66" y="66"/>
                      <a:pt x="65" y="65"/>
                    </a:cubicBezTo>
                    <a:cubicBezTo>
                      <a:pt x="65" y="65"/>
                      <a:pt x="65" y="65"/>
                      <a:pt x="65" y="65"/>
                    </a:cubicBezTo>
                    <a:cubicBezTo>
                      <a:pt x="65" y="65"/>
                      <a:pt x="64" y="66"/>
                      <a:pt x="64" y="66"/>
                    </a:cubicBezTo>
                    <a:cubicBezTo>
                      <a:pt x="64" y="66"/>
                      <a:pt x="63" y="66"/>
                      <a:pt x="63" y="66"/>
                    </a:cubicBezTo>
                    <a:cubicBezTo>
                      <a:pt x="63" y="66"/>
                      <a:pt x="63" y="66"/>
                      <a:pt x="63" y="66"/>
                    </a:cubicBezTo>
                    <a:cubicBezTo>
                      <a:pt x="63" y="66"/>
                      <a:pt x="63" y="66"/>
                      <a:pt x="63" y="66"/>
                    </a:cubicBezTo>
                    <a:cubicBezTo>
                      <a:pt x="63" y="66"/>
                      <a:pt x="63" y="66"/>
                      <a:pt x="63" y="66"/>
                    </a:cubicBezTo>
                    <a:cubicBezTo>
                      <a:pt x="63" y="67"/>
                      <a:pt x="63" y="67"/>
                      <a:pt x="63" y="67"/>
                    </a:cubicBezTo>
                    <a:cubicBezTo>
                      <a:pt x="62" y="67"/>
                      <a:pt x="62" y="67"/>
                      <a:pt x="62" y="67"/>
                    </a:cubicBezTo>
                    <a:cubicBezTo>
                      <a:pt x="62" y="67"/>
                      <a:pt x="62" y="67"/>
                      <a:pt x="62" y="67"/>
                    </a:cubicBezTo>
                    <a:cubicBezTo>
                      <a:pt x="62" y="67"/>
                      <a:pt x="62" y="67"/>
                      <a:pt x="62" y="67"/>
                    </a:cubicBezTo>
                    <a:cubicBezTo>
                      <a:pt x="62" y="67"/>
                      <a:pt x="62" y="67"/>
                      <a:pt x="62" y="67"/>
                    </a:cubicBezTo>
                    <a:cubicBezTo>
                      <a:pt x="62" y="67"/>
                      <a:pt x="62" y="67"/>
                      <a:pt x="61" y="67"/>
                    </a:cubicBezTo>
                    <a:cubicBezTo>
                      <a:pt x="61" y="67"/>
                      <a:pt x="61" y="67"/>
                      <a:pt x="61" y="67"/>
                    </a:cubicBezTo>
                    <a:cubicBezTo>
                      <a:pt x="61" y="67"/>
                      <a:pt x="61" y="67"/>
                      <a:pt x="61" y="67"/>
                    </a:cubicBezTo>
                    <a:cubicBezTo>
                      <a:pt x="61" y="67"/>
                      <a:pt x="61" y="67"/>
                      <a:pt x="61" y="67"/>
                    </a:cubicBezTo>
                    <a:cubicBezTo>
                      <a:pt x="61" y="67"/>
                      <a:pt x="61" y="67"/>
                      <a:pt x="61" y="67"/>
                    </a:cubicBezTo>
                    <a:cubicBezTo>
                      <a:pt x="60" y="67"/>
                      <a:pt x="60" y="67"/>
                      <a:pt x="60" y="67"/>
                    </a:cubicBezTo>
                    <a:cubicBezTo>
                      <a:pt x="60" y="67"/>
                      <a:pt x="60" y="67"/>
                      <a:pt x="60" y="67"/>
                    </a:cubicBezTo>
                    <a:cubicBezTo>
                      <a:pt x="60" y="67"/>
                      <a:pt x="60" y="67"/>
                      <a:pt x="60" y="67"/>
                    </a:cubicBezTo>
                    <a:cubicBezTo>
                      <a:pt x="60" y="67"/>
                      <a:pt x="60" y="67"/>
                      <a:pt x="60" y="67"/>
                    </a:cubicBezTo>
                    <a:cubicBezTo>
                      <a:pt x="60" y="67"/>
                      <a:pt x="60" y="67"/>
                      <a:pt x="60" y="67"/>
                    </a:cubicBezTo>
                    <a:cubicBezTo>
                      <a:pt x="60" y="67"/>
                      <a:pt x="60" y="67"/>
                      <a:pt x="60" y="67"/>
                    </a:cubicBezTo>
                    <a:cubicBezTo>
                      <a:pt x="60" y="67"/>
                      <a:pt x="60" y="67"/>
                      <a:pt x="60" y="67"/>
                    </a:cubicBezTo>
                    <a:cubicBezTo>
                      <a:pt x="60" y="67"/>
                      <a:pt x="60" y="67"/>
                      <a:pt x="61" y="67"/>
                    </a:cubicBezTo>
                    <a:cubicBezTo>
                      <a:pt x="61" y="67"/>
                      <a:pt x="61" y="67"/>
                      <a:pt x="61" y="67"/>
                    </a:cubicBezTo>
                    <a:cubicBezTo>
                      <a:pt x="61" y="67"/>
                      <a:pt x="61" y="67"/>
                      <a:pt x="61" y="67"/>
                    </a:cubicBezTo>
                    <a:cubicBezTo>
                      <a:pt x="61" y="67"/>
                      <a:pt x="61" y="67"/>
                      <a:pt x="61" y="67"/>
                    </a:cubicBezTo>
                    <a:cubicBezTo>
                      <a:pt x="61" y="67"/>
                      <a:pt x="61" y="67"/>
                      <a:pt x="61" y="67"/>
                    </a:cubicBezTo>
                    <a:cubicBezTo>
                      <a:pt x="61" y="68"/>
                      <a:pt x="61"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60" y="68"/>
                    </a:cubicBezTo>
                    <a:cubicBezTo>
                      <a:pt x="60" y="68"/>
                      <a:pt x="60" y="68"/>
                      <a:pt x="59" y="68"/>
                    </a:cubicBezTo>
                    <a:cubicBezTo>
                      <a:pt x="59" y="68"/>
                      <a:pt x="59" y="68"/>
                      <a:pt x="59" y="68"/>
                    </a:cubicBezTo>
                    <a:cubicBezTo>
                      <a:pt x="59" y="68"/>
                      <a:pt x="59" y="68"/>
                      <a:pt x="59" y="68"/>
                    </a:cubicBezTo>
                    <a:cubicBezTo>
                      <a:pt x="59" y="68"/>
                      <a:pt x="59" y="68"/>
                      <a:pt x="59" y="68"/>
                    </a:cubicBezTo>
                    <a:cubicBezTo>
                      <a:pt x="59" y="68"/>
                      <a:pt x="59" y="68"/>
                      <a:pt x="59" y="68"/>
                    </a:cubicBezTo>
                    <a:cubicBezTo>
                      <a:pt x="59" y="68"/>
                      <a:pt x="59" y="68"/>
                      <a:pt x="59" y="68"/>
                    </a:cubicBezTo>
                    <a:cubicBezTo>
                      <a:pt x="59" y="68"/>
                      <a:pt x="59" y="68"/>
                      <a:pt x="59" y="68"/>
                    </a:cubicBezTo>
                    <a:cubicBezTo>
                      <a:pt x="59" y="68"/>
                      <a:pt x="59" y="68"/>
                      <a:pt x="59" y="68"/>
                    </a:cubicBezTo>
                    <a:cubicBezTo>
                      <a:pt x="59" y="68"/>
                      <a:pt x="59" y="68"/>
                      <a:pt x="58" y="68"/>
                    </a:cubicBezTo>
                    <a:cubicBezTo>
                      <a:pt x="58" y="68"/>
                      <a:pt x="58" y="68"/>
                      <a:pt x="58" y="68"/>
                    </a:cubicBezTo>
                    <a:cubicBezTo>
                      <a:pt x="58" y="68"/>
                      <a:pt x="58" y="68"/>
                      <a:pt x="58" y="68"/>
                    </a:cubicBezTo>
                    <a:cubicBezTo>
                      <a:pt x="58" y="68"/>
                      <a:pt x="58" y="68"/>
                      <a:pt x="58" y="68"/>
                    </a:cubicBezTo>
                    <a:cubicBezTo>
                      <a:pt x="57" y="68"/>
                      <a:pt x="57" y="68"/>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69"/>
                      <a:pt x="57" y="69"/>
                    </a:cubicBezTo>
                    <a:cubicBezTo>
                      <a:pt x="57" y="69"/>
                      <a:pt x="57" y="70"/>
                      <a:pt x="57" y="70"/>
                    </a:cubicBezTo>
                    <a:cubicBezTo>
                      <a:pt x="57" y="70"/>
                      <a:pt x="57" y="70"/>
                      <a:pt x="57" y="70"/>
                    </a:cubicBezTo>
                    <a:cubicBezTo>
                      <a:pt x="57" y="70"/>
                      <a:pt x="57" y="70"/>
                      <a:pt x="57" y="70"/>
                    </a:cubicBezTo>
                    <a:cubicBezTo>
                      <a:pt x="57" y="70"/>
                      <a:pt x="57" y="70"/>
                      <a:pt x="57" y="70"/>
                    </a:cubicBezTo>
                    <a:cubicBezTo>
                      <a:pt x="57" y="70"/>
                      <a:pt x="57" y="70"/>
                      <a:pt x="57" y="70"/>
                    </a:cubicBezTo>
                    <a:cubicBezTo>
                      <a:pt x="57" y="70"/>
                      <a:pt x="57" y="70"/>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7" y="71"/>
                      <a:pt x="57" y="71"/>
                    </a:cubicBezTo>
                    <a:cubicBezTo>
                      <a:pt x="57" y="71"/>
                      <a:pt x="56" y="71"/>
                      <a:pt x="56" y="72"/>
                    </a:cubicBezTo>
                    <a:cubicBezTo>
                      <a:pt x="56" y="72"/>
                      <a:pt x="57" y="72"/>
                      <a:pt x="57" y="72"/>
                    </a:cubicBezTo>
                    <a:cubicBezTo>
                      <a:pt x="57" y="72"/>
                      <a:pt x="57" y="72"/>
                      <a:pt x="57" y="72"/>
                    </a:cubicBezTo>
                    <a:cubicBezTo>
                      <a:pt x="57" y="72"/>
                      <a:pt x="57" y="72"/>
                      <a:pt x="57" y="72"/>
                    </a:cubicBezTo>
                    <a:cubicBezTo>
                      <a:pt x="57" y="72"/>
                      <a:pt x="57" y="72"/>
                      <a:pt x="57" y="72"/>
                    </a:cubicBezTo>
                    <a:cubicBezTo>
                      <a:pt x="57" y="72"/>
                      <a:pt x="57" y="72"/>
                      <a:pt x="57" y="72"/>
                    </a:cubicBezTo>
                    <a:cubicBezTo>
                      <a:pt x="57" y="72"/>
                      <a:pt x="57" y="72"/>
                      <a:pt x="57" y="72"/>
                    </a:cubicBezTo>
                    <a:cubicBezTo>
                      <a:pt x="57" y="72"/>
                      <a:pt x="57" y="72"/>
                      <a:pt x="57" y="72"/>
                    </a:cubicBezTo>
                    <a:cubicBezTo>
                      <a:pt x="57" y="72"/>
                      <a:pt x="57" y="72"/>
                      <a:pt x="57" y="72"/>
                    </a:cubicBezTo>
                    <a:cubicBezTo>
                      <a:pt x="58" y="72"/>
                      <a:pt x="58" y="72"/>
                      <a:pt x="58" y="72"/>
                    </a:cubicBezTo>
                    <a:cubicBezTo>
                      <a:pt x="58" y="72"/>
                      <a:pt x="58" y="72"/>
                      <a:pt x="58" y="72"/>
                    </a:cubicBezTo>
                    <a:cubicBezTo>
                      <a:pt x="57" y="72"/>
                      <a:pt x="57" y="72"/>
                      <a:pt x="57" y="72"/>
                    </a:cubicBezTo>
                    <a:cubicBezTo>
                      <a:pt x="57" y="72"/>
                      <a:pt x="57" y="72"/>
                      <a:pt x="57" y="72"/>
                    </a:cubicBezTo>
                    <a:cubicBezTo>
                      <a:pt x="57" y="72"/>
                      <a:pt x="57" y="72"/>
                      <a:pt x="57" y="72"/>
                    </a:cubicBezTo>
                    <a:cubicBezTo>
                      <a:pt x="57" y="72"/>
                      <a:pt x="57" y="72"/>
                      <a:pt x="57" y="72"/>
                    </a:cubicBezTo>
                    <a:cubicBezTo>
                      <a:pt x="57" y="72"/>
                      <a:pt x="57" y="72"/>
                      <a:pt x="57" y="73"/>
                    </a:cubicBezTo>
                    <a:cubicBezTo>
                      <a:pt x="57" y="73"/>
                      <a:pt x="57" y="73"/>
                      <a:pt x="57" y="73"/>
                    </a:cubicBezTo>
                    <a:cubicBezTo>
                      <a:pt x="57" y="73"/>
                      <a:pt x="57" y="73"/>
                      <a:pt x="57" y="73"/>
                    </a:cubicBezTo>
                    <a:cubicBezTo>
                      <a:pt x="57" y="73"/>
                      <a:pt x="57" y="73"/>
                      <a:pt x="58" y="73"/>
                    </a:cubicBezTo>
                    <a:cubicBezTo>
                      <a:pt x="58" y="73"/>
                      <a:pt x="58" y="73"/>
                      <a:pt x="58" y="73"/>
                    </a:cubicBezTo>
                    <a:cubicBezTo>
                      <a:pt x="58" y="73"/>
                      <a:pt x="58" y="73"/>
                      <a:pt x="58" y="73"/>
                    </a:cubicBezTo>
                    <a:cubicBezTo>
                      <a:pt x="58" y="73"/>
                      <a:pt x="58" y="73"/>
                      <a:pt x="58" y="73"/>
                    </a:cubicBezTo>
                    <a:cubicBezTo>
                      <a:pt x="58" y="73"/>
                      <a:pt x="58" y="73"/>
                      <a:pt x="58" y="73"/>
                    </a:cubicBezTo>
                    <a:cubicBezTo>
                      <a:pt x="58" y="73"/>
                      <a:pt x="58" y="73"/>
                      <a:pt x="58" y="73"/>
                    </a:cubicBezTo>
                    <a:cubicBezTo>
                      <a:pt x="58" y="73"/>
                      <a:pt x="58" y="73"/>
                      <a:pt x="58" y="73"/>
                    </a:cubicBezTo>
                    <a:cubicBezTo>
                      <a:pt x="58" y="73"/>
                      <a:pt x="58" y="73"/>
                      <a:pt x="58" y="73"/>
                    </a:cubicBezTo>
                    <a:cubicBezTo>
                      <a:pt x="58" y="73"/>
                      <a:pt x="58" y="73"/>
                      <a:pt x="58" y="73"/>
                    </a:cubicBezTo>
                    <a:cubicBezTo>
                      <a:pt x="58" y="73"/>
                      <a:pt x="58" y="73"/>
                      <a:pt x="58" y="73"/>
                    </a:cubicBezTo>
                    <a:cubicBezTo>
                      <a:pt x="58" y="73"/>
                      <a:pt x="58" y="73"/>
                      <a:pt x="58" y="73"/>
                    </a:cubicBezTo>
                    <a:cubicBezTo>
                      <a:pt x="58" y="74"/>
                      <a:pt x="58" y="74"/>
                      <a:pt x="58" y="74"/>
                    </a:cubicBezTo>
                    <a:cubicBezTo>
                      <a:pt x="58" y="74"/>
                      <a:pt x="58" y="73"/>
                      <a:pt x="58" y="73"/>
                    </a:cubicBezTo>
                    <a:cubicBezTo>
                      <a:pt x="58" y="73"/>
                      <a:pt x="58" y="73"/>
                      <a:pt x="58" y="73"/>
                    </a:cubicBezTo>
                    <a:cubicBezTo>
                      <a:pt x="58" y="73"/>
                      <a:pt x="59" y="73"/>
                      <a:pt x="59" y="73"/>
                    </a:cubicBezTo>
                    <a:cubicBezTo>
                      <a:pt x="59" y="73"/>
                      <a:pt x="59" y="73"/>
                      <a:pt x="59" y="73"/>
                    </a:cubicBezTo>
                    <a:cubicBezTo>
                      <a:pt x="59" y="73"/>
                      <a:pt x="59" y="73"/>
                      <a:pt x="59" y="73"/>
                    </a:cubicBezTo>
                    <a:cubicBezTo>
                      <a:pt x="59" y="73"/>
                      <a:pt x="59" y="73"/>
                      <a:pt x="59" y="73"/>
                    </a:cubicBezTo>
                    <a:cubicBezTo>
                      <a:pt x="59" y="73"/>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8" y="74"/>
                      <a:pt x="58" y="74"/>
                      <a:pt x="58"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59" y="74"/>
                      <a:pt x="59" y="74"/>
                      <a:pt x="59" y="74"/>
                    </a:cubicBezTo>
                    <a:cubicBezTo>
                      <a:pt x="60" y="74"/>
                      <a:pt x="60" y="75"/>
                      <a:pt x="60" y="75"/>
                    </a:cubicBezTo>
                    <a:cubicBezTo>
                      <a:pt x="60" y="75"/>
                      <a:pt x="60" y="75"/>
                      <a:pt x="60" y="75"/>
                    </a:cubicBezTo>
                    <a:cubicBezTo>
                      <a:pt x="60" y="75"/>
                      <a:pt x="60" y="75"/>
                      <a:pt x="60" y="75"/>
                    </a:cubicBezTo>
                    <a:cubicBezTo>
                      <a:pt x="60" y="75"/>
                      <a:pt x="60" y="75"/>
                      <a:pt x="60" y="75"/>
                    </a:cubicBezTo>
                    <a:cubicBezTo>
                      <a:pt x="60" y="75"/>
                      <a:pt x="60" y="75"/>
                      <a:pt x="60" y="75"/>
                    </a:cubicBezTo>
                    <a:cubicBezTo>
                      <a:pt x="60" y="75"/>
                      <a:pt x="60" y="75"/>
                      <a:pt x="60" y="75"/>
                    </a:cubicBezTo>
                    <a:cubicBezTo>
                      <a:pt x="60" y="75"/>
                      <a:pt x="60" y="75"/>
                      <a:pt x="60" y="75"/>
                    </a:cubicBezTo>
                    <a:cubicBezTo>
                      <a:pt x="60" y="75"/>
                      <a:pt x="60" y="75"/>
                      <a:pt x="60" y="75"/>
                    </a:cubicBezTo>
                    <a:cubicBezTo>
                      <a:pt x="60" y="75"/>
                      <a:pt x="60" y="75"/>
                      <a:pt x="60" y="75"/>
                    </a:cubicBezTo>
                    <a:cubicBezTo>
                      <a:pt x="60" y="75"/>
                      <a:pt x="60" y="75"/>
                      <a:pt x="60" y="75"/>
                    </a:cubicBezTo>
                    <a:cubicBezTo>
                      <a:pt x="61" y="75"/>
                      <a:pt x="61" y="75"/>
                      <a:pt x="61" y="75"/>
                    </a:cubicBezTo>
                    <a:cubicBezTo>
                      <a:pt x="61" y="75"/>
                      <a:pt x="61" y="75"/>
                      <a:pt x="61" y="75"/>
                    </a:cubicBezTo>
                    <a:cubicBezTo>
                      <a:pt x="61" y="75"/>
                      <a:pt x="61" y="75"/>
                      <a:pt x="61" y="75"/>
                    </a:cubicBezTo>
                    <a:cubicBezTo>
                      <a:pt x="61" y="75"/>
                      <a:pt x="61" y="75"/>
                      <a:pt x="61" y="75"/>
                    </a:cubicBezTo>
                    <a:cubicBezTo>
                      <a:pt x="61" y="75"/>
                      <a:pt x="61" y="75"/>
                      <a:pt x="61" y="75"/>
                    </a:cubicBezTo>
                    <a:cubicBezTo>
                      <a:pt x="61" y="75"/>
                      <a:pt x="61" y="74"/>
                      <a:pt x="61" y="74"/>
                    </a:cubicBezTo>
                    <a:cubicBezTo>
                      <a:pt x="61" y="74"/>
                      <a:pt x="61" y="74"/>
                      <a:pt x="61" y="74"/>
                    </a:cubicBezTo>
                    <a:cubicBezTo>
                      <a:pt x="61" y="74"/>
                      <a:pt x="61" y="74"/>
                      <a:pt x="62" y="74"/>
                    </a:cubicBezTo>
                    <a:cubicBezTo>
                      <a:pt x="62" y="74"/>
                      <a:pt x="62" y="74"/>
                      <a:pt x="62" y="74"/>
                    </a:cubicBezTo>
                    <a:cubicBezTo>
                      <a:pt x="62" y="74"/>
                      <a:pt x="62" y="74"/>
                      <a:pt x="62" y="74"/>
                    </a:cubicBezTo>
                    <a:cubicBezTo>
                      <a:pt x="62" y="74"/>
                      <a:pt x="62" y="74"/>
                      <a:pt x="63" y="74"/>
                    </a:cubicBezTo>
                    <a:cubicBezTo>
                      <a:pt x="63" y="74"/>
                      <a:pt x="63" y="74"/>
                      <a:pt x="63" y="74"/>
                    </a:cubicBezTo>
                    <a:cubicBezTo>
                      <a:pt x="63" y="74"/>
                      <a:pt x="63" y="74"/>
                      <a:pt x="63" y="74"/>
                    </a:cubicBezTo>
                    <a:cubicBezTo>
                      <a:pt x="63" y="75"/>
                      <a:pt x="63" y="75"/>
                      <a:pt x="63" y="75"/>
                    </a:cubicBezTo>
                    <a:cubicBezTo>
                      <a:pt x="64" y="75"/>
                      <a:pt x="64" y="75"/>
                      <a:pt x="64" y="75"/>
                    </a:cubicBezTo>
                    <a:cubicBezTo>
                      <a:pt x="64" y="75"/>
                      <a:pt x="64" y="75"/>
                      <a:pt x="64" y="75"/>
                    </a:cubicBezTo>
                    <a:cubicBezTo>
                      <a:pt x="64" y="75"/>
                      <a:pt x="64" y="75"/>
                      <a:pt x="64" y="75"/>
                    </a:cubicBezTo>
                    <a:cubicBezTo>
                      <a:pt x="64" y="75"/>
                      <a:pt x="64" y="75"/>
                      <a:pt x="64" y="75"/>
                    </a:cubicBezTo>
                    <a:cubicBezTo>
                      <a:pt x="64" y="75"/>
                      <a:pt x="64" y="75"/>
                      <a:pt x="64" y="75"/>
                    </a:cubicBezTo>
                    <a:cubicBezTo>
                      <a:pt x="64" y="75"/>
                      <a:pt x="64" y="75"/>
                      <a:pt x="64" y="75"/>
                    </a:cubicBezTo>
                    <a:cubicBezTo>
                      <a:pt x="64" y="75"/>
                      <a:pt x="64" y="75"/>
                      <a:pt x="64" y="75"/>
                    </a:cubicBezTo>
                    <a:cubicBezTo>
                      <a:pt x="64" y="75"/>
                      <a:pt x="64" y="75"/>
                      <a:pt x="64" y="75"/>
                    </a:cubicBezTo>
                    <a:cubicBezTo>
                      <a:pt x="64" y="75"/>
                      <a:pt x="64" y="75"/>
                      <a:pt x="64" y="75"/>
                    </a:cubicBezTo>
                    <a:cubicBezTo>
                      <a:pt x="64" y="75"/>
                      <a:pt x="64" y="75"/>
                      <a:pt x="64" y="75"/>
                    </a:cubicBezTo>
                    <a:cubicBezTo>
                      <a:pt x="65" y="75"/>
                      <a:pt x="65" y="75"/>
                      <a:pt x="65" y="75"/>
                    </a:cubicBezTo>
                    <a:cubicBezTo>
                      <a:pt x="65" y="75"/>
                      <a:pt x="65" y="75"/>
                      <a:pt x="65" y="75"/>
                    </a:cubicBezTo>
                    <a:cubicBezTo>
                      <a:pt x="65" y="75"/>
                      <a:pt x="65" y="75"/>
                      <a:pt x="65" y="75"/>
                    </a:cubicBezTo>
                    <a:cubicBezTo>
                      <a:pt x="65" y="75"/>
                      <a:pt x="65" y="75"/>
                      <a:pt x="65" y="75"/>
                    </a:cubicBezTo>
                    <a:cubicBezTo>
                      <a:pt x="65" y="75"/>
                      <a:pt x="65" y="75"/>
                      <a:pt x="65" y="75"/>
                    </a:cubicBezTo>
                    <a:cubicBezTo>
                      <a:pt x="65" y="75"/>
                      <a:pt x="65" y="75"/>
                      <a:pt x="65" y="75"/>
                    </a:cubicBezTo>
                    <a:cubicBezTo>
                      <a:pt x="65" y="75"/>
                      <a:pt x="66" y="74"/>
                      <a:pt x="66" y="74"/>
                    </a:cubicBezTo>
                    <a:cubicBezTo>
                      <a:pt x="66" y="74"/>
                      <a:pt x="66" y="74"/>
                      <a:pt x="66" y="74"/>
                    </a:cubicBezTo>
                    <a:cubicBezTo>
                      <a:pt x="66" y="74"/>
                      <a:pt x="66" y="74"/>
                      <a:pt x="66" y="74"/>
                    </a:cubicBezTo>
                    <a:cubicBezTo>
                      <a:pt x="66" y="74"/>
                      <a:pt x="66" y="74"/>
                      <a:pt x="66" y="74"/>
                    </a:cubicBezTo>
                    <a:cubicBezTo>
                      <a:pt x="66"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8" y="74"/>
                      <a:pt x="68" y="74"/>
                      <a:pt x="68" y="74"/>
                    </a:cubicBezTo>
                    <a:cubicBezTo>
                      <a:pt x="68" y="74"/>
                      <a:pt x="68" y="74"/>
                      <a:pt x="68" y="74"/>
                    </a:cubicBezTo>
                    <a:cubicBezTo>
                      <a:pt x="68" y="74"/>
                      <a:pt x="68" y="74"/>
                      <a:pt x="68" y="74"/>
                    </a:cubicBezTo>
                    <a:cubicBezTo>
                      <a:pt x="68" y="74"/>
                      <a:pt x="68" y="74"/>
                      <a:pt x="68" y="74"/>
                    </a:cubicBezTo>
                    <a:cubicBezTo>
                      <a:pt x="68" y="74"/>
                      <a:pt x="68" y="74"/>
                      <a:pt x="67" y="74"/>
                    </a:cubicBezTo>
                    <a:cubicBezTo>
                      <a:pt x="67" y="74"/>
                      <a:pt x="67" y="74"/>
                      <a:pt x="67" y="74"/>
                    </a:cubicBezTo>
                    <a:cubicBezTo>
                      <a:pt x="67" y="74"/>
                      <a:pt x="67" y="75"/>
                      <a:pt x="67" y="75"/>
                    </a:cubicBezTo>
                    <a:cubicBezTo>
                      <a:pt x="67" y="75"/>
                      <a:pt x="67" y="75"/>
                      <a:pt x="67" y="75"/>
                    </a:cubicBezTo>
                    <a:cubicBezTo>
                      <a:pt x="67" y="75"/>
                      <a:pt x="67" y="75"/>
                      <a:pt x="67" y="75"/>
                    </a:cubicBezTo>
                    <a:cubicBezTo>
                      <a:pt x="67" y="75"/>
                      <a:pt x="67" y="75"/>
                      <a:pt x="67" y="75"/>
                    </a:cubicBezTo>
                    <a:cubicBezTo>
                      <a:pt x="67" y="75"/>
                      <a:pt x="67" y="75"/>
                      <a:pt x="67" y="75"/>
                    </a:cubicBezTo>
                    <a:cubicBezTo>
                      <a:pt x="67" y="75"/>
                      <a:pt x="67" y="75"/>
                      <a:pt x="67" y="75"/>
                    </a:cubicBezTo>
                    <a:cubicBezTo>
                      <a:pt x="67" y="76"/>
                      <a:pt x="67" y="76"/>
                      <a:pt x="67" y="76"/>
                    </a:cubicBezTo>
                    <a:cubicBezTo>
                      <a:pt x="67" y="76"/>
                      <a:pt x="67" y="76"/>
                      <a:pt x="67" y="77"/>
                    </a:cubicBezTo>
                    <a:cubicBezTo>
                      <a:pt x="67" y="77"/>
                      <a:pt x="67" y="77"/>
                      <a:pt x="67" y="77"/>
                    </a:cubicBezTo>
                    <a:cubicBezTo>
                      <a:pt x="67" y="77"/>
                      <a:pt x="67" y="77"/>
                      <a:pt x="67" y="77"/>
                    </a:cubicBezTo>
                    <a:cubicBezTo>
                      <a:pt x="67" y="77"/>
                      <a:pt x="67" y="78"/>
                      <a:pt x="67" y="78"/>
                    </a:cubicBezTo>
                    <a:cubicBezTo>
                      <a:pt x="67" y="78"/>
                      <a:pt x="67" y="78"/>
                      <a:pt x="67" y="78"/>
                    </a:cubicBezTo>
                    <a:cubicBezTo>
                      <a:pt x="67" y="78"/>
                      <a:pt x="67" y="78"/>
                      <a:pt x="67" y="78"/>
                    </a:cubicBezTo>
                    <a:cubicBezTo>
                      <a:pt x="67" y="78"/>
                      <a:pt x="67" y="78"/>
                      <a:pt x="67" y="78"/>
                    </a:cubicBezTo>
                    <a:cubicBezTo>
                      <a:pt x="67" y="78"/>
                      <a:pt x="67" y="78"/>
                      <a:pt x="67" y="79"/>
                    </a:cubicBezTo>
                    <a:cubicBezTo>
                      <a:pt x="67" y="79"/>
                      <a:pt x="66" y="79"/>
                      <a:pt x="66" y="79"/>
                    </a:cubicBezTo>
                    <a:cubicBezTo>
                      <a:pt x="66" y="79"/>
                      <a:pt x="66" y="80"/>
                      <a:pt x="66" y="80"/>
                    </a:cubicBezTo>
                    <a:cubicBezTo>
                      <a:pt x="66" y="80"/>
                      <a:pt x="66" y="80"/>
                      <a:pt x="66" y="80"/>
                    </a:cubicBezTo>
                    <a:cubicBezTo>
                      <a:pt x="66" y="80"/>
                      <a:pt x="66" y="80"/>
                      <a:pt x="66" y="80"/>
                    </a:cubicBezTo>
                    <a:cubicBezTo>
                      <a:pt x="66" y="80"/>
                      <a:pt x="66" y="81"/>
                      <a:pt x="66" y="81"/>
                    </a:cubicBezTo>
                    <a:cubicBezTo>
                      <a:pt x="66" y="81"/>
                      <a:pt x="66" y="82"/>
                      <a:pt x="66" y="82"/>
                    </a:cubicBezTo>
                    <a:cubicBezTo>
                      <a:pt x="66" y="82"/>
                      <a:pt x="66" y="82"/>
                      <a:pt x="66" y="82"/>
                    </a:cubicBezTo>
                    <a:cubicBezTo>
                      <a:pt x="66" y="82"/>
                      <a:pt x="66" y="82"/>
                      <a:pt x="66" y="82"/>
                    </a:cubicBezTo>
                    <a:cubicBezTo>
                      <a:pt x="66" y="82"/>
                      <a:pt x="66" y="82"/>
                      <a:pt x="66" y="82"/>
                    </a:cubicBezTo>
                    <a:cubicBezTo>
                      <a:pt x="66" y="82"/>
                      <a:pt x="66" y="82"/>
                      <a:pt x="66" y="82"/>
                    </a:cubicBezTo>
                    <a:cubicBezTo>
                      <a:pt x="66" y="82"/>
                      <a:pt x="65" y="82"/>
                      <a:pt x="65" y="82"/>
                    </a:cubicBezTo>
                    <a:cubicBezTo>
                      <a:pt x="65" y="83"/>
                      <a:pt x="65" y="83"/>
                      <a:pt x="65" y="83"/>
                    </a:cubicBezTo>
                    <a:cubicBezTo>
                      <a:pt x="65" y="83"/>
                      <a:pt x="65" y="83"/>
                      <a:pt x="65" y="83"/>
                    </a:cubicBezTo>
                    <a:cubicBezTo>
                      <a:pt x="65" y="83"/>
                      <a:pt x="65" y="83"/>
                      <a:pt x="65" y="83"/>
                    </a:cubicBezTo>
                    <a:cubicBezTo>
                      <a:pt x="65" y="83"/>
                      <a:pt x="65" y="83"/>
                      <a:pt x="65" y="83"/>
                    </a:cubicBezTo>
                    <a:cubicBezTo>
                      <a:pt x="65" y="83"/>
                      <a:pt x="65" y="83"/>
                      <a:pt x="64" y="83"/>
                    </a:cubicBezTo>
                    <a:cubicBezTo>
                      <a:pt x="64" y="83"/>
                      <a:pt x="64" y="83"/>
                      <a:pt x="64" y="83"/>
                    </a:cubicBezTo>
                    <a:cubicBezTo>
                      <a:pt x="64" y="83"/>
                      <a:pt x="64" y="83"/>
                      <a:pt x="64" y="83"/>
                    </a:cubicBezTo>
                    <a:cubicBezTo>
                      <a:pt x="64" y="83"/>
                      <a:pt x="64" y="83"/>
                      <a:pt x="64" y="83"/>
                    </a:cubicBezTo>
                    <a:cubicBezTo>
                      <a:pt x="64" y="83"/>
                      <a:pt x="64" y="83"/>
                      <a:pt x="64" y="83"/>
                    </a:cubicBezTo>
                    <a:cubicBezTo>
                      <a:pt x="64" y="83"/>
                      <a:pt x="64" y="83"/>
                      <a:pt x="64" y="83"/>
                    </a:cubicBezTo>
                    <a:cubicBezTo>
                      <a:pt x="64" y="83"/>
                      <a:pt x="64" y="83"/>
                      <a:pt x="64" y="83"/>
                    </a:cubicBezTo>
                    <a:cubicBezTo>
                      <a:pt x="64" y="83"/>
                      <a:pt x="63" y="83"/>
                      <a:pt x="63" y="83"/>
                    </a:cubicBezTo>
                    <a:cubicBezTo>
                      <a:pt x="63" y="83"/>
                      <a:pt x="63" y="83"/>
                      <a:pt x="63" y="83"/>
                    </a:cubicBezTo>
                    <a:cubicBezTo>
                      <a:pt x="63" y="83"/>
                      <a:pt x="63" y="83"/>
                      <a:pt x="63" y="83"/>
                    </a:cubicBezTo>
                    <a:cubicBezTo>
                      <a:pt x="63" y="83"/>
                      <a:pt x="63" y="83"/>
                      <a:pt x="63" y="83"/>
                    </a:cubicBezTo>
                    <a:cubicBezTo>
                      <a:pt x="63" y="83"/>
                      <a:pt x="63" y="83"/>
                      <a:pt x="63" y="83"/>
                    </a:cubicBezTo>
                    <a:cubicBezTo>
                      <a:pt x="63" y="83"/>
                      <a:pt x="63" y="83"/>
                      <a:pt x="63" y="83"/>
                    </a:cubicBezTo>
                    <a:cubicBezTo>
                      <a:pt x="63" y="83"/>
                      <a:pt x="63" y="83"/>
                      <a:pt x="63" y="83"/>
                    </a:cubicBezTo>
                    <a:cubicBezTo>
                      <a:pt x="63" y="83"/>
                      <a:pt x="63" y="83"/>
                      <a:pt x="63" y="83"/>
                    </a:cubicBezTo>
                    <a:cubicBezTo>
                      <a:pt x="63" y="83"/>
                      <a:pt x="63" y="83"/>
                      <a:pt x="62" y="83"/>
                    </a:cubicBezTo>
                    <a:cubicBezTo>
                      <a:pt x="63" y="83"/>
                      <a:pt x="63" y="83"/>
                      <a:pt x="63" y="83"/>
                    </a:cubicBezTo>
                    <a:cubicBezTo>
                      <a:pt x="63" y="83"/>
                      <a:pt x="63" y="83"/>
                      <a:pt x="63" y="83"/>
                    </a:cubicBezTo>
                    <a:cubicBezTo>
                      <a:pt x="63" y="83"/>
                      <a:pt x="63" y="83"/>
                      <a:pt x="63" y="83"/>
                    </a:cubicBezTo>
                    <a:cubicBezTo>
                      <a:pt x="63" y="83"/>
                      <a:pt x="63" y="83"/>
                      <a:pt x="63" y="83"/>
                    </a:cubicBezTo>
                    <a:cubicBezTo>
                      <a:pt x="63" y="82"/>
                      <a:pt x="63"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0" y="82"/>
                      <a:pt x="60" y="82"/>
                    </a:cubicBezTo>
                    <a:cubicBezTo>
                      <a:pt x="60" y="82"/>
                      <a:pt x="60" y="83"/>
                      <a:pt x="60" y="83"/>
                    </a:cubicBezTo>
                    <a:cubicBezTo>
                      <a:pt x="60" y="83"/>
                      <a:pt x="60" y="83"/>
                      <a:pt x="60" y="83"/>
                    </a:cubicBezTo>
                    <a:cubicBezTo>
                      <a:pt x="60" y="83"/>
                      <a:pt x="60" y="83"/>
                      <a:pt x="59" y="83"/>
                    </a:cubicBezTo>
                    <a:cubicBezTo>
                      <a:pt x="59" y="83"/>
                      <a:pt x="59" y="83"/>
                      <a:pt x="59" y="83"/>
                    </a:cubicBezTo>
                    <a:cubicBezTo>
                      <a:pt x="59" y="83"/>
                      <a:pt x="59" y="83"/>
                      <a:pt x="59" y="83"/>
                    </a:cubicBezTo>
                    <a:cubicBezTo>
                      <a:pt x="59" y="83"/>
                      <a:pt x="59" y="83"/>
                      <a:pt x="59" y="83"/>
                    </a:cubicBezTo>
                    <a:cubicBezTo>
                      <a:pt x="59" y="83"/>
                      <a:pt x="59" y="83"/>
                      <a:pt x="59" y="83"/>
                    </a:cubicBezTo>
                    <a:cubicBezTo>
                      <a:pt x="59" y="83"/>
                      <a:pt x="58" y="83"/>
                      <a:pt x="58" y="83"/>
                    </a:cubicBezTo>
                    <a:cubicBezTo>
                      <a:pt x="58" y="83"/>
                      <a:pt x="58" y="83"/>
                      <a:pt x="58" y="83"/>
                    </a:cubicBezTo>
                    <a:cubicBezTo>
                      <a:pt x="58" y="83"/>
                      <a:pt x="58" y="83"/>
                      <a:pt x="58" y="83"/>
                    </a:cubicBezTo>
                    <a:cubicBezTo>
                      <a:pt x="58" y="83"/>
                      <a:pt x="58" y="83"/>
                      <a:pt x="58" y="83"/>
                    </a:cubicBezTo>
                    <a:cubicBezTo>
                      <a:pt x="58" y="83"/>
                      <a:pt x="58" y="83"/>
                      <a:pt x="58" y="83"/>
                    </a:cubicBezTo>
                    <a:cubicBezTo>
                      <a:pt x="58" y="83"/>
                      <a:pt x="58" y="83"/>
                      <a:pt x="58" y="83"/>
                    </a:cubicBezTo>
                    <a:cubicBezTo>
                      <a:pt x="58" y="83"/>
                      <a:pt x="58" y="83"/>
                      <a:pt x="58" y="83"/>
                    </a:cubicBezTo>
                    <a:cubicBezTo>
                      <a:pt x="58" y="83"/>
                      <a:pt x="58" y="83"/>
                      <a:pt x="58" y="83"/>
                    </a:cubicBezTo>
                    <a:cubicBezTo>
                      <a:pt x="57" y="83"/>
                      <a:pt x="57" y="83"/>
                      <a:pt x="57" y="83"/>
                    </a:cubicBezTo>
                    <a:cubicBezTo>
                      <a:pt x="57" y="83"/>
                      <a:pt x="57" y="83"/>
                      <a:pt x="57" y="83"/>
                    </a:cubicBezTo>
                    <a:cubicBezTo>
                      <a:pt x="57" y="83"/>
                      <a:pt x="57" y="83"/>
                      <a:pt x="57" y="83"/>
                    </a:cubicBezTo>
                    <a:cubicBezTo>
                      <a:pt x="57" y="83"/>
                      <a:pt x="57" y="83"/>
                      <a:pt x="57" y="83"/>
                    </a:cubicBezTo>
                    <a:cubicBezTo>
                      <a:pt x="57" y="83"/>
                      <a:pt x="57" y="83"/>
                      <a:pt x="57" y="83"/>
                    </a:cubicBezTo>
                    <a:cubicBezTo>
                      <a:pt x="57" y="83"/>
                      <a:pt x="57" y="83"/>
                      <a:pt x="57" y="83"/>
                    </a:cubicBezTo>
                    <a:cubicBezTo>
                      <a:pt x="57" y="82"/>
                      <a:pt x="57" y="82"/>
                      <a:pt x="57" y="82"/>
                    </a:cubicBezTo>
                    <a:cubicBezTo>
                      <a:pt x="57" y="82"/>
                      <a:pt x="56" y="82"/>
                      <a:pt x="56" y="82"/>
                    </a:cubicBezTo>
                    <a:cubicBezTo>
                      <a:pt x="56" y="82"/>
                      <a:pt x="56" y="82"/>
                      <a:pt x="56" y="82"/>
                    </a:cubicBezTo>
                    <a:cubicBezTo>
                      <a:pt x="56" y="82"/>
                      <a:pt x="56" y="82"/>
                      <a:pt x="56" y="82"/>
                    </a:cubicBezTo>
                    <a:cubicBezTo>
                      <a:pt x="55" y="82"/>
                      <a:pt x="55" y="82"/>
                      <a:pt x="55" y="82"/>
                    </a:cubicBezTo>
                    <a:cubicBezTo>
                      <a:pt x="55" y="82"/>
                      <a:pt x="55" y="82"/>
                      <a:pt x="55" y="82"/>
                    </a:cubicBezTo>
                    <a:cubicBezTo>
                      <a:pt x="55" y="82"/>
                      <a:pt x="55" y="82"/>
                      <a:pt x="55" y="82"/>
                    </a:cubicBezTo>
                    <a:cubicBezTo>
                      <a:pt x="55" y="82"/>
                      <a:pt x="55" y="82"/>
                      <a:pt x="55" y="82"/>
                    </a:cubicBezTo>
                    <a:cubicBezTo>
                      <a:pt x="55" y="82"/>
                      <a:pt x="55" y="82"/>
                      <a:pt x="55" y="82"/>
                    </a:cubicBezTo>
                    <a:cubicBezTo>
                      <a:pt x="55" y="82"/>
                      <a:pt x="55" y="82"/>
                      <a:pt x="55" y="82"/>
                    </a:cubicBezTo>
                    <a:cubicBezTo>
                      <a:pt x="54" y="82"/>
                      <a:pt x="54" y="82"/>
                      <a:pt x="54" y="82"/>
                    </a:cubicBezTo>
                    <a:cubicBezTo>
                      <a:pt x="54" y="82"/>
                      <a:pt x="54" y="82"/>
                      <a:pt x="54" y="82"/>
                    </a:cubicBezTo>
                    <a:cubicBezTo>
                      <a:pt x="54" y="82"/>
                      <a:pt x="54" y="82"/>
                      <a:pt x="54" y="81"/>
                    </a:cubicBezTo>
                    <a:cubicBezTo>
                      <a:pt x="54" y="81"/>
                      <a:pt x="54" y="81"/>
                      <a:pt x="54" y="81"/>
                    </a:cubicBezTo>
                    <a:cubicBezTo>
                      <a:pt x="54" y="81"/>
                      <a:pt x="54" y="81"/>
                      <a:pt x="54" y="81"/>
                    </a:cubicBezTo>
                    <a:cubicBezTo>
                      <a:pt x="54" y="81"/>
                      <a:pt x="54" y="81"/>
                      <a:pt x="54" y="81"/>
                    </a:cubicBezTo>
                    <a:cubicBezTo>
                      <a:pt x="54" y="81"/>
                      <a:pt x="54" y="81"/>
                      <a:pt x="54" y="81"/>
                    </a:cubicBezTo>
                    <a:cubicBezTo>
                      <a:pt x="54" y="81"/>
                      <a:pt x="54" y="81"/>
                      <a:pt x="54" y="81"/>
                    </a:cubicBezTo>
                    <a:cubicBezTo>
                      <a:pt x="53" y="81"/>
                      <a:pt x="53" y="81"/>
                      <a:pt x="53" y="81"/>
                    </a:cubicBezTo>
                    <a:cubicBezTo>
                      <a:pt x="53" y="81"/>
                      <a:pt x="53" y="81"/>
                      <a:pt x="53" y="81"/>
                    </a:cubicBezTo>
                    <a:cubicBezTo>
                      <a:pt x="53" y="81"/>
                      <a:pt x="53" y="81"/>
                      <a:pt x="53" y="81"/>
                    </a:cubicBezTo>
                    <a:cubicBezTo>
                      <a:pt x="53" y="81"/>
                      <a:pt x="53" y="81"/>
                      <a:pt x="52" y="81"/>
                    </a:cubicBezTo>
                    <a:cubicBezTo>
                      <a:pt x="52" y="81"/>
                      <a:pt x="52" y="81"/>
                      <a:pt x="52" y="81"/>
                    </a:cubicBezTo>
                    <a:cubicBezTo>
                      <a:pt x="52" y="81"/>
                      <a:pt x="52" y="81"/>
                      <a:pt x="52" y="81"/>
                    </a:cubicBezTo>
                    <a:cubicBezTo>
                      <a:pt x="52" y="80"/>
                      <a:pt x="52" y="80"/>
                      <a:pt x="52" y="80"/>
                    </a:cubicBezTo>
                    <a:cubicBezTo>
                      <a:pt x="52" y="80"/>
                      <a:pt x="52" y="80"/>
                      <a:pt x="52" y="80"/>
                    </a:cubicBezTo>
                    <a:cubicBezTo>
                      <a:pt x="52" y="80"/>
                      <a:pt x="52" y="80"/>
                      <a:pt x="52" y="80"/>
                    </a:cubicBezTo>
                    <a:cubicBezTo>
                      <a:pt x="51" y="80"/>
                      <a:pt x="51" y="80"/>
                      <a:pt x="51" y="80"/>
                    </a:cubicBezTo>
                    <a:cubicBezTo>
                      <a:pt x="51" y="80"/>
                      <a:pt x="51" y="80"/>
                      <a:pt x="51" y="80"/>
                    </a:cubicBezTo>
                    <a:cubicBezTo>
                      <a:pt x="51" y="80"/>
                      <a:pt x="51" y="80"/>
                      <a:pt x="50" y="80"/>
                    </a:cubicBezTo>
                    <a:cubicBezTo>
                      <a:pt x="50" y="80"/>
                      <a:pt x="50" y="80"/>
                      <a:pt x="50" y="80"/>
                    </a:cubicBezTo>
                    <a:cubicBezTo>
                      <a:pt x="50" y="80"/>
                      <a:pt x="50" y="80"/>
                      <a:pt x="50" y="80"/>
                    </a:cubicBezTo>
                    <a:cubicBezTo>
                      <a:pt x="50" y="80"/>
                      <a:pt x="50" y="80"/>
                      <a:pt x="50" y="80"/>
                    </a:cubicBezTo>
                    <a:cubicBezTo>
                      <a:pt x="50" y="80"/>
                      <a:pt x="50" y="80"/>
                      <a:pt x="49" y="80"/>
                    </a:cubicBezTo>
                    <a:cubicBezTo>
                      <a:pt x="49" y="80"/>
                      <a:pt x="49" y="80"/>
                      <a:pt x="49" y="81"/>
                    </a:cubicBezTo>
                    <a:cubicBezTo>
                      <a:pt x="49" y="81"/>
                      <a:pt x="49" y="81"/>
                      <a:pt x="49" y="81"/>
                    </a:cubicBezTo>
                    <a:cubicBezTo>
                      <a:pt x="49" y="81"/>
                      <a:pt x="49" y="81"/>
                      <a:pt x="49" y="81"/>
                    </a:cubicBezTo>
                    <a:cubicBezTo>
                      <a:pt x="49" y="81"/>
                      <a:pt x="49" y="81"/>
                      <a:pt x="49" y="81"/>
                    </a:cubicBezTo>
                    <a:cubicBezTo>
                      <a:pt x="48" y="81"/>
                      <a:pt x="48" y="81"/>
                      <a:pt x="48" y="81"/>
                    </a:cubicBezTo>
                    <a:cubicBezTo>
                      <a:pt x="48" y="81"/>
                      <a:pt x="48" y="82"/>
                      <a:pt x="48" y="82"/>
                    </a:cubicBezTo>
                    <a:cubicBezTo>
                      <a:pt x="48" y="82"/>
                      <a:pt x="48" y="82"/>
                      <a:pt x="48" y="82"/>
                    </a:cubicBezTo>
                    <a:cubicBezTo>
                      <a:pt x="48" y="82"/>
                      <a:pt x="48" y="82"/>
                      <a:pt x="48" y="82"/>
                    </a:cubicBezTo>
                    <a:cubicBezTo>
                      <a:pt x="48" y="83"/>
                      <a:pt x="48" y="83"/>
                      <a:pt x="48" y="83"/>
                    </a:cubicBezTo>
                    <a:cubicBezTo>
                      <a:pt x="48" y="83"/>
                      <a:pt x="48" y="83"/>
                      <a:pt x="48" y="83"/>
                    </a:cubicBezTo>
                    <a:cubicBezTo>
                      <a:pt x="48" y="83"/>
                      <a:pt x="48" y="83"/>
                      <a:pt x="48" y="83"/>
                    </a:cubicBezTo>
                    <a:cubicBezTo>
                      <a:pt x="48" y="83"/>
                      <a:pt x="48" y="83"/>
                      <a:pt x="48" y="83"/>
                    </a:cubicBezTo>
                    <a:cubicBezTo>
                      <a:pt x="48" y="83"/>
                      <a:pt x="48" y="84"/>
                      <a:pt x="48" y="84"/>
                    </a:cubicBezTo>
                    <a:cubicBezTo>
                      <a:pt x="48" y="84"/>
                      <a:pt x="48" y="84"/>
                      <a:pt x="48" y="84"/>
                    </a:cubicBezTo>
                    <a:cubicBezTo>
                      <a:pt x="48" y="84"/>
                      <a:pt x="48" y="84"/>
                      <a:pt x="48" y="84"/>
                    </a:cubicBezTo>
                    <a:cubicBezTo>
                      <a:pt x="48" y="84"/>
                      <a:pt x="48" y="84"/>
                      <a:pt x="47" y="84"/>
                    </a:cubicBezTo>
                    <a:cubicBezTo>
                      <a:pt x="47" y="84"/>
                      <a:pt x="47" y="84"/>
                      <a:pt x="47" y="84"/>
                    </a:cubicBezTo>
                    <a:cubicBezTo>
                      <a:pt x="47" y="84"/>
                      <a:pt x="47" y="84"/>
                      <a:pt x="47" y="83"/>
                    </a:cubicBezTo>
                    <a:cubicBezTo>
                      <a:pt x="47" y="83"/>
                      <a:pt x="46" y="83"/>
                      <a:pt x="46" y="83"/>
                    </a:cubicBezTo>
                    <a:cubicBezTo>
                      <a:pt x="46" y="83"/>
                      <a:pt x="46" y="83"/>
                      <a:pt x="46" y="83"/>
                    </a:cubicBezTo>
                    <a:cubicBezTo>
                      <a:pt x="46" y="83"/>
                      <a:pt x="46" y="83"/>
                      <a:pt x="46" y="83"/>
                    </a:cubicBezTo>
                    <a:cubicBezTo>
                      <a:pt x="46" y="83"/>
                      <a:pt x="46" y="83"/>
                      <a:pt x="46" y="83"/>
                    </a:cubicBezTo>
                    <a:cubicBezTo>
                      <a:pt x="46" y="83"/>
                      <a:pt x="46" y="83"/>
                      <a:pt x="46" y="83"/>
                    </a:cubicBezTo>
                    <a:cubicBezTo>
                      <a:pt x="46" y="83"/>
                      <a:pt x="46" y="83"/>
                      <a:pt x="46" y="83"/>
                    </a:cubicBezTo>
                    <a:cubicBezTo>
                      <a:pt x="46" y="83"/>
                      <a:pt x="45" y="83"/>
                      <a:pt x="45" y="83"/>
                    </a:cubicBezTo>
                    <a:cubicBezTo>
                      <a:pt x="45" y="83"/>
                      <a:pt x="45" y="83"/>
                      <a:pt x="45" y="83"/>
                    </a:cubicBezTo>
                    <a:cubicBezTo>
                      <a:pt x="45" y="83"/>
                      <a:pt x="45" y="83"/>
                      <a:pt x="45" y="83"/>
                    </a:cubicBezTo>
                    <a:cubicBezTo>
                      <a:pt x="45" y="83"/>
                      <a:pt x="45" y="83"/>
                      <a:pt x="45" y="83"/>
                    </a:cubicBezTo>
                    <a:cubicBezTo>
                      <a:pt x="45" y="83"/>
                      <a:pt x="45" y="83"/>
                      <a:pt x="45" y="83"/>
                    </a:cubicBezTo>
                    <a:cubicBezTo>
                      <a:pt x="45" y="82"/>
                      <a:pt x="45" y="82"/>
                      <a:pt x="45" y="82"/>
                    </a:cubicBezTo>
                    <a:cubicBezTo>
                      <a:pt x="45" y="82"/>
                      <a:pt x="44" y="82"/>
                      <a:pt x="44" y="82"/>
                    </a:cubicBezTo>
                    <a:cubicBezTo>
                      <a:pt x="44" y="82"/>
                      <a:pt x="44" y="82"/>
                      <a:pt x="44" y="82"/>
                    </a:cubicBezTo>
                    <a:cubicBezTo>
                      <a:pt x="44" y="82"/>
                      <a:pt x="44" y="82"/>
                      <a:pt x="44" y="82"/>
                    </a:cubicBezTo>
                    <a:cubicBezTo>
                      <a:pt x="44" y="82"/>
                      <a:pt x="44" y="82"/>
                      <a:pt x="44" y="82"/>
                    </a:cubicBezTo>
                    <a:cubicBezTo>
                      <a:pt x="44" y="82"/>
                      <a:pt x="43" y="82"/>
                      <a:pt x="43" y="82"/>
                    </a:cubicBezTo>
                    <a:cubicBezTo>
                      <a:pt x="43" y="82"/>
                      <a:pt x="43" y="82"/>
                      <a:pt x="43" y="82"/>
                    </a:cubicBezTo>
                    <a:cubicBezTo>
                      <a:pt x="43" y="82"/>
                      <a:pt x="43" y="82"/>
                      <a:pt x="43" y="82"/>
                    </a:cubicBezTo>
                    <a:cubicBezTo>
                      <a:pt x="43" y="82"/>
                      <a:pt x="43" y="82"/>
                      <a:pt x="43" y="82"/>
                    </a:cubicBezTo>
                    <a:cubicBezTo>
                      <a:pt x="43" y="82"/>
                      <a:pt x="43" y="82"/>
                      <a:pt x="43" y="82"/>
                    </a:cubicBezTo>
                    <a:cubicBezTo>
                      <a:pt x="43" y="81"/>
                      <a:pt x="43" y="81"/>
                      <a:pt x="43" y="81"/>
                    </a:cubicBezTo>
                    <a:cubicBezTo>
                      <a:pt x="43" y="81"/>
                      <a:pt x="43" y="81"/>
                      <a:pt x="43" y="81"/>
                    </a:cubicBezTo>
                    <a:cubicBezTo>
                      <a:pt x="43" y="81"/>
                      <a:pt x="43" y="81"/>
                      <a:pt x="43" y="81"/>
                    </a:cubicBezTo>
                    <a:cubicBezTo>
                      <a:pt x="43" y="81"/>
                      <a:pt x="43" y="81"/>
                      <a:pt x="43" y="81"/>
                    </a:cubicBezTo>
                    <a:cubicBezTo>
                      <a:pt x="43" y="81"/>
                      <a:pt x="43" y="81"/>
                      <a:pt x="43" y="81"/>
                    </a:cubicBezTo>
                    <a:cubicBezTo>
                      <a:pt x="43" y="81"/>
                      <a:pt x="43" y="81"/>
                      <a:pt x="43" y="81"/>
                    </a:cubicBezTo>
                    <a:cubicBezTo>
                      <a:pt x="43" y="81"/>
                      <a:pt x="43" y="81"/>
                      <a:pt x="43" y="81"/>
                    </a:cubicBezTo>
                    <a:cubicBezTo>
                      <a:pt x="43" y="81"/>
                      <a:pt x="43" y="81"/>
                      <a:pt x="43" y="81"/>
                    </a:cubicBezTo>
                    <a:cubicBezTo>
                      <a:pt x="43" y="81"/>
                      <a:pt x="43" y="81"/>
                      <a:pt x="43" y="81"/>
                    </a:cubicBezTo>
                    <a:cubicBezTo>
                      <a:pt x="43" y="81"/>
                      <a:pt x="43" y="80"/>
                      <a:pt x="43" y="80"/>
                    </a:cubicBezTo>
                    <a:cubicBezTo>
                      <a:pt x="43" y="80"/>
                      <a:pt x="43" y="80"/>
                      <a:pt x="43" y="80"/>
                    </a:cubicBezTo>
                    <a:cubicBezTo>
                      <a:pt x="42" y="80"/>
                      <a:pt x="42" y="80"/>
                      <a:pt x="42" y="80"/>
                    </a:cubicBezTo>
                    <a:cubicBezTo>
                      <a:pt x="42" y="80"/>
                      <a:pt x="42" y="80"/>
                      <a:pt x="42" y="80"/>
                    </a:cubicBezTo>
                    <a:cubicBezTo>
                      <a:pt x="42" y="80"/>
                      <a:pt x="42" y="80"/>
                      <a:pt x="42" y="80"/>
                    </a:cubicBezTo>
                    <a:cubicBezTo>
                      <a:pt x="42" y="80"/>
                      <a:pt x="42" y="80"/>
                      <a:pt x="42" y="80"/>
                    </a:cubicBezTo>
                    <a:cubicBezTo>
                      <a:pt x="42" y="80"/>
                      <a:pt x="42" y="80"/>
                      <a:pt x="42" y="80"/>
                    </a:cubicBezTo>
                    <a:cubicBezTo>
                      <a:pt x="42" y="80"/>
                      <a:pt x="42" y="80"/>
                      <a:pt x="42" y="80"/>
                    </a:cubicBezTo>
                    <a:cubicBezTo>
                      <a:pt x="42" y="80"/>
                      <a:pt x="41" y="80"/>
                      <a:pt x="41" y="80"/>
                    </a:cubicBezTo>
                    <a:cubicBezTo>
                      <a:pt x="41" y="80"/>
                      <a:pt x="41" y="80"/>
                      <a:pt x="41" y="80"/>
                    </a:cubicBezTo>
                    <a:cubicBezTo>
                      <a:pt x="41" y="80"/>
                      <a:pt x="41" y="80"/>
                      <a:pt x="41" y="80"/>
                    </a:cubicBezTo>
                    <a:cubicBezTo>
                      <a:pt x="41" y="80"/>
                      <a:pt x="41" y="80"/>
                      <a:pt x="41" y="80"/>
                    </a:cubicBezTo>
                    <a:cubicBezTo>
                      <a:pt x="41" y="80"/>
                      <a:pt x="41" y="80"/>
                      <a:pt x="41" y="80"/>
                    </a:cubicBezTo>
                    <a:cubicBezTo>
                      <a:pt x="41" y="80"/>
                      <a:pt x="41" y="80"/>
                      <a:pt x="41" y="80"/>
                    </a:cubicBezTo>
                    <a:cubicBezTo>
                      <a:pt x="41" y="80"/>
                      <a:pt x="40" y="80"/>
                      <a:pt x="40" y="80"/>
                    </a:cubicBezTo>
                    <a:cubicBezTo>
                      <a:pt x="40" y="80"/>
                      <a:pt x="40" y="80"/>
                      <a:pt x="40" y="80"/>
                    </a:cubicBezTo>
                    <a:cubicBezTo>
                      <a:pt x="40" y="80"/>
                      <a:pt x="40" y="80"/>
                      <a:pt x="40" y="80"/>
                    </a:cubicBezTo>
                    <a:cubicBezTo>
                      <a:pt x="40" y="80"/>
                      <a:pt x="40" y="80"/>
                      <a:pt x="40" y="80"/>
                    </a:cubicBezTo>
                    <a:cubicBezTo>
                      <a:pt x="40" y="80"/>
                      <a:pt x="40" y="80"/>
                      <a:pt x="40" y="80"/>
                    </a:cubicBezTo>
                    <a:cubicBezTo>
                      <a:pt x="40" y="80"/>
                      <a:pt x="40" y="80"/>
                      <a:pt x="40" y="80"/>
                    </a:cubicBezTo>
                    <a:cubicBezTo>
                      <a:pt x="40" y="80"/>
                      <a:pt x="40" y="80"/>
                      <a:pt x="40" y="80"/>
                    </a:cubicBezTo>
                    <a:cubicBezTo>
                      <a:pt x="40" y="80"/>
                      <a:pt x="40" y="80"/>
                      <a:pt x="40" y="80"/>
                    </a:cubicBezTo>
                    <a:cubicBezTo>
                      <a:pt x="40" y="80"/>
                      <a:pt x="39" y="80"/>
                      <a:pt x="39" y="80"/>
                    </a:cubicBezTo>
                    <a:cubicBezTo>
                      <a:pt x="39" y="80"/>
                      <a:pt x="39" y="80"/>
                      <a:pt x="39" y="79"/>
                    </a:cubicBezTo>
                    <a:cubicBezTo>
                      <a:pt x="39" y="79"/>
                      <a:pt x="39" y="79"/>
                      <a:pt x="39" y="79"/>
                    </a:cubicBezTo>
                    <a:cubicBezTo>
                      <a:pt x="39" y="79"/>
                      <a:pt x="39" y="79"/>
                      <a:pt x="39" y="79"/>
                    </a:cubicBezTo>
                    <a:cubicBezTo>
                      <a:pt x="39" y="79"/>
                      <a:pt x="39" y="79"/>
                      <a:pt x="39" y="79"/>
                    </a:cubicBezTo>
                    <a:cubicBezTo>
                      <a:pt x="39" y="79"/>
                      <a:pt x="39" y="79"/>
                      <a:pt x="39" y="79"/>
                    </a:cubicBezTo>
                    <a:cubicBezTo>
                      <a:pt x="39" y="79"/>
                      <a:pt x="39" y="79"/>
                      <a:pt x="39" y="79"/>
                    </a:cubicBezTo>
                    <a:cubicBezTo>
                      <a:pt x="39" y="79"/>
                      <a:pt x="39" y="79"/>
                      <a:pt x="39" y="79"/>
                    </a:cubicBezTo>
                    <a:cubicBezTo>
                      <a:pt x="38" y="79"/>
                      <a:pt x="38" y="79"/>
                      <a:pt x="39" y="79"/>
                    </a:cubicBezTo>
                    <a:cubicBezTo>
                      <a:pt x="39" y="79"/>
                      <a:pt x="39" y="79"/>
                      <a:pt x="39" y="79"/>
                    </a:cubicBezTo>
                    <a:cubicBezTo>
                      <a:pt x="39" y="79"/>
                      <a:pt x="39" y="79"/>
                      <a:pt x="39" y="79"/>
                    </a:cubicBezTo>
                    <a:cubicBezTo>
                      <a:pt x="39" y="79"/>
                      <a:pt x="39" y="79"/>
                      <a:pt x="39" y="79"/>
                    </a:cubicBezTo>
                    <a:cubicBezTo>
                      <a:pt x="39" y="79"/>
                      <a:pt x="39" y="79"/>
                      <a:pt x="38" y="79"/>
                    </a:cubicBezTo>
                    <a:cubicBezTo>
                      <a:pt x="38" y="79"/>
                      <a:pt x="38" y="79"/>
                      <a:pt x="38" y="79"/>
                    </a:cubicBezTo>
                    <a:cubicBezTo>
                      <a:pt x="38" y="79"/>
                      <a:pt x="38" y="79"/>
                      <a:pt x="38" y="79"/>
                    </a:cubicBezTo>
                    <a:cubicBezTo>
                      <a:pt x="38" y="79"/>
                      <a:pt x="38" y="79"/>
                      <a:pt x="38" y="79"/>
                    </a:cubicBezTo>
                    <a:cubicBezTo>
                      <a:pt x="38" y="79"/>
                      <a:pt x="38" y="79"/>
                      <a:pt x="38" y="79"/>
                    </a:cubicBezTo>
                    <a:cubicBezTo>
                      <a:pt x="38" y="78"/>
                      <a:pt x="38" y="78"/>
                      <a:pt x="38" y="78"/>
                    </a:cubicBezTo>
                    <a:cubicBezTo>
                      <a:pt x="38" y="78"/>
                      <a:pt x="38" y="78"/>
                      <a:pt x="38" y="78"/>
                    </a:cubicBezTo>
                    <a:cubicBezTo>
                      <a:pt x="38" y="78"/>
                      <a:pt x="38" y="78"/>
                      <a:pt x="38" y="78"/>
                    </a:cubicBezTo>
                    <a:cubicBezTo>
                      <a:pt x="38" y="78"/>
                      <a:pt x="38" y="79"/>
                      <a:pt x="38" y="79"/>
                    </a:cubicBezTo>
                    <a:cubicBezTo>
                      <a:pt x="38" y="79"/>
                      <a:pt x="38" y="79"/>
                      <a:pt x="38" y="79"/>
                    </a:cubicBezTo>
                    <a:cubicBezTo>
                      <a:pt x="38" y="79"/>
                      <a:pt x="38" y="79"/>
                      <a:pt x="38" y="79"/>
                    </a:cubicBezTo>
                    <a:cubicBezTo>
                      <a:pt x="38" y="79"/>
                      <a:pt x="38" y="79"/>
                      <a:pt x="38" y="79"/>
                    </a:cubicBezTo>
                    <a:cubicBezTo>
                      <a:pt x="38" y="79"/>
                      <a:pt x="38" y="79"/>
                      <a:pt x="38" y="79"/>
                    </a:cubicBezTo>
                    <a:cubicBezTo>
                      <a:pt x="38" y="79"/>
                      <a:pt x="38" y="79"/>
                      <a:pt x="38" y="79"/>
                    </a:cubicBezTo>
                    <a:cubicBezTo>
                      <a:pt x="38" y="78"/>
                      <a:pt x="38" y="78"/>
                      <a:pt x="38" y="78"/>
                    </a:cubicBezTo>
                    <a:cubicBezTo>
                      <a:pt x="38" y="78"/>
                      <a:pt x="38" y="78"/>
                      <a:pt x="38" y="78"/>
                    </a:cubicBezTo>
                    <a:cubicBezTo>
                      <a:pt x="38" y="78"/>
                      <a:pt x="38" y="78"/>
                      <a:pt x="38" y="78"/>
                    </a:cubicBezTo>
                    <a:cubicBezTo>
                      <a:pt x="38" y="78"/>
                      <a:pt x="38" y="78"/>
                      <a:pt x="38" y="78"/>
                    </a:cubicBezTo>
                    <a:cubicBezTo>
                      <a:pt x="38" y="78"/>
                      <a:pt x="38" y="78"/>
                      <a:pt x="38" y="78"/>
                    </a:cubicBezTo>
                    <a:cubicBezTo>
                      <a:pt x="38" y="78"/>
                      <a:pt x="38" y="78"/>
                      <a:pt x="37" y="78"/>
                    </a:cubicBezTo>
                    <a:cubicBezTo>
                      <a:pt x="37" y="78"/>
                      <a:pt x="37" y="78"/>
                      <a:pt x="37" y="78"/>
                    </a:cubicBezTo>
                    <a:cubicBezTo>
                      <a:pt x="37" y="78"/>
                      <a:pt x="37" y="78"/>
                      <a:pt x="37" y="78"/>
                    </a:cubicBezTo>
                    <a:cubicBezTo>
                      <a:pt x="37" y="78"/>
                      <a:pt x="37" y="78"/>
                      <a:pt x="37" y="78"/>
                    </a:cubicBezTo>
                    <a:cubicBezTo>
                      <a:pt x="37" y="78"/>
                      <a:pt x="37" y="78"/>
                      <a:pt x="37" y="78"/>
                    </a:cubicBezTo>
                    <a:cubicBezTo>
                      <a:pt x="37" y="78"/>
                      <a:pt x="37" y="78"/>
                      <a:pt x="37" y="78"/>
                    </a:cubicBezTo>
                    <a:cubicBezTo>
                      <a:pt x="37" y="78"/>
                      <a:pt x="37" y="78"/>
                      <a:pt x="37" y="78"/>
                    </a:cubicBezTo>
                    <a:cubicBezTo>
                      <a:pt x="37" y="78"/>
                      <a:pt x="37" y="78"/>
                      <a:pt x="37" y="78"/>
                    </a:cubicBezTo>
                    <a:cubicBezTo>
                      <a:pt x="37" y="78"/>
                      <a:pt x="37" y="78"/>
                      <a:pt x="37" y="78"/>
                    </a:cubicBezTo>
                    <a:cubicBezTo>
                      <a:pt x="37" y="78"/>
                      <a:pt x="37" y="78"/>
                      <a:pt x="38" y="78"/>
                    </a:cubicBezTo>
                    <a:cubicBezTo>
                      <a:pt x="38" y="77"/>
                      <a:pt x="38" y="77"/>
                      <a:pt x="38" y="77"/>
                    </a:cubicBezTo>
                    <a:cubicBezTo>
                      <a:pt x="38" y="77"/>
                      <a:pt x="38" y="77"/>
                      <a:pt x="38" y="77"/>
                    </a:cubicBezTo>
                    <a:cubicBezTo>
                      <a:pt x="38" y="77"/>
                      <a:pt x="38" y="77"/>
                      <a:pt x="38" y="77"/>
                    </a:cubicBezTo>
                    <a:cubicBezTo>
                      <a:pt x="38" y="77"/>
                      <a:pt x="38" y="77"/>
                      <a:pt x="38" y="77"/>
                    </a:cubicBezTo>
                    <a:cubicBezTo>
                      <a:pt x="38" y="77"/>
                      <a:pt x="38" y="77"/>
                      <a:pt x="38" y="77"/>
                    </a:cubicBezTo>
                    <a:cubicBezTo>
                      <a:pt x="38" y="77"/>
                      <a:pt x="38" y="77"/>
                      <a:pt x="38" y="77"/>
                    </a:cubicBezTo>
                    <a:cubicBezTo>
                      <a:pt x="38" y="77"/>
                      <a:pt x="38" y="77"/>
                      <a:pt x="38" y="77"/>
                    </a:cubicBezTo>
                    <a:cubicBezTo>
                      <a:pt x="38" y="77"/>
                      <a:pt x="38" y="77"/>
                      <a:pt x="38" y="76"/>
                    </a:cubicBezTo>
                    <a:cubicBezTo>
                      <a:pt x="38" y="76"/>
                      <a:pt x="38" y="76"/>
                      <a:pt x="38" y="76"/>
                    </a:cubicBezTo>
                    <a:cubicBezTo>
                      <a:pt x="39" y="76"/>
                      <a:pt x="39" y="76"/>
                      <a:pt x="39" y="76"/>
                    </a:cubicBezTo>
                    <a:cubicBezTo>
                      <a:pt x="39" y="76"/>
                      <a:pt x="39" y="76"/>
                      <a:pt x="38" y="75"/>
                    </a:cubicBezTo>
                    <a:cubicBezTo>
                      <a:pt x="38" y="75"/>
                      <a:pt x="38" y="75"/>
                      <a:pt x="38" y="75"/>
                    </a:cubicBezTo>
                    <a:cubicBezTo>
                      <a:pt x="38" y="75"/>
                      <a:pt x="38" y="75"/>
                      <a:pt x="38" y="75"/>
                    </a:cubicBezTo>
                    <a:cubicBezTo>
                      <a:pt x="38" y="75"/>
                      <a:pt x="38" y="75"/>
                      <a:pt x="38" y="75"/>
                    </a:cubicBezTo>
                    <a:cubicBezTo>
                      <a:pt x="38" y="74"/>
                      <a:pt x="38" y="74"/>
                      <a:pt x="38" y="74"/>
                    </a:cubicBezTo>
                    <a:cubicBezTo>
                      <a:pt x="38" y="74"/>
                      <a:pt x="38" y="74"/>
                      <a:pt x="38" y="74"/>
                    </a:cubicBezTo>
                    <a:cubicBezTo>
                      <a:pt x="38" y="74"/>
                      <a:pt x="38" y="74"/>
                      <a:pt x="38" y="74"/>
                    </a:cubicBezTo>
                    <a:cubicBezTo>
                      <a:pt x="38" y="74"/>
                      <a:pt x="38" y="74"/>
                      <a:pt x="39" y="74"/>
                    </a:cubicBezTo>
                    <a:cubicBezTo>
                      <a:pt x="39" y="74"/>
                      <a:pt x="39" y="74"/>
                      <a:pt x="39" y="74"/>
                    </a:cubicBezTo>
                    <a:cubicBezTo>
                      <a:pt x="39" y="74"/>
                      <a:pt x="39" y="74"/>
                      <a:pt x="39" y="74"/>
                    </a:cubicBezTo>
                    <a:cubicBezTo>
                      <a:pt x="39" y="74"/>
                      <a:pt x="39" y="74"/>
                      <a:pt x="39" y="74"/>
                    </a:cubicBezTo>
                    <a:cubicBezTo>
                      <a:pt x="39" y="74"/>
                      <a:pt x="39" y="73"/>
                      <a:pt x="39" y="73"/>
                    </a:cubicBezTo>
                    <a:cubicBezTo>
                      <a:pt x="39" y="73"/>
                      <a:pt x="39" y="73"/>
                      <a:pt x="39" y="73"/>
                    </a:cubicBezTo>
                    <a:cubicBezTo>
                      <a:pt x="39" y="73"/>
                      <a:pt x="39" y="73"/>
                      <a:pt x="39" y="73"/>
                    </a:cubicBezTo>
                    <a:cubicBezTo>
                      <a:pt x="39" y="73"/>
                      <a:pt x="38" y="73"/>
                      <a:pt x="38" y="73"/>
                    </a:cubicBezTo>
                    <a:cubicBezTo>
                      <a:pt x="38" y="73"/>
                      <a:pt x="38" y="73"/>
                      <a:pt x="38" y="73"/>
                    </a:cubicBezTo>
                    <a:cubicBezTo>
                      <a:pt x="38" y="73"/>
                      <a:pt x="38" y="73"/>
                      <a:pt x="38" y="73"/>
                    </a:cubicBezTo>
                    <a:cubicBezTo>
                      <a:pt x="38" y="73"/>
                      <a:pt x="38" y="73"/>
                      <a:pt x="38" y="73"/>
                    </a:cubicBezTo>
                    <a:cubicBezTo>
                      <a:pt x="38" y="73"/>
                      <a:pt x="38" y="73"/>
                      <a:pt x="38" y="73"/>
                    </a:cubicBezTo>
                    <a:cubicBezTo>
                      <a:pt x="38" y="73"/>
                      <a:pt x="38" y="73"/>
                      <a:pt x="38" y="73"/>
                    </a:cubicBezTo>
                    <a:cubicBezTo>
                      <a:pt x="38" y="73"/>
                      <a:pt x="38" y="73"/>
                      <a:pt x="38" y="73"/>
                    </a:cubicBezTo>
                    <a:cubicBezTo>
                      <a:pt x="38" y="73"/>
                      <a:pt x="38" y="73"/>
                      <a:pt x="38" y="73"/>
                    </a:cubicBezTo>
                    <a:cubicBezTo>
                      <a:pt x="38" y="73"/>
                      <a:pt x="38" y="73"/>
                      <a:pt x="38" y="73"/>
                    </a:cubicBezTo>
                    <a:cubicBezTo>
                      <a:pt x="38" y="73"/>
                      <a:pt x="38" y="73"/>
                      <a:pt x="38" y="73"/>
                    </a:cubicBezTo>
                    <a:cubicBezTo>
                      <a:pt x="37" y="73"/>
                      <a:pt x="37" y="73"/>
                      <a:pt x="37" y="73"/>
                    </a:cubicBezTo>
                    <a:cubicBezTo>
                      <a:pt x="37" y="73"/>
                      <a:pt x="37" y="73"/>
                      <a:pt x="37" y="73"/>
                    </a:cubicBezTo>
                    <a:cubicBezTo>
                      <a:pt x="37" y="73"/>
                      <a:pt x="37" y="73"/>
                      <a:pt x="37" y="73"/>
                    </a:cubicBezTo>
                    <a:cubicBezTo>
                      <a:pt x="36" y="73"/>
                      <a:pt x="36" y="73"/>
                      <a:pt x="36" y="73"/>
                    </a:cubicBezTo>
                    <a:cubicBezTo>
                      <a:pt x="36" y="73"/>
                      <a:pt x="36" y="73"/>
                      <a:pt x="36" y="73"/>
                    </a:cubicBezTo>
                    <a:cubicBezTo>
                      <a:pt x="36" y="73"/>
                      <a:pt x="36" y="73"/>
                      <a:pt x="36" y="73"/>
                    </a:cubicBezTo>
                    <a:cubicBezTo>
                      <a:pt x="36" y="73"/>
                      <a:pt x="36" y="73"/>
                      <a:pt x="36" y="73"/>
                    </a:cubicBezTo>
                    <a:cubicBezTo>
                      <a:pt x="36" y="73"/>
                      <a:pt x="36" y="73"/>
                      <a:pt x="36" y="73"/>
                    </a:cubicBezTo>
                    <a:cubicBezTo>
                      <a:pt x="36" y="73"/>
                      <a:pt x="36" y="73"/>
                      <a:pt x="36" y="73"/>
                    </a:cubicBezTo>
                    <a:cubicBezTo>
                      <a:pt x="36" y="73"/>
                      <a:pt x="36" y="73"/>
                      <a:pt x="36" y="73"/>
                    </a:cubicBezTo>
                    <a:cubicBezTo>
                      <a:pt x="36" y="73"/>
                      <a:pt x="36" y="73"/>
                      <a:pt x="36" y="73"/>
                    </a:cubicBezTo>
                    <a:cubicBezTo>
                      <a:pt x="36" y="73"/>
                      <a:pt x="36" y="73"/>
                      <a:pt x="36" y="73"/>
                    </a:cubicBezTo>
                    <a:cubicBezTo>
                      <a:pt x="36" y="73"/>
                      <a:pt x="36" y="73"/>
                      <a:pt x="36" y="73"/>
                    </a:cubicBezTo>
                    <a:cubicBezTo>
                      <a:pt x="36" y="73"/>
                      <a:pt x="35" y="73"/>
                      <a:pt x="35" y="73"/>
                    </a:cubicBezTo>
                    <a:cubicBezTo>
                      <a:pt x="35" y="73"/>
                      <a:pt x="35" y="73"/>
                      <a:pt x="35" y="73"/>
                    </a:cubicBezTo>
                    <a:cubicBezTo>
                      <a:pt x="35" y="73"/>
                      <a:pt x="35" y="73"/>
                      <a:pt x="35" y="73"/>
                    </a:cubicBezTo>
                    <a:cubicBezTo>
                      <a:pt x="35" y="73"/>
                      <a:pt x="35" y="73"/>
                      <a:pt x="35" y="73"/>
                    </a:cubicBezTo>
                    <a:cubicBezTo>
                      <a:pt x="35" y="73"/>
                      <a:pt x="35" y="73"/>
                      <a:pt x="35" y="73"/>
                    </a:cubicBezTo>
                    <a:cubicBezTo>
                      <a:pt x="35" y="73"/>
                      <a:pt x="35" y="73"/>
                      <a:pt x="35" y="73"/>
                    </a:cubicBezTo>
                    <a:cubicBezTo>
                      <a:pt x="35" y="73"/>
                      <a:pt x="35" y="73"/>
                      <a:pt x="35" y="73"/>
                    </a:cubicBezTo>
                    <a:cubicBezTo>
                      <a:pt x="35" y="73"/>
                      <a:pt x="35" y="73"/>
                      <a:pt x="35" y="73"/>
                    </a:cubicBezTo>
                    <a:cubicBezTo>
                      <a:pt x="35" y="73"/>
                      <a:pt x="35" y="73"/>
                      <a:pt x="35" y="73"/>
                    </a:cubicBezTo>
                    <a:cubicBezTo>
                      <a:pt x="35" y="73"/>
                      <a:pt x="35" y="73"/>
                      <a:pt x="35" y="73"/>
                    </a:cubicBezTo>
                    <a:cubicBezTo>
                      <a:pt x="35" y="73"/>
                      <a:pt x="35" y="73"/>
                      <a:pt x="34" y="73"/>
                    </a:cubicBezTo>
                    <a:cubicBezTo>
                      <a:pt x="34" y="73"/>
                      <a:pt x="34" y="73"/>
                      <a:pt x="34" y="73"/>
                    </a:cubicBezTo>
                    <a:cubicBezTo>
                      <a:pt x="34" y="73"/>
                      <a:pt x="34" y="73"/>
                      <a:pt x="34" y="73"/>
                    </a:cubicBezTo>
                    <a:cubicBezTo>
                      <a:pt x="34" y="73"/>
                      <a:pt x="34" y="73"/>
                      <a:pt x="34" y="73"/>
                    </a:cubicBezTo>
                    <a:cubicBezTo>
                      <a:pt x="34" y="73"/>
                      <a:pt x="34" y="73"/>
                      <a:pt x="34" y="73"/>
                    </a:cubicBezTo>
                    <a:cubicBezTo>
                      <a:pt x="34" y="73"/>
                      <a:pt x="34" y="73"/>
                      <a:pt x="34" y="73"/>
                    </a:cubicBezTo>
                    <a:cubicBezTo>
                      <a:pt x="34" y="73"/>
                      <a:pt x="34" y="73"/>
                      <a:pt x="34" y="73"/>
                    </a:cubicBezTo>
                    <a:cubicBezTo>
                      <a:pt x="34" y="73"/>
                      <a:pt x="34" y="73"/>
                      <a:pt x="34" y="73"/>
                    </a:cubicBezTo>
                    <a:cubicBezTo>
                      <a:pt x="34" y="73"/>
                      <a:pt x="34" y="73"/>
                      <a:pt x="34" y="73"/>
                    </a:cubicBezTo>
                    <a:cubicBezTo>
                      <a:pt x="34" y="73"/>
                      <a:pt x="34" y="73"/>
                      <a:pt x="34" y="73"/>
                    </a:cubicBezTo>
                    <a:cubicBezTo>
                      <a:pt x="34" y="73"/>
                      <a:pt x="34"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3"/>
                      <a:pt x="33" y="73"/>
                      <a:pt x="33" y="73"/>
                    </a:cubicBezTo>
                    <a:cubicBezTo>
                      <a:pt x="33" y="74"/>
                      <a:pt x="32" y="74"/>
                      <a:pt x="32" y="74"/>
                    </a:cubicBezTo>
                    <a:cubicBezTo>
                      <a:pt x="32" y="74"/>
                      <a:pt x="32" y="74"/>
                      <a:pt x="32" y="74"/>
                    </a:cubicBezTo>
                    <a:cubicBezTo>
                      <a:pt x="32" y="74"/>
                      <a:pt x="32" y="74"/>
                      <a:pt x="32" y="74"/>
                    </a:cubicBezTo>
                    <a:cubicBezTo>
                      <a:pt x="32" y="74"/>
                      <a:pt x="32" y="74"/>
                      <a:pt x="32" y="74"/>
                    </a:cubicBezTo>
                    <a:cubicBezTo>
                      <a:pt x="32" y="74"/>
                      <a:pt x="32" y="74"/>
                      <a:pt x="32" y="74"/>
                    </a:cubicBezTo>
                    <a:cubicBezTo>
                      <a:pt x="32" y="74"/>
                      <a:pt x="32" y="74"/>
                      <a:pt x="32" y="74"/>
                    </a:cubicBezTo>
                    <a:cubicBezTo>
                      <a:pt x="32" y="74"/>
                      <a:pt x="32" y="74"/>
                      <a:pt x="32" y="74"/>
                    </a:cubicBezTo>
                    <a:cubicBezTo>
                      <a:pt x="32" y="74"/>
                      <a:pt x="32" y="73"/>
                      <a:pt x="32" y="73"/>
                    </a:cubicBezTo>
                    <a:cubicBezTo>
                      <a:pt x="32" y="73"/>
                      <a:pt x="32" y="73"/>
                      <a:pt x="31" y="73"/>
                    </a:cubicBezTo>
                    <a:cubicBezTo>
                      <a:pt x="31" y="73"/>
                      <a:pt x="31" y="73"/>
                      <a:pt x="31" y="73"/>
                    </a:cubicBezTo>
                    <a:cubicBezTo>
                      <a:pt x="31" y="73"/>
                      <a:pt x="31" y="73"/>
                      <a:pt x="31" y="73"/>
                    </a:cubicBezTo>
                    <a:cubicBezTo>
                      <a:pt x="31" y="73"/>
                      <a:pt x="31" y="73"/>
                      <a:pt x="31" y="73"/>
                    </a:cubicBezTo>
                    <a:cubicBezTo>
                      <a:pt x="31" y="73"/>
                      <a:pt x="31" y="73"/>
                      <a:pt x="31" y="73"/>
                    </a:cubicBezTo>
                    <a:cubicBezTo>
                      <a:pt x="31" y="73"/>
                      <a:pt x="31" y="73"/>
                      <a:pt x="31" y="73"/>
                    </a:cubicBezTo>
                    <a:cubicBezTo>
                      <a:pt x="30" y="73"/>
                      <a:pt x="30" y="73"/>
                      <a:pt x="30" y="73"/>
                    </a:cubicBezTo>
                    <a:cubicBezTo>
                      <a:pt x="30" y="73"/>
                      <a:pt x="30" y="73"/>
                      <a:pt x="30" y="73"/>
                    </a:cubicBezTo>
                    <a:cubicBezTo>
                      <a:pt x="30" y="73"/>
                      <a:pt x="30" y="73"/>
                      <a:pt x="30" y="73"/>
                    </a:cubicBezTo>
                    <a:cubicBezTo>
                      <a:pt x="30" y="73"/>
                      <a:pt x="30" y="73"/>
                      <a:pt x="30" y="73"/>
                    </a:cubicBezTo>
                    <a:cubicBezTo>
                      <a:pt x="30" y="73"/>
                      <a:pt x="30" y="73"/>
                      <a:pt x="30" y="73"/>
                    </a:cubicBezTo>
                    <a:cubicBezTo>
                      <a:pt x="30" y="73"/>
                      <a:pt x="30" y="73"/>
                      <a:pt x="30" y="73"/>
                    </a:cubicBezTo>
                    <a:cubicBezTo>
                      <a:pt x="30" y="73"/>
                      <a:pt x="30" y="73"/>
                      <a:pt x="30" y="73"/>
                    </a:cubicBezTo>
                    <a:cubicBezTo>
                      <a:pt x="30" y="73"/>
                      <a:pt x="29" y="73"/>
                      <a:pt x="29" y="73"/>
                    </a:cubicBezTo>
                    <a:cubicBezTo>
                      <a:pt x="29" y="73"/>
                      <a:pt x="29" y="73"/>
                      <a:pt x="29" y="73"/>
                    </a:cubicBezTo>
                    <a:cubicBezTo>
                      <a:pt x="29" y="73"/>
                      <a:pt x="29" y="73"/>
                      <a:pt x="29" y="73"/>
                    </a:cubicBezTo>
                    <a:cubicBezTo>
                      <a:pt x="29" y="73"/>
                      <a:pt x="29" y="73"/>
                      <a:pt x="29" y="73"/>
                    </a:cubicBezTo>
                    <a:cubicBezTo>
                      <a:pt x="29" y="74"/>
                      <a:pt x="29" y="74"/>
                      <a:pt x="29" y="74"/>
                    </a:cubicBezTo>
                    <a:cubicBezTo>
                      <a:pt x="29" y="74"/>
                      <a:pt x="29" y="74"/>
                      <a:pt x="29" y="74"/>
                    </a:cubicBezTo>
                    <a:cubicBezTo>
                      <a:pt x="29" y="74"/>
                      <a:pt x="29" y="74"/>
                      <a:pt x="29" y="74"/>
                    </a:cubicBezTo>
                    <a:cubicBezTo>
                      <a:pt x="29" y="73"/>
                      <a:pt x="29" y="73"/>
                      <a:pt x="29" y="73"/>
                    </a:cubicBezTo>
                    <a:cubicBezTo>
                      <a:pt x="29" y="73"/>
                      <a:pt x="29" y="73"/>
                      <a:pt x="29" y="73"/>
                    </a:cubicBezTo>
                    <a:cubicBezTo>
                      <a:pt x="28" y="73"/>
                      <a:pt x="28" y="74"/>
                      <a:pt x="28" y="74"/>
                    </a:cubicBezTo>
                    <a:cubicBezTo>
                      <a:pt x="28" y="74"/>
                      <a:pt x="28" y="74"/>
                      <a:pt x="28" y="74"/>
                    </a:cubicBezTo>
                    <a:cubicBezTo>
                      <a:pt x="28" y="74"/>
                      <a:pt x="28" y="74"/>
                      <a:pt x="28" y="74"/>
                    </a:cubicBezTo>
                    <a:cubicBezTo>
                      <a:pt x="28" y="74"/>
                      <a:pt x="28" y="74"/>
                      <a:pt x="28" y="74"/>
                    </a:cubicBezTo>
                    <a:cubicBezTo>
                      <a:pt x="28" y="74"/>
                      <a:pt x="28" y="74"/>
                      <a:pt x="28" y="74"/>
                    </a:cubicBezTo>
                    <a:cubicBezTo>
                      <a:pt x="27" y="74"/>
                      <a:pt x="27" y="74"/>
                      <a:pt x="27" y="74"/>
                    </a:cubicBezTo>
                    <a:cubicBezTo>
                      <a:pt x="27" y="74"/>
                      <a:pt x="27" y="74"/>
                      <a:pt x="27" y="74"/>
                    </a:cubicBezTo>
                    <a:cubicBezTo>
                      <a:pt x="27" y="74"/>
                      <a:pt x="27" y="74"/>
                      <a:pt x="27" y="74"/>
                    </a:cubicBezTo>
                    <a:cubicBezTo>
                      <a:pt x="27" y="74"/>
                      <a:pt x="27" y="74"/>
                      <a:pt x="27" y="74"/>
                    </a:cubicBezTo>
                    <a:cubicBezTo>
                      <a:pt x="26" y="74"/>
                      <a:pt x="26" y="74"/>
                      <a:pt x="26" y="74"/>
                    </a:cubicBezTo>
                    <a:cubicBezTo>
                      <a:pt x="26" y="74"/>
                      <a:pt x="26" y="74"/>
                      <a:pt x="26" y="74"/>
                    </a:cubicBezTo>
                    <a:cubicBezTo>
                      <a:pt x="26" y="75"/>
                      <a:pt x="26" y="75"/>
                      <a:pt x="26" y="75"/>
                    </a:cubicBezTo>
                    <a:cubicBezTo>
                      <a:pt x="26" y="75"/>
                      <a:pt x="26" y="75"/>
                      <a:pt x="26" y="75"/>
                    </a:cubicBezTo>
                    <a:cubicBezTo>
                      <a:pt x="26" y="75"/>
                      <a:pt x="26" y="75"/>
                      <a:pt x="25" y="75"/>
                    </a:cubicBezTo>
                    <a:cubicBezTo>
                      <a:pt x="25" y="75"/>
                      <a:pt x="25" y="75"/>
                      <a:pt x="25" y="75"/>
                    </a:cubicBezTo>
                    <a:cubicBezTo>
                      <a:pt x="25" y="75"/>
                      <a:pt x="25" y="74"/>
                      <a:pt x="25" y="74"/>
                    </a:cubicBezTo>
                    <a:cubicBezTo>
                      <a:pt x="25" y="74"/>
                      <a:pt x="25" y="74"/>
                      <a:pt x="25" y="74"/>
                    </a:cubicBezTo>
                    <a:cubicBezTo>
                      <a:pt x="25" y="74"/>
                      <a:pt x="25" y="74"/>
                      <a:pt x="25" y="74"/>
                    </a:cubicBezTo>
                    <a:cubicBezTo>
                      <a:pt x="25" y="75"/>
                      <a:pt x="25" y="75"/>
                      <a:pt x="25" y="75"/>
                    </a:cubicBezTo>
                    <a:cubicBezTo>
                      <a:pt x="25" y="75"/>
                      <a:pt x="25" y="75"/>
                      <a:pt x="25" y="75"/>
                    </a:cubicBezTo>
                    <a:cubicBezTo>
                      <a:pt x="25" y="75"/>
                      <a:pt x="25" y="75"/>
                      <a:pt x="25" y="75"/>
                    </a:cubicBezTo>
                    <a:cubicBezTo>
                      <a:pt x="25" y="75"/>
                      <a:pt x="25" y="75"/>
                      <a:pt x="25" y="75"/>
                    </a:cubicBezTo>
                    <a:cubicBezTo>
                      <a:pt x="25" y="75"/>
                      <a:pt x="25" y="75"/>
                      <a:pt x="25" y="75"/>
                    </a:cubicBezTo>
                    <a:cubicBezTo>
                      <a:pt x="25" y="75"/>
                      <a:pt x="25" y="75"/>
                      <a:pt x="25" y="75"/>
                    </a:cubicBezTo>
                    <a:cubicBezTo>
                      <a:pt x="25" y="75"/>
                      <a:pt x="24" y="75"/>
                      <a:pt x="24" y="75"/>
                    </a:cubicBezTo>
                    <a:cubicBezTo>
                      <a:pt x="24" y="75"/>
                      <a:pt x="24" y="75"/>
                      <a:pt x="24" y="75"/>
                    </a:cubicBezTo>
                    <a:cubicBezTo>
                      <a:pt x="24" y="75"/>
                      <a:pt x="24" y="75"/>
                      <a:pt x="24" y="75"/>
                    </a:cubicBezTo>
                    <a:cubicBezTo>
                      <a:pt x="24" y="75"/>
                      <a:pt x="24" y="75"/>
                      <a:pt x="24" y="75"/>
                    </a:cubicBezTo>
                    <a:cubicBezTo>
                      <a:pt x="24" y="75"/>
                      <a:pt x="24" y="75"/>
                      <a:pt x="24" y="75"/>
                    </a:cubicBezTo>
                    <a:cubicBezTo>
                      <a:pt x="24" y="75"/>
                      <a:pt x="24" y="75"/>
                      <a:pt x="24" y="75"/>
                    </a:cubicBezTo>
                    <a:cubicBezTo>
                      <a:pt x="24" y="75"/>
                      <a:pt x="24" y="75"/>
                      <a:pt x="24" y="75"/>
                    </a:cubicBezTo>
                    <a:cubicBezTo>
                      <a:pt x="24" y="75"/>
                      <a:pt x="24" y="75"/>
                      <a:pt x="24" y="75"/>
                    </a:cubicBezTo>
                    <a:cubicBezTo>
                      <a:pt x="24" y="75"/>
                      <a:pt x="24" y="75"/>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6"/>
                    </a:cubicBezTo>
                    <a:cubicBezTo>
                      <a:pt x="23" y="76"/>
                      <a:pt x="23" y="76"/>
                      <a:pt x="23" y="75"/>
                    </a:cubicBezTo>
                    <a:cubicBezTo>
                      <a:pt x="22" y="75"/>
                      <a:pt x="22" y="75"/>
                      <a:pt x="22" y="75"/>
                    </a:cubicBezTo>
                    <a:cubicBezTo>
                      <a:pt x="22" y="75"/>
                      <a:pt x="22" y="75"/>
                      <a:pt x="22" y="75"/>
                    </a:cubicBezTo>
                    <a:cubicBezTo>
                      <a:pt x="22" y="75"/>
                      <a:pt x="22" y="75"/>
                      <a:pt x="22" y="75"/>
                    </a:cubicBezTo>
                    <a:cubicBezTo>
                      <a:pt x="22" y="75"/>
                      <a:pt x="22" y="75"/>
                      <a:pt x="22" y="75"/>
                    </a:cubicBezTo>
                    <a:cubicBezTo>
                      <a:pt x="22" y="75"/>
                      <a:pt x="22" y="75"/>
                      <a:pt x="22" y="75"/>
                    </a:cubicBezTo>
                    <a:cubicBezTo>
                      <a:pt x="22" y="75"/>
                      <a:pt x="22" y="75"/>
                      <a:pt x="22" y="75"/>
                    </a:cubicBezTo>
                    <a:cubicBezTo>
                      <a:pt x="22" y="75"/>
                      <a:pt x="22" y="75"/>
                      <a:pt x="22" y="75"/>
                    </a:cubicBezTo>
                    <a:cubicBezTo>
                      <a:pt x="22" y="75"/>
                      <a:pt x="22" y="75"/>
                      <a:pt x="21" y="75"/>
                    </a:cubicBezTo>
                    <a:cubicBezTo>
                      <a:pt x="21" y="75"/>
                      <a:pt x="21" y="75"/>
                      <a:pt x="21" y="75"/>
                    </a:cubicBezTo>
                    <a:cubicBezTo>
                      <a:pt x="21" y="75"/>
                      <a:pt x="21" y="75"/>
                      <a:pt x="21" y="75"/>
                    </a:cubicBezTo>
                    <a:cubicBezTo>
                      <a:pt x="21" y="75"/>
                      <a:pt x="21" y="75"/>
                      <a:pt x="21" y="75"/>
                    </a:cubicBezTo>
                    <a:cubicBezTo>
                      <a:pt x="21" y="75"/>
                      <a:pt x="21" y="75"/>
                      <a:pt x="21" y="75"/>
                    </a:cubicBezTo>
                    <a:cubicBezTo>
                      <a:pt x="21" y="75"/>
                      <a:pt x="21" y="75"/>
                      <a:pt x="21" y="75"/>
                    </a:cubicBezTo>
                    <a:cubicBezTo>
                      <a:pt x="20" y="75"/>
                      <a:pt x="20" y="75"/>
                      <a:pt x="20" y="75"/>
                    </a:cubicBezTo>
                    <a:cubicBezTo>
                      <a:pt x="20" y="75"/>
                      <a:pt x="20" y="75"/>
                      <a:pt x="20" y="75"/>
                    </a:cubicBezTo>
                    <a:cubicBezTo>
                      <a:pt x="20" y="75"/>
                      <a:pt x="20" y="75"/>
                      <a:pt x="20" y="75"/>
                    </a:cubicBezTo>
                    <a:cubicBezTo>
                      <a:pt x="20" y="75"/>
                      <a:pt x="20" y="75"/>
                      <a:pt x="19" y="75"/>
                    </a:cubicBezTo>
                    <a:cubicBezTo>
                      <a:pt x="19" y="75"/>
                      <a:pt x="19" y="75"/>
                      <a:pt x="19" y="75"/>
                    </a:cubicBezTo>
                    <a:cubicBezTo>
                      <a:pt x="19" y="75"/>
                      <a:pt x="19" y="75"/>
                      <a:pt x="19" y="75"/>
                    </a:cubicBezTo>
                    <a:cubicBezTo>
                      <a:pt x="19" y="75"/>
                      <a:pt x="19" y="75"/>
                      <a:pt x="19" y="75"/>
                    </a:cubicBezTo>
                    <a:cubicBezTo>
                      <a:pt x="19" y="75"/>
                      <a:pt x="19" y="75"/>
                      <a:pt x="19" y="75"/>
                    </a:cubicBezTo>
                    <a:cubicBezTo>
                      <a:pt x="19" y="75"/>
                      <a:pt x="18" y="75"/>
                      <a:pt x="18" y="76"/>
                    </a:cubicBezTo>
                    <a:cubicBezTo>
                      <a:pt x="18" y="76"/>
                      <a:pt x="18" y="76"/>
                      <a:pt x="18" y="76"/>
                    </a:cubicBezTo>
                    <a:cubicBezTo>
                      <a:pt x="18" y="76"/>
                      <a:pt x="18" y="76"/>
                      <a:pt x="18" y="76"/>
                    </a:cubicBezTo>
                    <a:cubicBezTo>
                      <a:pt x="18" y="76"/>
                      <a:pt x="18" y="77"/>
                      <a:pt x="18" y="77"/>
                    </a:cubicBezTo>
                    <a:cubicBezTo>
                      <a:pt x="18" y="77"/>
                      <a:pt x="18" y="77"/>
                      <a:pt x="18" y="77"/>
                    </a:cubicBezTo>
                    <a:cubicBezTo>
                      <a:pt x="18" y="77"/>
                      <a:pt x="18" y="77"/>
                      <a:pt x="18" y="77"/>
                    </a:cubicBezTo>
                    <a:cubicBezTo>
                      <a:pt x="18" y="77"/>
                      <a:pt x="18" y="77"/>
                      <a:pt x="18" y="77"/>
                    </a:cubicBezTo>
                    <a:cubicBezTo>
                      <a:pt x="17" y="77"/>
                      <a:pt x="17" y="77"/>
                      <a:pt x="17" y="77"/>
                    </a:cubicBezTo>
                    <a:cubicBezTo>
                      <a:pt x="17" y="77"/>
                      <a:pt x="17" y="77"/>
                      <a:pt x="17" y="77"/>
                    </a:cubicBezTo>
                    <a:cubicBezTo>
                      <a:pt x="17" y="77"/>
                      <a:pt x="17" y="77"/>
                      <a:pt x="17" y="77"/>
                    </a:cubicBezTo>
                    <a:cubicBezTo>
                      <a:pt x="17" y="77"/>
                      <a:pt x="17" y="77"/>
                      <a:pt x="17" y="77"/>
                    </a:cubicBezTo>
                    <a:cubicBezTo>
                      <a:pt x="17" y="77"/>
                      <a:pt x="17" y="77"/>
                      <a:pt x="17" y="77"/>
                    </a:cubicBezTo>
                    <a:cubicBezTo>
                      <a:pt x="17" y="77"/>
                      <a:pt x="17" y="77"/>
                      <a:pt x="17" y="77"/>
                    </a:cubicBezTo>
                    <a:cubicBezTo>
                      <a:pt x="17" y="77"/>
                      <a:pt x="17" y="77"/>
                      <a:pt x="17" y="78"/>
                    </a:cubicBezTo>
                    <a:cubicBezTo>
                      <a:pt x="17" y="78"/>
                      <a:pt x="17" y="78"/>
                      <a:pt x="17" y="78"/>
                    </a:cubicBezTo>
                    <a:cubicBezTo>
                      <a:pt x="17" y="78"/>
                      <a:pt x="17" y="78"/>
                      <a:pt x="17" y="78"/>
                    </a:cubicBezTo>
                    <a:cubicBezTo>
                      <a:pt x="16" y="78"/>
                      <a:pt x="16" y="78"/>
                      <a:pt x="16" y="78"/>
                    </a:cubicBezTo>
                    <a:cubicBezTo>
                      <a:pt x="16" y="78"/>
                      <a:pt x="16" y="78"/>
                      <a:pt x="16" y="78"/>
                    </a:cubicBezTo>
                    <a:cubicBezTo>
                      <a:pt x="16" y="78"/>
                      <a:pt x="16" y="78"/>
                      <a:pt x="16" y="78"/>
                    </a:cubicBezTo>
                    <a:cubicBezTo>
                      <a:pt x="16" y="78"/>
                      <a:pt x="16" y="78"/>
                      <a:pt x="16" y="78"/>
                    </a:cubicBezTo>
                    <a:cubicBezTo>
                      <a:pt x="15" y="78"/>
                      <a:pt x="15" y="78"/>
                      <a:pt x="15" y="78"/>
                    </a:cubicBezTo>
                    <a:cubicBezTo>
                      <a:pt x="15" y="78"/>
                      <a:pt x="15" y="78"/>
                      <a:pt x="15" y="78"/>
                    </a:cubicBezTo>
                    <a:cubicBezTo>
                      <a:pt x="15" y="79"/>
                      <a:pt x="15" y="79"/>
                      <a:pt x="15" y="79"/>
                    </a:cubicBezTo>
                    <a:cubicBezTo>
                      <a:pt x="15" y="79"/>
                      <a:pt x="15" y="79"/>
                      <a:pt x="15" y="79"/>
                    </a:cubicBezTo>
                    <a:cubicBezTo>
                      <a:pt x="14" y="79"/>
                      <a:pt x="14" y="79"/>
                      <a:pt x="14" y="79"/>
                    </a:cubicBezTo>
                    <a:cubicBezTo>
                      <a:pt x="14" y="79"/>
                      <a:pt x="14" y="79"/>
                      <a:pt x="14" y="79"/>
                    </a:cubicBezTo>
                    <a:cubicBezTo>
                      <a:pt x="14" y="79"/>
                      <a:pt x="14" y="80"/>
                      <a:pt x="14" y="80"/>
                    </a:cubicBezTo>
                    <a:cubicBezTo>
                      <a:pt x="14" y="80"/>
                      <a:pt x="14" y="80"/>
                      <a:pt x="14" y="80"/>
                    </a:cubicBezTo>
                    <a:cubicBezTo>
                      <a:pt x="14" y="80"/>
                      <a:pt x="14" y="80"/>
                      <a:pt x="14" y="80"/>
                    </a:cubicBezTo>
                    <a:cubicBezTo>
                      <a:pt x="14" y="80"/>
                      <a:pt x="14" y="80"/>
                      <a:pt x="14" y="80"/>
                    </a:cubicBezTo>
                    <a:cubicBezTo>
                      <a:pt x="14" y="80"/>
                      <a:pt x="14" y="80"/>
                      <a:pt x="14" y="80"/>
                    </a:cubicBezTo>
                    <a:cubicBezTo>
                      <a:pt x="14" y="80"/>
                      <a:pt x="14" y="80"/>
                      <a:pt x="14" y="81"/>
                    </a:cubicBezTo>
                    <a:cubicBezTo>
                      <a:pt x="14" y="81"/>
                      <a:pt x="14" y="81"/>
                      <a:pt x="14" y="81"/>
                    </a:cubicBezTo>
                    <a:cubicBezTo>
                      <a:pt x="13" y="81"/>
                      <a:pt x="13" y="81"/>
                      <a:pt x="13" y="81"/>
                    </a:cubicBezTo>
                    <a:cubicBezTo>
                      <a:pt x="13" y="81"/>
                      <a:pt x="13" y="81"/>
                      <a:pt x="13" y="81"/>
                    </a:cubicBezTo>
                    <a:cubicBezTo>
                      <a:pt x="13" y="81"/>
                      <a:pt x="13" y="81"/>
                      <a:pt x="13" y="81"/>
                    </a:cubicBezTo>
                    <a:cubicBezTo>
                      <a:pt x="13" y="81"/>
                      <a:pt x="13" y="81"/>
                      <a:pt x="13" y="81"/>
                    </a:cubicBezTo>
                    <a:cubicBezTo>
                      <a:pt x="13" y="82"/>
                      <a:pt x="13" y="82"/>
                      <a:pt x="13" y="82"/>
                    </a:cubicBezTo>
                    <a:cubicBezTo>
                      <a:pt x="13" y="82"/>
                      <a:pt x="13" y="82"/>
                      <a:pt x="13" y="82"/>
                    </a:cubicBezTo>
                    <a:cubicBezTo>
                      <a:pt x="13" y="82"/>
                      <a:pt x="13" y="82"/>
                      <a:pt x="13" y="82"/>
                    </a:cubicBezTo>
                    <a:cubicBezTo>
                      <a:pt x="13" y="82"/>
                      <a:pt x="13" y="82"/>
                      <a:pt x="13" y="83"/>
                    </a:cubicBezTo>
                    <a:cubicBezTo>
                      <a:pt x="13" y="83"/>
                      <a:pt x="13" y="83"/>
                      <a:pt x="13" y="83"/>
                    </a:cubicBezTo>
                    <a:cubicBezTo>
                      <a:pt x="13" y="83"/>
                      <a:pt x="13" y="83"/>
                      <a:pt x="13" y="83"/>
                    </a:cubicBezTo>
                    <a:cubicBezTo>
                      <a:pt x="13" y="83"/>
                      <a:pt x="13" y="83"/>
                      <a:pt x="13" y="83"/>
                    </a:cubicBezTo>
                    <a:cubicBezTo>
                      <a:pt x="13" y="83"/>
                      <a:pt x="13" y="83"/>
                      <a:pt x="13" y="83"/>
                    </a:cubicBezTo>
                    <a:cubicBezTo>
                      <a:pt x="13" y="84"/>
                      <a:pt x="13" y="84"/>
                      <a:pt x="13" y="84"/>
                    </a:cubicBezTo>
                    <a:cubicBezTo>
                      <a:pt x="13" y="84"/>
                      <a:pt x="13" y="84"/>
                      <a:pt x="13" y="84"/>
                    </a:cubicBezTo>
                    <a:cubicBezTo>
                      <a:pt x="12" y="84"/>
                      <a:pt x="12" y="84"/>
                      <a:pt x="12" y="84"/>
                    </a:cubicBezTo>
                    <a:cubicBezTo>
                      <a:pt x="12" y="84"/>
                      <a:pt x="12" y="84"/>
                      <a:pt x="12" y="85"/>
                    </a:cubicBezTo>
                    <a:cubicBezTo>
                      <a:pt x="12" y="85"/>
                      <a:pt x="12" y="85"/>
                      <a:pt x="12" y="85"/>
                    </a:cubicBezTo>
                    <a:cubicBezTo>
                      <a:pt x="12" y="85"/>
                      <a:pt x="12" y="85"/>
                      <a:pt x="12" y="85"/>
                    </a:cubicBezTo>
                    <a:cubicBezTo>
                      <a:pt x="12" y="85"/>
                      <a:pt x="11" y="85"/>
                      <a:pt x="11" y="85"/>
                    </a:cubicBezTo>
                    <a:cubicBezTo>
                      <a:pt x="11" y="85"/>
                      <a:pt x="11" y="85"/>
                      <a:pt x="11" y="85"/>
                    </a:cubicBezTo>
                    <a:cubicBezTo>
                      <a:pt x="11" y="85"/>
                      <a:pt x="11" y="85"/>
                      <a:pt x="11" y="85"/>
                    </a:cubicBezTo>
                    <a:cubicBezTo>
                      <a:pt x="11" y="85"/>
                      <a:pt x="11" y="85"/>
                      <a:pt x="11" y="85"/>
                    </a:cubicBezTo>
                    <a:cubicBezTo>
                      <a:pt x="11" y="85"/>
                      <a:pt x="11" y="85"/>
                      <a:pt x="11" y="85"/>
                    </a:cubicBezTo>
                    <a:cubicBezTo>
                      <a:pt x="11" y="85"/>
                      <a:pt x="11" y="86"/>
                      <a:pt x="11" y="86"/>
                    </a:cubicBezTo>
                    <a:cubicBezTo>
                      <a:pt x="11" y="86"/>
                      <a:pt x="11" y="86"/>
                      <a:pt x="11" y="86"/>
                    </a:cubicBezTo>
                    <a:cubicBezTo>
                      <a:pt x="11" y="86"/>
                      <a:pt x="10" y="86"/>
                      <a:pt x="10" y="86"/>
                    </a:cubicBezTo>
                    <a:cubicBezTo>
                      <a:pt x="10" y="86"/>
                      <a:pt x="10" y="86"/>
                      <a:pt x="10" y="86"/>
                    </a:cubicBezTo>
                    <a:cubicBezTo>
                      <a:pt x="10" y="86"/>
                      <a:pt x="10" y="86"/>
                      <a:pt x="10" y="86"/>
                    </a:cubicBezTo>
                    <a:cubicBezTo>
                      <a:pt x="10" y="86"/>
                      <a:pt x="10" y="86"/>
                      <a:pt x="10" y="86"/>
                    </a:cubicBezTo>
                    <a:cubicBezTo>
                      <a:pt x="10" y="86"/>
                      <a:pt x="10" y="86"/>
                      <a:pt x="10" y="86"/>
                    </a:cubicBezTo>
                    <a:cubicBezTo>
                      <a:pt x="10" y="86"/>
                      <a:pt x="10" y="86"/>
                      <a:pt x="10" y="86"/>
                    </a:cubicBezTo>
                    <a:cubicBezTo>
                      <a:pt x="10" y="86"/>
                      <a:pt x="10" y="86"/>
                      <a:pt x="10" y="86"/>
                    </a:cubicBezTo>
                    <a:cubicBezTo>
                      <a:pt x="10" y="86"/>
                      <a:pt x="10" y="86"/>
                      <a:pt x="10" y="86"/>
                    </a:cubicBezTo>
                    <a:cubicBezTo>
                      <a:pt x="10" y="86"/>
                      <a:pt x="10" y="86"/>
                      <a:pt x="10" y="86"/>
                    </a:cubicBezTo>
                    <a:cubicBezTo>
                      <a:pt x="9" y="86"/>
                      <a:pt x="9" y="86"/>
                      <a:pt x="9" y="86"/>
                    </a:cubicBezTo>
                    <a:cubicBezTo>
                      <a:pt x="9" y="86"/>
                      <a:pt x="9" y="86"/>
                      <a:pt x="9" y="86"/>
                    </a:cubicBezTo>
                    <a:cubicBezTo>
                      <a:pt x="9" y="86"/>
                      <a:pt x="9" y="86"/>
                      <a:pt x="9" y="86"/>
                    </a:cubicBezTo>
                    <a:cubicBezTo>
                      <a:pt x="9" y="86"/>
                      <a:pt x="9" y="86"/>
                      <a:pt x="9" y="86"/>
                    </a:cubicBezTo>
                    <a:cubicBezTo>
                      <a:pt x="9" y="86"/>
                      <a:pt x="9" y="87"/>
                      <a:pt x="9" y="87"/>
                    </a:cubicBezTo>
                    <a:cubicBezTo>
                      <a:pt x="9" y="87"/>
                      <a:pt x="9" y="86"/>
                      <a:pt x="9" y="86"/>
                    </a:cubicBezTo>
                    <a:cubicBezTo>
                      <a:pt x="9" y="86"/>
                      <a:pt x="9" y="86"/>
                      <a:pt x="9" y="86"/>
                    </a:cubicBezTo>
                    <a:cubicBezTo>
                      <a:pt x="9" y="86"/>
                      <a:pt x="9" y="86"/>
                      <a:pt x="9" y="87"/>
                    </a:cubicBezTo>
                    <a:cubicBezTo>
                      <a:pt x="9" y="87"/>
                      <a:pt x="9" y="87"/>
                      <a:pt x="9" y="87"/>
                    </a:cubicBezTo>
                    <a:cubicBezTo>
                      <a:pt x="8" y="87"/>
                      <a:pt x="8" y="87"/>
                      <a:pt x="8" y="87"/>
                    </a:cubicBezTo>
                    <a:cubicBezTo>
                      <a:pt x="8" y="87"/>
                      <a:pt x="8" y="87"/>
                      <a:pt x="8" y="87"/>
                    </a:cubicBezTo>
                    <a:cubicBezTo>
                      <a:pt x="8" y="87"/>
                      <a:pt x="8" y="87"/>
                      <a:pt x="8" y="87"/>
                    </a:cubicBezTo>
                    <a:cubicBezTo>
                      <a:pt x="8" y="87"/>
                      <a:pt x="8" y="87"/>
                      <a:pt x="8" y="87"/>
                    </a:cubicBezTo>
                    <a:cubicBezTo>
                      <a:pt x="8" y="87"/>
                      <a:pt x="8" y="87"/>
                      <a:pt x="8" y="87"/>
                    </a:cubicBezTo>
                    <a:cubicBezTo>
                      <a:pt x="8" y="87"/>
                      <a:pt x="8" y="87"/>
                      <a:pt x="8" y="87"/>
                    </a:cubicBezTo>
                    <a:cubicBezTo>
                      <a:pt x="8" y="88"/>
                      <a:pt x="8" y="88"/>
                      <a:pt x="8" y="88"/>
                    </a:cubicBezTo>
                    <a:cubicBezTo>
                      <a:pt x="8" y="88"/>
                      <a:pt x="7" y="88"/>
                      <a:pt x="7" y="88"/>
                    </a:cubicBezTo>
                    <a:cubicBezTo>
                      <a:pt x="7" y="88"/>
                      <a:pt x="7" y="88"/>
                      <a:pt x="7" y="89"/>
                    </a:cubicBezTo>
                    <a:cubicBezTo>
                      <a:pt x="7" y="89"/>
                      <a:pt x="7" y="89"/>
                      <a:pt x="7" y="89"/>
                    </a:cubicBezTo>
                    <a:cubicBezTo>
                      <a:pt x="7" y="89"/>
                      <a:pt x="7" y="89"/>
                      <a:pt x="7" y="89"/>
                    </a:cubicBezTo>
                    <a:cubicBezTo>
                      <a:pt x="7" y="89"/>
                      <a:pt x="7" y="89"/>
                      <a:pt x="7" y="89"/>
                    </a:cubicBezTo>
                    <a:cubicBezTo>
                      <a:pt x="7" y="89"/>
                      <a:pt x="7" y="89"/>
                      <a:pt x="7" y="89"/>
                    </a:cubicBezTo>
                    <a:cubicBezTo>
                      <a:pt x="7" y="89"/>
                      <a:pt x="6" y="89"/>
                      <a:pt x="6" y="89"/>
                    </a:cubicBezTo>
                    <a:cubicBezTo>
                      <a:pt x="6" y="89"/>
                      <a:pt x="6" y="90"/>
                      <a:pt x="6" y="90"/>
                    </a:cubicBezTo>
                    <a:cubicBezTo>
                      <a:pt x="6" y="90"/>
                      <a:pt x="6" y="90"/>
                      <a:pt x="6" y="90"/>
                    </a:cubicBezTo>
                    <a:cubicBezTo>
                      <a:pt x="6" y="90"/>
                      <a:pt x="6" y="90"/>
                      <a:pt x="6" y="90"/>
                    </a:cubicBezTo>
                    <a:cubicBezTo>
                      <a:pt x="6" y="90"/>
                      <a:pt x="6" y="90"/>
                      <a:pt x="6" y="90"/>
                    </a:cubicBezTo>
                    <a:cubicBezTo>
                      <a:pt x="6" y="90"/>
                      <a:pt x="6" y="90"/>
                      <a:pt x="6" y="90"/>
                    </a:cubicBezTo>
                    <a:cubicBezTo>
                      <a:pt x="6" y="91"/>
                      <a:pt x="6" y="91"/>
                      <a:pt x="6" y="91"/>
                    </a:cubicBezTo>
                    <a:cubicBezTo>
                      <a:pt x="6" y="91"/>
                      <a:pt x="6" y="91"/>
                      <a:pt x="6" y="91"/>
                    </a:cubicBezTo>
                    <a:cubicBezTo>
                      <a:pt x="6" y="91"/>
                      <a:pt x="6" y="91"/>
                      <a:pt x="6" y="91"/>
                    </a:cubicBezTo>
                    <a:cubicBezTo>
                      <a:pt x="5" y="92"/>
                      <a:pt x="5" y="92"/>
                      <a:pt x="5" y="92"/>
                    </a:cubicBezTo>
                    <a:cubicBezTo>
                      <a:pt x="5" y="92"/>
                      <a:pt x="5" y="92"/>
                      <a:pt x="5" y="92"/>
                    </a:cubicBezTo>
                    <a:cubicBezTo>
                      <a:pt x="5" y="92"/>
                      <a:pt x="5" y="92"/>
                      <a:pt x="5" y="92"/>
                    </a:cubicBezTo>
                    <a:cubicBezTo>
                      <a:pt x="5" y="92"/>
                      <a:pt x="5" y="92"/>
                      <a:pt x="5" y="92"/>
                    </a:cubicBezTo>
                    <a:cubicBezTo>
                      <a:pt x="5" y="92"/>
                      <a:pt x="5" y="93"/>
                      <a:pt x="4" y="93"/>
                    </a:cubicBezTo>
                    <a:cubicBezTo>
                      <a:pt x="4" y="93"/>
                      <a:pt x="4" y="93"/>
                      <a:pt x="4" y="93"/>
                    </a:cubicBezTo>
                    <a:cubicBezTo>
                      <a:pt x="4" y="93"/>
                      <a:pt x="4" y="93"/>
                      <a:pt x="4" y="93"/>
                    </a:cubicBezTo>
                    <a:cubicBezTo>
                      <a:pt x="4" y="93"/>
                      <a:pt x="4" y="93"/>
                      <a:pt x="4" y="93"/>
                    </a:cubicBezTo>
                    <a:cubicBezTo>
                      <a:pt x="4" y="93"/>
                      <a:pt x="4" y="93"/>
                      <a:pt x="4" y="93"/>
                    </a:cubicBezTo>
                    <a:cubicBezTo>
                      <a:pt x="4" y="93"/>
                      <a:pt x="4" y="93"/>
                      <a:pt x="4" y="93"/>
                    </a:cubicBezTo>
                    <a:cubicBezTo>
                      <a:pt x="4" y="93"/>
                      <a:pt x="4" y="93"/>
                      <a:pt x="4" y="93"/>
                    </a:cubicBezTo>
                    <a:cubicBezTo>
                      <a:pt x="4" y="93"/>
                      <a:pt x="4" y="93"/>
                      <a:pt x="4" y="94"/>
                    </a:cubicBezTo>
                    <a:cubicBezTo>
                      <a:pt x="4" y="94"/>
                      <a:pt x="4" y="94"/>
                      <a:pt x="4" y="94"/>
                    </a:cubicBezTo>
                    <a:cubicBezTo>
                      <a:pt x="3" y="94"/>
                      <a:pt x="3" y="94"/>
                      <a:pt x="3" y="94"/>
                    </a:cubicBezTo>
                    <a:cubicBezTo>
                      <a:pt x="3" y="94"/>
                      <a:pt x="3" y="94"/>
                      <a:pt x="3" y="94"/>
                    </a:cubicBezTo>
                    <a:cubicBezTo>
                      <a:pt x="3" y="94"/>
                      <a:pt x="3" y="94"/>
                      <a:pt x="3" y="94"/>
                    </a:cubicBezTo>
                    <a:cubicBezTo>
                      <a:pt x="3" y="94"/>
                      <a:pt x="3" y="94"/>
                      <a:pt x="3" y="94"/>
                    </a:cubicBezTo>
                    <a:cubicBezTo>
                      <a:pt x="3" y="94"/>
                      <a:pt x="3" y="94"/>
                      <a:pt x="3" y="94"/>
                    </a:cubicBezTo>
                    <a:cubicBezTo>
                      <a:pt x="3" y="95"/>
                      <a:pt x="3" y="95"/>
                      <a:pt x="3" y="95"/>
                    </a:cubicBezTo>
                    <a:cubicBezTo>
                      <a:pt x="3" y="95"/>
                      <a:pt x="3" y="95"/>
                      <a:pt x="3" y="95"/>
                    </a:cubicBezTo>
                    <a:cubicBezTo>
                      <a:pt x="3" y="95"/>
                      <a:pt x="3" y="95"/>
                      <a:pt x="3" y="95"/>
                    </a:cubicBezTo>
                    <a:cubicBezTo>
                      <a:pt x="3" y="95"/>
                      <a:pt x="3" y="95"/>
                      <a:pt x="3" y="95"/>
                    </a:cubicBezTo>
                    <a:cubicBezTo>
                      <a:pt x="3" y="95"/>
                      <a:pt x="3" y="95"/>
                      <a:pt x="3" y="95"/>
                    </a:cubicBezTo>
                    <a:cubicBezTo>
                      <a:pt x="3" y="95"/>
                      <a:pt x="3" y="95"/>
                      <a:pt x="3" y="95"/>
                    </a:cubicBezTo>
                    <a:cubicBezTo>
                      <a:pt x="3" y="95"/>
                      <a:pt x="3" y="96"/>
                      <a:pt x="3" y="96"/>
                    </a:cubicBezTo>
                    <a:cubicBezTo>
                      <a:pt x="3" y="96"/>
                      <a:pt x="2" y="96"/>
                      <a:pt x="2" y="96"/>
                    </a:cubicBezTo>
                    <a:cubicBezTo>
                      <a:pt x="2" y="96"/>
                      <a:pt x="2" y="96"/>
                      <a:pt x="2" y="96"/>
                    </a:cubicBezTo>
                    <a:cubicBezTo>
                      <a:pt x="2" y="96"/>
                      <a:pt x="2" y="96"/>
                      <a:pt x="2" y="96"/>
                    </a:cubicBezTo>
                    <a:cubicBezTo>
                      <a:pt x="2" y="96"/>
                      <a:pt x="2" y="96"/>
                      <a:pt x="2" y="96"/>
                    </a:cubicBezTo>
                    <a:cubicBezTo>
                      <a:pt x="2" y="96"/>
                      <a:pt x="2" y="96"/>
                      <a:pt x="2" y="96"/>
                    </a:cubicBezTo>
                    <a:cubicBezTo>
                      <a:pt x="2" y="96"/>
                      <a:pt x="2" y="97"/>
                      <a:pt x="2" y="97"/>
                    </a:cubicBezTo>
                    <a:cubicBezTo>
                      <a:pt x="2" y="97"/>
                      <a:pt x="2" y="97"/>
                      <a:pt x="2" y="97"/>
                    </a:cubicBezTo>
                    <a:cubicBezTo>
                      <a:pt x="2" y="97"/>
                      <a:pt x="2" y="97"/>
                      <a:pt x="2" y="97"/>
                    </a:cubicBezTo>
                    <a:cubicBezTo>
                      <a:pt x="2" y="97"/>
                      <a:pt x="2" y="97"/>
                      <a:pt x="2" y="97"/>
                    </a:cubicBezTo>
                    <a:cubicBezTo>
                      <a:pt x="2" y="97"/>
                      <a:pt x="1" y="98"/>
                      <a:pt x="1" y="98"/>
                    </a:cubicBezTo>
                    <a:cubicBezTo>
                      <a:pt x="1" y="98"/>
                      <a:pt x="1" y="98"/>
                      <a:pt x="1" y="98"/>
                    </a:cubicBezTo>
                    <a:cubicBezTo>
                      <a:pt x="1" y="98"/>
                      <a:pt x="1" y="98"/>
                      <a:pt x="1" y="98"/>
                    </a:cubicBezTo>
                    <a:cubicBezTo>
                      <a:pt x="1" y="98"/>
                      <a:pt x="1" y="98"/>
                      <a:pt x="1" y="98"/>
                    </a:cubicBezTo>
                    <a:cubicBezTo>
                      <a:pt x="1" y="98"/>
                      <a:pt x="1" y="98"/>
                      <a:pt x="1" y="98"/>
                    </a:cubicBezTo>
                    <a:cubicBezTo>
                      <a:pt x="2" y="98"/>
                      <a:pt x="2" y="98"/>
                      <a:pt x="2" y="98"/>
                    </a:cubicBezTo>
                    <a:cubicBezTo>
                      <a:pt x="2" y="98"/>
                      <a:pt x="2" y="98"/>
                      <a:pt x="2" y="98"/>
                    </a:cubicBezTo>
                    <a:cubicBezTo>
                      <a:pt x="2" y="98"/>
                      <a:pt x="2" y="98"/>
                      <a:pt x="2" y="98"/>
                    </a:cubicBezTo>
                    <a:cubicBezTo>
                      <a:pt x="2" y="98"/>
                      <a:pt x="2" y="98"/>
                      <a:pt x="2" y="98"/>
                    </a:cubicBezTo>
                    <a:cubicBezTo>
                      <a:pt x="2" y="98"/>
                      <a:pt x="2" y="98"/>
                      <a:pt x="2" y="98"/>
                    </a:cubicBezTo>
                    <a:cubicBezTo>
                      <a:pt x="2" y="98"/>
                      <a:pt x="2" y="98"/>
                      <a:pt x="2" y="98"/>
                    </a:cubicBezTo>
                    <a:cubicBezTo>
                      <a:pt x="2" y="98"/>
                      <a:pt x="2" y="99"/>
                      <a:pt x="2" y="99"/>
                    </a:cubicBezTo>
                    <a:cubicBezTo>
                      <a:pt x="2" y="99"/>
                      <a:pt x="2" y="99"/>
                      <a:pt x="2" y="99"/>
                    </a:cubicBezTo>
                    <a:cubicBezTo>
                      <a:pt x="2" y="99"/>
                      <a:pt x="2" y="99"/>
                      <a:pt x="2" y="99"/>
                    </a:cubicBezTo>
                    <a:cubicBezTo>
                      <a:pt x="2" y="99"/>
                      <a:pt x="2" y="99"/>
                      <a:pt x="2" y="99"/>
                    </a:cubicBezTo>
                    <a:cubicBezTo>
                      <a:pt x="2" y="99"/>
                      <a:pt x="2" y="100"/>
                      <a:pt x="2" y="100"/>
                    </a:cubicBezTo>
                    <a:cubicBezTo>
                      <a:pt x="2" y="100"/>
                      <a:pt x="2" y="100"/>
                      <a:pt x="2" y="100"/>
                    </a:cubicBezTo>
                    <a:cubicBezTo>
                      <a:pt x="2" y="100"/>
                      <a:pt x="2" y="100"/>
                      <a:pt x="2" y="100"/>
                    </a:cubicBezTo>
                    <a:cubicBezTo>
                      <a:pt x="2" y="100"/>
                      <a:pt x="2" y="100"/>
                      <a:pt x="2" y="100"/>
                    </a:cubicBezTo>
                    <a:cubicBezTo>
                      <a:pt x="2" y="100"/>
                      <a:pt x="2" y="100"/>
                      <a:pt x="2" y="100"/>
                    </a:cubicBezTo>
                    <a:cubicBezTo>
                      <a:pt x="2" y="100"/>
                      <a:pt x="2" y="100"/>
                      <a:pt x="2" y="100"/>
                    </a:cubicBezTo>
                    <a:cubicBezTo>
                      <a:pt x="2" y="100"/>
                      <a:pt x="2" y="100"/>
                      <a:pt x="2" y="100"/>
                    </a:cubicBezTo>
                    <a:cubicBezTo>
                      <a:pt x="2" y="101"/>
                      <a:pt x="2" y="101"/>
                      <a:pt x="2" y="101"/>
                    </a:cubicBezTo>
                    <a:cubicBezTo>
                      <a:pt x="2" y="101"/>
                      <a:pt x="2" y="101"/>
                      <a:pt x="2" y="101"/>
                    </a:cubicBezTo>
                    <a:cubicBezTo>
                      <a:pt x="2" y="101"/>
                      <a:pt x="2" y="101"/>
                      <a:pt x="2" y="101"/>
                    </a:cubicBezTo>
                    <a:cubicBezTo>
                      <a:pt x="2" y="101"/>
                      <a:pt x="2" y="101"/>
                      <a:pt x="2" y="101"/>
                    </a:cubicBezTo>
                    <a:cubicBezTo>
                      <a:pt x="2" y="101"/>
                      <a:pt x="2" y="101"/>
                      <a:pt x="2" y="101"/>
                    </a:cubicBezTo>
                    <a:cubicBezTo>
                      <a:pt x="2" y="102"/>
                      <a:pt x="2" y="102"/>
                      <a:pt x="2" y="102"/>
                    </a:cubicBezTo>
                    <a:cubicBezTo>
                      <a:pt x="2" y="102"/>
                      <a:pt x="2" y="102"/>
                      <a:pt x="2" y="102"/>
                    </a:cubicBezTo>
                    <a:cubicBezTo>
                      <a:pt x="2" y="102"/>
                      <a:pt x="2" y="102"/>
                      <a:pt x="2" y="102"/>
                    </a:cubicBezTo>
                    <a:cubicBezTo>
                      <a:pt x="2" y="102"/>
                      <a:pt x="2" y="102"/>
                      <a:pt x="2" y="102"/>
                    </a:cubicBezTo>
                    <a:cubicBezTo>
                      <a:pt x="2" y="103"/>
                      <a:pt x="2" y="103"/>
                      <a:pt x="2" y="103"/>
                    </a:cubicBezTo>
                    <a:cubicBezTo>
                      <a:pt x="2" y="103"/>
                      <a:pt x="2" y="103"/>
                      <a:pt x="2" y="103"/>
                    </a:cubicBezTo>
                    <a:cubicBezTo>
                      <a:pt x="2" y="103"/>
                      <a:pt x="2" y="103"/>
                      <a:pt x="2" y="103"/>
                    </a:cubicBezTo>
                    <a:cubicBezTo>
                      <a:pt x="2" y="103"/>
                      <a:pt x="2" y="103"/>
                      <a:pt x="2" y="103"/>
                    </a:cubicBezTo>
                    <a:cubicBezTo>
                      <a:pt x="2" y="103"/>
                      <a:pt x="2" y="104"/>
                      <a:pt x="2" y="104"/>
                    </a:cubicBezTo>
                    <a:cubicBezTo>
                      <a:pt x="2" y="104"/>
                      <a:pt x="2" y="104"/>
                      <a:pt x="2" y="104"/>
                    </a:cubicBezTo>
                    <a:cubicBezTo>
                      <a:pt x="2" y="104"/>
                      <a:pt x="2" y="104"/>
                      <a:pt x="2" y="104"/>
                    </a:cubicBezTo>
                    <a:cubicBezTo>
                      <a:pt x="2" y="104"/>
                      <a:pt x="2" y="104"/>
                      <a:pt x="2" y="104"/>
                    </a:cubicBezTo>
                    <a:cubicBezTo>
                      <a:pt x="2" y="104"/>
                      <a:pt x="2" y="104"/>
                      <a:pt x="1" y="104"/>
                    </a:cubicBezTo>
                    <a:cubicBezTo>
                      <a:pt x="1" y="104"/>
                      <a:pt x="1" y="104"/>
                      <a:pt x="1" y="104"/>
                    </a:cubicBezTo>
                    <a:cubicBezTo>
                      <a:pt x="1" y="104"/>
                      <a:pt x="1" y="105"/>
                      <a:pt x="1" y="105"/>
                    </a:cubicBezTo>
                    <a:cubicBezTo>
                      <a:pt x="1" y="105"/>
                      <a:pt x="1" y="105"/>
                      <a:pt x="1" y="105"/>
                    </a:cubicBezTo>
                    <a:cubicBezTo>
                      <a:pt x="1" y="105"/>
                      <a:pt x="1" y="105"/>
                      <a:pt x="1" y="105"/>
                    </a:cubicBezTo>
                    <a:cubicBezTo>
                      <a:pt x="1" y="105"/>
                      <a:pt x="1" y="105"/>
                      <a:pt x="1" y="105"/>
                    </a:cubicBezTo>
                    <a:cubicBezTo>
                      <a:pt x="1" y="105"/>
                      <a:pt x="1" y="105"/>
                      <a:pt x="1" y="105"/>
                    </a:cubicBezTo>
                    <a:cubicBezTo>
                      <a:pt x="1" y="105"/>
                      <a:pt x="1" y="105"/>
                      <a:pt x="1" y="105"/>
                    </a:cubicBezTo>
                    <a:cubicBezTo>
                      <a:pt x="1" y="105"/>
                      <a:pt x="1" y="105"/>
                      <a:pt x="1" y="105"/>
                    </a:cubicBezTo>
                    <a:cubicBezTo>
                      <a:pt x="1" y="105"/>
                      <a:pt x="1" y="105"/>
                      <a:pt x="1" y="105"/>
                    </a:cubicBezTo>
                    <a:cubicBezTo>
                      <a:pt x="1" y="106"/>
                      <a:pt x="1" y="106"/>
                      <a:pt x="1" y="106"/>
                    </a:cubicBezTo>
                    <a:cubicBezTo>
                      <a:pt x="1" y="106"/>
                      <a:pt x="1" y="106"/>
                      <a:pt x="1" y="106"/>
                    </a:cubicBezTo>
                    <a:cubicBezTo>
                      <a:pt x="1" y="106"/>
                      <a:pt x="1" y="106"/>
                      <a:pt x="1" y="106"/>
                    </a:cubicBezTo>
                    <a:cubicBezTo>
                      <a:pt x="1" y="106"/>
                      <a:pt x="1" y="107"/>
                      <a:pt x="1" y="107"/>
                    </a:cubicBezTo>
                    <a:cubicBezTo>
                      <a:pt x="1" y="107"/>
                      <a:pt x="0" y="107"/>
                      <a:pt x="0" y="107"/>
                    </a:cubicBezTo>
                    <a:cubicBezTo>
                      <a:pt x="0" y="107"/>
                      <a:pt x="0" y="107"/>
                      <a:pt x="0" y="107"/>
                    </a:cubicBezTo>
                    <a:cubicBezTo>
                      <a:pt x="0" y="107"/>
                      <a:pt x="0" y="107"/>
                      <a:pt x="0" y="107"/>
                    </a:cubicBezTo>
                    <a:cubicBezTo>
                      <a:pt x="0" y="108"/>
                      <a:pt x="0" y="108"/>
                      <a:pt x="0" y="108"/>
                    </a:cubicBezTo>
                    <a:cubicBezTo>
                      <a:pt x="0" y="108"/>
                      <a:pt x="0" y="108"/>
                      <a:pt x="0" y="108"/>
                    </a:cubicBezTo>
                    <a:cubicBezTo>
                      <a:pt x="0" y="108"/>
                      <a:pt x="0" y="108"/>
                      <a:pt x="0" y="108"/>
                    </a:cubicBezTo>
                    <a:cubicBezTo>
                      <a:pt x="0" y="108"/>
                      <a:pt x="0" y="109"/>
                      <a:pt x="0" y="109"/>
                    </a:cubicBezTo>
                    <a:cubicBezTo>
                      <a:pt x="0" y="109"/>
                      <a:pt x="0" y="109"/>
                      <a:pt x="0" y="109"/>
                    </a:cubicBezTo>
                    <a:cubicBezTo>
                      <a:pt x="0" y="109"/>
                      <a:pt x="0" y="109"/>
                      <a:pt x="1" y="109"/>
                    </a:cubicBezTo>
                    <a:cubicBezTo>
                      <a:pt x="1" y="109"/>
                      <a:pt x="1" y="109"/>
                      <a:pt x="1" y="109"/>
                    </a:cubicBezTo>
                    <a:cubicBezTo>
                      <a:pt x="1" y="109"/>
                      <a:pt x="1" y="109"/>
                      <a:pt x="1" y="109"/>
                    </a:cubicBezTo>
                    <a:cubicBezTo>
                      <a:pt x="1" y="109"/>
                      <a:pt x="1" y="109"/>
                      <a:pt x="1" y="109"/>
                    </a:cubicBezTo>
                    <a:cubicBezTo>
                      <a:pt x="1" y="109"/>
                      <a:pt x="1" y="109"/>
                      <a:pt x="1" y="109"/>
                    </a:cubicBezTo>
                    <a:cubicBezTo>
                      <a:pt x="1" y="109"/>
                      <a:pt x="1" y="109"/>
                      <a:pt x="1" y="109"/>
                    </a:cubicBezTo>
                    <a:cubicBezTo>
                      <a:pt x="1" y="109"/>
                      <a:pt x="1" y="109"/>
                      <a:pt x="1" y="109"/>
                    </a:cubicBezTo>
                    <a:cubicBezTo>
                      <a:pt x="1" y="109"/>
                      <a:pt x="1" y="109"/>
                      <a:pt x="1" y="109"/>
                    </a:cubicBezTo>
                    <a:cubicBezTo>
                      <a:pt x="0" y="109"/>
                      <a:pt x="0" y="109"/>
                      <a:pt x="1" y="109"/>
                    </a:cubicBezTo>
                    <a:cubicBezTo>
                      <a:pt x="1" y="109"/>
                      <a:pt x="1" y="109"/>
                      <a:pt x="1" y="109"/>
                    </a:cubicBezTo>
                    <a:cubicBezTo>
                      <a:pt x="1" y="110"/>
                      <a:pt x="1" y="110"/>
                      <a:pt x="1" y="110"/>
                    </a:cubicBezTo>
                    <a:cubicBezTo>
                      <a:pt x="1" y="110"/>
                      <a:pt x="1" y="110"/>
                      <a:pt x="1" y="110"/>
                    </a:cubicBezTo>
                    <a:cubicBezTo>
                      <a:pt x="1" y="110"/>
                      <a:pt x="1" y="110"/>
                      <a:pt x="1" y="110"/>
                    </a:cubicBezTo>
                    <a:cubicBezTo>
                      <a:pt x="1" y="110"/>
                      <a:pt x="1" y="110"/>
                      <a:pt x="1" y="110"/>
                    </a:cubicBezTo>
                    <a:cubicBezTo>
                      <a:pt x="1" y="110"/>
                      <a:pt x="1" y="110"/>
                      <a:pt x="1" y="110"/>
                    </a:cubicBezTo>
                    <a:cubicBezTo>
                      <a:pt x="1" y="110"/>
                      <a:pt x="1" y="110"/>
                      <a:pt x="1" y="110"/>
                    </a:cubicBezTo>
                    <a:cubicBezTo>
                      <a:pt x="1" y="110"/>
                      <a:pt x="1" y="110"/>
                      <a:pt x="1" y="110"/>
                    </a:cubicBezTo>
                    <a:cubicBezTo>
                      <a:pt x="1" y="110"/>
                      <a:pt x="1" y="110"/>
                      <a:pt x="1" y="110"/>
                    </a:cubicBezTo>
                    <a:cubicBezTo>
                      <a:pt x="2" y="110"/>
                      <a:pt x="2" y="110"/>
                      <a:pt x="2" y="110"/>
                    </a:cubicBezTo>
                    <a:cubicBezTo>
                      <a:pt x="2" y="110"/>
                      <a:pt x="2" y="110"/>
                      <a:pt x="2" y="110"/>
                    </a:cubicBezTo>
                    <a:cubicBezTo>
                      <a:pt x="2" y="110"/>
                      <a:pt x="2" y="110"/>
                      <a:pt x="2" y="110"/>
                    </a:cubicBezTo>
                    <a:cubicBezTo>
                      <a:pt x="2" y="110"/>
                      <a:pt x="2" y="110"/>
                      <a:pt x="2" y="110"/>
                    </a:cubicBezTo>
                    <a:cubicBezTo>
                      <a:pt x="2" y="110"/>
                      <a:pt x="2" y="110"/>
                      <a:pt x="2" y="110"/>
                    </a:cubicBezTo>
                    <a:cubicBezTo>
                      <a:pt x="1" y="110"/>
                      <a:pt x="1" y="110"/>
                      <a:pt x="1" y="110"/>
                    </a:cubicBezTo>
                    <a:cubicBezTo>
                      <a:pt x="1" y="110"/>
                      <a:pt x="1" y="110"/>
                      <a:pt x="1" y="110"/>
                    </a:cubicBezTo>
                    <a:cubicBezTo>
                      <a:pt x="1" y="110"/>
                      <a:pt x="1" y="110"/>
                      <a:pt x="1" y="110"/>
                    </a:cubicBezTo>
                    <a:cubicBezTo>
                      <a:pt x="1" y="110"/>
                      <a:pt x="1" y="110"/>
                      <a:pt x="1" y="110"/>
                    </a:cubicBezTo>
                    <a:cubicBezTo>
                      <a:pt x="1" y="110"/>
                      <a:pt x="1" y="110"/>
                      <a:pt x="1" y="110"/>
                    </a:cubicBezTo>
                    <a:cubicBezTo>
                      <a:pt x="1" y="110"/>
                      <a:pt x="1" y="110"/>
                      <a:pt x="1" y="110"/>
                    </a:cubicBezTo>
                    <a:cubicBezTo>
                      <a:pt x="1" y="110"/>
                      <a:pt x="0" y="110"/>
                      <a:pt x="0" y="110"/>
                    </a:cubicBezTo>
                    <a:cubicBezTo>
                      <a:pt x="0" y="110"/>
                      <a:pt x="0" y="110"/>
                      <a:pt x="0" y="110"/>
                    </a:cubicBezTo>
                    <a:cubicBezTo>
                      <a:pt x="0" y="110"/>
                      <a:pt x="0" y="110"/>
                      <a:pt x="0" y="110"/>
                    </a:cubicBezTo>
                    <a:cubicBezTo>
                      <a:pt x="0" y="110"/>
                      <a:pt x="0" y="110"/>
                      <a:pt x="0" y="110"/>
                    </a:cubicBezTo>
                    <a:cubicBezTo>
                      <a:pt x="0" y="110"/>
                      <a:pt x="0" y="110"/>
                      <a:pt x="0" y="110"/>
                    </a:cubicBezTo>
                    <a:cubicBezTo>
                      <a:pt x="0" y="110"/>
                      <a:pt x="0" y="110"/>
                      <a:pt x="0" y="110"/>
                    </a:cubicBezTo>
                    <a:cubicBezTo>
                      <a:pt x="0" y="110"/>
                      <a:pt x="0" y="110"/>
                      <a:pt x="0" y="110"/>
                    </a:cubicBezTo>
                    <a:cubicBezTo>
                      <a:pt x="0" y="110"/>
                      <a:pt x="0" y="110"/>
                      <a:pt x="0" y="110"/>
                    </a:cubicBezTo>
                    <a:cubicBezTo>
                      <a:pt x="0" y="111"/>
                      <a:pt x="0" y="111"/>
                      <a:pt x="0" y="111"/>
                    </a:cubicBezTo>
                    <a:cubicBezTo>
                      <a:pt x="0" y="111"/>
                      <a:pt x="0" y="111"/>
                      <a:pt x="0" y="111"/>
                    </a:cubicBezTo>
                    <a:cubicBezTo>
                      <a:pt x="0" y="111"/>
                      <a:pt x="0" y="111"/>
                      <a:pt x="0" y="111"/>
                    </a:cubicBezTo>
                    <a:cubicBezTo>
                      <a:pt x="0" y="111"/>
                      <a:pt x="0" y="111"/>
                      <a:pt x="0" y="111"/>
                    </a:cubicBezTo>
                    <a:cubicBezTo>
                      <a:pt x="0" y="111"/>
                      <a:pt x="0" y="111"/>
                      <a:pt x="0" y="111"/>
                    </a:cubicBezTo>
                    <a:cubicBezTo>
                      <a:pt x="0" y="112"/>
                      <a:pt x="0" y="112"/>
                      <a:pt x="0" y="112"/>
                    </a:cubicBezTo>
                    <a:cubicBezTo>
                      <a:pt x="0" y="112"/>
                      <a:pt x="0" y="112"/>
                      <a:pt x="0" y="112"/>
                    </a:cubicBezTo>
                    <a:cubicBezTo>
                      <a:pt x="0" y="112"/>
                      <a:pt x="0" y="112"/>
                      <a:pt x="0" y="112"/>
                    </a:cubicBezTo>
                    <a:cubicBezTo>
                      <a:pt x="0" y="112"/>
                      <a:pt x="0" y="112"/>
                      <a:pt x="0" y="112"/>
                    </a:cubicBezTo>
                    <a:cubicBezTo>
                      <a:pt x="0" y="112"/>
                      <a:pt x="0" y="112"/>
                      <a:pt x="0" y="112"/>
                    </a:cubicBezTo>
                    <a:cubicBezTo>
                      <a:pt x="0" y="112"/>
                      <a:pt x="0" y="112"/>
                      <a:pt x="0" y="112"/>
                    </a:cubicBezTo>
                    <a:cubicBezTo>
                      <a:pt x="0" y="112"/>
                      <a:pt x="0" y="112"/>
                      <a:pt x="0" y="112"/>
                    </a:cubicBezTo>
                    <a:cubicBezTo>
                      <a:pt x="0" y="112"/>
                      <a:pt x="0" y="112"/>
                      <a:pt x="0"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1" y="112"/>
                      <a:pt x="1" y="112"/>
                    </a:cubicBezTo>
                    <a:cubicBezTo>
                      <a:pt x="1" y="112"/>
                      <a:pt x="2" y="112"/>
                      <a:pt x="2" y="112"/>
                    </a:cubicBezTo>
                    <a:cubicBezTo>
                      <a:pt x="2" y="112"/>
                      <a:pt x="2" y="112"/>
                      <a:pt x="2" y="112"/>
                    </a:cubicBezTo>
                    <a:cubicBezTo>
                      <a:pt x="2" y="112"/>
                      <a:pt x="2" y="112"/>
                      <a:pt x="2" y="112"/>
                    </a:cubicBezTo>
                    <a:cubicBezTo>
                      <a:pt x="2" y="112"/>
                      <a:pt x="2" y="112"/>
                      <a:pt x="2" y="112"/>
                    </a:cubicBezTo>
                    <a:cubicBezTo>
                      <a:pt x="2" y="112"/>
                      <a:pt x="2" y="112"/>
                      <a:pt x="2" y="112"/>
                    </a:cubicBezTo>
                    <a:cubicBezTo>
                      <a:pt x="2" y="112"/>
                      <a:pt x="2" y="112"/>
                      <a:pt x="2" y="112"/>
                    </a:cubicBezTo>
                    <a:cubicBezTo>
                      <a:pt x="2" y="112"/>
                      <a:pt x="2" y="112"/>
                      <a:pt x="2" y="112"/>
                    </a:cubicBezTo>
                    <a:cubicBezTo>
                      <a:pt x="2" y="112"/>
                      <a:pt x="2" y="112"/>
                      <a:pt x="2" y="112"/>
                    </a:cubicBezTo>
                    <a:cubicBezTo>
                      <a:pt x="2" y="112"/>
                      <a:pt x="2" y="112"/>
                      <a:pt x="2" y="112"/>
                    </a:cubicBezTo>
                    <a:cubicBezTo>
                      <a:pt x="2" y="112"/>
                      <a:pt x="2" y="112"/>
                      <a:pt x="2" y="112"/>
                    </a:cubicBezTo>
                    <a:cubicBezTo>
                      <a:pt x="2" y="112"/>
                      <a:pt x="2" y="112"/>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3"/>
                      <a:pt x="2" y="113"/>
                      <a:pt x="2" y="113"/>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2" y="114"/>
                      <a:pt x="2" y="114"/>
                    </a:cubicBezTo>
                    <a:cubicBezTo>
                      <a:pt x="2"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4"/>
                    </a:cubicBezTo>
                    <a:cubicBezTo>
                      <a:pt x="3" y="114"/>
                      <a:pt x="3" y="114"/>
                      <a:pt x="3" y="115"/>
                    </a:cubicBezTo>
                    <a:cubicBezTo>
                      <a:pt x="3" y="115"/>
                      <a:pt x="3" y="115"/>
                      <a:pt x="3" y="115"/>
                    </a:cubicBezTo>
                    <a:cubicBezTo>
                      <a:pt x="3" y="115"/>
                      <a:pt x="3" y="115"/>
                      <a:pt x="3" y="115"/>
                    </a:cubicBezTo>
                    <a:cubicBezTo>
                      <a:pt x="3" y="115"/>
                      <a:pt x="3" y="115"/>
                      <a:pt x="3" y="115"/>
                    </a:cubicBezTo>
                    <a:cubicBezTo>
                      <a:pt x="3" y="115"/>
                      <a:pt x="3" y="115"/>
                      <a:pt x="3" y="115"/>
                    </a:cubicBezTo>
                    <a:cubicBezTo>
                      <a:pt x="3" y="115"/>
                      <a:pt x="3" y="115"/>
                      <a:pt x="3" y="115"/>
                    </a:cubicBezTo>
                    <a:cubicBezTo>
                      <a:pt x="3" y="115"/>
                      <a:pt x="3" y="115"/>
                      <a:pt x="3" y="115"/>
                    </a:cubicBezTo>
                    <a:cubicBezTo>
                      <a:pt x="3" y="115"/>
                      <a:pt x="3" y="115"/>
                      <a:pt x="3" y="115"/>
                    </a:cubicBezTo>
                    <a:cubicBezTo>
                      <a:pt x="3" y="115"/>
                      <a:pt x="3" y="115"/>
                      <a:pt x="3" y="115"/>
                    </a:cubicBezTo>
                    <a:cubicBezTo>
                      <a:pt x="3" y="115"/>
                      <a:pt x="3" y="115"/>
                      <a:pt x="3" y="115"/>
                    </a:cubicBezTo>
                    <a:cubicBezTo>
                      <a:pt x="3" y="115"/>
                      <a:pt x="3" y="115"/>
                      <a:pt x="3" y="115"/>
                    </a:cubicBezTo>
                    <a:cubicBezTo>
                      <a:pt x="3" y="115"/>
                      <a:pt x="3" y="115"/>
                      <a:pt x="4" y="115"/>
                    </a:cubicBezTo>
                    <a:cubicBezTo>
                      <a:pt x="4" y="115"/>
                      <a:pt x="4" y="115"/>
                      <a:pt x="4" y="115"/>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6"/>
                      <a:pt x="4" y="116"/>
                      <a:pt x="4" y="116"/>
                    </a:cubicBezTo>
                    <a:cubicBezTo>
                      <a:pt x="4" y="117"/>
                      <a:pt x="4" y="117"/>
                      <a:pt x="4" y="117"/>
                    </a:cubicBezTo>
                    <a:cubicBezTo>
                      <a:pt x="4" y="117"/>
                      <a:pt x="4" y="117"/>
                      <a:pt x="4" y="117"/>
                    </a:cubicBezTo>
                    <a:cubicBezTo>
                      <a:pt x="4" y="117"/>
                      <a:pt x="4" y="117"/>
                      <a:pt x="4" y="117"/>
                    </a:cubicBezTo>
                    <a:cubicBezTo>
                      <a:pt x="4" y="117"/>
                      <a:pt x="4" y="117"/>
                      <a:pt x="4" y="117"/>
                    </a:cubicBezTo>
                    <a:cubicBezTo>
                      <a:pt x="4" y="117"/>
                      <a:pt x="4" y="117"/>
                      <a:pt x="4" y="117"/>
                    </a:cubicBezTo>
                    <a:cubicBezTo>
                      <a:pt x="4" y="117"/>
                      <a:pt x="4" y="117"/>
                      <a:pt x="4" y="117"/>
                    </a:cubicBezTo>
                    <a:cubicBezTo>
                      <a:pt x="4" y="117"/>
                      <a:pt x="5" y="117"/>
                      <a:pt x="5" y="117"/>
                    </a:cubicBezTo>
                    <a:cubicBezTo>
                      <a:pt x="5" y="117"/>
                      <a:pt x="5" y="117"/>
                      <a:pt x="4" y="117"/>
                    </a:cubicBezTo>
                    <a:cubicBezTo>
                      <a:pt x="4" y="117"/>
                      <a:pt x="4" y="117"/>
                      <a:pt x="4" y="117"/>
                    </a:cubicBezTo>
                    <a:cubicBezTo>
                      <a:pt x="4" y="117"/>
                      <a:pt x="4" y="117"/>
                      <a:pt x="4" y="117"/>
                    </a:cubicBezTo>
                    <a:cubicBezTo>
                      <a:pt x="4" y="117"/>
                      <a:pt x="5" y="117"/>
                      <a:pt x="5" y="117"/>
                    </a:cubicBezTo>
                    <a:cubicBezTo>
                      <a:pt x="5" y="118"/>
                      <a:pt x="5" y="118"/>
                      <a:pt x="5" y="118"/>
                    </a:cubicBezTo>
                    <a:cubicBezTo>
                      <a:pt x="5" y="118"/>
                      <a:pt x="5" y="118"/>
                      <a:pt x="5" y="118"/>
                    </a:cubicBezTo>
                    <a:cubicBezTo>
                      <a:pt x="5" y="118"/>
                      <a:pt x="5" y="118"/>
                      <a:pt x="5" y="118"/>
                    </a:cubicBezTo>
                    <a:cubicBezTo>
                      <a:pt x="5" y="118"/>
                      <a:pt x="5" y="118"/>
                      <a:pt x="5" y="118"/>
                    </a:cubicBezTo>
                    <a:cubicBezTo>
                      <a:pt x="5" y="118"/>
                      <a:pt x="5" y="118"/>
                      <a:pt x="5" y="118"/>
                    </a:cubicBezTo>
                    <a:cubicBezTo>
                      <a:pt x="5" y="118"/>
                      <a:pt x="5" y="118"/>
                      <a:pt x="5" y="118"/>
                    </a:cubicBezTo>
                    <a:cubicBezTo>
                      <a:pt x="5" y="118"/>
                      <a:pt x="5" y="118"/>
                      <a:pt x="5" y="118"/>
                    </a:cubicBezTo>
                    <a:cubicBezTo>
                      <a:pt x="5" y="118"/>
                      <a:pt x="5" y="118"/>
                      <a:pt x="5" y="118"/>
                    </a:cubicBezTo>
                    <a:cubicBezTo>
                      <a:pt x="5" y="118"/>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5" y="119"/>
                      <a:pt x="5" y="119"/>
                      <a:pt x="5" y="119"/>
                    </a:cubicBezTo>
                    <a:cubicBezTo>
                      <a:pt x="6" y="119"/>
                      <a:pt x="6" y="119"/>
                      <a:pt x="6" y="119"/>
                    </a:cubicBezTo>
                    <a:cubicBezTo>
                      <a:pt x="6" y="119"/>
                      <a:pt x="6" y="119"/>
                      <a:pt x="6" y="119"/>
                    </a:cubicBezTo>
                    <a:cubicBezTo>
                      <a:pt x="6" y="119"/>
                      <a:pt x="6" y="119"/>
                      <a:pt x="6" y="119"/>
                    </a:cubicBezTo>
                    <a:cubicBezTo>
                      <a:pt x="6" y="119"/>
                      <a:pt x="6" y="119"/>
                      <a:pt x="6" y="119"/>
                    </a:cubicBezTo>
                    <a:cubicBezTo>
                      <a:pt x="6" y="119"/>
                      <a:pt x="6" y="119"/>
                      <a:pt x="6" y="119"/>
                    </a:cubicBezTo>
                    <a:cubicBezTo>
                      <a:pt x="6" y="119"/>
                      <a:pt x="6" y="119"/>
                      <a:pt x="6" y="119"/>
                    </a:cubicBezTo>
                    <a:cubicBezTo>
                      <a:pt x="6" y="119"/>
                      <a:pt x="6" y="119"/>
                      <a:pt x="6" y="119"/>
                    </a:cubicBezTo>
                    <a:cubicBezTo>
                      <a:pt x="6" y="119"/>
                      <a:pt x="6" y="119"/>
                      <a:pt x="6" y="119"/>
                    </a:cubicBezTo>
                    <a:cubicBezTo>
                      <a:pt x="6" y="119"/>
                      <a:pt x="5" y="119"/>
                      <a:pt x="5" y="120"/>
                    </a:cubicBezTo>
                    <a:cubicBezTo>
                      <a:pt x="5" y="120"/>
                      <a:pt x="5" y="120"/>
                      <a:pt x="5"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6" y="120"/>
                      <a:pt x="6" y="120"/>
                      <a:pt x="6" y="120"/>
                    </a:cubicBezTo>
                    <a:cubicBezTo>
                      <a:pt x="7" y="120"/>
                      <a:pt x="7" y="120"/>
                      <a:pt x="7" y="120"/>
                    </a:cubicBezTo>
                    <a:cubicBezTo>
                      <a:pt x="7" y="120"/>
                      <a:pt x="7" y="120"/>
                      <a:pt x="7" y="121"/>
                    </a:cubicBezTo>
                    <a:cubicBezTo>
                      <a:pt x="7" y="121"/>
                      <a:pt x="7" y="121"/>
                      <a:pt x="7" y="121"/>
                    </a:cubicBezTo>
                    <a:cubicBezTo>
                      <a:pt x="7" y="121"/>
                      <a:pt x="7" y="121"/>
                      <a:pt x="7" y="121"/>
                    </a:cubicBezTo>
                    <a:cubicBezTo>
                      <a:pt x="7" y="121"/>
                      <a:pt x="7" y="121"/>
                      <a:pt x="7" y="121"/>
                    </a:cubicBezTo>
                    <a:cubicBezTo>
                      <a:pt x="8" y="121"/>
                      <a:pt x="8" y="121"/>
                      <a:pt x="8" y="121"/>
                    </a:cubicBezTo>
                    <a:cubicBezTo>
                      <a:pt x="8" y="121"/>
                      <a:pt x="8" y="121"/>
                      <a:pt x="8" y="121"/>
                    </a:cubicBezTo>
                    <a:cubicBezTo>
                      <a:pt x="8" y="121"/>
                      <a:pt x="8" y="121"/>
                      <a:pt x="8" y="121"/>
                    </a:cubicBezTo>
                    <a:cubicBezTo>
                      <a:pt x="8" y="121"/>
                      <a:pt x="8" y="122"/>
                      <a:pt x="8" y="122"/>
                    </a:cubicBezTo>
                    <a:cubicBezTo>
                      <a:pt x="8" y="122"/>
                      <a:pt x="8" y="122"/>
                      <a:pt x="9" y="122"/>
                    </a:cubicBezTo>
                    <a:cubicBezTo>
                      <a:pt x="9" y="122"/>
                      <a:pt x="9" y="122"/>
                      <a:pt x="9" y="122"/>
                    </a:cubicBezTo>
                    <a:cubicBezTo>
                      <a:pt x="9" y="122"/>
                      <a:pt x="9" y="122"/>
                      <a:pt x="9" y="122"/>
                    </a:cubicBezTo>
                    <a:cubicBezTo>
                      <a:pt x="9" y="123"/>
                      <a:pt x="9" y="123"/>
                      <a:pt x="10" y="123"/>
                    </a:cubicBezTo>
                    <a:cubicBezTo>
                      <a:pt x="10" y="123"/>
                      <a:pt x="10" y="123"/>
                      <a:pt x="10" y="123"/>
                    </a:cubicBezTo>
                    <a:cubicBezTo>
                      <a:pt x="10" y="124"/>
                      <a:pt x="10" y="124"/>
                      <a:pt x="10" y="124"/>
                    </a:cubicBezTo>
                    <a:cubicBezTo>
                      <a:pt x="10" y="124"/>
                      <a:pt x="11" y="124"/>
                      <a:pt x="11" y="124"/>
                    </a:cubicBezTo>
                    <a:cubicBezTo>
                      <a:pt x="11" y="124"/>
                      <a:pt x="11" y="124"/>
                      <a:pt x="11" y="124"/>
                    </a:cubicBezTo>
                    <a:cubicBezTo>
                      <a:pt x="11" y="124"/>
                      <a:pt x="11" y="124"/>
                      <a:pt x="11" y="124"/>
                    </a:cubicBezTo>
                    <a:cubicBezTo>
                      <a:pt x="11" y="124"/>
                      <a:pt x="11" y="124"/>
                      <a:pt x="11" y="124"/>
                    </a:cubicBezTo>
                    <a:cubicBezTo>
                      <a:pt x="11" y="124"/>
                      <a:pt x="11" y="124"/>
                      <a:pt x="11" y="124"/>
                    </a:cubicBezTo>
                    <a:cubicBezTo>
                      <a:pt x="11" y="124"/>
                      <a:pt x="11" y="124"/>
                      <a:pt x="11" y="124"/>
                    </a:cubicBezTo>
                    <a:cubicBezTo>
                      <a:pt x="11" y="124"/>
                      <a:pt x="11" y="124"/>
                      <a:pt x="12" y="124"/>
                    </a:cubicBezTo>
                    <a:cubicBezTo>
                      <a:pt x="12" y="124"/>
                      <a:pt x="12" y="124"/>
                      <a:pt x="12" y="124"/>
                    </a:cubicBezTo>
                    <a:cubicBezTo>
                      <a:pt x="12" y="124"/>
                      <a:pt x="12" y="124"/>
                      <a:pt x="12" y="124"/>
                    </a:cubicBezTo>
                    <a:cubicBezTo>
                      <a:pt x="12" y="124"/>
                      <a:pt x="12" y="124"/>
                      <a:pt x="12" y="124"/>
                    </a:cubicBezTo>
                    <a:cubicBezTo>
                      <a:pt x="12" y="124"/>
                      <a:pt x="12" y="124"/>
                      <a:pt x="12" y="124"/>
                    </a:cubicBezTo>
                    <a:cubicBezTo>
                      <a:pt x="12" y="124"/>
                      <a:pt x="12" y="124"/>
                      <a:pt x="12" y="124"/>
                    </a:cubicBezTo>
                    <a:cubicBezTo>
                      <a:pt x="12" y="124"/>
                      <a:pt x="12" y="124"/>
                      <a:pt x="12" y="124"/>
                    </a:cubicBezTo>
                    <a:cubicBezTo>
                      <a:pt x="12" y="124"/>
                      <a:pt x="12" y="124"/>
                      <a:pt x="12" y="124"/>
                    </a:cubicBezTo>
                    <a:cubicBezTo>
                      <a:pt x="12" y="124"/>
                      <a:pt x="12" y="124"/>
                      <a:pt x="13" y="124"/>
                    </a:cubicBezTo>
                    <a:cubicBezTo>
                      <a:pt x="13" y="124"/>
                      <a:pt x="13" y="124"/>
                      <a:pt x="13" y="124"/>
                    </a:cubicBezTo>
                    <a:cubicBezTo>
                      <a:pt x="13" y="124"/>
                      <a:pt x="13" y="124"/>
                      <a:pt x="13" y="123"/>
                    </a:cubicBezTo>
                    <a:cubicBezTo>
                      <a:pt x="13" y="123"/>
                      <a:pt x="13" y="123"/>
                      <a:pt x="13" y="123"/>
                    </a:cubicBezTo>
                    <a:cubicBezTo>
                      <a:pt x="13" y="123"/>
                      <a:pt x="13" y="123"/>
                      <a:pt x="14" y="123"/>
                    </a:cubicBezTo>
                    <a:cubicBezTo>
                      <a:pt x="14" y="123"/>
                      <a:pt x="14" y="123"/>
                      <a:pt x="14" y="123"/>
                    </a:cubicBezTo>
                    <a:cubicBezTo>
                      <a:pt x="14" y="123"/>
                      <a:pt x="14" y="123"/>
                      <a:pt x="14" y="123"/>
                    </a:cubicBezTo>
                    <a:cubicBezTo>
                      <a:pt x="14" y="123"/>
                      <a:pt x="14" y="123"/>
                      <a:pt x="14" y="123"/>
                    </a:cubicBezTo>
                    <a:cubicBezTo>
                      <a:pt x="14" y="123"/>
                      <a:pt x="15" y="123"/>
                      <a:pt x="15" y="123"/>
                    </a:cubicBezTo>
                    <a:cubicBezTo>
                      <a:pt x="15" y="123"/>
                      <a:pt x="15" y="123"/>
                      <a:pt x="15" y="123"/>
                    </a:cubicBezTo>
                    <a:cubicBezTo>
                      <a:pt x="15" y="123"/>
                      <a:pt x="15" y="123"/>
                      <a:pt x="15" y="123"/>
                    </a:cubicBezTo>
                    <a:cubicBezTo>
                      <a:pt x="15" y="123"/>
                      <a:pt x="15" y="123"/>
                      <a:pt x="16" y="123"/>
                    </a:cubicBezTo>
                    <a:cubicBezTo>
                      <a:pt x="16" y="123"/>
                      <a:pt x="16" y="123"/>
                      <a:pt x="16" y="123"/>
                    </a:cubicBezTo>
                    <a:cubicBezTo>
                      <a:pt x="16" y="123"/>
                      <a:pt x="16" y="123"/>
                      <a:pt x="16" y="123"/>
                    </a:cubicBezTo>
                    <a:cubicBezTo>
                      <a:pt x="16" y="123"/>
                      <a:pt x="16" y="123"/>
                      <a:pt x="16" y="123"/>
                    </a:cubicBezTo>
                    <a:cubicBezTo>
                      <a:pt x="16" y="123"/>
                      <a:pt x="16" y="123"/>
                      <a:pt x="16" y="123"/>
                    </a:cubicBezTo>
                    <a:cubicBezTo>
                      <a:pt x="16" y="123"/>
                      <a:pt x="16" y="123"/>
                      <a:pt x="16" y="123"/>
                    </a:cubicBezTo>
                    <a:cubicBezTo>
                      <a:pt x="16" y="123"/>
                      <a:pt x="16" y="123"/>
                      <a:pt x="16" y="123"/>
                    </a:cubicBezTo>
                    <a:cubicBezTo>
                      <a:pt x="16" y="123"/>
                      <a:pt x="16" y="123"/>
                      <a:pt x="16" y="123"/>
                    </a:cubicBezTo>
                    <a:cubicBezTo>
                      <a:pt x="16" y="123"/>
                      <a:pt x="16" y="123"/>
                      <a:pt x="16" y="123"/>
                    </a:cubicBezTo>
                    <a:cubicBezTo>
                      <a:pt x="16" y="123"/>
                      <a:pt x="16" y="123"/>
                      <a:pt x="16"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7" y="123"/>
                      <a:pt x="17" y="123"/>
                    </a:cubicBezTo>
                    <a:cubicBezTo>
                      <a:pt x="17" y="123"/>
                      <a:pt x="18" y="123"/>
                      <a:pt x="18" y="123"/>
                    </a:cubicBezTo>
                    <a:cubicBezTo>
                      <a:pt x="18" y="123"/>
                      <a:pt x="18" y="123"/>
                      <a:pt x="18" y="123"/>
                    </a:cubicBezTo>
                    <a:cubicBezTo>
                      <a:pt x="18" y="123"/>
                      <a:pt x="18" y="123"/>
                      <a:pt x="18" y="123"/>
                    </a:cubicBezTo>
                    <a:cubicBezTo>
                      <a:pt x="18" y="123"/>
                      <a:pt x="18" y="123"/>
                      <a:pt x="18" y="123"/>
                    </a:cubicBezTo>
                    <a:cubicBezTo>
                      <a:pt x="18" y="123"/>
                      <a:pt x="18" y="123"/>
                      <a:pt x="18" y="123"/>
                    </a:cubicBezTo>
                    <a:cubicBezTo>
                      <a:pt x="18" y="123"/>
                      <a:pt x="18" y="123"/>
                      <a:pt x="18" y="124"/>
                    </a:cubicBezTo>
                    <a:cubicBezTo>
                      <a:pt x="18" y="124"/>
                      <a:pt x="18" y="124"/>
                      <a:pt x="18" y="124"/>
                    </a:cubicBezTo>
                    <a:cubicBezTo>
                      <a:pt x="18" y="124"/>
                      <a:pt x="18" y="124"/>
                      <a:pt x="18" y="124"/>
                    </a:cubicBezTo>
                    <a:cubicBezTo>
                      <a:pt x="18" y="124"/>
                      <a:pt x="18" y="124"/>
                      <a:pt x="18" y="124"/>
                    </a:cubicBezTo>
                    <a:cubicBezTo>
                      <a:pt x="19" y="124"/>
                      <a:pt x="19" y="124"/>
                      <a:pt x="19" y="124"/>
                    </a:cubicBezTo>
                    <a:cubicBezTo>
                      <a:pt x="19" y="124"/>
                      <a:pt x="19" y="123"/>
                      <a:pt x="19" y="123"/>
                    </a:cubicBezTo>
                    <a:cubicBezTo>
                      <a:pt x="19" y="123"/>
                      <a:pt x="19" y="123"/>
                      <a:pt x="19" y="123"/>
                    </a:cubicBezTo>
                    <a:cubicBezTo>
                      <a:pt x="19" y="123"/>
                      <a:pt x="19" y="123"/>
                      <a:pt x="19" y="123"/>
                    </a:cubicBezTo>
                    <a:cubicBezTo>
                      <a:pt x="19" y="123"/>
                      <a:pt x="19" y="123"/>
                      <a:pt x="19" y="123"/>
                    </a:cubicBezTo>
                    <a:cubicBezTo>
                      <a:pt x="19" y="123"/>
                      <a:pt x="19" y="123"/>
                      <a:pt x="19" y="123"/>
                    </a:cubicBezTo>
                    <a:cubicBezTo>
                      <a:pt x="19" y="123"/>
                      <a:pt x="19" y="123"/>
                      <a:pt x="19" y="123"/>
                    </a:cubicBezTo>
                    <a:cubicBezTo>
                      <a:pt x="19" y="123"/>
                      <a:pt x="19" y="123"/>
                      <a:pt x="19" y="123"/>
                    </a:cubicBezTo>
                    <a:cubicBezTo>
                      <a:pt x="19" y="123"/>
                      <a:pt x="19" y="123"/>
                      <a:pt x="19" y="123"/>
                    </a:cubicBezTo>
                    <a:cubicBezTo>
                      <a:pt x="20" y="123"/>
                      <a:pt x="20" y="123"/>
                      <a:pt x="20" y="123"/>
                    </a:cubicBezTo>
                    <a:cubicBezTo>
                      <a:pt x="20" y="123"/>
                      <a:pt x="20" y="123"/>
                      <a:pt x="20" y="123"/>
                    </a:cubicBezTo>
                    <a:cubicBezTo>
                      <a:pt x="20" y="123"/>
                      <a:pt x="20" y="123"/>
                      <a:pt x="20" y="123"/>
                    </a:cubicBezTo>
                    <a:cubicBezTo>
                      <a:pt x="20" y="123"/>
                      <a:pt x="20" y="123"/>
                      <a:pt x="20" y="123"/>
                    </a:cubicBezTo>
                    <a:cubicBezTo>
                      <a:pt x="20" y="123"/>
                      <a:pt x="20" y="123"/>
                      <a:pt x="20" y="123"/>
                    </a:cubicBezTo>
                    <a:cubicBezTo>
                      <a:pt x="20" y="123"/>
                      <a:pt x="20" y="123"/>
                      <a:pt x="20" y="123"/>
                    </a:cubicBezTo>
                    <a:cubicBezTo>
                      <a:pt x="20" y="123"/>
                      <a:pt x="20" y="123"/>
                      <a:pt x="20" y="123"/>
                    </a:cubicBezTo>
                    <a:cubicBezTo>
                      <a:pt x="20" y="123"/>
                      <a:pt x="20" y="123"/>
                      <a:pt x="20" y="123"/>
                    </a:cubicBezTo>
                    <a:cubicBezTo>
                      <a:pt x="20" y="123"/>
                      <a:pt x="20" y="123"/>
                      <a:pt x="21" y="123"/>
                    </a:cubicBezTo>
                    <a:cubicBezTo>
                      <a:pt x="21" y="123"/>
                      <a:pt x="21" y="123"/>
                      <a:pt x="21" y="123"/>
                    </a:cubicBezTo>
                    <a:cubicBezTo>
                      <a:pt x="21" y="123"/>
                      <a:pt x="21" y="123"/>
                      <a:pt x="21" y="123"/>
                    </a:cubicBezTo>
                    <a:cubicBezTo>
                      <a:pt x="21" y="122"/>
                      <a:pt x="21" y="122"/>
                      <a:pt x="21" y="122"/>
                    </a:cubicBezTo>
                    <a:cubicBezTo>
                      <a:pt x="21" y="122"/>
                      <a:pt x="21" y="122"/>
                      <a:pt x="21" y="122"/>
                    </a:cubicBezTo>
                    <a:cubicBezTo>
                      <a:pt x="21" y="122"/>
                      <a:pt x="21" y="122"/>
                      <a:pt x="21" y="122"/>
                    </a:cubicBezTo>
                    <a:cubicBezTo>
                      <a:pt x="22" y="122"/>
                      <a:pt x="22" y="122"/>
                      <a:pt x="22" y="122"/>
                    </a:cubicBezTo>
                    <a:cubicBezTo>
                      <a:pt x="22" y="122"/>
                      <a:pt x="22" y="122"/>
                      <a:pt x="22" y="122"/>
                    </a:cubicBezTo>
                    <a:cubicBezTo>
                      <a:pt x="22" y="122"/>
                      <a:pt x="23" y="122"/>
                      <a:pt x="23" y="122"/>
                    </a:cubicBezTo>
                    <a:cubicBezTo>
                      <a:pt x="23" y="122"/>
                      <a:pt x="23" y="122"/>
                      <a:pt x="23" y="122"/>
                    </a:cubicBezTo>
                    <a:cubicBezTo>
                      <a:pt x="23" y="122"/>
                      <a:pt x="23" y="122"/>
                      <a:pt x="23" y="122"/>
                    </a:cubicBezTo>
                    <a:cubicBezTo>
                      <a:pt x="23" y="122"/>
                      <a:pt x="23" y="122"/>
                      <a:pt x="23" y="122"/>
                    </a:cubicBezTo>
                    <a:cubicBezTo>
                      <a:pt x="23" y="122"/>
                      <a:pt x="23" y="122"/>
                      <a:pt x="23" y="122"/>
                    </a:cubicBezTo>
                    <a:cubicBezTo>
                      <a:pt x="23" y="122"/>
                      <a:pt x="23" y="122"/>
                      <a:pt x="23" y="122"/>
                    </a:cubicBezTo>
                    <a:cubicBezTo>
                      <a:pt x="23" y="122"/>
                      <a:pt x="23" y="122"/>
                      <a:pt x="23" y="122"/>
                    </a:cubicBezTo>
                    <a:cubicBezTo>
                      <a:pt x="23" y="122"/>
                      <a:pt x="23" y="121"/>
                      <a:pt x="23" y="121"/>
                    </a:cubicBezTo>
                    <a:cubicBezTo>
                      <a:pt x="23" y="121"/>
                      <a:pt x="23" y="121"/>
                      <a:pt x="23" y="121"/>
                    </a:cubicBezTo>
                    <a:cubicBezTo>
                      <a:pt x="23" y="121"/>
                      <a:pt x="23" y="121"/>
                      <a:pt x="23" y="121"/>
                    </a:cubicBezTo>
                    <a:cubicBezTo>
                      <a:pt x="23" y="121"/>
                      <a:pt x="23" y="121"/>
                      <a:pt x="23" y="121"/>
                    </a:cubicBezTo>
                    <a:cubicBezTo>
                      <a:pt x="23" y="121"/>
                      <a:pt x="23" y="121"/>
                      <a:pt x="23" y="121"/>
                    </a:cubicBezTo>
                    <a:cubicBezTo>
                      <a:pt x="23" y="121"/>
                      <a:pt x="23" y="121"/>
                      <a:pt x="23" y="121"/>
                    </a:cubicBezTo>
                    <a:cubicBezTo>
                      <a:pt x="23" y="121"/>
                      <a:pt x="23" y="121"/>
                      <a:pt x="23" y="121"/>
                    </a:cubicBezTo>
                    <a:cubicBezTo>
                      <a:pt x="23" y="121"/>
                      <a:pt x="23" y="121"/>
                      <a:pt x="23" y="121"/>
                    </a:cubicBezTo>
                    <a:cubicBezTo>
                      <a:pt x="23" y="121"/>
                      <a:pt x="23" y="121"/>
                      <a:pt x="23" y="121"/>
                    </a:cubicBezTo>
                    <a:cubicBezTo>
                      <a:pt x="23" y="121"/>
                      <a:pt x="23" y="121"/>
                      <a:pt x="23" y="121"/>
                    </a:cubicBezTo>
                    <a:cubicBezTo>
                      <a:pt x="23" y="121"/>
                      <a:pt x="23" y="121"/>
                      <a:pt x="23" y="121"/>
                    </a:cubicBezTo>
                    <a:cubicBezTo>
                      <a:pt x="24" y="121"/>
                      <a:pt x="24" y="121"/>
                      <a:pt x="24" y="121"/>
                    </a:cubicBezTo>
                    <a:cubicBezTo>
                      <a:pt x="24" y="121"/>
                      <a:pt x="24" y="121"/>
                      <a:pt x="24" y="121"/>
                    </a:cubicBezTo>
                    <a:cubicBezTo>
                      <a:pt x="24" y="121"/>
                      <a:pt x="24" y="121"/>
                      <a:pt x="24" y="121"/>
                    </a:cubicBezTo>
                    <a:cubicBezTo>
                      <a:pt x="24" y="121"/>
                      <a:pt x="24" y="121"/>
                      <a:pt x="24" y="121"/>
                    </a:cubicBezTo>
                    <a:cubicBezTo>
                      <a:pt x="24" y="121"/>
                      <a:pt x="24" y="121"/>
                      <a:pt x="24" y="121"/>
                    </a:cubicBezTo>
                    <a:cubicBezTo>
                      <a:pt x="24" y="121"/>
                      <a:pt x="25" y="121"/>
                      <a:pt x="25" y="121"/>
                    </a:cubicBezTo>
                    <a:cubicBezTo>
                      <a:pt x="25" y="121"/>
                      <a:pt x="25" y="121"/>
                      <a:pt x="25" y="121"/>
                    </a:cubicBezTo>
                    <a:cubicBezTo>
                      <a:pt x="25" y="121"/>
                      <a:pt x="25" y="121"/>
                      <a:pt x="25" y="121"/>
                    </a:cubicBezTo>
                    <a:cubicBezTo>
                      <a:pt x="25" y="121"/>
                      <a:pt x="25" y="121"/>
                      <a:pt x="25" y="121"/>
                    </a:cubicBezTo>
                    <a:cubicBezTo>
                      <a:pt x="25" y="121"/>
                      <a:pt x="25" y="121"/>
                      <a:pt x="25" y="121"/>
                    </a:cubicBezTo>
                    <a:cubicBezTo>
                      <a:pt x="25" y="121"/>
                      <a:pt x="25" y="121"/>
                      <a:pt x="25" y="121"/>
                    </a:cubicBezTo>
                    <a:cubicBezTo>
                      <a:pt x="25" y="121"/>
                      <a:pt x="25" y="121"/>
                      <a:pt x="25" y="121"/>
                    </a:cubicBezTo>
                    <a:cubicBezTo>
                      <a:pt x="25" y="121"/>
                      <a:pt x="25" y="121"/>
                      <a:pt x="25" y="121"/>
                    </a:cubicBezTo>
                    <a:cubicBezTo>
                      <a:pt x="25" y="121"/>
                      <a:pt x="25" y="121"/>
                      <a:pt x="25" y="121"/>
                    </a:cubicBezTo>
                    <a:cubicBezTo>
                      <a:pt x="25" y="121"/>
                      <a:pt x="25" y="121"/>
                      <a:pt x="25" y="121"/>
                    </a:cubicBezTo>
                    <a:cubicBezTo>
                      <a:pt x="26" y="121"/>
                      <a:pt x="26" y="121"/>
                      <a:pt x="26" y="121"/>
                    </a:cubicBezTo>
                    <a:cubicBezTo>
                      <a:pt x="26" y="121"/>
                      <a:pt x="26" y="121"/>
                      <a:pt x="26" y="121"/>
                    </a:cubicBezTo>
                    <a:cubicBezTo>
                      <a:pt x="26" y="121"/>
                      <a:pt x="26" y="121"/>
                      <a:pt x="26" y="121"/>
                    </a:cubicBezTo>
                    <a:cubicBezTo>
                      <a:pt x="26" y="121"/>
                      <a:pt x="26" y="121"/>
                      <a:pt x="26" y="121"/>
                    </a:cubicBezTo>
                    <a:cubicBezTo>
                      <a:pt x="26" y="121"/>
                      <a:pt x="26" y="121"/>
                      <a:pt x="26" y="121"/>
                    </a:cubicBezTo>
                    <a:cubicBezTo>
                      <a:pt x="26" y="121"/>
                      <a:pt x="26" y="121"/>
                      <a:pt x="26" y="121"/>
                    </a:cubicBezTo>
                    <a:cubicBezTo>
                      <a:pt x="26" y="121"/>
                      <a:pt x="26" y="121"/>
                      <a:pt x="27" y="121"/>
                    </a:cubicBezTo>
                    <a:cubicBezTo>
                      <a:pt x="27" y="121"/>
                      <a:pt x="27" y="121"/>
                      <a:pt x="27" y="121"/>
                    </a:cubicBezTo>
                    <a:cubicBezTo>
                      <a:pt x="27" y="121"/>
                      <a:pt x="27" y="121"/>
                      <a:pt x="27" y="122"/>
                    </a:cubicBezTo>
                    <a:cubicBezTo>
                      <a:pt x="27" y="122"/>
                      <a:pt x="27" y="122"/>
                      <a:pt x="27" y="122"/>
                    </a:cubicBezTo>
                    <a:cubicBezTo>
                      <a:pt x="27" y="122"/>
                      <a:pt x="27" y="122"/>
                      <a:pt x="28" y="122"/>
                    </a:cubicBezTo>
                    <a:cubicBezTo>
                      <a:pt x="28" y="122"/>
                      <a:pt x="28" y="122"/>
                      <a:pt x="28" y="122"/>
                    </a:cubicBezTo>
                    <a:cubicBezTo>
                      <a:pt x="28" y="122"/>
                      <a:pt x="28" y="122"/>
                      <a:pt x="28" y="122"/>
                    </a:cubicBezTo>
                    <a:cubicBezTo>
                      <a:pt x="28" y="122"/>
                      <a:pt x="28" y="122"/>
                      <a:pt x="28" y="122"/>
                    </a:cubicBezTo>
                    <a:cubicBezTo>
                      <a:pt x="28" y="122"/>
                      <a:pt x="28" y="122"/>
                      <a:pt x="28" y="122"/>
                    </a:cubicBezTo>
                    <a:cubicBezTo>
                      <a:pt x="28" y="122"/>
                      <a:pt x="28" y="122"/>
                      <a:pt x="28" y="122"/>
                    </a:cubicBezTo>
                    <a:cubicBezTo>
                      <a:pt x="28" y="123"/>
                      <a:pt x="28" y="123"/>
                      <a:pt x="28" y="123"/>
                    </a:cubicBezTo>
                    <a:cubicBezTo>
                      <a:pt x="28" y="123"/>
                      <a:pt x="28" y="123"/>
                      <a:pt x="28" y="123"/>
                    </a:cubicBezTo>
                    <a:cubicBezTo>
                      <a:pt x="28" y="123"/>
                      <a:pt x="28" y="123"/>
                      <a:pt x="28" y="123"/>
                    </a:cubicBezTo>
                    <a:cubicBezTo>
                      <a:pt x="28" y="123"/>
                      <a:pt x="28" y="123"/>
                      <a:pt x="28" y="123"/>
                    </a:cubicBezTo>
                    <a:cubicBezTo>
                      <a:pt x="28" y="123"/>
                      <a:pt x="28" y="123"/>
                      <a:pt x="28" y="123"/>
                    </a:cubicBezTo>
                    <a:cubicBezTo>
                      <a:pt x="28" y="123"/>
                      <a:pt x="28" y="123"/>
                      <a:pt x="28" y="123"/>
                    </a:cubicBezTo>
                    <a:cubicBezTo>
                      <a:pt x="28" y="123"/>
                      <a:pt x="28" y="123"/>
                      <a:pt x="28" y="123"/>
                    </a:cubicBezTo>
                    <a:cubicBezTo>
                      <a:pt x="28" y="123"/>
                      <a:pt x="28" y="123"/>
                      <a:pt x="28" y="123"/>
                    </a:cubicBezTo>
                    <a:cubicBezTo>
                      <a:pt x="28" y="123"/>
                      <a:pt x="28" y="123"/>
                      <a:pt x="28" y="123"/>
                    </a:cubicBezTo>
                    <a:cubicBezTo>
                      <a:pt x="28" y="123"/>
                      <a:pt x="28" y="123"/>
                      <a:pt x="28" y="123"/>
                    </a:cubicBezTo>
                    <a:cubicBezTo>
                      <a:pt x="28" y="123"/>
                      <a:pt x="28" y="123"/>
                      <a:pt x="28" y="124"/>
                    </a:cubicBezTo>
                    <a:cubicBezTo>
                      <a:pt x="28" y="124"/>
                      <a:pt x="28" y="124"/>
                      <a:pt x="28" y="124"/>
                    </a:cubicBezTo>
                    <a:cubicBezTo>
                      <a:pt x="28" y="124"/>
                      <a:pt x="28" y="124"/>
                      <a:pt x="28" y="124"/>
                    </a:cubicBezTo>
                    <a:cubicBezTo>
                      <a:pt x="28" y="124"/>
                      <a:pt x="28" y="124"/>
                      <a:pt x="28" y="124"/>
                    </a:cubicBezTo>
                    <a:cubicBezTo>
                      <a:pt x="28" y="124"/>
                      <a:pt x="28" y="124"/>
                      <a:pt x="29" y="124"/>
                    </a:cubicBezTo>
                    <a:cubicBezTo>
                      <a:pt x="29" y="124"/>
                      <a:pt x="29" y="124"/>
                      <a:pt x="29" y="124"/>
                    </a:cubicBezTo>
                    <a:cubicBezTo>
                      <a:pt x="29" y="124"/>
                      <a:pt x="29" y="125"/>
                      <a:pt x="29" y="125"/>
                    </a:cubicBezTo>
                    <a:cubicBezTo>
                      <a:pt x="29" y="125"/>
                      <a:pt x="29" y="125"/>
                      <a:pt x="29" y="125"/>
                    </a:cubicBezTo>
                    <a:cubicBezTo>
                      <a:pt x="29" y="125"/>
                      <a:pt x="29" y="125"/>
                      <a:pt x="29" y="124"/>
                    </a:cubicBezTo>
                    <a:cubicBezTo>
                      <a:pt x="29" y="124"/>
                      <a:pt x="29" y="124"/>
                      <a:pt x="29" y="124"/>
                    </a:cubicBezTo>
                    <a:cubicBezTo>
                      <a:pt x="29" y="124"/>
                      <a:pt x="29" y="124"/>
                      <a:pt x="29" y="124"/>
                    </a:cubicBezTo>
                    <a:cubicBezTo>
                      <a:pt x="29" y="124"/>
                      <a:pt x="29" y="124"/>
                      <a:pt x="29" y="124"/>
                    </a:cubicBezTo>
                    <a:cubicBezTo>
                      <a:pt x="29" y="124"/>
                      <a:pt x="30" y="124"/>
                      <a:pt x="30" y="124"/>
                    </a:cubicBezTo>
                    <a:cubicBezTo>
                      <a:pt x="30" y="124"/>
                      <a:pt x="30" y="124"/>
                      <a:pt x="30" y="124"/>
                    </a:cubicBezTo>
                    <a:cubicBezTo>
                      <a:pt x="30" y="124"/>
                      <a:pt x="30" y="124"/>
                      <a:pt x="30" y="124"/>
                    </a:cubicBezTo>
                    <a:cubicBezTo>
                      <a:pt x="30" y="124"/>
                      <a:pt x="30" y="124"/>
                      <a:pt x="30" y="124"/>
                    </a:cubicBezTo>
                    <a:cubicBezTo>
                      <a:pt x="30" y="124"/>
                      <a:pt x="30" y="125"/>
                      <a:pt x="30" y="125"/>
                    </a:cubicBezTo>
                    <a:cubicBezTo>
                      <a:pt x="30" y="125"/>
                      <a:pt x="30" y="125"/>
                      <a:pt x="30" y="125"/>
                    </a:cubicBezTo>
                    <a:cubicBezTo>
                      <a:pt x="30" y="125"/>
                      <a:pt x="30" y="124"/>
                      <a:pt x="30" y="124"/>
                    </a:cubicBezTo>
                    <a:cubicBezTo>
                      <a:pt x="30" y="124"/>
                      <a:pt x="30" y="124"/>
                      <a:pt x="30" y="124"/>
                    </a:cubicBezTo>
                    <a:cubicBezTo>
                      <a:pt x="30" y="124"/>
                      <a:pt x="30" y="124"/>
                      <a:pt x="30" y="124"/>
                    </a:cubicBezTo>
                    <a:cubicBezTo>
                      <a:pt x="30" y="124"/>
                      <a:pt x="30" y="124"/>
                      <a:pt x="30" y="124"/>
                    </a:cubicBezTo>
                    <a:cubicBezTo>
                      <a:pt x="30" y="124"/>
                      <a:pt x="30" y="124"/>
                      <a:pt x="30" y="124"/>
                    </a:cubicBezTo>
                    <a:cubicBezTo>
                      <a:pt x="30" y="124"/>
                      <a:pt x="31" y="124"/>
                      <a:pt x="31" y="124"/>
                    </a:cubicBezTo>
                    <a:cubicBezTo>
                      <a:pt x="31" y="124"/>
                      <a:pt x="31" y="124"/>
                      <a:pt x="31" y="124"/>
                    </a:cubicBezTo>
                    <a:cubicBezTo>
                      <a:pt x="31" y="124"/>
                      <a:pt x="31" y="124"/>
                      <a:pt x="31" y="124"/>
                    </a:cubicBezTo>
                    <a:cubicBezTo>
                      <a:pt x="31" y="124"/>
                      <a:pt x="31" y="124"/>
                      <a:pt x="31" y="124"/>
                    </a:cubicBezTo>
                    <a:cubicBezTo>
                      <a:pt x="31" y="124"/>
                      <a:pt x="31" y="124"/>
                      <a:pt x="31" y="124"/>
                    </a:cubicBezTo>
                    <a:cubicBezTo>
                      <a:pt x="31" y="124"/>
                      <a:pt x="31" y="124"/>
                      <a:pt x="31" y="124"/>
                    </a:cubicBezTo>
                    <a:cubicBezTo>
                      <a:pt x="31"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2" y="124"/>
                      <a:pt x="32" y="124"/>
                    </a:cubicBezTo>
                    <a:cubicBezTo>
                      <a:pt x="32" y="124"/>
                      <a:pt x="33" y="124"/>
                      <a:pt x="33" y="124"/>
                    </a:cubicBezTo>
                    <a:cubicBezTo>
                      <a:pt x="33" y="124"/>
                      <a:pt x="33" y="124"/>
                      <a:pt x="33" y="124"/>
                    </a:cubicBezTo>
                    <a:cubicBezTo>
                      <a:pt x="33" y="124"/>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3" y="125"/>
                      <a:pt x="33" y="125"/>
                    </a:cubicBezTo>
                    <a:cubicBezTo>
                      <a:pt x="33" y="125"/>
                      <a:pt x="34" y="125"/>
                      <a:pt x="34" y="125"/>
                    </a:cubicBezTo>
                    <a:cubicBezTo>
                      <a:pt x="34" y="125"/>
                      <a:pt x="34" y="125"/>
                      <a:pt x="34" y="125"/>
                    </a:cubicBezTo>
                    <a:cubicBezTo>
                      <a:pt x="34" y="125"/>
                      <a:pt x="34" y="125"/>
                      <a:pt x="34" y="125"/>
                    </a:cubicBezTo>
                    <a:cubicBezTo>
                      <a:pt x="34" y="125"/>
                      <a:pt x="34" y="125"/>
                      <a:pt x="34" y="125"/>
                    </a:cubicBezTo>
                    <a:cubicBezTo>
                      <a:pt x="34" y="125"/>
                      <a:pt x="34" y="125"/>
                      <a:pt x="34" y="125"/>
                    </a:cubicBezTo>
                    <a:cubicBezTo>
                      <a:pt x="34" y="125"/>
                      <a:pt x="34" y="125"/>
                      <a:pt x="34" y="125"/>
                    </a:cubicBezTo>
                    <a:cubicBezTo>
                      <a:pt x="34" y="125"/>
                      <a:pt x="34" y="125"/>
                      <a:pt x="34" y="125"/>
                    </a:cubicBezTo>
                    <a:cubicBezTo>
                      <a:pt x="34" y="125"/>
                      <a:pt x="34" y="125"/>
                      <a:pt x="34" y="125"/>
                    </a:cubicBezTo>
                    <a:cubicBezTo>
                      <a:pt x="34" y="125"/>
                      <a:pt x="34" y="125"/>
                      <a:pt x="34" y="125"/>
                    </a:cubicBezTo>
                    <a:cubicBezTo>
                      <a:pt x="34" y="125"/>
                      <a:pt x="34" y="125"/>
                      <a:pt x="33" y="125"/>
                    </a:cubicBezTo>
                    <a:cubicBezTo>
                      <a:pt x="33" y="125"/>
                      <a:pt x="33" y="125"/>
                      <a:pt x="33" y="125"/>
                    </a:cubicBezTo>
                    <a:cubicBezTo>
                      <a:pt x="33" y="125"/>
                      <a:pt x="33" y="125"/>
                      <a:pt x="33" y="125"/>
                    </a:cubicBezTo>
                    <a:cubicBezTo>
                      <a:pt x="34" y="126"/>
                      <a:pt x="34" y="126"/>
                      <a:pt x="34" y="126"/>
                    </a:cubicBezTo>
                    <a:cubicBezTo>
                      <a:pt x="34" y="126"/>
                      <a:pt x="34" y="126"/>
                      <a:pt x="34" y="126"/>
                    </a:cubicBezTo>
                    <a:cubicBezTo>
                      <a:pt x="34" y="126"/>
                      <a:pt x="34" y="126"/>
                      <a:pt x="34" y="126"/>
                    </a:cubicBezTo>
                    <a:cubicBezTo>
                      <a:pt x="34" y="126"/>
                      <a:pt x="34" y="126"/>
                      <a:pt x="34" y="126"/>
                    </a:cubicBezTo>
                    <a:cubicBezTo>
                      <a:pt x="34" y="126"/>
                      <a:pt x="34" y="126"/>
                      <a:pt x="34" y="126"/>
                    </a:cubicBezTo>
                    <a:cubicBezTo>
                      <a:pt x="34" y="126"/>
                      <a:pt x="34" y="126"/>
                      <a:pt x="34" y="126"/>
                    </a:cubicBezTo>
                    <a:cubicBezTo>
                      <a:pt x="34" y="126"/>
                      <a:pt x="34" y="126"/>
                      <a:pt x="34" y="126"/>
                    </a:cubicBezTo>
                    <a:cubicBezTo>
                      <a:pt x="34" y="126"/>
                      <a:pt x="34" y="126"/>
                      <a:pt x="34" y="126"/>
                    </a:cubicBezTo>
                    <a:cubicBezTo>
                      <a:pt x="34" y="127"/>
                      <a:pt x="34" y="127"/>
                      <a:pt x="34" y="127"/>
                    </a:cubicBezTo>
                    <a:cubicBezTo>
                      <a:pt x="34" y="127"/>
                      <a:pt x="34" y="127"/>
                      <a:pt x="34" y="127"/>
                    </a:cubicBezTo>
                    <a:cubicBezTo>
                      <a:pt x="34" y="127"/>
                      <a:pt x="34" y="127"/>
                      <a:pt x="34" y="127"/>
                    </a:cubicBezTo>
                    <a:cubicBezTo>
                      <a:pt x="34" y="127"/>
                      <a:pt x="34" y="127"/>
                      <a:pt x="34" y="127"/>
                    </a:cubicBezTo>
                    <a:cubicBezTo>
                      <a:pt x="34" y="127"/>
                      <a:pt x="34" y="127"/>
                      <a:pt x="34" y="127"/>
                    </a:cubicBezTo>
                    <a:cubicBezTo>
                      <a:pt x="34" y="127"/>
                      <a:pt x="34" y="127"/>
                      <a:pt x="34" y="127"/>
                    </a:cubicBezTo>
                    <a:cubicBezTo>
                      <a:pt x="34" y="128"/>
                      <a:pt x="34" y="128"/>
                      <a:pt x="34" y="128"/>
                    </a:cubicBezTo>
                    <a:cubicBezTo>
                      <a:pt x="34" y="128"/>
                      <a:pt x="34" y="128"/>
                      <a:pt x="34" y="128"/>
                    </a:cubicBezTo>
                    <a:cubicBezTo>
                      <a:pt x="34" y="128"/>
                      <a:pt x="34" y="128"/>
                      <a:pt x="34" y="128"/>
                    </a:cubicBezTo>
                    <a:cubicBezTo>
                      <a:pt x="34" y="128"/>
                      <a:pt x="34" y="128"/>
                      <a:pt x="34" y="128"/>
                    </a:cubicBezTo>
                    <a:cubicBezTo>
                      <a:pt x="34" y="128"/>
                      <a:pt x="34" y="128"/>
                      <a:pt x="34" y="128"/>
                    </a:cubicBezTo>
                    <a:cubicBezTo>
                      <a:pt x="34" y="128"/>
                      <a:pt x="34" y="128"/>
                      <a:pt x="33" y="128"/>
                    </a:cubicBezTo>
                    <a:cubicBezTo>
                      <a:pt x="33" y="128"/>
                      <a:pt x="33" y="128"/>
                      <a:pt x="33" y="128"/>
                    </a:cubicBezTo>
                    <a:cubicBezTo>
                      <a:pt x="33" y="129"/>
                      <a:pt x="33" y="129"/>
                      <a:pt x="33" y="129"/>
                    </a:cubicBezTo>
                    <a:cubicBezTo>
                      <a:pt x="33" y="129"/>
                      <a:pt x="33" y="129"/>
                      <a:pt x="33" y="129"/>
                    </a:cubicBezTo>
                    <a:cubicBezTo>
                      <a:pt x="33" y="129"/>
                      <a:pt x="34" y="129"/>
                      <a:pt x="34" y="129"/>
                    </a:cubicBezTo>
                    <a:cubicBezTo>
                      <a:pt x="34" y="129"/>
                      <a:pt x="34" y="129"/>
                      <a:pt x="34" y="129"/>
                    </a:cubicBezTo>
                    <a:cubicBezTo>
                      <a:pt x="34" y="129"/>
                      <a:pt x="34" y="129"/>
                      <a:pt x="34" y="129"/>
                    </a:cubicBezTo>
                    <a:cubicBezTo>
                      <a:pt x="34" y="129"/>
                      <a:pt x="34" y="129"/>
                      <a:pt x="34" y="129"/>
                    </a:cubicBezTo>
                    <a:cubicBezTo>
                      <a:pt x="34" y="129"/>
                      <a:pt x="34" y="129"/>
                      <a:pt x="34" y="129"/>
                    </a:cubicBezTo>
                    <a:cubicBezTo>
                      <a:pt x="34" y="129"/>
                      <a:pt x="34" y="129"/>
                      <a:pt x="34" y="129"/>
                    </a:cubicBezTo>
                    <a:cubicBezTo>
                      <a:pt x="34" y="129"/>
                      <a:pt x="34" y="129"/>
                      <a:pt x="34" y="129"/>
                    </a:cubicBezTo>
                    <a:cubicBezTo>
                      <a:pt x="34" y="129"/>
                      <a:pt x="34" y="129"/>
                      <a:pt x="34" y="129"/>
                    </a:cubicBezTo>
                    <a:cubicBezTo>
                      <a:pt x="34" y="129"/>
                      <a:pt x="34" y="129"/>
                      <a:pt x="34" y="129"/>
                    </a:cubicBezTo>
                    <a:cubicBezTo>
                      <a:pt x="34" y="130"/>
                      <a:pt x="33" y="130"/>
                      <a:pt x="33" y="130"/>
                    </a:cubicBezTo>
                    <a:cubicBezTo>
                      <a:pt x="33" y="130"/>
                      <a:pt x="34" y="130"/>
                      <a:pt x="34" y="130"/>
                    </a:cubicBezTo>
                    <a:cubicBezTo>
                      <a:pt x="34" y="130"/>
                      <a:pt x="34" y="130"/>
                      <a:pt x="34" y="130"/>
                    </a:cubicBezTo>
                    <a:cubicBezTo>
                      <a:pt x="34" y="130"/>
                      <a:pt x="34" y="130"/>
                      <a:pt x="34" y="130"/>
                    </a:cubicBezTo>
                    <a:cubicBezTo>
                      <a:pt x="34" y="130"/>
                      <a:pt x="34" y="130"/>
                      <a:pt x="33" y="130"/>
                    </a:cubicBezTo>
                    <a:cubicBezTo>
                      <a:pt x="33" y="130"/>
                      <a:pt x="33" y="130"/>
                      <a:pt x="33" y="130"/>
                    </a:cubicBezTo>
                    <a:cubicBezTo>
                      <a:pt x="33" y="130"/>
                      <a:pt x="33" y="130"/>
                      <a:pt x="33" y="130"/>
                    </a:cubicBezTo>
                    <a:cubicBezTo>
                      <a:pt x="33" y="130"/>
                      <a:pt x="33" y="130"/>
                      <a:pt x="33" y="130"/>
                    </a:cubicBezTo>
                    <a:cubicBezTo>
                      <a:pt x="33" y="130"/>
                      <a:pt x="33" y="130"/>
                      <a:pt x="33" y="130"/>
                    </a:cubicBezTo>
                    <a:cubicBezTo>
                      <a:pt x="33" y="130"/>
                      <a:pt x="33" y="130"/>
                      <a:pt x="33" y="130"/>
                    </a:cubicBezTo>
                    <a:cubicBezTo>
                      <a:pt x="33" y="130"/>
                      <a:pt x="33" y="130"/>
                      <a:pt x="33" y="130"/>
                    </a:cubicBezTo>
                    <a:cubicBezTo>
                      <a:pt x="33" y="130"/>
                      <a:pt x="34" y="131"/>
                      <a:pt x="34" y="131"/>
                    </a:cubicBezTo>
                    <a:cubicBezTo>
                      <a:pt x="34" y="131"/>
                      <a:pt x="34" y="131"/>
                      <a:pt x="34" y="131"/>
                    </a:cubicBezTo>
                    <a:cubicBezTo>
                      <a:pt x="34" y="131"/>
                      <a:pt x="34" y="131"/>
                      <a:pt x="34" y="131"/>
                    </a:cubicBezTo>
                    <a:cubicBezTo>
                      <a:pt x="34" y="131"/>
                      <a:pt x="34" y="131"/>
                      <a:pt x="34" y="131"/>
                    </a:cubicBezTo>
                    <a:cubicBezTo>
                      <a:pt x="34" y="131"/>
                      <a:pt x="34" y="131"/>
                      <a:pt x="34" y="131"/>
                    </a:cubicBezTo>
                    <a:cubicBezTo>
                      <a:pt x="34" y="131"/>
                      <a:pt x="34" y="131"/>
                      <a:pt x="34" y="131"/>
                    </a:cubicBezTo>
                    <a:cubicBezTo>
                      <a:pt x="34" y="131"/>
                      <a:pt x="34" y="131"/>
                      <a:pt x="34" y="131"/>
                    </a:cubicBezTo>
                    <a:cubicBezTo>
                      <a:pt x="34" y="131"/>
                      <a:pt x="34" y="131"/>
                      <a:pt x="34" y="131"/>
                    </a:cubicBezTo>
                    <a:cubicBezTo>
                      <a:pt x="33" y="131"/>
                      <a:pt x="33" y="131"/>
                      <a:pt x="33" y="131"/>
                    </a:cubicBezTo>
                    <a:cubicBezTo>
                      <a:pt x="33" y="131"/>
                      <a:pt x="33" y="131"/>
                      <a:pt x="33" y="131"/>
                    </a:cubicBezTo>
                    <a:cubicBezTo>
                      <a:pt x="33" y="131"/>
                      <a:pt x="33" y="130"/>
                      <a:pt x="33" y="130"/>
                    </a:cubicBezTo>
                    <a:cubicBezTo>
                      <a:pt x="33" y="130"/>
                      <a:pt x="33" y="130"/>
                      <a:pt x="33" y="130"/>
                    </a:cubicBezTo>
                    <a:cubicBezTo>
                      <a:pt x="33" y="130"/>
                      <a:pt x="33" y="130"/>
                      <a:pt x="33" y="130"/>
                    </a:cubicBezTo>
                    <a:cubicBezTo>
                      <a:pt x="33" y="131"/>
                      <a:pt x="33" y="131"/>
                      <a:pt x="33" y="131"/>
                    </a:cubicBezTo>
                    <a:cubicBezTo>
                      <a:pt x="33" y="131"/>
                      <a:pt x="33" y="131"/>
                      <a:pt x="33" y="131"/>
                    </a:cubicBezTo>
                    <a:cubicBezTo>
                      <a:pt x="33" y="131"/>
                      <a:pt x="33" y="131"/>
                      <a:pt x="33" y="131"/>
                    </a:cubicBezTo>
                    <a:cubicBezTo>
                      <a:pt x="33" y="131"/>
                      <a:pt x="33" y="131"/>
                      <a:pt x="33" y="131"/>
                    </a:cubicBezTo>
                    <a:cubicBezTo>
                      <a:pt x="33" y="131"/>
                      <a:pt x="33" y="131"/>
                      <a:pt x="33" y="131"/>
                    </a:cubicBezTo>
                    <a:cubicBezTo>
                      <a:pt x="33" y="131"/>
                      <a:pt x="33" y="131"/>
                      <a:pt x="33" y="131"/>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3" y="132"/>
                      <a:pt x="33" y="132"/>
                    </a:cubicBezTo>
                    <a:cubicBezTo>
                      <a:pt x="33" y="132"/>
                      <a:pt x="32" y="132"/>
                      <a:pt x="32" y="132"/>
                    </a:cubicBezTo>
                    <a:cubicBezTo>
                      <a:pt x="32" y="132"/>
                      <a:pt x="32" y="132"/>
                      <a:pt x="32" y="132"/>
                    </a:cubicBezTo>
                    <a:cubicBezTo>
                      <a:pt x="32" y="132"/>
                      <a:pt x="32" y="132"/>
                      <a:pt x="32" y="132"/>
                    </a:cubicBezTo>
                    <a:cubicBezTo>
                      <a:pt x="32" y="132"/>
                      <a:pt x="32" y="132"/>
                      <a:pt x="32" y="132"/>
                    </a:cubicBezTo>
                    <a:cubicBezTo>
                      <a:pt x="32" y="132"/>
                      <a:pt x="32" y="132"/>
                      <a:pt x="32" y="132"/>
                    </a:cubicBezTo>
                    <a:cubicBezTo>
                      <a:pt x="32" y="132"/>
                      <a:pt x="32" y="132"/>
                      <a:pt x="32" y="132"/>
                    </a:cubicBezTo>
                    <a:cubicBezTo>
                      <a:pt x="32" y="132"/>
                      <a:pt x="32" y="132"/>
                      <a:pt x="32" y="132"/>
                    </a:cubicBezTo>
                    <a:cubicBezTo>
                      <a:pt x="32" y="132"/>
                      <a:pt x="33" y="132"/>
                      <a:pt x="33" y="132"/>
                    </a:cubicBezTo>
                    <a:cubicBezTo>
                      <a:pt x="33" y="132"/>
                      <a:pt x="33" y="132"/>
                      <a:pt x="33" y="132"/>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3"/>
                      <a:pt x="33" y="133"/>
                    </a:cubicBezTo>
                    <a:cubicBezTo>
                      <a:pt x="33" y="133"/>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3" y="134"/>
                      <a:pt x="33" y="134"/>
                      <a:pt x="33" y="134"/>
                    </a:cubicBezTo>
                    <a:cubicBezTo>
                      <a:pt x="34" y="134"/>
                      <a:pt x="34" y="134"/>
                      <a:pt x="34" y="134"/>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5"/>
                      <a:pt x="34" y="135"/>
                      <a:pt x="34" y="135"/>
                    </a:cubicBezTo>
                    <a:cubicBezTo>
                      <a:pt x="34" y="136"/>
                      <a:pt x="35" y="136"/>
                      <a:pt x="35"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6" y="136"/>
                      <a:pt x="36" y="136"/>
                      <a:pt x="36" y="136"/>
                    </a:cubicBezTo>
                    <a:cubicBezTo>
                      <a:pt x="36" y="136"/>
                      <a:pt x="36" y="136"/>
                      <a:pt x="36"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5" y="136"/>
                      <a:pt x="35" y="136"/>
                      <a:pt x="35" y="136"/>
                    </a:cubicBezTo>
                    <a:cubicBezTo>
                      <a:pt x="35" y="136"/>
                      <a:pt x="35" y="137"/>
                      <a:pt x="35" y="137"/>
                    </a:cubicBezTo>
                    <a:cubicBezTo>
                      <a:pt x="35" y="137"/>
                      <a:pt x="35" y="137"/>
                      <a:pt x="35" y="137"/>
                    </a:cubicBezTo>
                    <a:cubicBezTo>
                      <a:pt x="35" y="137"/>
                      <a:pt x="35" y="137"/>
                      <a:pt x="36" y="137"/>
                    </a:cubicBezTo>
                    <a:cubicBezTo>
                      <a:pt x="36" y="137"/>
                      <a:pt x="36" y="137"/>
                      <a:pt x="36" y="137"/>
                    </a:cubicBezTo>
                    <a:cubicBezTo>
                      <a:pt x="36" y="137"/>
                      <a:pt x="36" y="137"/>
                      <a:pt x="36" y="137"/>
                    </a:cubicBezTo>
                    <a:cubicBezTo>
                      <a:pt x="36" y="137"/>
                      <a:pt x="36" y="137"/>
                      <a:pt x="36" y="137"/>
                    </a:cubicBezTo>
                    <a:cubicBezTo>
                      <a:pt x="36" y="137"/>
                      <a:pt x="36" y="137"/>
                      <a:pt x="36" y="137"/>
                    </a:cubicBezTo>
                    <a:cubicBezTo>
                      <a:pt x="36" y="137"/>
                      <a:pt x="36" y="137"/>
                      <a:pt x="36" y="137"/>
                    </a:cubicBezTo>
                    <a:cubicBezTo>
                      <a:pt x="36" y="138"/>
                      <a:pt x="36" y="138"/>
                      <a:pt x="36" y="138"/>
                    </a:cubicBezTo>
                    <a:cubicBezTo>
                      <a:pt x="36" y="138"/>
                      <a:pt x="36" y="138"/>
                      <a:pt x="36" y="138"/>
                    </a:cubicBezTo>
                    <a:cubicBezTo>
                      <a:pt x="36" y="138"/>
                      <a:pt x="36" y="138"/>
                      <a:pt x="36" y="138"/>
                    </a:cubicBezTo>
                    <a:cubicBezTo>
                      <a:pt x="36" y="138"/>
                      <a:pt x="36" y="138"/>
                      <a:pt x="37" y="139"/>
                    </a:cubicBezTo>
                    <a:cubicBezTo>
                      <a:pt x="37" y="139"/>
                      <a:pt x="37" y="139"/>
                      <a:pt x="37" y="139"/>
                    </a:cubicBezTo>
                    <a:cubicBezTo>
                      <a:pt x="37" y="139"/>
                      <a:pt x="37" y="139"/>
                      <a:pt x="37" y="139"/>
                    </a:cubicBezTo>
                    <a:cubicBezTo>
                      <a:pt x="37" y="139"/>
                      <a:pt x="37" y="139"/>
                      <a:pt x="37" y="139"/>
                    </a:cubicBezTo>
                    <a:cubicBezTo>
                      <a:pt x="37" y="139"/>
                      <a:pt x="37" y="139"/>
                      <a:pt x="37" y="139"/>
                    </a:cubicBezTo>
                    <a:cubicBezTo>
                      <a:pt x="37" y="139"/>
                      <a:pt x="37" y="139"/>
                      <a:pt x="37" y="139"/>
                    </a:cubicBezTo>
                    <a:cubicBezTo>
                      <a:pt x="37" y="139"/>
                      <a:pt x="37" y="139"/>
                      <a:pt x="37" y="139"/>
                    </a:cubicBezTo>
                    <a:cubicBezTo>
                      <a:pt x="37" y="139"/>
                      <a:pt x="37" y="140"/>
                      <a:pt x="37" y="140"/>
                    </a:cubicBezTo>
                    <a:cubicBezTo>
                      <a:pt x="37" y="140"/>
                      <a:pt x="37" y="140"/>
                      <a:pt x="37" y="140"/>
                    </a:cubicBezTo>
                    <a:cubicBezTo>
                      <a:pt x="37" y="140"/>
                      <a:pt x="37" y="140"/>
                      <a:pt x="37" y="140"/>
                    </a:cubicBezTo>
                    <a:cubicBezTo>
                      <a:pt x="37" y="140"/>
                      <a:pt x="37" y="140"/>
                      <a:pt x="37" y="140"/>
                    </a:cubicBezTo>
                    <a:cubicBezTo>
                      <a:pt x="37" y="140"/>
                      <a:pt x="37" y="140"/>
                      <a:pt x="37" y="140"/>
                    </a:cubicBezTo>
                    <a:cubicBezTo>
                      <a:pt x="37" y="140"/>
                      <a:pt x="37" y="140"/>
                      <a:pt x="37" y="140"/>
                    </a:cubicBezTo>
                    <a:cubicBezTo>
                      <a:pt x="37" y="140"/>
                      <a:pt x="37" y="140"/>
                      <a:pt x="37" y="140"/>
                    </a:cubicBezTo>
                    <a:cubicBezTo>
                      <a:pt x="37" y="140"/>
                      <a:pt x="37" y="140"/>
                      <a:pt x="37" y="140"/>
                    </a:cubicBezTo>
                    <a:cubicBezTo>
                      <a:pt x="37" y="140"/>
                      <a:pt x="37" y="140"/>
                      <a:pt x="37" y="140"/>
                    </a:cubicBezTo>
                    <a:cubicBezTo>
                      <a:pt x="37"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8" y="140"/>
                      <a:pt x="38" y="140"/>
                      <a:pt x="38" y="140"/>
                    </a:cubicBezTo>
                    <a:cubicBezTo>
                      <a:pt x="37" y="140"/>
                      <a:pt x="37" y="140"/>
                      <a:pt x="37" y="140"/>
                    </a:cubicBezTo>
                    <a:cubicBezTo>
                      <a:pt x="37" y="140"/>
                      <a:pt x="37" y="140"/>
                      <a:pt x="37" y="140"/>
                    </a:cubicBezTo>
                    <a:cubicBezTo>
                      <a:pt x="37" y="140"/>
                      <a:pt x="37" y="140"/>
                      <a:pt x="37" y="140"/>
                    </a:cubicBezTo>
                    <a:cubicBezTo>
                      <a:pt x="37" y="140"/>
                      <a:pt x="37" y="141"/>
                      <a:pt x="37" y="141"/>
                    </a:cubicBezTo>
                    <a:cubicBezTo>
                      <a:pt x="38" y="141"/>
                      <a:pt x="38" y="141"/>
                      <a:pt x="38" y="141"/>
                    </a:cubicBezTo>
                    <a:cubicBezTo>
                      <a:pt x="38" y="141"/>
                      <a:pt x="38" y="141"/>
                      <a:pt x="38" y="141"/>
                    </a:cubicBezTo>
                    <a:cubicBezTo>
                      <a:pt x="38" y="141"/>
                      <a:pt x="38" y="141"/>
                      <a:pt x="38" y="141"/>
                    </a:cubicBezTo>
                    <a:cubicBezTo>
                      <a:pt x="38" y="141"/>
                      <a:pt x="38" y="141"/>
                      <a:pt x="38" y="141"/>
                    </a:cubicBezTo>
                    <a:cubicBezTo>
                      <a:pt x="38" y="141"/>
                      <a:pt x="38" y="142"/>
                      <a:pt x="38" y="142"/>
                    </a:cubicBezTo>
                    <a:cubicBezTo>
                      <a:pt x="38" y="142"/>
                      <a:pt x="38" y="142"/>
                      <a:pt x="38" y="142"/>
                    </a:cubicBezTo>
                    <a:cubicBezTo>
                      <a:pt x="38" y="142"/>
                      <a:pt x="38" y="142"/>
                      <a:pt x="38" y="142"/>
                    </a:cubicBezTo>
                    <a:cubicBezTo>
                      <a:pt x="38" y="142"/>
                      <a:pt x="38" y="142"/>
                      <a:pt x="38" y="142"/>
                    </a:cubicBezTo>
                    <a:cubicBezTo>
                      <a:pt x="38" y="143"/>
                      <a:pt x="38" y="143"/>
                      <a:pt x="38" y="143"/>
                    </a:cubicBezTo>
                    <a:cubicBezTo>
                      <a:pt x="38" y="143"/>
                      <a:pt x="38" y="143"/>
                      <a:pt x="38" y="143"/>
                    </a:cubicBezTo>
                    <a:cubicBezTo>
                      <a:pt x="38" y="143"/>
                      <a:pt x="38" y="143"/>
                      <a:pt x="38" y="143"/>
                    </a:cubicBezTo>
                    <a:cubicBezTo>
                      <a:pt x="38" y="143"/>
                      <a:pt x="38" y="143"/>
                      <a:pt x="38" y="143"/>
                    </a:cubicBezTo>
                    <a:cubicBezTo>
                      <a:pt x="38" y="143"/>
                      <a:pt x="38" y="143"/>
                      <a:pt x="38" y="143"/>
                    </a:cubicBezTo>
                    <a:cubicBezTo>
                      <a:pt x="38" y="143"/>
                      <a:pt x="38" y="144"/>
                      <a:pt x="38" y="144"/>
                    </a:cubicBezTo>
                    <a:cubicBezTo>
                      <a:pt x="38" y="144"/>
                      <a:pt x="38" y="144"/>
                      <a:pt x="38" y="144"/>
                    </a:cubicBezTo>
                    <a:cubicBezTo>
                      <a:pt x="39" y="144"/>
                      <a:pt x="39" y="144"/>
                      <a:pt x="39" y="144"/>
                    </a:cubicBezTo>
                    <a:cubicBezTo>
                      <a:pt x="39" y="144"/>
                      <a:pt x="38" y="144"/>
                      <a:pt x="38" y="144"/>
                    </a:cubicBezTo>
                    <a:cubicBezTo>
                      <a:pt x="38" y="144"/>
                      <a:pt x="38" y="144"/>
                      <a:pt x="38" y="144"/>
                    </a:cubicBezTo>
                    <a:cubicBezTo>
                      <a:pt x="38" y="144"/>
                      <a:pt x="38" y="144"/>
                      <a:pt x="38" y="144"/>
                    </a:cubicBezTo>
                    <a:cubicBezTo>
                      <a:pt x="38" y="144"/>
                      <a:pt x="38" y="144"/>
                      <a:pt x="38" y="144"/>
                    </a:cubicBezTo>
                    <a:cubicBezTo>
                      <a:pt x="38" y="144"/>
                      <a:pt x="38" y="145"/>
                      <a:pt x="38" y="145"/>
                    </a:cubicBezTo>
                    <a:cubicBezTo>
                      <a:pt x="38" y="145"/>
                      <a:pt x="38" y="145"/>
                      <a:pt x="38" y="145"/>
                    </a:cubicBezTo>
                    <a:cubicBezTo>
                      <a:pt x="38" y="145"/>
                      <a:pt x="38" y="145"/>
                      <a:pt x="38" y="145"/>
                    </a:cubicBezTo>
                    <a:cubicBezTo>
                      <a:pt x="38" y="146"/>
                      <a:pt x="39" y="146"/>
                      <a:pt x="39" y="146"/>
                    </a:cubicBezTo>
                    <a:cubicBezTo>
                      <a:pt x="39" y="146"/>
                      <a:pt x="39" y="146"/>
                      <a:pt x="39" y="146"/>
                    </a:cubicBezTo>
                    <a:cubicBezTo>
                      <a:pt x="39" y="146"/>
                      <a:pt x="39" y="146"/>
                      <a:pt x="39" y="147"/>
                    </a:cubicBezTo>
                    <a:cubicBezTo>
                      <a:pt x="39" y="147"/>
                      <a:pt x="39" y="147"/>
                      <a:pt x="39" y="147"/>
                    </a:cubicBezTo>
                    <a:cubicBezTo>
                      <a:pt x="39" y="147"/>
                      <a:pt x="39" y="147"/>
                      <a:pt x="39" y="147"/>
                    </a:cubicBezTo>
                    <a:cubicBezTo>
                      <a:pt x="39" y="147"/>
                      <a:pt x="39" y="147"/>
                      <a:pt x="39" y="147"/>
                    </a:cubicBezTo>
                    <a:cubicBezTo>
                      <a:pt x="39" y="147"/>
                      <a:pt x="39" y="147"/>
                      <a:pt x="39" y="147"/>
                    </a:cubicBezTo>
                    <a:cubicBezTo>
                      <a:pt x="39" y="148"/>
                      <a:pt x="39" y="148"/>
                      <a:pt x="39" y="148"/>
                    </a:cubicBezTo>
                    <a:cubicBezTo>
                      <a:pt x="39" y="148"/>
                      <a:pt x="39" y="148"/>
                      <a:pt x="39" y="148"/>
                    </a:cubicBezTo>
                    <a:cubicBezTo>
                      <a:pt x="39" y="148"/>
                      <a:pt x="39" y="148"/>
                      <a:pt x="39" y="149"/>
                    </a:cubicBezTo>
                    <a:cubicBezTo>
                      <a:pt x="39" y="149"/>
                      <a:pt x="39" y="149"/>
                      <a:pt x="39" y="149"/>
                    </a:cubicBezTo>
                    <a:cubicBezTo>
                      <a:pt x="39" y="149"/>
                      <a:pt x="39" y="149"/>
                      <a:pt x="39" y="149"/>
                    </a:cubicBezTo>
                    <a:cubicBezTo>
                      <a:pt x="39" y="149"/>
                      <a:pt x="39" y="149"/>
                      <a:pt x="39" y="149"/>
                    </a:cubicBezTo>
                    <a:cubicBezTo>
                      <a:pt x="39" y="150"/>
                      <a:pt x="39" y="150"/>
                      <a:pt x="39" y="150"/>
                    </a:cubicBezTo>
                    <a:cubicBezTo>
                      <a:pt x="39" y="150"/>
                      <a:pt x="39" y="150"/>
                      <a:pt x="39" y="150"/>
                    </a:cubicBezTo>
                    <a:cubicBezTo>
                      <a:pt x="39" y="150"/>
                      <a:pt x="39" y="150"/>
                      <a:pt x="38" y="150"/>
                    </a:cubicBezTo>
                    <a:cubicBezTo>
                      <a:pt x="38" y="150"/>
                      <a:pt x="38" y="150"/>
                      <a:pt x="38" y="150"/>
                    </a:cubicBezTo>
                    <a:cubicBezTo>
                      <a:pt x="38" y="151"/>
                      <a:pt x="38" y="151"/>
                      <a:pt x="38" y="151"/>
                    </a:cubicBezTo>
                    <a:cubicBezTo>
                      <a:pt x="38" y="151"/>
                      <a:pt x="38" y="152"/>
                      <a:pt x="38" y="152"/>
                    </a:cubicBezTo>
                    <a:cubicBezTo>
                      <a:pt x="38" y="152"/>
                      <a:pt x="38" y="152"/>
                      <a:pt x="38" y="152"/>
                    </a:cubicBezTo>
                    <a:cubicBezTo>
                      <a:pt x="38" y="152"/>
                      <a:pt x="38" y="152"/>
                      <a:pt x="38" y="152"/>
                    </a:cubicBezTo>
                    <a:cubicBezTo>
                      <a:pt x="38" y="152"/>
                      <a:pt x="38" y="152"/>
                      <a:pt x="38" y="152"/>
                    </a:cubicBezTo>
                    <a:cubicBezTo>
                      <a:pt x="38" y="152"/>
                      <a:pt x="38" y="152"/>
                      <a:pt x="38" y="153"/>
                    </a:cubicBezTo>
                    <a:cubicBezTo>
                      <a:pt x="38" y="153"/>
                      <a:pt x="38" y="153"/>
                      <a:pt x="38" y="153"/>
                    </a:cubicBezTo>
                    <a:cubicBezTo>
                      <a:pt x="38" y="153"/>
                      <a:pt x="38" y="153"/>
                      <a:pt x="38" y="153"/>
                    </a:cubicBezTo>
                    <a:cubicBezTo>
                      <a:pt x="38" y="154"/>
                      <a:pt x="38" y="154"/>
                      <a:pt x="38" y="154"/>
                    </a:cubicBezTo>
                    <a:cubicBezTo>
                      <a:pt x="37" y="154"/>
                      <a:pt x="37" y="155"/>
                      <a:pt x="37" y="155"/>
                    </a:cubicBezTo>
                    <a:cubicBezTo>
                      <a:pt x="37" y="155"/>
                      <a:pt x="37" y="155"/>
                      <a:pt x="37" y="155"/>
                    </a:cubicBezTo>
                    <a:cubicBezTo>
                      <a:pt x="37" y="155"/>
                      <a:pt x="37" y="155"/>
                      <a:pt x="37" y="155"/>
                    </a:cubicBezTo>
                    <a:cubicBezTo>
                      <a:pt x="37" y="155"/>
                      <a:pt x="37" y="155"/>
                      <a:pt x="37" y="155"/>
                    </a:cubicBezTo>
                    <a:cubicBezTo>
                      <a:pt x="37" y="156"/>
                      <a:pt x="37" y="156"/>
                      <a:pt x="37" y="156"/>
                    </a:cubicBezTo>
                    <a:cubicBezTo>
                      <a:pt x="37" y="156"/>
                      <a:pt x="37" y="156"/>
                      <a:pt x="37" y="156"/>
                    </a:cubicBezTo>
                    <a:cubicBezTo>
                      <a:pt x="37" y="156"/>
                      <a:pt x="37" y="156"/>
                      <a:pt x="37" y="156"/>
                    </a:cubicBezTo>
                    <a:cubicBezTo>
                      <a:pt x="37" y="156"/>
                      <a:pt x="37" y="157"/>
                      <a:pt x="37" y="157"/>
                    </a:cubicBezTo>
                    <a:cubicBezTo>
                      <a:pt x="37" y="157"/>
                      <a:pt x="37" y="157"/>
                      <a:pt x="37" y="157"/>
                    </a:cubicBezTo>
                    <a:cubicBezTo>
                      <a:pt x="37" y="157"/>
                      <a:pt x="37" y="157"/>
                      <a:pt x="37" y="157"/>
                    </a:cubicBezTo>
                    <a:cubicBezTo>
                      <a:pt x="37" y="157"/>
                      <a:pt x="37" y="157"/>
                      <a:pt x="37" y="157"/>
                    </a:cubicBezTo>
                    <a:cubicBezTo>
                      <a:pt x="37" y="157"/>
                      <a:pt x="37" y="157"/>
                      <a:pt x="37" y="157"/>
                    </a:cubicBezTo>
                    <a:cubicBezTo>
                      <a:pt x="37" y="157"/>
                      <a:pt x="37" y="157"/>
                      <a:pt x="37" y="157"/>
                    </a:cubicBezTo>
                    <a:cubicBezTo>
                      <a:pt x="37" y="157"/>
                      <a:pt x="37" y="157"/>
                      <a:pt x="37" y="157"/>
                    </a:cubicBezTo>
                    <a:cubicBezTo>
                      <a:pt x="37" y="157"/>
                      <a:pt x="37" y="157"/>
                      <a:pt x="37" y="157"/>
                    </a:cubicBezTo>
                    <a:cubicBezTo>
                      <a:pt x="37" y="157"/>
                      <a:pt x="37" y="157"/>
                      <a:pt x="37" y="157"/>
                    </a:cubicBezTo>
                    <a:cubicBezTo>
                      <a:pt x="37" y="157"/>
                      <a:pt x="37" y="158"/>
                      <a:pt x="37" y="158"/>
                    </a:cubicBezTo>
                    <a:cubicBezTo>
                      <a:pt x="37" y="158"/>
                      <a:pt x="37" y="158"/>
                      <a:pt x="37" y="158"/>
                    </a:cubicBezTo>
                    <a:cubicBezTo>
                      <a:pt x="37" y="158"/>
                      <a:pt x="37" y="158"/>
                      <a:pt x="37" y="158"/>
                    </a:cubicBezTo>
                    <a:cubicBezTo>
                      <a:pt x="37" y="158"/>
                      <a:pt x="37" y="158"/>
                      <a:pt x="37" y="159"/>
                    </a:cubicBezTo>
                    <a:cubicBezTo>
                      <a:pt x="37" y="159"/>
                      <a:pt x="37" y="159"/>
                      <a:pt x="37" y="159"/>
                    </a:cubicBezTo>
                    <a:cubicBezTo>
                      <a:pt x="37" y="159"/>
                      <a:pt x="37" y="159"/>
                      <a:pt x="37" y="159"/>
                    </a:cubicBezTo>
                    <a:cubicBezTo>
                      <a:pt x="37" y="159"/>
                      <a:pt x="37" y="159"/>
                      <a:pt x="37" y="159"/>
                    </a:cubicBezTo>
                    <a:cubicBezTo>
                      <a:pt x="37" y="159"/>
                      <a:pt x="37" y="159"/>
                      <a:pt x="37" y="159"/>
                    </a:cubicBezTo>
                    <a:cubicBezTo>
                      <a:pt x="37" y="159"/>
                      <a:pt x="38" y="159"/>
                      <a:pt x="38" y="160"/>
                    </a:cubicBezTo>
                    <a:cubicBezTo>
                      <a:pt x="38" y="160"/>
                      <a:pt x="38" y="160"/>
                      <a:pt x="38" y="160"/>
                    </a:cubicBezTo>
                    <a:cubicBezTo>
                      <a:pt x="38" y="160"/>
                      <a:pt x="38" y="160"/>
                      <a:pt x="38" y="160"/>
                    </a:cubicBezTo>
                    <a:cubicBezTo>
                      <a:pt x="38" y="160"/>
                      <a:pt x="38" y="160"/>
                      <a:pt x="38" y="160"/>
                    </a:cubicBezTo>
                    <a:cubicBezTo>
                      <a:pt x="38" y="160"/>
                      <a:pt x="38" y="161"/>
                      <a:pt x="38" y="161"/>
                    </a:cubicBezTo>
                    <a:cubicBezTo>
                      <a:pt x="38" y="161"/>
                      <a:pt x="39" y="161"/>
                      <a:pt x="39" y="162"/>
                    </a:cubicBezTo>
                    <a:cubicBezTo>
                      <a:pt x="39" y="162"/>
                      <a:pt x="39" y="162"/>
                      <a:pt x="39" y="162"/>
                    </a:cubicBezTo>
                    <a:cubicBezTo>
                      <a:pt x="39" y="162"/>
                      <a:pt x="39" y="162"/>
                      <a:pt x="39" y="163"/>
                    </a:cubicBezTo>
                    <a:cubicBezTo>
                      <a:pt x="40" y="163"/>
                      <a:pt x="40" y="163"/>
                      <a:pt x="40" y="164"/>
                    </a:cubicBezTo>
                    <a:cubicBezTo>
                      <a:pt x="40" y="164"/>
                      <a:pt x="40" y="164"/>
                      <a:pt x="40" y="164"/>
                    </a:cubicBezTo>
                    <a:cubicBezTo>
                      <a:pt x="40" y="164"/>
                      <a:pt x="40" y="164"/>
                      <a:pt x="40" y="164"/>
                    </a:cubicBezTo>
                    <a:cubicBezTo>
                      <a:pt x="40" y="164"/>
                      <a:pt x="40" y="164"/>
                      <a:pt x="40" y="165"/>
                    </a:cubicBezTo>
                    <a:cubicBezTo>
                      <a:pt x="40" y="165"/>
                      <a:pt x="41" y="165"/>
                      <a:pt x="41" y="165"/>
                    </a:cubicBezTo>
                    <a:cubicBezTo>
                      <a:pt x="41" y="166"/>
                      <a:pt x="41" y="166"/>
                      <a:pt x="41" y="166"/>
                    </a:cubicBezTo>
                    <a:cubicBezTo>
                      <a:pt x="41" y="166"/>
                      <a:pt x="41" y="167"/>
                      <a:pt x="41" y="167"/>
                    </a:cubicBezTo>
                    <a:cubicBezTo>
                      <a:pt x="41" y="167"/>
                      <a:pt x="41" y="167"/>
                      <a:pt x="41" y="167"/>
                    </a:cubicBezTo>
                    <a:cubicBezTo>
                      <a:pt x="41" y="167"/>
                      <a:pt x="41" y="167"/>
                      <a:pt x="41" y="167"/>
                    </a:cubicBezTo>
                    <a:cubicBezTo>
                      <a:pt x="41" y="167"/>
                      <a:pt x="41" y="167"/>
                      <a:pt x="41" y="167"/>
                    </a:cubicBezTo>
                    <a:cubicBezTo>
                      <a:pt x="41" y="167"/>
                      <a:pt x="41" y="167"/>
                      <a:pt x="41" y="167"/>
                    </a:cubicBezTo>
                    <a:cubicBezTo>
                      <a:pt x="41" y="167"/>
                      <a:pt x="41" y="167"/>
                      <a:pt x="41" y="167"/>
                    </a:cubicBezTo>
                    <a:cubicBezTo>
                      <a:pt x="41" y="167"/>
                      <a:pt x="41" y="168"/>
                      <a:pt x="41" y="168"/>
                    </a:cubicBezTo>
                    <a:cubicBezTo>
                      <a:pt x="41" y="168"/>
                      <a:pt x="41" y="168"/>
                      <a:pt x="41" y="168"/>
                    </a:cubicBezTo>
                    <a:cubicBezTo>
                      <a:pt x="41" y="168"/>
                      <a:pt x="41" y="168"/>
                      <a:pt x="41" y="168"/>
                    </a:cubicBezTo>
                    <a:cubicBezTo>
                      <a:pt x="41" y="168"/>
                      <a:pt x="41" y="168"/>
                      <a:pt x="41" y="168"/>
                    </a:cubicBezTo>
                    <a:cubicBezTo>
                      <a:pt x="41" y="168"/>
                      <a:pt x="41" y="168"/>
                      <a:pt x="41" y="168"/>
                    </a:cubicBezTo>
                    <a:cubicBezTo>
                      <a:pt x="41" y="168"/>
                      <a:pt x="41" y="168"/>
                      <a:pt x="41" y="168"/>
                    </a:cubicBezTo>
                    <a:cubicBezTo>
                      <a:pt x="41" y="168"/>
                      <a:pt x="41" y="169"/>
                      <a:pt x="42" y="169"/>
                    </a:cubicBezTo>
                    <a:cubicBezTo>
                      <a:pt x="42" y="169"/>
                      <a:pt x="42" y="169"/>
                      <a:pt x="42" y="169"/>
                    </a:cubicBezTo>
                    <a:cubicBezTo>
                      <a:pt x="42" y="169"/>
                      <a:pt x="42" y="169"/>
                      <a:pt x="42" y="169"/>
                    </a:cubicBezTo>
                    <a:cubicBezTo>
                      <a:pt x="42" y="169"/>
                      <a:pt x="42" y="169"/>
                      <a:pt x="42" y="169"/>
                    </a:cubicBezTo>
                    <a:cubicBezTo>
                      <a:pt x="42" y="169"/>
                      <a:pt x="42" y="169"/>
                      <a:pt x="42" y="169"/>
                    </a:cubicBezTo>
                    <a:cubicBezTo>
                      <a:pt x="42" y="169"/>
                      <a:pt x="42" y="170"/>
                      <a:pt x="42" y="170"/>
                    </a:cubicBezTo>
                    <a:cubicBezTo>
                      <a:pt x="42" y="170"/>
                      <a:pt x="42" y="170"/>
                      <a:pt x="42" y="170"/>
                    </a:cubicBezTo>
                    <a:cubicBezTo>
                      <a:pt x="42" y="170"/>
                      <a:pt x="42" y="170"/>
                      <a:pt x="42" y="170"/>
                    </a:cubicBezTo>
                    <a:cubicBezTo>
                      <a:pt x="42" y="170"/>
                      <a:pt x="42" y="170"/>
                      <a:pt x="42" y="170"/>
                    </a:cubicBezTo>
                    <a:cubicBezTo>
                      <a:pt x="42" y="170"/>
                      <a:pt x="42" y="170"/>
                      <a:pt x="42" y="171"/>
                    </a:cubicBezTo>
                    <a:cubicBezTo>
                      <a:pt x="42" y="171"/>
                      <a:pt x="42" y="171"/>
                      <a:pt x="42" y="171"/>
                    </a:cubicBezTo>
                    <a:cubicBezTo>
                      <a:pt x="42" y="171"/>
                      <a:pt x="42" y="171"/>
                      <a:pt x="42" y="171"/>
                    </a:cubicBezTo>
                    <a:cubicBezTo>
                      <a:pt x="42" y="171"/>
                      <a:pt x="42" y="171"/>
                      <a:pt x="42" y="171"/>
                    </a:cubicBezTo>
                    <a:cubicBezTo>
                      <a:pt x="42" y="171"/>
                      <a:pt x="42" y="171"/>
                      <a:pt x="42" y="172"/>
                    </a:cubicBezTo>
                    <a:cubicBezTo>
                      <a:pt x="42" y="172"/>
                      <a:pt x="42" y="172"/>
                      <a:pt x="42" y="172"/>
                    </a:cubicBezTo>
                    <a:cubicBezTo>
                      <a:pt x="42" y="172"/>
                      <a:pt x="42" y="172"/>
                      <a:pt x="42" y="172"/>
                    </a:cubicBezTo>
                    <a:cubicBezTo>
                      <a:pt x="42" y="172"/>
                      <a:pt x="42" y="172"/>
                      <a:pt x="42" y="172"/>
                    </a:cubicBezTo>
                    <a:cubicBezTo>
                      <a:pt x="42" y="172"/>
                      <a:pt x="42" y="172"/>
                      <a:pt x="42" y="172"/>
                    </a:cubicBezTo>
                    <a:cubicBezTo>
                      <a:pt x="42" y="173"/>
                      <a:pt x="42" y="173"/>
                      <a:pt x="42" y="173"/>
                    </a:cubicBezTo>
                    <a:cubicBezTo>
                      <a:pt x="42" y="173"/>
                      <a:pt x="42" y="173"/>
                      <a:pt x="42" y="173"/>
                    </a:cubicBezTo>
                    <a:cubicBezTo>
                      <a:pt x="42" y="173"/>
                      <a:pt x="42" y="173"/>
                      <a:pt x="42" y="173"/>
                    </a:cubicBezTo>
                    <a:cubicBezTo>
                      <a:pt x="42" y="173"/>
                      <a:pt x="43" y="173"/>
                      <a:pt x="43" y="173"/>
                    </a:cubicBezTo>
                    <a:cubicBezTo>
                      <a:pt x="43" y="174"/>
                      <a:pt x="43" y="174"/>
                      <a:pt x="43" y="174"/>
                    </a:cubicBezTo>
                    <a:cubicBezTo>
                      <a:pt x="43" y="174"/>
                      <a:pt x="43" y="174"/>
                      <a:pt x="43" y="174"/>
                    </a:cubicBezTo>
                    <a:cubicBezTo>
                      <a:pt x="43" y="174"/>
                      <a:pt x="43" y="174"/>
                      <a:pt x="43" y="174"/>
                    </a:cubicBezTo>
                    <a:cubicBezTo>
                      <a:pt x="43" y="174"/>
                      <a:pt x="43" y="174"/>
                      <a:pt x="43" y="174"/>
                    </a:cubicBezTo>
                    <a:cubicBezTo>
                      <a:pt x="43" y="174"/>
                      <a:pt x="43" y="174"/>
                      <a:pt x="43" y="174"/>
                    </a:cubicBezTo>
                    <a:cubicBezTo>
                      <a:pt x="43" y="174"/>
                      <a:pt x="43" y="174"/>
                      <a:pt x="43" y="174"/>
                    </a:cubicBezTo>
                    <a:cubicBezTo>
                      <a:pt x="43" y="175"/>
                      <a:pt x="43" y="175"/>
                      <a:pt x="44" y="175"/>
                    </a:cubicBezTo>
                    <a:cubicBezTo>
                      <a:pt x="44" y="175"/>
                      <a:pt x="44" y="175"/>
                      <a:pt x="44" y="175"/>
                    </a:cubicBezTo>
                    <a:cubicBezTo>
                      <a:pt x="44" y="175"/>
                      <a:pt x="44" y="175"/>
                      <a:pt x="44" y="175"/>
                    </a:cubicBezTo>
                    <a:cubicBezTo>
                      <a:pt x="44" y="175"/>
                      <a:pt x="44" y="175"/>
                      <a:pt x="44" y="175"/>
                    </a:cubicBezTo>
                    <a:cubicBezTo>
                      <a:pt x="44" y="175"/>
                      <a:pt x="44" y="175"/>
                      <a:pt x="44" y="175"/>
                    </a:cubicBezTo>
                    <a:cubicBezTo>
                      <a:pt x="44" y="175"/>
                      <a:pt x="44" y="175"/>
                      <a:pt x="44" y="175"/>
                    </a:cubicBezTo>
                    <a:cubicBezTo>
                      <a:pt x="44" y="175"/>
                      <a:pt x="44" y="175"/>
                      <a:pt x="44" y="175"/>
                    </a:cubicBezTo>
                    <a:cubicBezTo>
                      <a:pt x="44" y="175"/>
                      <a:pt x="44" y="175"/>
                      <a:pt x="44" y="175"/>
                    </a:cubicBezTo>
                    <a:cubicBezTo>
                      <a:pt x="44" y="175"/>
                      <a:pt x="44" y="175"/>
                      <a:pt x="44" y="175"/>
                    </a:cubicBezTo>
                    <a:cubicBezTo>
                      <a:pt x="44" y="175"/>
                      <a:pt x="44" y="175"/>
                      <a:pt x="44" y="176"/>
                    </a:cubicBezTo>
                    <a:cubicBezTo>
                      <a:pt x="44" y="176"/>
                      <a:pt x="44" y="176"/>
                      <a:pt x="44" y="176"/>
                    </a:cubicBezTo>
                    <a:cubicBezTo>
                      <a:pt x="44" y="176"/>
                      <a:pt x="44" y="176"/>
                      <a:pt x="44" y="176"/>
                    </a:cubicBezTo>
                    <a:cubicBezTo>
                      <a:pt x="44" y="176"/>
                      <a:pt x="44" y="176"/>
                      <a:pt x="45" y="176"/>
                    </a:cubicBezTo>
                    <a:cubicBezTo>
                      <a:pt x="45" y="176"/>
                      <a:pt x="45" y="177"/>
                      <a:pt x="45" y="177"/>
                    </a:cubicBezTo>
                    <a:cubicBezTo>
                      <a:pt x="45" y="177"/>
                      <a:pt x="45" y="177"/>
                      <a:pt x="45" y="177"/>
                    </a:cubicBezTo>
                    <a:cubicBezTo>
                      <a:pt x="45" y="177"/>
                      <a:pt x="45" y="177"/>
                      <a:pt x="45" y="177"/>
                    </a:cubicBezTo>
                    <a:cubicBezTo>
                      <a:pt x="45" y="177"/>
                      <a:pt x="45" y="177"/>
                      <a:pt x="45" y="177"/>
                    </a:cubicBezTo>
                    <a:cubicBezTo>
                      <a:pt x="45" y="177"/>
                      <a:pt x="45" y="177"/>
                      <a:pt x="45" y="177"/>
                    </a:cubicBezTo>
                    <a:cubicBezTo>
                      <a:pt x="45" y="177"/>
                      <a:pt x="45" y="177"/>
                      <a:pt x="45" y="177"/>
                    </a:cubicBezTo>
                    <a:cubicBezTo>
                      <a:pt x="45" y="178"/>
                      <a:pt x="45" y="178"/>
                      <a:pt x="45" y="178"/>
                    </a:cubicBezTo>
                    <a:cubicBezTo>
                      <a:pt x="45" y="178"/>
                      <a:pt x="45" y="178"/>
                      <a:pt x="45" y="178"/>
                    </a:cubicBezTo>
                    <a:cubicBezTo>
                      <a:pt x="45" y="178"/>
                      <a:pt x="45" y="178"/>
                      <a:pt x="45" y="178"/>
                    </a:cubicBezTo>
                    <a:cubicBezTo>
                      <a:pt x="45" y="178"/>
                      <a:pt x="45" y="178"/>
                      <a:pt x="45" y="178"/>
                    </a:cubicBezTo>
                    <a:cubicBezTo>
                      <a:pt x="45" y="178"/>
                      <a:pt x="45" y="178"/>
                      <a:pt x="45" y="178"/>
                    </a:cubicBezTo>
                    <a:cubicBezTo>
                      <a:pt x="45" y="178"/>
                      <a:pt x="45" y="178"/>
                      <a:pt x="45" y="178"/>
                    </a:cubicBezTo>
                    <a:cubicBezTo>
                      <a:pt x="45" y="178"/>
                      <a:pt x="45" y="178"/>
                      <a:pt x="45" y="178"/>
                    </a:cubicBezTo>
                    <a:cubicBezTo>
                      <a:pt x="45" y="178"/>
                      <a:pt x="46" y="178"/>
                      <a:pt x="46" y="178"/>
                    </a:cubicBezTo>
                    <a:cubicBezTo>
                      <a:pt x="46" y="178"/>
                      <a:pt x="46" y="178"/>
                      <a:pt x="46" y="178"/>
                    </a:cubicBezTo>
                    <a:cubicBezTo>
                      <a:pt x="46" y="178"/>
                      <a:pt x="46" y="178"/>
                      <a:pt x="46" y="178"/>
                    </a:cubicBezTo>
                    <a:cubicBezTo>
                      <a:pt x="46" y="178"/>
                      <a:pt x="46" y="178"/>
                      <a:pt x="46" y="179"/>
                    </a:cubicBezTo>
                    <a:cubicBezTo>
                      <a:pt x="46" y="179"/>
                      <a:pt x="46" y="179"/>
                      <a:pt x="46" y="179"/>
                    </a:cubicBezTo>
                    <a:cubicBezTo>
                      <a:pt x="46" y="179"/>
                      <a:pt x="46" y="179"/>
                      <a:pt x="46" y="179"/>
                    </a:cubicBezTo>
                    <a:cubicBezTo>
                      <a:pt x="46" y="179"/>
                      <a:pt x="46" y="179"/>
                      <a:pt x="46" y="179"/>
                    </a:cubicBezTo>
                    <a:cubicBezTo>
                      <a:pt x="46" y="179"/>
                      <a:pt x="46" y="179"/>
                      <a:pt x="46" y="180"/>
                    </a:cubicBezTo>
                    <a:cubicBezTo>
                      <a:pt x="46" y="180"/>
                      <a:pt x="46" y="180"/>
                      <a:pt x="46" y="180"/>
                    </a:cubicBezTo>
                    <a:cubicBezTo>
                      <a:pt x="46" y="180"/>
                      <a:pt x="46" y="180"/>
                      <a:pt x="46" y="180"/>
                    </a:cubicBezTo>
                    <a:cubicBezTo>
                      <a:pt x="46" y="180"/>
                      <a:pt x="46" y="180"/>
                      <a:pt x="46" y="180"/>
                    </a:cubicBezTo>
                    <a:cubicBezTo>
                      <a:pt x="47" y="180"/>
                      <a:pt x="47" y="180"/>
                      <a:pt x="47" y="180"/>
                    </a:cubicBezTo>
                    <a:cubicBezTo>
                      <a:pt x="47" y="180"/>
                      <a:pt x="47" y="180"/>
                      <a:pt x="47" y="180"/>
                    </a:cubicBezTo>
                    <a:cubicBezTo>
                      <a:pt x="47" y="180"/>
                      <a:pt x="47" y="180"/>
                      <a:pt x="47" y="180"/>
                    </a:cubicBezTo>
                    <a:cubicBezTo>
                      <a:pt x="47" y="180"/>
                      <a:pt x="47" y="180"/>
                      <a:pt x="47" y="180"/>
                    </a:cubicBezTo>
                    <a:cubicBezTo>
                      <a:pt x="47" y="180"/>
                      <a:pt x="47" y="180"/>
                      <a:pt x="47" y="180"/>
                    </a:cubicBezTo>
                    <a:cubicBezTo>
                      <a:pt x="47" y="180"/>
                      <a:pt x="47" y="180"/>
                      <a:pt x="47" y="181"/>
                    </a:cubicBezTo>
                    <a:cubicBezTo>
                      <a:pt x="47" y="181"/>
                      <a:pt x="47" y="181"/>
                      <a:pt x="47" y="181"/>
                    </a:cubicBezTo>
                    <a:cubicBezTo>
                      <a:pt x="47" y="181"/>
                      <a:pt x="47" y="181"/>
                      <a:pt x="47" y="181"/>
                    </a:cubicBezTo>
                    <a:cubicBezTo>
                      <a:pt x="47" y="181"/>
                      <a:pt x="47" y="181"/>
                      <a:pt x="47" y="181"/>
                    </a:cubicBezTo>
                    <a:cubicBezTo>
                      <a:pt x="47" y="181"/>
                      <a:pt x="47" y="181"/>
                      <a:pt x="47" y="181"/>
                    </a:cubicBezTo>
                    <a:cubicBezTo>
                      <a:pt x="47" y="181"/>
                      <a:pt x="47" y="181"/>
                      <a:pt x="47" y="182"/>
                    </a:cubicBezTo>
                    <a:cubicBezTo>
                      <a:pt x="47" y="182"/>
                      <a:pt x="47" y="182"/>
                      <a:pt x="47" y="182"/>
                    </a:cubicBezTo>
                    <a:cubicBezTo>
                      <a:pt x="46" y="182"/>
                      <a:pt x="46" y="182"/>
                      <a:pt x="46" y="182"/>
                    </a:cubicBezTo>
                    <a:cubicBezTo>
                      <a:pt x="46" y="182"/>
                      <a:pt x="46"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2"/>
                      <a:pt x="47" y="182"/>
                    </a:cubicBezTo>
                    <a:cubicBezTo>
                      <a:pt x="47" y="182"/>
                      <a:pt x="47" y="183"/>
                      <a:pt x="47" y="183"/>
                    </a:cubicBezTo>
                    <a:cubicBezTo>
                      <a:pt x="47" y="183"/>
                      <a:pt x="47" y="183"/>
                      <a:pt x="47" y="183"/>
                    </a:cubicBezTo>
                    <a:cubicBezTo>
                      <a:pt x="47" y="183"/>
                      <a:pt x="47" y="183"/>
                      <a:pt x="47" y="183"/>
                    </a:cubicBezTo>
                    <a:cubicBezTo>
                      <a:pt x="47" y="184"/>
                      <a:pt x="47" y="184"/>
                      <a:pt x="47" y="184"/>
                    </a:cubicBezTo>
                    <a:cubicBezTo>
                      <a:pt x="47" y="184"/>
                      <a:pt x="47" y="184"/>
                      <a:pt x="47" y="184"/>
                    </a:cubicBezTo>
                    <a:cubicBezTo>
                      <a:pt x="47" y="184"/>
                      <a:pt x="47" y="184"/>
                      <a:pt x="47" y="184"/>
                    </a:cubicBezTo>
                    <a:cubicBezTo>
                      <a:pt x="47" y="184"/>
                      <a:pt x="47"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4"/>
                      <a:pt x="48" y="184"/>
                      <a:pt x="48" y="184"/>
                    </a:cubicBezTo>
                    <a:cubicBezTo>
                      <a:pt x="48" y="185"/>
                      <a:pt x="48" y="185"/>
                      <a:pt x="48" y="185"/>
                    </a:cubicBezTo>
                    <a:cubicBezTo>
                      <a:pt x="48" y="185"/>
                      <a:pt x="49" y="185"/>
                      <a:pt x="49" y="185"/>
                    </a:cubicBezTo>
                    <a:cubicBezTo>
                      <a:pt x="49" y="185"/>
                      <a:pt x="49" y="185"/>
                      <a:pt x="49" y="185"/>
                    </a:cubicBezTo>
                    <a:cubicBezTo>
                      <a:pt x="49" y="185"/>
                      <a:pt x="49" y="185"/>
                      <a:pt x="49" y="185"/>
                    </a:cubicBezTo>
                    <a:cubicBezTo>
                      <a:pt x="49" y="185"/>
                      <a:pt x="49" y="185"/>
                      <a:pt x="49" y="185"/>
                    </a:cubicBezTo>
                    <a:cubicBezTo>
                      <a:pt x="49" y="185"/>
                      <a:pt x="49" y="185"/>
                      <a:pt x="49" y="185"/>
                    </a:cubicBezTo>
                    <a:cubicBezTo>
                      <a:pt x="49" y="185"/>
                      <a:pt x="49" y="185"/>
                      <a:pt x="49" y="185"/>
                    </a:cubicBezTo>
                    <a:cubicBezTo>
                      <a:pt x="49" y="185"/>
                      <a:pt x="49" y="185"/>
                      <a:pt x="49" y="185"/>
                    </a:cubicBezTo>
                    <a:cubicBezTo>
                      <a:pt x="49" y="185"/>
                      <a:pt x="49" y="185"/>
                      <a:pt x="49" y="185"/>
                    </a:cubicBezTo>
                    <a:cubicBezTo>
                      <a:pt x="49" y="185"/>
                      <a:pt x="50" y="185"/>
                      <a:pt x="50" y="185"/>
                    </a:cubicBezTo>
                    <a:cubicBezTo>
                      <a:pt x="50" y="185"/>
                      <a:pt x="50" y="185"/>
                      <a:pt x="50" y="185"/>
                    </a:cubicBezTo>
                    <a:cubicBezTo>
                      <a:pt x="50" y="185"/>
                      <a:pt x="50" y="185"/>
                      <a:pt x="50" y="184"/>
                    </a:cubicBezTo>
                    <a:cubicBezTo>
                      <a:pt x="50" y="184"/>
                      <a:pt x="50" y="184"/>
                      <a:pt x="50" y="184"/>
                    </a:cubicBezTo>
                    <a:cubicBezTo>
                      <a:pt x="50" y="184"/>
                      <a:pt x="50" y="184"/>
                      <a:pt x="50" y="184"/>
                    </a:cubicBezTo>
                    <a:cubicBezTo>
                      <a:pt x="50" y="184"/>
                      <a:pt x="50" y="184"/>
                      <a:pt x="50" y="184"/>
                    </a:cubicBezTo>
                    <a:cubicBezTo>
                      <a:pt x="50" y="184"/>
                      <a:pt x="50" y="184"/>
                      <a:pt x="51" y="184"/>
                    </a:cubicBezTo>
                    <a:cubicBezTo>
                      <a:pt x="51" y="184"/>
                      <a:pt x="51" y="184"/>
                      <a:pt x="51" y="184"/>
                    </a:cubicBezTo>
                    <a:cubicBezTo>
                      <a:pt x="51" y="184"/>
                      <a:pt x="51" y="184"/>
                      <a:pt x="51" y="184"/>
                    </a:cubicBezTo>
                    <a:cubicBezTo>
                      <a:pt x="51" y="184"/>
                      <a:pt x="51" y="184"/>
                      <a:pt x="51" y="184"/>
                    </a:cubicBezTo>
                    <a:cubicBezTo>
                      <a:pt x="51" y="184"/>
                      <a:pt x="52" y="184"/>
                      <a:pt x="52" y="184"/>
                    </a:cubicBezTo>
                    <a:cubicBezTo>
                      <a:pt x="52" y="184"/>
                      <a:pt x="52" y="184"/>
                      <a:pt x="52" y="184"/>
                    </a:cubicBezTo>
                    <a:cubicBezTo>
                      <a:pt x="52" y="184"/>
                      <a:pt x="52" y="184"/>
                      <a:pt x="52" y="184"/>
                    </a:cubicBezTo>
                    <a:cubicBezTo>
                      <a:pt x="52" y="184"/>
                      <a:pt x="52" y="184"/>
                      <a:pt x="52" y="184"/>
                    </a:cubicBezTo>
                    <a:cubicBezTo>
                      <a:pt x="52" y="184"/>
                      <a:pt x="52" y="184"/>
                      <a:pt x="52" y="184"/>
                    </a:cubicBezTo>
                    <a:cubicBezTo>
                      <a:pt x="52" y="184"/>
                      <a:pt x="52" y="184"/>
                      <a:pt x="53" y="184"/>
                    </a:cubicBezTo>
                    <a:cubicBezTo>
                      <a:pt x="53" y="184"/>
                      <a:pt x="53" y="184"/>
                      <a:pt x="53" y="184"/>
                    </a:cubicBezTo>
                    <a:cubicBezTo>
                      <a:pt x="53" y="184"/>
                      <a:pt x="53" y="184"/>
                      <a:pt x="53" y="184"/>
                    </a:cubicBezTo>
                    <a:cubicBezTo>
                      <a:pt x="53" y="184"/>
                      <a:pt x="53" y="184"/>
                      <a:pt x="53" y="184"/>
                    </a:cubicBezTo>
                    <a:cubicBezTo>
                      <a:pt x="53" y="184"/>
                      <a:pt x="53" y="184"/>
                      <a:pt x="53" y="184"/>
                    </a:cubicBezTo>
                    <a:cubicBezTo>
                      <a:pt x="53" y="184"/>
                      <a:pt x="53" y="184"/>
                      <a:pt x="53" y="184"/>
                    </a:cubicBezTo>
                    <a:cubicBezTo>
                      <a:pt x="53" y="184"/>
                      <a:pt x="53" y="184"/>
                      <a:pt x="53" y="184"/>
                    </a:cubicBezTo>
                    <a:cubicBezTo>
                      <a:pt x="53" y="184"/>
                      <a:pt x="53" y="184"/>
                      <a:pt x="54" y="184"/>
                    </a:cubicBezTo>
                    <a:cubicBezTo>
                      <a:pt x="54" y="184"/>
                      <a:pt x="54" y="184"/>
                      <a:pt x="54" y="184"/>
                    </a:cubicBezTo>
                    <a:cubicBezTo>
                      <a:pt x="54" y="184"/>
                      <a:pt x="54" y="184"/>
                      <a:pt x="54" y="184"/>
                    </a:cubicBezTo>
                    <a:cubicBezTo>
                      <a:pt x="54" y="184"/>
                      <a:pt x="54" y="184"/>
                      <a:pt x="54" y="184"/>
                    </a:cubicBezTo>
                    <a:cubicBezTo>
                      <a:pt x="54" y="184"/>
                      <a:pt x="54" y="184"/>
                      <a:pt x="54" y="184"/>
                    </a:cubicBezTo>
                    <a:cubicBezTo>
                      <a:pt x="54" y="184"/>
                      <a:pt x="54" y="184"/>
                      <a:pt x="54" y="184"/>
                    </a:cubicBezTo>
                    <a:cubicBezTo>
                      <a:pt x="54" y="184"/>
                      <a:pt x="54" y="184"/>
                      <a:pt x="54" y="184"/>
                    </a:cubicBezTo>
                    <a:cubicBezTo>
                      <a:pt x="54" y="184"/>
                      <a:pt x="54" y="184"/>
                      <a:pt x="54" y="184"/>
                    </a:cubicBezTo>
                    <a:cubicBezTo>
                      <a:pt x="55" y="184"/>
                      <a:pt x="55" y="184"/>
                      <a:pt x="55" y="183"/>
                    </a:cubicBezTo>
                    <a:cubicBezTo>
                      <a:pt x="55" y="183"/>
                      <a:pt x="55" y="184"/>
                      <a:pt x="56" y="184"/>
                    </a:cubicBezTo>
                    <a:cubicBezTo>
                      <a:pt x="56" y="184"/>
                      <a:pt x="56" y="184"/>
                      <a:pt x="56" y="184"/>
                    </a:cubicBezTo>
                    <a:cubicBezTo>
                      <a:pt x="56" y="184"/>
                      <a:pt x="56" y="184"/>
                      <a:pt x="56" y="184"/>
                    </a:cubicBezTo>
                    <a:cubicBezTo>
                      <a:pt x="56" y="184"/>
                      <a:pt x="56" y="184"/>
                      <a:pt x="56" y="184"/>
                    </a:cubicBezTo>
                    <a:cubicBezTo>
                      <a:pt x="56" y="184"/>
                      <a:pt x="56" y="183"/>
                      <a:pt x="56" y="183"/>
                    </a:cubicBezTo>
                    <a:cubicBezTo>
                      <a:pt x="56" y="183"/>
                      <a:pt x="56" y="183"/>
                      <a:pt x="56" y="183"/>
                    </a:cubicBezTo>
                    <a:cubicBezTo>
                      <a:pt x="56" y="183"/>
                      <a:pt x="56" y="183"/>
                      <a:pt x="56" y="183"/>
                    </a:cubicBezTo>
                    <a:cubicBezTo>
                      <a:pt x="56" y="183"/>
                      <a:pt x="57" y="183"/>
                      <a:pt x="57" y="183"/>
                    </a:cubicBezTo>
                    <a:cubicBezTo>
                      <a:pt x="57" y="183"/>
                      <a:pt x="57" y="183"/>
                      <a:pt x="57" y="183"/>
                    </a:cubicBezTo>
                    <a:cubicBezTo>
                      <a:pt x="57" y="183"/>
                      <a:pt x="57" y="183"/>
                      <a:pt x="57" y="183"/>
                    </a:cubicBezTo>
                    <a:cubicBezTo>
                      <a:pt x="57" y="183"/>
                      <a:pt x="57" y="183"/>
                      <a:pt x="58" y="183"/>
                    </a:cubicBezTo>
                    <a:cubicBezTo>
                      <a:pt x="58" y="183"/>
                      <a:pt x="58" y="183"/>
                      <a:pt x="58" y="183"/>
                    </a:cubicBezTo>
                    <a:cubicBezTo>
                      <a:pt x="58" y="183"/>
                      <a:pt x="58" y="183"/>
                      <a:pt x="58" y="182"/>
                    </a:cubicBezTo>
                    <a:cubicBezTo>
                      <a:pt x="58" y="182"/>
                      <a:pt x="58" y="182"/>
                      <a:pt x="58" y="182"/>
                    </a:cubicBezTo>
                    <a:cubicBezTo>
                      <a:pt x="58" y="182"/>
                      <a:pt x="59" y="182"/>
                      <a:pt x="59" y="182"/>
                    </a:cubicBezTo>
                    <a:cubicBezTo>
                      <a:pt x="59" y="182"/>
                      <a:pt x="59" y="182"/>
                      <a:pt x="59" y="182"/>
                    </a:cubicBezTo>
                    <a:cubicBezTo>
                      <a:pt x="59" y="181"/>
                      <a:pt x="59" y="181"/>
                      <a:pt x="59" y="181"/>
                    </a:cubicBezTo>
                    <a:cubicBezTo>
                      <a:pt x="59" y="181"/>
                      <a:pt x="59" y="181"/>
                      <a:pt x="59" y="181"/>
                    </a:cubicBezTo>
                    <a:cubicBezTo>
                      <a:pt x="59" y="181"/>
                      <a:pt x="59" y="181"/>
                      <a:pt x="59" y="181"/>
                    </a:cubicBezTo>
                    <a:cubicBezTo>
                      <a:pt x="60" y="181"/>
                      <a:pt x="60" y="181"/>
                      <a:pt x="60" y="180"/>
                    </a:cubicBezTo>
                    <a:cubicBezTo>
                      <a:pt x="60" y="180"/>
                      <a:pt x="60" y="180"/>
                      <a:pt x="60" y="180"/>
                    </a:cubicBezTo>
                    <a:cubicBezTo>
                      <a:pt x="60" y="180"/>
                      <a:pt x="60" y="180"/>
                      <a:pt x="60" y="180"/>
                    </a:cubicBezTo>
                    <a:cubicBezTo>
                      <a:pt x="60" y="180"/>
                      <a:pt x="60" y="180"/>
                      <a:pt x="60" y="180"/>
                    </a:cubicBezTo>
                    <a:cubicBezTo>
                      <a:pt x="60" y="180"/>
                      <a:pt x="60" y="180"/>
                      <a:pt x="60" y="180"/>
                    </a:cubicBezTo>
                    <a:cubicBezTo>
                      <a:pt x="60" y="180"/>
                      <a:pt x="61" y="180"/>
                      <a:pt x="61" y="179"/>
                    </a:cubicBezTo>
                    <a:cubicBezTo>
                      <a:pt x="61" y="179"/>
                      <a:pt x="61" y="179"/>
                      <a:pt x="61" y="179"/>
                    </a:cubicBezTo>
                    <a:cubicBezTo>
                      <a:pt x="61" y="179"/>
                      <a:pt x="61" y="179"/>
                      <a:pt x="61" y="179"/>
                    </a:cubicBezTo>
                    <a:cubicBezTo>
                      <a:pt x="61" y="179"/>
                      <a:pt x="61" y="179"/>
                      <a:pt x="61" y="179"/>
                    </a:cubicBezTo>
                    <a:cubicBezTo>
                      <a:pt x="61" y="179"/>
                      <a:pt x="61" y="179"/>
                      <a:pt x="61" y="179"/>
                    </a:cubicBezTo>
                    <a:cubicBezTo>
                      <a:pt x="61" y="178"/>
                      <a:pt x="61" y="178"/>
                      <a:pt x="61" y="178"/>
                    </a:cubicBezTo>
                    <a:cubicBezTo>
                      <a:pt x="61" y="178"/>
                      <a:pt x="62" y="178"/>
                      <a:pt x="62" y="178"/>
                    </a:cubicBezTo>
                    <a:cubicBezTo>
                      <a:pt x="62" y="178"/>
                      <a:pt x="62" y="178"/>
                      <a:pt x="62" y="178"/>
                    </a:cubicBezTo>
                    <a:cubicBezTo>
                      <a:pt x="62" y="178"/>
                      <a:pt x="62" y="177"/>
                      <a:pt x="62" y="177"/>
                    </a:cubicBezTo>
                    <a:cubicBezTo>
                      <a:pt x="62" y="177"/>
                      <a:pt x="62" y="177"/>
                      <a:pt x="62" y="177"/>
                    </a:cubicBezTo>
                    <a:cubicBezTo>
                      <a:pt x="62" y="177"/>
                      <a:pt x="62" y="177"/>
                      <a:pt x="62" y="177"/>
                    </a:cubicBezTo>
                    <a:cubicBezTo>
                      <a:pt x="62" y="176"/>
                      <a:pt x="62" y="176"/>
                      <a:pt x="63" y="176"/>
                    </a:cubicBezTo>
                    <a:cubicBezTo>
                      <a:pt x="63" y="176"/>
                      <a:pt x="63" y="176"/>
                      <a:pt x="63" y="175"/>
                    </a:cubicBezTo>
                    <a:cubicBezTo>
                      <a:pt x="63" y="175"/>
                      <a:pt x="63" y="175"/>
                      <a:pt x="63" y="175"/>
                    </a:cubicBezTo>
                    <a:cubicBezTo>
                      <a:pt x="63" y="175"/>
                      <a:pt x="63" y="175"/>
                      <a:pt x="63" y="174"/>
                    </a:cubicBezTo>
                    <a:cubicBezTo>
                      <a:pt x="64" y="174"/>
                      <a:pt x="64" y="174"/>
                      <a:pt x="64" y="174"/>
                    </a:cubicBezTo>
                    <a:cubicBezTo>
                      <a:pt x="64" y="174"/>
                      <a:pt x="64" y="173"/>
                      <a:pt x="64" y="173"/>
                    </a:cubicBezTo>
                    <a:cubicBezTo>
                      <a:pt x="64" y="173"/>
                      <a:pt x="64" y="173"/>
                      <a:pt x="64" y="173"/>
                    </a:cubicBezTo>
                    <a:cubicBezTo>
                      <a:pt x="64" y="173"/>
                      <a:pt x="64" y="173"/>
                      <a:pt x="64" y="173"/>
                    </a:cubicBezTo>
                    <a:cubicBezTo>
                      <a:pt x="64" y="173"/>
                      <a:pt x="64" y="172"/>
                      <a:pt x="64" y="172"/>
                    </a:cubicBezTo>
                    <a:cubicBezTo>
                      <a:pt x="64" y="172"/>
                      <a:pt x="64" y="172"/>
                      <a:pt x="64" y="172"/>
                    </a:cubicBezTo>
                    <a:cubicBezTo>
                      <a:pt x="64" y="172"/>
                      <a:pt x="64" y="172"/>
                      <a:pt x="64" y="172"/>
                    </a:cubicBezTo>
                    <a:cubicBezTo>
                      <a:pt x="64" y="172"/>
                      <a:pt x="64" y="172"/>
                      <a:pt x="64" y="172"/>
                    </a:cubicBezTo>
                    <a:cubicBezTo>
                      <a:pt x="64" y="172"/>
                      <a:pt x="64" y="172"/>
                      <a:pt x="64" y="172"/>
                    </a:cubicBezTo>
                    <a:cubicBezTo>
                      <a:pt x="64" y="171"/>
                      <a:pt x="64" y="171"/>
                      <a:pt x="64" y="171"/>
                    </a:cubicBezTo>
                    <a:cubicBezTo>
                      <a:pt x="64" y="171"/>
                      <a:pt x="64" y="171"/>
                      <a:pt x="64" y="171"/>
                    </a:cubicBezTo>
                    <a:cubicBezTo>
                      <a:pt x="64" y="171"/>
                      <a:pt x="64" y="171"/>
                      <a:pt x="64" y="171"/>
                    </a:cubicBezTo>
                    <a:cubicBezTo>
                      <a:pt x="64" y="171"/>
                      <a:pt x="64" y="171"/>
                      <a:pt x="64" y="171"/>
                    </a:cubicBezTo>
                    <a:cubicBezTo>
                      <a:pt x="64" y="170"/>
                      <a:pt x="64" y="170"/>
                      <a:pt x="64" y="170"/>
                    </a:cubicBezTo>
                    <a:cubicBezTo>
                      <a:pt x="64" y="170"/>
                      <a:pt x="65" y="170"/>
                      <a:pt x="65" y="170"/>
                    </a:cubicBezTo>
                    <a:cubicBezTo>
                      <a:pt x="65" y="170"/>
                      <a:pt x="65" y="170"/>
                      <a:pt x="65" y="169"/>
                    </a:cubicBezTo>
                    <a:cubicBezTo>
                      <a:pt x="65" y="169"/>
                      <a:pt x="65" y="169"/>
                      <a:pt x="66" y="169"/>
                    </a:cubicBezTo>
                    <a:cubicBezTo>
                      <a:pt x="66" y="169"/>
                      <a:pt x="66" y="169"/>
                      <a:pt x="66" y="169"/>
                    </a:cubicBezTo>
                    <a:cubicBezTo>
                      <a:pt x="67" y="169"/>
                      <a:pt x="67" y="168"/>
                      <a:pt x="67" y="168"/>
                    </a:cubicBezTo>
                    <a:cubicBezTo>
                      <a:pt x="67" y="168"/>
                      <a:pt x="67" y="167"/>
                      <a:pt x="67" y="167"/>
                    </a:cubicBezTo>
                    <a:cubicBezTo>
                      <a:pt x="67" y="167"/>
                      <a:pt x="67" y="167"/>
                      <a:pt x="67" y="167"/>
                    </a:cubicBezTo>
                    <a:cubicBezTo>
                      <a:pt x="67" y="167"/>
                      <a:pt x="67" y="166"/>
                      <a:pt x="67" y="166"/>
                    </a:cubicBezTo>
                    <a:cubicBezTo>
                      <a:pt x="67" y="166"/>
                      <a:pt x="67" y="166"/>
                      <a:pt x="67" y="166"/>
                    </a:cubicBezTo>
                    <a:cubicBezTo>
                      <a:pt x="67" y="166"/>
                      <a:pt x="67" y="166"/>
                      <a:pt x="67" y="166"/>
                    </a:cubicBezTo>
                    <a:cubicBezTo>
                      <a:pt x="67" y="166"/>
                      <a:pt x="67" y="166"/>
                      <a:pt x="67" y="166"/>
                    </a:cubicBezTo>
                    <a:cubicBezTo>
                      <a:pt x="67" y="166"/>
                      <a:pt x="67" y="165"/>
                      <a:pt x="67" y="165"/>
                    </a:cubicBezTo>
                    <a:cubicBezTo>
                      <a:pt x="67" y="165"/>
                      <a:pt x="67" y="165"/>
                      <a:pt x="67" y="165"/>
                    </a:cubicBezTo>
                    <a:cubicBezTo>
                      <a:pt x="67" y="165"/>
                      <a:pt x="67" y="165"/>
                      <a:pt x="67" y="165"/>
                    </a:cubicBezTo>
                    <a:cubicBezTo>
                      <a:pt x="67" y="165"/>
                      <a:pt x="67" y="165"/>
                      <a:pt x="67" y="165"/>
                    </a:cubicBezTo>
                    <a:cubicBezTo>
                      <a:pt x="67" y="165"/>
                      <a:pt x="67" y="165"/>
                      <a:pt x="67" y="165"/>
                    </a:cubicBezTo>
                    <a:cubicBezTo>
                      <a:pt x="67" y="165"/>
                      <a:pt x="67" y="165"/>
                      <a:pt x="67" y="165"/>
                    </a:cubicBezTo>
                    <a:cubicBezTo>
                      <a:pt x="67" y="165"/>
                      <a:pt x="67" y="165"/>
                      <a:pt x="67" y="165"/>
                    </a:cubicBezTo>
                    <a:cubicBezTo>
                      <a:pt x="67" y="165"/>
                      <a:pt x="67" y="165"/>
                      <a:pt x="67" y="165"/>
                    </a:cubicBezTo>
                    <a:cubicBezTo>
                      <a:pt x="67" y="165"/>
                      <a:pt x="67" y="165"/>
                      <a:pt x="67" y="165"/>
                    </a:cubicBezTo>
                    <a:cubicBezTo>
                      <a:pt x="67" y="165"/>
                      <a:pt x="67" y="165"/>
                      <a:pt x="67" y="165"/>
                    </a:cubicBezTo>
                    <a:cubicBezTo>
                      <a:pt x="67" y="165"/>
                      <a:pt x="67" y="165"/>
                      <a:pt x="67" y="165"/>
                    </a:cubicBezTo>
                    <a:cubicBezTo>
                      <a:pt x="67" y="164"/>
                      <a:pt x="67" y="164"/>
                      <a:pt x="67" y="164"/>
                    </a:cubicBezTo>
                    <a:cubicBezTo>
                      <a:pt x="67" y="164"/>
                      <a:pt x="67" y="164"/>
                      <a:pt x="67" y="164"/>
                    </a:cubicBezTo>
                    <a:cubicBezTo>
                      <a:pt x="67" y="164"/>
                      <a:pt x="67" y="164"/>
                      <a:pt x="67" y="164"/>
                    </a:cubicBezTo>
                    <a:cubicBezTo>
                      <a:pt x="67" y="164"/>
                      <a:pt x="67" y="164"/>
                      <a:pt x="67" y="164"/>
                    </a:cubicBezTo>
                    <a:cubicBezTo>
                      <a:pt x="67" y="163"/>
                      <a:pt x="67" y="163"/>
                      <a:pt x="67" y="163"/>
                    </a:cubicBezTo>
                    <a:cubicBezTo>
                      <a:pt x="67" y="163"/>
                      <a:pt x="67" y="163"/>
                      <a:pt x="66" y="163"/>
                    </a:cubicBezTo>
                    <a:cubicBezTo>
                      <a:pt x="66" y="163"/>
                      <a:pt x="66" y="163"/>
                      <a:pt x="66" y="163"/>
                    </a:cubicBezTo>
                    <a:cubicBezTo>
                      <a:pt x="66" y="163"/>
                      <a:pt x="66" y="163"/>
                      <a:pt x="66" y="163"/>
                    </a:cubicBezTo>
                    <a:cubicBezTo>
                      <a:pt x="66" y="163"/>
                      <a:pt x="66" y="163"/>
                      <a:pt x="66" y="162"/>
                    </a:cubicBezTo>
                    <a:cubicBezTo>
                      <a:pt x="66" y="162"/>
                      <a:pt x="66" y="162"/>
                      <a:pt x="66" y="162"/>
                    </a:cubicBezTo>
                    <a:cubicBezTo>
                      <a:pt x="66" y="162"/>
                      <a:pt x="66" y="162"/>
                      <a:pt x="66" y="162"/>
                    </a:cubicBezTo>
                    <a:cubicBezTo>
                      <a:pt x="66" y="162"/>
                      <a:pt x="66" y="162"/>
                      <a:pt x="66" y="162"/>
                    </a:cubicBezTo>
                    <a:cubicBezTo>
                      <a:pt x="66" y="161"/>
                      <a:pt x="66" y="161"/>
                      <a:pt x="66" y="161"/>
                    </a:cubicBezTo>
                    <a:cubicBezTo>
                      <a:pt x="66" y="161"/>
                      <a:pt x="66" y="161"/>
                      <a:pt x="66" y="161"/>
                    </a:cubicBezTo>
                    <a:cubicBezTo>
                      <a:pt x="66" y="161"/>
                      <a:pt x="66" y="161"/>
                      <a:pt x="66" y="161"/>
                    </a:cubicBezTo>
                    <a:cubicBezTo>
                      <a:pt x="66" y="161"/>
                      <a:pt x="66" y="161"/>
                      <a:pt x="66" y="161"/>
                    </a:cubicBezTo>
                    <a:cubicBezTo>
                      <a:pt x="66" y="161"/>
                      <a:pt x="66" y="161"/>
                      <a:pt x="66" y="161"/>
                    </a:cubicBezTo>
                    <a:cubicBezTo>
                      <a:pt x="66" y="161"/>
                      <a:pt x="66" y="161"/>
                      <a:pt x="66" y="161"/>
                    </a:cubicBezTo>
                    <a:cubicBezTo>
                      <a:pt x="66" y="161"/>
                      <a:pt x="66" y="161"/>
                      <a:pt x="66" y="161"/>
                    </a:cubicBezTo>
                    <a:cubicBezTo>
                      <a:pt x="66" y="161"/>
                      <a:pt x="66" y="161"/>
                      <a:pt x="67" y="161"/>
                    </a:cubicBezTo>
                    <a:cubicBezTo>
                      <a:pt x="67" y="161"/>
                      <a:pt x="67" y="161"/>
                      <a:pt x="67" y="161"/>
                    </a:cubicBezTo>
                    <a:cubicBezTo>
                      <a:pt x="67" y="161"/>
                      <a:pt x="67" y="160"/>
                      <a:pt x="67" y="160"/>
                    </a:cubicBezTo>
                    <a:cubicBezTo>
                      <a:pt x="67" y="160"/>
                      <a:pt x="67" y="160"/>
                      <a:pt x="67" y="160"/>
                    </a:cubicBezTo>
                    <a:cubicBezTo>
                      <a:pt x="67" y="160"/>
                      <a:pt x="67" y="160"/>
                      <a:pt x="67" y="160"/>
                    </a:cubicBezTo>
                    <a:cubicBezTo>
                      <a:pt x="67" y="160"/>
                      <a:pt x="67" y="160"/>
                      <a:pt x="68" y="160"/>
                    </a:cubicBezTo>
                    <a:cubicBezTo>
                      <a:pt x="68" y="160"/>
                      <a:pt x="68" y="160"/>
                      <a:pt x="68" y="160"/>
                    </a:cubicBezTo>
                    <a:cubicBezTo>
                      <a:pt x="68" y="159"/>
                      <a:pt x="68" y="159"/>
                      <a:pt x="68" y="159"/>
                    </a:cubicBezTo>
                    <a:cubicBezTo>
                      <a:pt x="68" y="159"/>
                      <a:pt x="69" y="159"/>
                      <a:pt x="69" y="159"/>
                    </a:cubicBezTo>
                    <a:cubicBezTo>
                      <a:pt x="69" y="158"/>
                      <a:pt x="69" y="158"/>
                      <a:pt x="69" y="158"/>
                    </a:cubicBezTo>
                    <a:cubicBezTo>
                      <a:pt x="69" y="158"/>
                      <a:pt x="69" y="158"/>
                      <a:pt x="69" y="158"/>
                    </a:cubicBezTo>
                    <a:cubicBezTo>
                      <a:pt x="69" y="158"/>
                      <a:pt x="69" y="158"/>
                      <a:pt x="69" y="158"/>
                    </a:cubicBezTo>
                    <a:cubicBezTo>
                      <a:pt x="70" y="158"/>
                      <a:pt x="70" y="157"/>
                      <a:pt x="70" y="157"/>
                    </a:cubicBezTo>
                    <a:cubicBezTo>
                      <a:pt x="71" y="157"/>
                      <a:pt x="71" y="157"/>
                      <a:pt x="71" y="157"/>
                    </a:cubicBezTo>
                    <a:cubicBezTo>
                      <a:pt x="71" y="157"/>
                      <a:pt x="71" y="157"/>
                      <a:pt x="71" y="157"/>
                    </a:cubicBezTo>
                    <a:cubicBezTo>
                      <a:pt x="71" y="157"/>
                      <a:pt x="71" y="157"/>
                      <a:pt x="71" y="157"/>
                    </a:cubicBezTo>
                    <a:cubicBezTo>
                      <a:pt x="71" y="157"/>
                      <a:pt x="71" y="157"/>
                      <a:pt x="71" y="157"/>
                    </a:cubicBezTo>
                    <a:cubicBezTo>
                      <a:pt x="71" y="157"/>
                      <a:pt x="71" y="157"/>
                      <a:pt x="71" y="157"/>
                    </a:cubicBezTo>
                    <a:cubicBezTo>
                      <a:pt x="72" y="156"/>
                      <a:pt x="72" y="156"/>
                      <a:pt x="72" y="156"/>
                    </a:cubicBezTo>
                    <a:cubicBezTo>
                      <a:pt x="72" y="156"/>
                      <a:pt x="72" y="156"/>
                      <a:pt x="72" y="156"/>
                    </a:cubicBezTo>
                    <a:cubicBezTo>
                      <a:pt x="72" y="156"/>
                      <a:pt x="72" y="156"/>
                      <a:pt x="72" y="155"/>
                    </a:cubicBezTo>
                    <a:cubicBezTo>
                      <a:pt x="72" y="155"/>
                      <a:pt x="72" y="155"/>
                      <a:pt x="72" y="155"/>
                    </a:cubicBezTo>
                    <a:cubicBezTo>
                      <a:pt x="73" y="155"/>
                      <a:pt x="73" y="155"/>
                      <a:pt x="73" y="155"/>
                    </a:cubicBezTo>
                    <a:cubicBezTo>
                      <a:pt x="73" y="155"/>
                      <a:pt x="73" y="155"/>
                      <a:pt x="73" y="155"/>
                    </a:cubicBezTo>
                    <a:cubicBezTo>
                      <a:pt x="73" y="154"/>
                      <a:pt x="73" y="154"/>
                      <a:pt x="73" y="154"/>
                    </a:cubicBezTo>
                    <a:cubicBezTo>
                      <a:pt x="73" y="154"/>
                      <a:pt x="73" y="154"/>
                      <a:pt x="73" y="153"/>
                    </a:cubicBezTo>
                    <a:cubicBezTo>
                      <a:pt x="73" y="153"/>
                      <a:pt x="74" y="153"/>
                      <a:pt x="74" y="153"/>
                    </a:cubicBezTo>
                    <a:cubicBezTo>
                      <a:pt x="74" y="153"/>
                      <a:pt x="73" y="153"/>
                      <a:pt x="73" y="153"/>
                    </a:cubicBezTo>
                    <a:cubicBezTo>
                      <a:pt x="73" y="153"/>
                      <a:pt x="73" y="153"/>
                      <a:pt x="73" y="153"/>
                    </a:cubicBezTo>
                    <a:cubicBezTo>
                      <a:pt x="73" y="153"/>
                      <a:pt x="73" y="152"/>
                      <a:pt x="73" y="152"/>
                    </a:cubicBezTo>
                    <a:cubicBezTo>
                      <a:pt x="73" y="152"/>
                      <a:pt x="73" y="152"/>
                      <a:pt x="73" y="152"/>
                    </a:cubicBezTo>
                    <a:cubicBezTo>
                      <a:pt x="73" y="152"/>
                      <a:pt x="73" y="151"/>
                      <a:pt x="73" y="151"/>
                    </a:cubicBezTo>
                    <a:cubicBezTo>
                      <a:pt x="73" y="151"/>
                      <a:pt x="73" y="151"/>
                      <a:pt x="73" y="151"/>
                    </a:cubicBezTo>
                    <a:cubicBezTo>
                      <a:pt x="73" y="150"/>
                      <a:pt x="73" y="150"/>
                      <a:pt x="73" y="150"/>
                    </a:cubicBezTo>
                    <a:cubicBezTo>
                      <a:pt x="73" y="150"/>
                      <a:pt x="73" y="150"/>
                      <a:pt x="73" y="150"/>
                    </a:cubicBezTo>
                    <a:cubicBezTo>
                      <a:pt x="73" y="150"/>
                      <a:pt x="73" y="150"/>
                      <a:pt x="73" y="150"/>
                    </a:cubicBezTo>
                    <a:cubicBezTo>
                      <a:pt x="73" y="150"/>
                      <a:pt x="73" y="149"/>
                      <a:pt x="73" y="149"/>
                    </a:cubicBezTo>
                    <a:cubicBezTo>
                      <a:pt x="73" y="149"/>
                      <a:pt x="73" y="149"/>
                      <a:pt x="73" y="149"/>
                    </a:cubicBezTo>
                    <a:cubicBezTo>
                      <a:pt x="73" y="149"/>
                      <a:pt x="73" y="149"/>
                      <a:pt x="73" y="149"/>
                    </a:cubicBezTo>
                    <a:cubicBezTo>
                      <a:pt x="73" y="149"/>
                      <a:pt x="73" y="149"/>
                      <a:pt x="73" y="148"/>
                    </a:cubicBezTo>
                    <a:cubicBezTo>
                      <a:pt x="73" y="148"/>
                      <a:pt x="73" y="148"/>
                      <a:pt x="73" y="148"/>
                    </a:cubicBezTo>
                    <a:cubicBezTo>
                      <a:pt x="73" y="148"/>
                      <a:pt x="73" y="148"/>
                      <a:pt x="73" y="148"/>
                    </a:cubicBezTo>
                    <a:cubicBezTo>
                      <a:pt x="73" y="148"/>
                      <a:pt x="73" y="148"/>
                      <a:pt x="73" y="148"/>
                    </a:cubicBezTo>
                    <a:cubicBezTo>
                      <a:pt x="73" y="148"/>
                      <a:pt x="73" y="148"/>
                      <a:pt x="73" y="148"/>
                    </a:cubicBezTo>
                    <a:cubicBezTo>
                      <a:pt x="73" y="148"/>
                      <a:pt x="73" y="148"/>
                      <a:pt x="73" y="148"/>
                    </a:cubicBezTo>
                    <a:cubicBezTo>
                      <a:pt x="73" y="148"/>
                      <a:pt x="73" y="148"/>
                      <a:pt x="73" y="148"/>
                    </a:cubicBezTo>
                    <a:cubicBezTo>
                      <a:pt x="73" y="148"/>
                      <a:pt x="73" y="148"/>
                      <a:pt x="73" y="148"/>
                    </a:cubicBezTo>
                    <a:cubicBezTo>
                      <a:pt x="73" y="148"/>
                      <a:pt x="73" y="148"/>
                      <a:pt x="73" y="147"/>
                    </a:cubicBezTo>
                    <a:cubicBezTo>
                      <a:pt x="73" y="147"/>
                      <a:pt x="73" y="147"/>
                      <a:pt x="73" y="147"/>
                    </a:cubicBezTo>
                    <a:cubicBezTo>
                      <a:pt x="73" y="147"/>
                      <a:pt x="73" y="147"/>
                      <a:pt x="73" y="147"/>
                    </a:cubicBezTo>
                    <a:cubicBezTo>
                      <a:pt x="73" y="147"/>
                      <a:pt x="73" y="147"/>
                      <a:pt x="73" y="147"/>
                    </a:cubicBezTo>
                    <a:cubicBezTo>
                      <a:pt x="73" y="147"/>
                      <a:pt x="73" y="147"/>
                      <a:pt x="73" y="147"/>
                    </a:cubicBezTo>
                    <a:cubicBezTo>
                      <a:pt x="73" y="147"/>
                      <a:pt x="73" y="147"/>
                      <a:pt x="73" y="147"/>
                    </a:cubicBezTo>
                    <a:cubicBezTo>
                      <a:pt x="73" y="147"/>
                      <a:pt x="73" y="147"/>
                      <a:pt x="73" y="147"/>
                    </a:cubicBezTo>
                    <a:cubicBezTo>
                      <a:pt x="73" y="146"/>
                      <a:pt x="73" y="146"/>
                      <a:pt x="72" y="146"/>
                    </a:cubicBezTo>
                    <a:cubicBezTo>
                      <a:pt x="72" y="146"/>
                      <a:pt x="72" y="146"/>
                      <a:pt x="72" y="146"/>
                    </a:cubicBezTo>
                    <a:cubicBezTo>
                      <a:pt x="72" y="146"/>
                      <a:pt x="72" y="146"/>
                      <a:pt x="72" y="146"/>
                    </a:cubicBezTo>
                    <a:cubicBezTo>
                      <a:pt x="72" y="146"/>
                      <a:pt x="72" y="146"/>
                      <a:pt x="72" y="146"/>
                    </a:cubicBezTo>
                    <a:cubicBezTo>
                      <a:pt x="72" y="145"/>
                      <a:pt x="72" y="145"/>
                      <a:pt x="72" y="145"/>
                    </a:cubicBezTo>
                    <a:cubicBezTo>
                      <a:pt x="72" y="145"/>
                      <a:pt x="72" y="145"/>
                      <a:pt x="72" y="145"/>
                    </a:cubicBezTo>
                    <a:cubicBezTo>
                      <a:pt x="72" y="145"/>
                      <a:pt x="72" y="145"/>
                      <a:pt x="72" y="145"/>
                    </a:cubicBezTo>
                    <a:cubicBezTo>
                      <a:pt x="72" y="145"/>
                      <a:pt x="72" y="145"/>
                      <a:pt x="72" y="145"/>
                    </a:cubicBezTo>
                    <a:cubicBezTo>
                      <a:pt x="72" y="145"/>
                      <a:pt x="72" y="145"/>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4"/>
                      <a:pt x="72" y="144"/>
                    </a:cubicBezTo>
                    <a:cubicBezTo>
                      <a:pt x="72" y="144"/>
                      <a:pt x="72" y="143"/>
                      <a:pt x="72" y="143"/>
                    </a:cubicBezTo>
                    <a:cubicBezTo>
                      <a:pt x="72" y="143"/>
                      <a:pt x="72" y="143"/>
                      <a:pt x="72" y="143"/>
                    </a:cubicBezTo>
                    <a:cubicBezTo>
                      <a:pt x="72" y="143"/>
                      <a:pt x="72" y="143"/>
                      <a:pt x="72" y="143"/>
                    </a:cubicBezTo>
                    <a:cubicBezTo>
                      <a:pt x="72" y="142"/>
                      <a:pt x="72" y="142"/>
                      <a:pt x="72" y="142"/>
                    </a:cubicBezTo>
                    <a:cubicBezTo>
                      <a:pt x="72" y="142"/>
                      <a:pt x="72" y="142"/>
                      <a:pt x="72" y="142"/>
                    </a:cubicBezTo>
                    <a:cubicBezTo>
                      <a:pt x="72" y="142"/>
                      <a:pt x="72" y="142"/>
                      <a:pt x="72" y="142"/>
                    </a:cubicBezTo>
                    <a:cubicBezTo>
                      <a:pt x="72" y="142"/>
                      <a:pt x="72" y="141"/>
                      <a:pt x="72" y="141"/>
                    </a:cubicBezTo>
                    <a:cubicBezTo>
                      <a:pt x="72" y="141"/>
                      <a:pt x="72" y="141"/>
                      <a:pt x="72" y="141"/>
                    </a:cubicBezTo>
                    <a:cubicBezTo>
                      <a:pt x="72" y="141"/>
                      <a:pt x="72" y="141"/>
                      <a:pt x="72" y="141"/>
                    </a:cubicBezTo>
                    <a:cubicBezTo>
                      <a:pt x="71" y="141"/>
                      <a:pt x="71" y="141"/>
                      <a:pt x="71" y="140"/>
                    </a:cubicBezTo>
                    <a:cubicBezTo>
                      <a:pt x="71" y="140"/>
                      <a:pt x="71" y="139"/>
                      <a:pt x="71" y="139"/>
                    </a:cubicBezTo>
                    <a:cubicBezTo>
                      <a:pt x="71" y="139"/>
                      <a:pt x="71" y="139"/>
                      <a:pt x="71" y="139"/>
                    </a:cubicBezTo>
                    <a:cubicBezTo>
                      <a:pt x="71" y="139"/>
                      <a:pt x="71" y="139"/>
                      <a:pt x="71" y="139"/>
                    </a:cubicBezTo>
                    <a:cubicBezTo>
                      <a:pt x="71" y="139"/>
                      <a:pt x="71" y="138"/>
                      <a:pt x="71" y="138"/>
                    </a:cubicBezTo>
                    <a:cubicBezTo>
                      <a:pt x="71" y="138"/>
                      <a:pt x="71" y="138"/>
                      <a:pt x="71" y="138"/>
                    </a:cubicBezTo>
                    <a:cubicBezTo>
                      <a:pt x="71" y="138"/>
                      <a:pt x="71" y="138"/>
                      <a:pt x="71" y="138"/>
                    </a:cubicBezTo>
                    <a:cubicBezTo>
                      <a:pt x="71" y="138"/>
                      <a:pt x="71" y="138"/>
                      <a:pt x="72" y="138"/>
                    </a:cubicBezTo>
                    <a:cubicBezTo>
                      <a:pt x="72" y="138"/>
                      <a:pt x="72" y="138"/>
                      <a:pt x="72" y="138"/>
                    </a:cubicBezTo>
                    <a:cubicBezTo>
                      <a:pt x="72" y="138"/>
                      <a:pt x="72" y="138"/>
                      <a:pt x="72" y="138"/>
                    </a:cubicBezTo>
                    <a:cubicBezTo>
                      <a:pt x="72" y="138"/>
                      <a:pt x="72" y="138"/>
                      <a:pt x="72" y="138"/>
                    </a:cubicBezTo>
                    <a:cubicBezTo>
                      <a:pt x="72" y="138"/>
                      <a:pt x="72" y="138"/>
                      <a:pt x="72" y="138"/>
                    </a:cubicBezTo>
                    <a:cubicBezTo>
                      <a:pt x="72" y="138"/>
                      <a:pt x="72" y="138"/>
                      <a:pt x="72" y="138"/>
                    </a:cubicBezTo>
                    <a:cubicBezTo>
                      <a:pt x="72" y="138"/>
                      <a:pt x="72" y="138"/>
                      <a:pt x="72" y="138"/>
                    </a:cubicBezTo>
                    <a:cubicBezTo>
                      <a:pt x="72" y="138"/>
                      <a:pt x="72" y="138"/>
                      <a:pt x="72" y="138"/>
                    </a:cubicBezTo>
                    <a:cubicBezTo>
                      <a:pt x="72" y="137"/>
                      <a:pt x="72" y="137"/>
                      <a:pt x="72" y="137"/>
                    </a:cubicBezTo>
                    <a:cubicBezTo>
                      <a:pt x="72" y="137"/>
                      <a:pt x="72" y="137"/>
                      <a:pt x="72" y="137"/>
                    </a:cubicBezTo>
                    <a:cubicBezTo>
                      <a:pt x="72" y="137"/>
                      <a:pt x="72" y="137"/>
                      <a:pt x="72" y="136"/>
                    </a:cubicBezTo>
                    <a:cubicBezTo>
                      <a:pt x="72" y="136"/>
                      <a:pt x="72" y="136"/>
                      <a:pt x="72" y="136"/>
                    </a:cubicBezTo>
                    <a:cubicBezTo>
                      <a:pt x="72" y="136"/>
                      <a:pt x="72" y="136"/>
                      <a:pt x="72" y="136"/>
                    </a:cubicBezTo>
                    <a:cubicBezTo>
                      <a:pt x="72" y="136"/>
                      <a:pt x="72" y="136"/>
                      <a:pt x="72" y="136"/>
                    </a:cubicBezTo>
                    <a:cubicBezTo>
                      <a:pt x="73" y="136"/>
                      <a:pt x="73" y="136"/>
                      <a:pt x="73" y="135"/>
                    </a:cubicBezTo>
                    <a:cubicBezTo>
                      <a:pt x="73" y="135"/>
                      <a:pt x="73" y="135"/>
                      <a:pt x="73" y="135"/>
                    </a:cubicBezTo>
                    <a:cubicBezTo>
                      <a:pt x="73" y="135"/>
                      <a:pt x="73" y="135"/>
                      <a:pt x="73" y="135"/>
                    </a:cubicBezTo>
                    <a:cubicBezTo>
                      <a:pt x="73" y="135"/>
                      <a:pt x="73" y="135"/>
                      <a:pt x="73" y="135"/>
                    </a:cubicBezTo>
                    <a:cubicBezTo>
                      <a:pt x="73" y="135"/>
                      <a:pt x="73" y="135"/>
                      <a:pt x="73" y="135"/>
                    </a:cubicBezTo>
                    <a:cubicBezTo>
                      <a:pt x="73" y="135"/>
                      <a:pt x="73" y="134"/>
                      <a:pt x="73" y="134"/>
                    </a:cubicBezTo>
                    <a:cubicBezTo>
                      <a:pt x="73" y="134"/>
                      <a:pt x="73" y="134"/>
                      <a:pt x="74" y="134"/>
                    </a:cubicBezTo>
                    <a:cubicBezTo>
                      <a:pt x="74" y="134"/>
                      <a:pt x="74" y="134"/>
                      <a:pt x="74" y="134"/>
                    </a:cubicBezTo>
                    <a:cubicBezTo>
                      <a:pt x="74" y="134"/>
                      <a:pt x="74" y="134"/>
                      <a:pt x="74" y="134"/>
                    </a:cubicBezTo>
                    <a:cubicBezTo>
                      <a:pt x="74" y="134"/>
                      <a:pt x="74" y="134"/>
                      <a:pt x="74" y="134"/>
                    </a:cubicBezTo>
                    <a:cubicBezTo>
                      <a:pt x="74" y="134"/>
                      <a:pt x="74" y="134"/>
                      <a:pt x="74" y="134"/>
                    </a:cubicBezTo>
                    <a:cubicBezTo>
                      <a:pt x="74" y="134"/>
                      <a:pt x="74" y="134"/>
                      <a:pt x="74" y="134"/>
                    </a:cubicBezTo>
                    <a:cubicBezTo>
                      <a:pt x="74" y="133"/>
                      <a:pt x="74" y="133"/>
                      <a:pt x="75" y="133"/>
                    </a:cubicBezTo>
                    <a:cubicBezTo>
                      <a:pt x="75" y="133"/>
                      <a:pt x="75" y="133"/>
                      <a:pt x="75" y="133"/>
                    </a:cubicBezTo>
                    <a:cubicBezTo>
                      <a:pt x="75" y="133"/>
                      <a:pt x="75" y="133"/>
                      <a:pt x="75" y="133"/>
                    </a:cubicBezTo>
                    <a:cubicBezTo>
                      <a:pt x="75" y="133"/>
                      <a:pt x="75" y="133"/>
                      <a:pt x="75" y="133"/>
                    </a:cubicBezTo>
                    <a:cubicBezTo>
                      <a:pt x="75" y="133"/>
                      <a:pt x="75" y="133"/>
                      <a:pt x="75" y="132"/>
                    </a:cubicBezTo>
                    <a:cubicBezTo>
                      <a:pt x="75" y="132"/>
                      <a:pt x="75" y="132"/>
                      <a:pt x="75" y="132"/>
                    </a:cubicBezTo>
                    <a:cubicBezTo>
                      <a:pt x="75" y="132"/>
                      <a:pt x="75" y="132"/>
                      <a:pt x="75" y="132"/>
                    </a:cubicBezTo>
                    <a:cubicBezTo>
                      <a:pt x="76" y="132"/>
                      <a:pt x="76" y="131"/>
                      <a:pt x="76" y="131"/>
                    </a:cubicBezTo>
                    <a:cubicBezTo>
                      <a:pt x="76" y="131"/>
                      <a:pt x="76" y="131"/>
                      <a:pt x="76" y="131"/>
                    </a:cubicBezTo>
                    <a:cubicBezTo>
                      <a:pt x="76" y="131"/>
                      <a:pt x="76" y="131"/>
                      <a:pt x="76" y="131"/>
                    </a:cubicBezTo>
                    <a:cubicBezTo>
                      <a:pt x="76" y="131"/>
                      <a:pt x="77" y="130"/>
                      <a:pt x="77" y="130"/>
                    </a:cubicBezTo>
                    <a:cubicBezTo>
                      <a:pt x="77" y="130"/>
                      <a:pt x="77" y="130"/>
                      <a:pt x="77" y="130"/>
                    </a:cubicBezTo>
                    <a:cubicBezTo>
                      <a:pt x="77" y="130"/>
                      <a:pt x="77" y="130"/>
                      <a:pt x="77" y="130"/>
                    </a:cubicBezTo>
                    <a:cubicBezTo>
                      <a:pt x="77" y="129"/>
                      <a:pt x="77" y="129"/>
                      <a:pt x="77" y="129"/>
                    </a:cubicBezTo>
                    <a:cubicBezTo>
                      <a:pt x="78" y="129"/>
                      <a:pt x="78" y="129"/>
                      <a:pt x="78" y="129"/>
                    </a:cubicBezTo>
                    <a:cubicBezTo>
                      <a:pt x="78" y="129"/>
                      <a:pt x="78" y="128"/>
                      <a:pt x="78" y="128"/>
                    </a:cubicBezTo>
                    <a:cubicBezTo>
                      <a:pt x="79" y="128"/>
                      <a:pt x="79" y="128"/>
                      <a:pt x="79" y="128"/>
                    </a:cubicBezTo>
                    <a:cubicBezTo>
                      <a:pt x="79" y="128"/>
                      <a:pt x="79" y="127"/>
                      <a:pt x="80" y="127"/>
                    </a:cubicBezTo>
                    <a:cubicBezTo>
                      <a:pt x="80" y="127"/>
                      <a:pt x="80" y="127"/>
                      <a:pt x="80" y="127"/>
                    </a:cubicBezTo>
                    <a:cubicBezTo>
                      <a:pt x="80" y="127"/>
                      <a:pt x="80" y="127"/>
                      <a:pt x="80" y="127"/>
                    </a:cubicBezTo>
                    <a:cubicBezTo>
                      <a:pt x="80" y="127"/>
                      <a:pt x="81" y="127"/>
                      <a:pt x="81" y="126"/>
                    </a:cubicBezTo>
                    <a:cubicBezTo>
                      <a:pt x="81" y="126"/>
                      <a:pt x="81" y="126"/>
                      <a:pt x="81" y="126"/>
                    </a:cubicBezTo>
                    <a:cubicBezTo>
                      <a:pt x="81" y="126"/>
                      <a:pt x="81" y="126"/>
                      <a:pt x="81" y="125"/>
                    </a:cubicBezTo>
                    <a:cubicBezTo>
                      <a:pt x="82" y="125"/>
                      <a:pt x="82" y="125"/>
                      <a:pt x="82" y="125"/>
                    </a:cubicBezTo>
                    <a:cubicBezTo>
                      <a:pt x="82" y="125"/>
                      <a:pt x="82" y="124"/>
                      <a:pt x="82" y="124"/>
                    </a:cubicBezTo>
                    <a:cubicBezTo>
                      <a:pt x="82" y="124"/>
                      <a:pt x="82" y="124"/>
                      <a:pt x="83" y="124"/>
                    </a:cubicBezTo>
                    <a:cubicBezTo>
                      <a:pt x="83" y="123"/>
                      <a:pt x="83" y="123"/>
                      <a:pt x="83" y="123"/>
                    </a:cubicBezTo>
                    <a:cubicBezTo>
                      <a:pt x="83" y="123"/>
                      <a:pt x="83" y="123"/>
                      <a:pt x="83" y="123"/>
                    </a:cubicBezTo>
                    <a:cubicBezTo>
                      <a:pt x="83" y="123"/>
                      <a:pt x="83" y="122"/>
                      <a:pt x="83" y="122"/>
                    </a:cubicBezTo>
                    <a:cubicBezTo>
                      <a:pt x="83" y="122"/>
                      <a:pt x="84" y="122"/>
                      <a:pt x="84" y="121"/>
                    </a:cubicBezTo>
                    <a:cubicBezTo>
                      <a:pt x="84" y="121"/>
                      <a:pt x="84" y="121"/>
                      <a:pt x="84" y="121"/>
                    </a:cubicBezTo>
                    <a:cubicBezTo>
                      <a:pt x="84" y="120"/>
                      <a:pt x="84" y="120"/>
                      <a:pt x="84" y="120"/>
                    </a:cubicBezTo>
                    <a:cubicBezTo>
                      <a:pt x="84" y="120"/>
                      <a:pt x="84" y="120"/>
                      <a:pt x="84" y="120"/>
                    </a:cubicBezTo>
                    <a:cubicBezTo>
                      <a:pt x="84" y="119"/>
                      <a:pt x="85" y="119"/>
                      <a:pt x="85" y="119"/>
                    </a:cubicBezTo>
                    <a:cubicBezTo>
                      <a:pt x="85" y="119"/>
                      <a:pt x="85" y="119"/>
                      <a:pt x="85" y="119"/>
                    </a:cubicBezTo>
                    <a:cubicBezTo>
                      <a:pt x="85" y="119"/>
                      <a:pt x="85" y="119"/>
                      <a:pt x="85" y="119"/>
                    </a:cubicBezTo>
                    <a:cubicBezTo>
                      <a:pt x="85" y="119"/>
                      <a:pt x="85" y="119"/>
                      <a:pt x="85" y="118"/>
                    </a:cubicBezTo>
                    <a:cubicBezTo>
                      <a:pt x="85" y="118"/>
                      <a:pt x="85" y="118"/>
                      <a:pt x="85" y="118"/>
                    </a:cubicBezTo>
                    <a:cubicBezTo>
                      <a:pt x="85" y="118"/>
                      <a:pt x="85" y="118"/>
                      <a:pt x="85" y="118"/>
                    </a:cubicBezTo>
                    <a:cubicBezTo>
                      <a:pt x="85" y="118"/>
                      <a:pt x="85" y="118"/>
                      <a:pt x="85" y="118"/>
                    </a:cubicBezTo>
                    <a:cubicBezTo>
                      <a:pt x="85" y="118"/>
                      <a:pt x="85" y="118"/>
                      <a:pt x="85" y="118"/>
                    </a:cubicBezTo>
                    <a:cubicBezTo>
                      <a:pt x="85" y="117"/>
                      <a:pt x="86" y="117"/>
                      <a:pt x="86" y="117"/>
                    </a:cubicBezTo>
                    <a:cubicBezTo>
                      <a:pt x="86" y="117"/>
                      <a:pt x="86" y="117"/>
                      <a:pt x="86" y="117"/>
                    </a:cubicBezTo>
                    <a:cubicBezTo>
                      <a:pt x="86" y="117"/>
                      <a:pt x="86" y="117"/>
                      <a:pt x="86" y="116"/>
                    </a:cubicBezTo>
                    <a:cubicBezTo>
                      <a:pt x="86" y="116"/>
                      <a:pt x="86" y="116"/>
                      <a:pt x="86" y="116"/>
                    </a:cubicBezTo>
                    <a:cubicBezTo>
                      <a:pt x="86" y="116"/>
                      <a:pt x="86" y="116"/>
                      <a:pt x="86" y="115"/>
                    </a:cubicBezTo>
                    <a:cubicBezTo>
                      <a:pt x="86" y="115"/>
                      <a:pt x="86" y="115"/>
                      <a:pt x="86" y="115"/>
                    </a:cubicBezTo>
                    <a:cubicBezTo>
                      <a:pt x="86" y="115"/>
                      <a:pt x="86" y="115"/>
                      <a:pt x="86" y="115"/>
                    </a:cubicBezTo>
                    <a:cubicBezTo>
                      <a:pt x="86" y="115"/>
                      <a:pt x="87" y="115"/>
                      <a:pt x="86" y="115"/>
                    </a:cubicBezTo>
                    <a:cubicBezTo>
                      <a:pt x="86" y="115"/>
                      <a:pt x="86" y="115"/>
                      <a:pt x="86" y="115"/>
                    </a:cubicBezTo>
                    <a:cubicBezTo>
                      <a:pt x="86" y="115"/>
                      <a:pt x="86" y="115"/>
                      <a:pt x="86" y="115"/>
                    </a:cubicBezTo>
                    <a:cubicBezTo>
                      <a:pt x="86" y="115"/>
                      <a:pt x="86" y="115"/>
                      <a:pt x="86" y="114"/>
                    </a:cubicBezTo>
                    <a:cubicBezTo>
                      <a:pt x="86" y="114"/>
                      <a:pt x="86" y="114"/>
                      <a:pt x="86" y="114"/>
                    </a:cubicBezTo>
                    <a:cubicBezTo>
                      <a:pt x="86" y="114"/>
                      <a:pt x="86" y="114"/>
                      <a:pt x="86" y="114"/>
                    </a:cubicBezTo>
                    <a:cubicBezTo>
                      <a:pt x="86" y="114"/>
                      <a:pt x="86" y="114"/>
                      <a:pt x="86" y="114"/>
                    </a:cubicBezTo>
                    <a:cubicBezTo>
                      <a:pt x="86" y="114"/>
                      <a:pt x="86" y="114"/>
                      <a:pt x="86" y="114"/>
                    </a:cubicBezTo>
                    <a:cubicBezTo>
                      <a:pt x="86" y="114"/>
                      <a:pt x="86" y="114"/>
                      <a:pt x="86" y="114"/>
                    </a:cubicBezTo>
                    <a:cubicBezTo>
                      <a:pt x="86" y="113"/>
                      <a:pt x="86" y="113"/>
                      <a:pt x="86" y="113"/>
                    </a:cubicBezTo>
                    <a:cubicBezTo>
                      <a:pt x="86" y="113"/>
                      <a:pt x="86" y="113"/>
                      <a:pt x="86" y="113"/>
                    </a:cubicBezTo>
                    <a:cubicBezTo>
                      <a:pt x="86" y="113"/>
                      <a:pt x="86" y="113"/>
                      <a:pt x="86" y="113"/>
                    </a:cubicBezTo>
                    <a:cubicBezTo>
                      <a:pt x="86" y="113"/>
                      <a:pt x="86" y="113"/>
                      <a:pt x="86" y="113"/>
                    </a:cubicBezTo>
                    <a:cubicBezTo>
                      <a:pt x="86" y="113"/>
                      <a:pt x="86" y="113"/>
                      <a:pt x="86" y="113"/>
                    </a:cubicBezTo>
                    <a:cubicBezTo>
                      <a:pt x="86" y="113"/>
                      <a:pt x="86" y="113"/>
                      <a:pt x="86" y="113"/>
                    </a:cubicBezTo>
                    <a:cubicBezTo>
                      <a:pt x="85" y="113"/>
                      <a:pt x="85" y="113"/>
                      <a:pt x="85" y="113"/>
                    </a:cubicBezTo>
                    <a:cubicBezTo>
                      <a:pt x="85" y="113"/>
                      <a:pt x="85" y="113"/>
                      <a:pt x="85" y="113"/>
                    </a:cubicBezTo>
                    <a:cubicBezTo>
                      <a:pt x="85" y="113"/>
                      <a:pt x="85" y="113"/>
                      <a:pt x="85" y="113"/>
                    </a:cubicBezTo>
                    <a:cubicBezTo>
                      <a:pt x="84" y="113"/>
                      <a:pt x="84" y="113"/>
                      <a:pt x="84" y="113"/>
                    </a:cubicBezTo>
                    <a:cubicBezTo>
                      <a:pt x="84" y="113"/>
                      <a:pt x="84" y="113"/>
                      <a:pt x="84" y="113"/>
                    </a:cubicBezTo>
                    <a:cubicBezTo>
                      <a:pt x="84" y="114"/>
                      <a:pt x="84" y="114"/>
                      <a:pt x="83" y="114"/>
                    </a:cubicBezTo>
                    <a:cubicBezTo>
                      <a:pt x="83" y="114"/>
                      <a:pt x="83" y="114"/>
                      <a:pt x="83" y="114"/>
                    </a:cubicBezTo>
                    <a:cubicBezTo>
                      <a:pt x="83" y="114"/>
                      <a:pt x="83" y="114"/>
                      <a:pt x="83" y="114"/>
                    </a:cubicBezTo>
                    <a:cubicBezTo>
                      <a:pt x="83" y="114"/>
                      <a:pt x="83" y="114"/>
                      <a:pt x="83" y="114"/>
                    </a:cubicBezTo>
                    <a:cubicBezTo>
                      <a:pt x="83" y="114"/>
                      <a:pt x="83" y="114"/>
                      <a:pt x="83" y="114"/>
                    </a:cubicBezTo>
                    <a:cubicBezTo>
                      <a:pt x="83" y="114"/>
                      <a:pt x="83" y="114"/>
                      <a:pt x="83" y="114"/>
                    </a:cubicBezTo>
                    <a:cubicBezTo>
                      <a:pt x="83" y="114"/>
                      <a:pt x="82" y="114"/>
                      <a:pt x="82" y="114"/>
                    </a:cubicBezTo>
                    <a:cubicBezTo>
                      <a:pt x="82" y="114"/>
                      <a:pt x="82" y="114"/>
                      <a:pt x="82" y="114"/>
                    </a:cubicBezTo>
                    <a:cubicBezTo>
                      <a:pt x="82" y="114"/>
                      <a:pt x="82" y="114"/>
                      <a:pt x="82" y="114"/>
                    </a:cubicBezTo>
                    <a:cubicBezTo>
                      <a:pt x="82" y="114"/>
                      <a:pt x="82" y="114"/>
                      <a:pt x="82" y="114"/>
                    </a:cubicBezTo>
                    <a:cubicBezTo>
                      <a:pt x="82" y="114"/>
                      <a:pt x="82" y="114"/>
                      <a:pt x="82" y="114"/>
                    </a:cubicBezTo>
                    <a:cubicBezTo>
                      <a:pt x="82" y="114"/>
                      <a:pt x="82" y="114"/>
                      <a:pt x="82" y="114"/>
                    </a:cubicBezTo>
                    <a:cubicBezTo>
                      <a:pt x="82" y="114"/>
                      <a:pt x="82" y="114"/>
                      <a:pt x="82" y="114"/>
                    </a:cubicBezTo>
                    <a:cubicBezTo>
                      <a:pt x="82" y="114"/>
                      <a:pt x="82" y="114"/>
                      <a:pt x="82" y="114"/>
                    </a:cubicBezTo>
                    <a:cubicBezTo>
                      <a:pt x="82" y="114"/>
                      <a:pt x="82" y="114"/>
                      <a:pt x="82" y="114"/>
                    </a:cubicBezTo>
                    <a:cubicBezTo>
                      <a:pt x="82" y="114"/>
                      <a:pt x="81" y="114"/>
                      <a:pt x="81" y="114"/>
                    </a:cubicBezTo>
                    <a:cubicBezTo>
                      <a:pt x="81" y="114"/>
                      <a:pt x="81" y="114"/>
                      <a:pt x="81" y="114"/>
                    </a:cubicBezTo>
                    <a:cubicBezTo>
                      <a:pt x="81" y="114"/>
                      <a:pt x="81" y="114"/>
                      <a:pt x="81" y="114"/>
                    </a:cubicBezTo>
                    <a:cubicBezTo>
                      <a:pt x="81" y="114"/>
                      <a:pt x="81" y="114"/>
                      <a:pt x="81" y="114"/>
                    </a:cubicBezTo>
                    <a:cubicBezTo>
                      <a:pt x="81" y="114"/>
                      <a:pt x="81" y="114"/>
                      <a:pt x="81" y="114"/>
                    </a:cubicBezTo>
                    <a:cubicBezTo>
                      <a:pt x="81" y="114"/>
                      <a:pt x="81" y="114"/>
                      <a:pt x="81" y="114"/>
                    </a:cubicBezTo>
                    <a:cubicBezTo>
                      <a:pt x="81" y="114"/>
                      <a:pt x="81" y="114"/>
                      <a:pt x="81" y="114"/>
                    </a:cubicBezTo>
                    <a:cubicBezTo>
                      <a:pt x="80" y="114"/>
                      <a:pt x="80" y="114"/>
                      <a:pt x="80" y="114"/>
                    </a:cubicBezTo>
                    <a:cubicBezTo>
                      <a:pt x="80" y="114"/>
                      <a:pt x="80" y="114"/>
                      <a:pt x="80" y="114"/>
                    </a:cubicBezTo>
                    <a:cubicBezTo>
                      <a:pt x="80" y="114"/>
                      <a:pt x="80" y="114"/>
                      <a:pt x="80" y="114"/>
                    </a:cubicBezTo>
                    <a:cubicBezTo>
                      <a:pt x="80" y="114"/>
                      <a:pt x="80" y="114"/>
                      <a:pt x="80" y="114"/>
                    </a:cubicBezTo>
                    <a:cubicBezTo>
                      <a:pt x="79" y="114"/>
                      <a:pt x="79" y="114"/>
                      <a:pt x="79" y="114"/>
                    </a:cubicBezTo>
                    <a:cubicBezTo>
                      <a:pt x="79" y="114"/>
                      <a:pt x="79" y="114"/>
                      <a:pt x="79" y="114"/>
                    </a:cubicBezTo>
                    <a:cubicBezTo>
                      <a:pt x="79" y="115"/>
                      <a:pt x="79" y="115"/>
                      <a:pt x="79" y="115"/>
                    </a:cubicBezTo>
                    <a:cubicBezTo>
                      <a:pt x="79" y="115"/>
                      <a:pt x="79" y="115"/>
                      <a:pt x="78" y="115"/>
                    </a:cubicBezTo>
                    <a:cubicBezTo>
                      <a:pt x="78" y="115"/>
                      <a:pt x="78" y="115"/>
                      <a:pt x="78" y="115"/>
                    </a:cubicBezTo>
                    <a:cubicBezTo>
                      <a:pt x="78" y="115"/>
                      <a:pt x="78" y="115"/>
                      <a:pt x="78" y="115"/>
                    </a:cubicBezTo>
                    <a:cubicBezTo>
                      <a:pt x="78" y="115"/>
                      <a:pt x="78" y="115"/>
                      <a:pt x="78" y="115"/>
                    </a:cubicBezTo>
                    <a:cubicBezTo>
                      <a:pt x="78" y="115"/>
                      <a:pt x="78" y="115"/>
                      <a:pt x="78" y="115"/>
                    </a:cubicBezTo>
                    <a:cubicBezTo>
                      <a:pt x="78" y="115"/>
                      <a:pt x="78" y="115"/>
                      <a:pt x="77" y="115"/>
                    </a:cubicBezTo>
                    <a:cubicBezTo>
                      <a:pt x="77" y="115"/>
                      <a:pt x="77" y="115"/>
                      <a:pt x="77" y="115"/>
                    </a:cubicBezTo>
                    <a:cubicBezTo>
                      <a:pt x="77" y="115"/>
                      <a:pt x="77" y="115"/>
                      <a:pt x="77" y="115"/>
                    </a:cubicBezTo>
                    <a:cubicBezTo>
                      <a:pt x="77" y="115"/>
                      <a:pt x="77" y="114"/>
                      <a:pt x="77" y="114"/>
                    </a:cubicBezTo>
                    <a:cubicBezTo>
                      <a:pt x="77" y="114"/>
                      <a:pt x="77" y="114"/>
                      <a:pt x="77" y="114"/>
                    </a:cubicBezTo>
                    <a:cubicBezTo>
                      <a:pt x="77" y="114"/>
                      <a:pt x="77" y="114"/>
                      <a:pt x="77" y="114"/>
                    </a:cubicBezTo>
                    <a:cubicBezTo>
                      <a:pt x="77" y="114"/>
                      <a:pt x="77" y="114"/>
                      <a:pt x="77" y="114"/>
                    </a:cubicBezTo>
                    <a:cubicBezTo>
                      <a:pt x="77" y="113"/>
                      <a:pt x="77" y="113"/>
                      <a:pt x="76" y="113"/>
                    </a:cubicBezTo>
                    <a:cubicBezTo>
                      <a:pt x="76" y="113"/>
                      <a:pt x="76" y="113"/>
                      <a:pt x="76" y="113"/>
                    </a:cubicBezTo>
                    <a:cubicBezTo>
                      <a:pt x="76" y="113"/>
                      <a:pt x="76" y="113"/>
                      <a:pt x="76" y="113"/>
                    </a:cubicBezTo>
                    <a:cubicBezTo>
                      <a:pt x="76" y="113"/>
                      <a:pt x="76" y="113"/>
                      <a:pt x="76" y="113"/>
                    </a:cubicBezTo>
                    <a:cubicBezTo>
                      <a:pt x="76" y="113"/>
                      <a:pt x="76" y="113"/>
                      <a:pt x="76" y="113"/>
                    </a:cubicBezTo>
                    <a:cubicBezTo>
                      <a:pt x="76" y="113"/>
                      <a:pt x="76" y="113"/>
                      <a:pt x="76" y="113"/>
                    </a:cubicBezTo>
                    <a:cubicBezTo>
                      <a:pt x="76" y="113"/>
                      <a:pt x="76" y="113"/>
                      <a:pt x="76" y="113"/>
                    </a:cubicBezTo>
                    <a:cubicBezTo>
                      <a:pt x="76" y="113"/>
                      <a:pt x="76" y="113"/>
                      <a:pt x="76" y="113"/>
                    </a:cubicBezTo>
                    <a:cubicBezTo>
                      <a:pt x="76" y="113"/>
                      <a:pt x="76" y="113"/>
                      <a:pt x="76" y="113"/>
                    </a:cubicBezTo>
                    <a:cubicBezTo>
                      <a:pt x="76" y="113"/>
                      <a:pt x="76" y="113"/>
                      <a:pt x="76" y="113"/>
                    </a:cubicBezTo>
                    <a:cubicBezTo>
                      <a:pt x="77" y="112"/>
                      <a:pt x="76" y="112"/>
                      <a:pt x="76" y="112"/>
                    </a:cubicBezTo>
                    <a:cubicBezTo>
                      <a:pt x="76" y="112"/>
                      <a:pt x="76" y="112"/>
                      <a:pt x="76" y="112"/>
                    </a:cubicBezTo>
                    <a:cubicBezTo>
                      <a:pt x="76" y="112"/>
                      <a:pt x="76" y="112"/>
                      <a:pt x="76" y="112"/>
                    </a:cubicBezTo>
                    <a:cubicBezTo>
                      <a:pt x="76" y="112"/>
                      <a:pt x="76" y="112"/>
                      <a:pt x="76" y="112"/>
                    </a:cubicBezTo>
                    <a:cubicBezTo>
                      <a:pt x="76" y="112"/>
                      <a:pt x="76" y="112"/>
                      <a:pt x="76" y="112"/>
                    </a:cubicBezTo>
                    <a:cubicBezTo>
                      <a:pt x="76" y="112"/>
                      <a:pt x="76" y="112"/>
                      <a:pt x="76" y="111"/>
                    </a:cubicBezTo>
                    <a:cubicBezTo>
                      <a:pt x="76" y="111"/>
                      <a:pt x="76" y="111"/>
                      <a:pt x="76" y="111"/>
                    </a:cubicBezTo>
                    <a:cubicBezTo>
                      <a:pt x="76" y="111"/>
                      <a:pt x="76" y="111"/>
                      <a:pt x="76" y="111"/>
                    </a:cubicBezTo>
                    <a:cubicBezTo>
                      <a:pt x="76" y="111"/>
                      <a:pt x="76" y="111"/>
                      <a:pt x="76" y="111"/>
                    </a:cubicBezTo>
                    <a:cubicBezTo>
                      <a:pt x="76" y="111"/>
                      <a:pt x="76" y="111"/>
                      <a:pt x="76" y="111"/>
                    </a:cubicBezTo>
                    <a:cubicBezTo>
                      <a:pt x="76" y="111"/>
                      <a:pt x="76" y="111"/>
                      <a:pt x="76" y="111"/>
                    </a:cubicBezTo>
                    <a:cubicBezTo>
                      <a:pt x="76" y="111"/>
                      <a:pt x="76" y="111"/>
                      <a:pt x="76" y="111"/>
                    </a:cubicBezTo>
                    <a:cubicBezTo>
                      <a:pt x="76" y="111"/>
                      <a:pt x="76" y="111"/>
                      <a:pt x="76" y="111"/>
                    </a:cubicBezTo>
                    <a:cubicBezTo>
                      <a:pt x="76" y="111"/>
                      <a:pt x="76" y="111"/>
                      <a:pt x="76" y="111"/>
                    </a:cubicBezTo>
                    <a:cubicBezTo>
                      <a:pt x="76" y="111"/>
                      <a:pt x="76" y="111"/>
                      <a:pt x="75" y="111"/>
                    </a:cubicBezTo>
                    <a:cubicBezTo>
                      <a:pt x="75" y="111"/>
                      <a:pt x="75" y="111"/>
                      <a:pt x="75" y="111"/>
                    </a:cubicBezTo>
                    <a:cubicBezTo>
                      <a:pt x="75" y="111"/>
                      <a:pt x="75" y="111"/>
                      <a:pt x="75" y="111"/>
                    </a:cubicBezTo>
                    <a:cubicBezTo>
                      <a:pt x="75" y="111"/>
                      <a:pt x="75" y="111"/>
                      <a:pt x="75" y="111"/>
                    </a:cubicBezTo>
                    <a:cubicBezTo>
                      <a:pt x="75" y="111"/>
                      <a:pt x="75" y="111"/>
                      <a:pt x="75" y="110"/>
                    </a:cubicBezTo>
                    <a:cubicBezTo>
                      <a:pt x="75" y="110"/>
                      <a:pt x="75" y="110"/>
                      <a:pt x="75" y="110"/>
                    </a:cubicBezTo>
                    <a:cubicBezTo>
                      <a:pt x="75" y="110"/>
                      <a:pt x="75" y="110"/>
                      <a:pt x="75" y="110"/>
                    </a:cubicBezTo>
                    <a:cubicBezTo>
                      <a:pt x="75" y="110"/>
                      <a:pt x="75" y="110"/>
                      <a:pt x="75" y="110"/>
                    </a:cubicBezTo>
                    <a:cubicBezTo>
                      <a:pt x="75" y="110"/>
                      <a:pt x="75" y="110"/>
                      <a:pt x="75" y="110"/>
                    </a:cubicBezTo>
                    <a:cubicBezTo>
                      <a:pt x="75" y="110"/>
                      <a:pt x="75" y="110"/>
                      <a:pt x="75" y="110"/>
                    </a:cubicBezTo>
                    <a:cubicBezTo>
                      <a:pt x="75" y="110"/>
                      <a:pt x="75" y="110"/>
                      <a:pt x="75" y="109"/>
                    </a:cubicBezTo>
                    <a:cubicBezTo>
                      <a:pt x="74" y="109"/>
                      <a:pt x="74" y="109"/>
                      <a:pt x="74" y="109"/>
                    </a:cubicBezTo>
                    <a:cubicBezTo>
                      <a:pt x="74" y="109"/>
                      <a:pt x="74" y="109"/>
                      <a:pt x="74" y="109"/>
                    </a:cubicBezTo>
                    <a:cubicBezTo>
                      <a:pt x="74" y="109"/>
                      <a:pt x="74" y="109"/>
                      <a:pt x="74" y="109"/>
                    </a:cubicBezTo>
                    <a:cubicBezTo>
                      <a:pt x="74" y="109"/>
                      <a:pt x="74" y="109"/>
                      <a:pt x="74" y="108"/>
                    </a:cubicBezTo>
                    <a:cubicBezTo>
                      <a:pt x="74" y="108"/>
                      <a:pt x="74" y="108"/>
                      <a:pt x="74" y="108"/>
                    </a:cubicBezTo>
                    <a:cubicBezTo>
                      <a:pt x="74" y="108"/>
                      <a:pt x="74" y="108"/>
                      <a:pt x="73" y="108"/>
                    </a:cubicBezTo>
                    <a:cubicBezTo>
                      <a:pt x="73" y="108"/>
                      <a:pt x="73" y="108"/>
                      <a:pt x="73" y="108"/>
                    </a:cubicBezTo>
                    <a:cubicBezTo>
                      <a:pt x="73" y="108"/>
                      <a:pt x="73" y="108"/>
                      <a:pt x="73" y="108"/>
                    </a:cubicBezTo>
                    <a:cubicBezTo>
                      <a:pt x="73" y="108"/>
                      <a:pt x="73" y="108"/>
                      <a:pt x="73" y="108"/>
                    </a:cubicBezTo>
                    <a:cubicBezTo>
                      <a:pt x="73" y="108"/>
                      <a:pt x="73" y="108"/>
                      <a:pt x="73" y="108"/>
                    </a:cubicBezTo>
                    <a:cubicBezTo>
                      <a:pt x="73" y="107"/>
                      <a:pt x="72" y="107"/>
                      <a:pt x="72" y="107"/>
                    </a:cubicBezTo>
                    <a:cubicBezTo>
                      <a:pt x="72" y="107"/>
                      <a:pt x="72" y="107"/>
                      <a:pt x="72" y="107"/>
                    </a:cubicBezTo>
                    <a:cubicBezTo>
                      <a:pt x="72" y="107"/>
                      <a:pt x="72" y="107"/>
                      <a:pt x="72" y="107"/>
                    </a:cubicBezTo>
                    <a:cubicBezTo>
                      <a:pt x="72" y="107"/>
                      <a:pt x="72" y="107"/>
                      <a:pt x="72" y="107"/>
                    </a:cubicBezTo>
                    <a:cubicBezTo>
                      <a:pt x="72" y="107"/>
                      <a:pt x="72" y="107"/>
                      <a:pt x="72" y="107"/>
                    </a:cubicBezTo>
                    <a:cubicBezTo>
                      <a:pt x="72" y="107"/>
                      <a:pt x="72" y="107"/>
                      <a:pt x="72" y="107"/>
                    </a:cubicBezTo>
                    <a:cubicBezTo>
                      <a:pt x="72" y="107"/>
                      <a:pt x="72" y="107"/>
                      <a:pt x="72" y="107"/>
                    </a:cubicBezTo>
                    <a:cubicBezTo>
                      <a:pt x="72" y="107"/>
                      <a:pt x="72" y="107"/>
                      <a:pt x="72" y="107"/>
                    </a:cubicBezTo>
                    <a:cubicBezTo>
                      <a:pt x="72" y="107"/>
                      <a:pt x="72" y="107"/>
                      <a:pt x="72" y="107"/>
                    </a:cubicBezTo>
                    <a:cubicBezTo>
                      <a:pt x="72" y="107"/>
                      <a:pt x="72" y="106"/>
                      <a:pt x="72" y="106"/>
                    </a:cubicBezTo>
                    <a:cubicBezTo>
                      <a:pt x="71" y="106"/>
                      <a:pt x="71" y="106"/>
                      <a:pt x="71" y="106"/>
                    </a:cubicBezTo>
                    <a:cubicBezTo>
                      <a:pt x="71" y="106"/>
                      <a:pt x="71" y="106"/>
                      <a:pt x="71" y="106"/>
                    </a:cubicBezTo>
                    <a:cubicBezTo>
                      <a:pt x="71" y="106"/>
                      <a:pt x="71" y="106"/>
                      <a:pt x="71" y="106"/>
                    </a:cubicBezTo>
                    <a:cubicBezTo>
                      <a:pt x="71" y="106"/>
                      <a:pt x="71" y="106"/>
                      <a:pt x="71" y="106"/>
                    </a:cubicBezTo>
                    <a:cubicBezTo>
                      <a:pt x="71" y="105"/>
                      <a:pt x="71" y="105"/>
                      <a:pt x="71" y="105"/>
                    </a:cubicBezTo>
                    <a:cubicBezTo>
                      <a:pt x="71" y="105"/>
                      <a:pt x="71" y="105"/>
                      <a:pt x="71" y="104"/>
                    </a:cubicBezTo>
                    <a:cubicBezTo>
                      <a:pt x="71" y="104"/>
                      <a:pt x="71" y="104"/>
                      <a:pt x="71" y="104"/>
                    </a:cubicBezTo>
                    <a:cubicBezTo>
                      <a:pt x="71" y="104"/>
                      <a:pt x="71" y="104"/>
                      <a:pt x="71" y="104"/>
                    </a:cubicBezTo>
                    <a:cubicBezTo>
                      <a:pt x="71" y="104"/>
                      <a:pt x="71" y="104"/>
                      <a:pt x="71" y="103"/>
                    </a:cubicBezTo>
                    <a:cubicBezTo>
                      <a:pt x="71" y="103"/>
                      <a:pt x="71" y="103"/>
                      <a:pt x="71" y="103"/>
                    </a:cubicBezTo>
                    <a:cubicBezTo>
                      <a:pt x="71" y="103"/>
                      <a:pt x="71" y="103"/>
                      <a:pt x="71" y="103"/>
                    </a:cubicBezTo>
                    <a:cubicBezTo>
                      <a:pt x="71" y="103"/>
                      <a:pt x="71" y="103"/>
                      <a:pt x="70" y="103"/>
                    </a:cubicBezTo>
                    <a:cubicBezTo>
                      <a:pt x="70" y="103"/>
                      <a:pt x="70" y="103"/>
                      <a:pt x="70" y="103"/>
                    </a:cubicBezTo>
                    <a:cubicBezTo>
                      <a:pt x="70" y="103"/>
                      <a:pt x="70" y="103"/>
                      <a:pt x="70" y="103"/>
                    </a:cubicBezTo>
                    <a:cubicBezTo>
                      <a:pt x="70" y="103"/>
                      <a:pt x="70" y="103"/>
                      <a:pt x="70" y="103"/>
                    </a:cubicBezTo>
                    <a:cubicBezTo>
                      <a:pt x="70" y="103"/>
                      <a:pt x="70" y="103"/>
                      <a:pt x="70" y="103"/>
                    </a:cubicBezTo>
                    <a:cubicBezTo>
                      <a:pt x="70" y="103"/>
                      <a:pt x="70" y="103"/>
                      <a:pt x="70" y="103"/>
                    </a:cubicBezTo>
                    <a:cubicBezTo>
                      <a:pt x="70" y="103"/>
                      <a:pt x="70" y="103"/>
                      <a:pt x="70" y="103"/>
                    </a:cubicBezTo>
                    <a:cubicBezTo>
                      <a:pt x="70" y="103"/>
                      <a:pt x="70" y="103"/>
                      <a:pt x="70" y="103"/>
                    </a:cubicBezTo>
                    <a:cubicBezTo>
                      <a:pt x="70" y="103"/>
                      <a:pt x="70" y="102"/>
                      <a:pt x="69" y="102"/>
                    </a:cubicBezTo>
                    <a:cubicBezTo>
                      <a:pt x="69" y="102"/>
                      <a:pt x="69" y="102"/>
                      <a:pt x="69" y="102"/>
                    </a:cubicBezTo>
                    <a:cubicBezTo>
                      <a:pt x="69" y="102"/>
                      <a:pt x="69" y="102"/>
                      <a:pt x="69" y="102"/>
                    </a:cubicBezTo>
                    <a:cubicBezTo>
                      <a:pt x="69" y="102"/>
                      <a:pt x="69" y="102"/>
                      <a:pt x="69" y="102"/>
                    </a:cubicBezTo>
                    <a:cubicBezTo>
                      <a:pt x="69" y="102"/>
                      <a:pt x="69" y="101"/>
                      <a:pt x="69" y="101"/>
                    </a:cubicBezTo>
                    <a:cubicBezTo>
                      <a:pt x="69" y="101"/>
                      <a:pt x="69" y="101"/>
                      <a:pt x="69" y="101"/>
                    </a:cubicBezTo>
                    <a:cubicBezTo>
                      <a:pt x="69" y="101"/>
                      <a:pt x="69" y="101"/>
                      <a:pt x="69" y="100"/>
                    </a:cubicBezTo>
                    <a:cubicBezTo>
                      <a:pt x="69" y="100"/>
                      <a:pt x="69" y="100"/>
                      <a:pt x="69" y="100"/>
                    </a:cubicBezTo>
                    <a:cubicBezTo>
                      <a:pt x="69" y="100"/>
                      <a:pt x="69" y="99"/>
                      <a:pt x="69" y="99"/>
                    </a:cubicBezTo>
                    <a:cubicBezTo>
                      <a:pt x="69" y="99"/>
                      <a:pt x="69" y="99"/>
                      <a:pt x="69" y="99"/>
                    </a:cubicBezTo>
                    <a:cubicBezTo>
                      <a:pt x="69" y="99"/>
                      <a:pt x="69" y="99"/>
                      <a:pt x="69" y="99"/>
                    </a:cubicBezTo>
                    <a:cubicBezTo>
                      <a:pt x="69" y="99"/>
                      <a:pt x="69" y="99"/>
                      <a:pt x="69" y="99"/>
                    </a:cubicBezTo>
                    <a:cubicBezTo>
                      <a:pt x="69" y="99"/>
                      <a:pt x="69" y="99"/>
                      <a:pt x="69" y="99"/>
                    </a:cubicBezTo>
                    <a:cubicBezTo>
                      <a:pt x="69" y="98"/>
                      <a:pt x="69" y="98"/>
                      <a:pt x="69" y="98"/>
                    </a:cubicBezTo>
                    <a:cubicBezTo>
                      <a:pt x="69" y="98"/>
                      <a:pt x="69" y="98"/>
                      <a:pt x="69" y="98"/>
                    </a:cubicBezTo>
                    <a:cubicBezTo>
                      <a:pt x="69" y="98"/>
                      <a:pt x="69" y="98"/>
                      <a:pt x="69" y="98"/>
                    </a:cubicBezTo>
                    <a:cubicBezTo>
                      <a:pt x="69" y="98"/>
                      <a:pt x="69" y="98"/>
                      <a:pt x="69" y="98"/>
                    </a:cubicBezTo>
                    <a:cubicBezTo>
                      <a:pt x="69" y="97"/>
                      <a:pt x="69" y="97"/>
                      <a:pt x="69" y="97"/>
                    </a:cubicBezTo>
                    <a:cubicBezTo>
                      <a:pt x="69" y="97"/>
                      <a:pt x="69" y="97"/>
                      <a:pt x="69" y="97"/>
                    </a:cubicBezTo>
                    <a:cubicBezTo>
                      <a:pt x="69" y="97"/>
                      <a:pt x="69" y="97"/>
                      <a:pt x="69" y="97"/>
                    </a:cubicBezTo>
                    <a:cubicBezTo>
                      <a:pt x="69" y="97"/>
                      <a:pt x="68" y="97"/>
                      <a:pt x="68" y="97"/>
                    </a:cubicBezTo>
                    <a:cubicBezTo>
                      <a:pt x="68" y="97"/>
                      <a:pt x="68" y="97"/>
                      <a:pt x="68" y="97"/>
                    </a:cubicBezTo>
                    <a:cubicBezTo>
                      <a:pt x="68" y="97"/>
                      <a:pt x="68" y="97"/>
                      <a:pt x="68" y="97"/>
                    </a:cubicBezTo>
                    <a:cubicBezTo>
                      <a:pt x="68" y="97"/>
                      <a:pt x="68" y="97"/>
                      <a:pt x="68" y="96"/>
                    </a:cubicBezTo>
                    <a:cubicBezTo>
                      <a:pt x="68" y="96"/>
                      <a:pt x="68" y="96"/>
                      <a:pt x="68" y="96"/>
                    </a:cubicBezTo>
                    <a:cubicBezTo>
                      <a:pt x="68" y="96"/>
                      <a:pt x="68" y="96"/>
                      <a:pt x="67" y="96"/>
                    </a:cubicBezTo>
                    <a:cubicBezTo>
                      <a:pt x="67" y="96"/>
                      <a:pt x="67" y="96"/>
                      <a:pt x="67" y="96"/>
                    </a:cubicBezTo>
                    <a:cubicBezTo>
                      <a:pt x="67" y="96"/>
                      <a:pt x="67" y="96"/>
                      <a:pt x="67" y="96"/>
                    </a:cubicBezTo>
                    <a:cubicBezTo>
                      <a:pt x="67" y="96"/>
                      <a:pt x="67" y="96"/>
                      <a:pt x="67" y="96"/>
                    </a:cubicBezTo>
                    <a:cubicBezTo>
                      <a:pt x="67" y="95"/>
                      <a:pt x="67" y="95"/>
                      <a:pt x="67" y="95"/>
                    </a:cubicBezTo>
                    <a:cubicBezTo>
                      <a:pt x="67" y="95"/>
                      <a:pt x="67" y="95"/>
                      <a:pt x="67" y="95"/>
                    </a:cubicBezTo>
                    <a:cubicBezTo>
                      <a:pt x="67" y="95"/>
                      <a:pt x="67" y="95"/>
                      <a:pt x="67" y="95"/>
                    </a:cubicBezTo>
                    <a:cubicBezTo>
                      <a:pt x="67" y="95"/>
                      <a:pt x="67" y="95"/>
                      <a:pt x="67" y="95"/>
                    </a:cubicBezTo>
                    <a:cubicBezTo>
                      <a:pt x="67" y="94"/>
                      <a:pt x="67" y="94"/>
                      <a:pt x="67" y="94"/>
                    </a:cubicBezTo>
                    <a:cubicBezTo>
                      <a:pt x="67" y="94"/>
                      <a:pt x="67" y="94"/>
                      <a:pt x="67" y="94"/>
                    </a:cubicBezTo>
                    <a:cubicBezTo>
                      <a:pt x="67" y="94"/>
                      <a:pt x="67" y="94"/>
                      <a:pt x="67" y="94"/>
                    </a:cubicBezTo>
                    <a:cubicBezTo>
                      <a:pt x="67" y="94"/>
                      <a:pt x="67" y="94"/>
                      <a:pt x="67" y="94"/>
                    </a:cubicBezTo>
                    <a:cubicBezTo>
                      <a:pt x="67" y="94"/>
                      <a:pt x="67" y="94"/>
                      <a:pt x="67" y="94"/>
                    </a:cubicBezTo>
                    <a:cubicBezTo>
                      <a:pt x="67" y="94"/>
                      <a:pt x="66" y="93"/>
                      <a:pt x="66" y="93"/>
                    </a:cubicBezTo>
                    <a:cubicBezTo>
                      <a:pt x="66" y="93"/>
                      <a:pt x="66" y="93"/>
                      <a:pt x="66" y="93"/>
                    </a:cubicBezTo>
                    <a:cubicBezTo>
                      <a:pt x="66" y="93"/>
                      <a:pt x="66" y="93"/>
                      <a:pt x="66" y="93"/>
                    </a:cubicBezTo>
                    <a:cubicBezTo>
                      <a:pt x="66" y="92"/>
                      <a:pt x="66" y="92"/>
                      <a:pt x="66" y="92"/>
                    </a:cubicBezTo>
                    <a:cubicBezTo>
                      <a:pt x="66" y="92"/>
                      <a:pt x="66" y="92"/>
                      <a:pt x="66" y="92"/>
                    </a:cubicBezTo>
                    <a:cubicBezTo>
                      <a:pt x="66" y="92"/>
                      <a:pt x="66" y="92"/>
                      <a:pt x="66" y="91"/>
                    </a:cubicBezTo>
                    <a:cubicBezTo>
                      <a:pt x="66" y="91"/>
                      <a:pt x="66" y="91"/>
                      <a:pt x="66" y="91"/>
                    </a:cubicBezTo>
                    <a:cubicBezTo>
                      <a:pt x="66" y="91"/>
                      <a:pt x="66" y="91"/>
                      <a:pt x="65" y="91"/>
                    </a:cubicBezTo>
                    <a:cubicBezTo>
                      <a:pt x="65" y="91"/>
                      <a:pt x="65" y="91"/>
                      <a:pt x="65" y="91"/>
                    </a:cubicBezTo>
                    <a:cubicBezTo>
                      <a:pt x="65" y="91"/>
                      <a:pt x="65" y="90"/>
                      <a:pt x="65" y="90"/>
                    </a:cubicBezTo>
                    <a:cubicBezTo>
                      <a:pt x="65" y="90"/>
                      <a:pt x="65" y="90"/>
                      <a:pt x="65" y="90"/>
                    </a:cubicBezTo>
                    <a:cubicBezTo>
                      <a:pt x="65" y="90"/>
                      <a:pt x="65" y="90"/>
                      <a:pt x="65" y="90"/>
                    </a:cubicBezTo>
                    <a:cubicBezTo>
                      <a:pt x="65" y="90"/>
                      <a:pt x="65" y="90"/>
                      <a:pt x="65" y="90"/>
                    </a:cubicBezTo>
                    <a:cubicBezTo>
                      <a:pt x="65" y="90"/>
                      <a:pt x="65" y="89"/>
                      <a:pt x="65" y="89"/>
                    </a:cubicBezTo>
                    <a:cubicBezTo>
                      <a:pt x="65" y="89"/>
                      <a:pt x="65" y="89"/>
                      <a:pt x="65" y="89"/>
                    </a:cubicBezTo>
                    <a:cubicBezTo>
                      <a:pt x="65" y="89"/>
                      <a:pt x="65" y="89"/>
                      <a:pt x="65" y="89"/>
                    </a:cubicBezTo>
                    <a:cubicBezTo>
                      <a:pt x="64" y="89"/>
                      <a:pt x="64" y="89"/>
                      <a:pt x="64" y="89"/>
                    </a:cubicBezTo>
                    <a:cubicBezTo>
                      <a:pt x="64" y="89"/>
                      <a:pt x="64" y="89"/>
                      <a:pt x="64" y="88"/>
                    </a:cubicBezTo>
                    <a:cubicBezTo>
                      <a:pt x="64" y="88"/>
                      <a:pt x="64" y="88"/>
                      <a:pt x="64" y="88"/>
                    </a:cubicBezTo>
                    <a:cubicBezTo>
                      <a:pt x="64" y="88"/>
                      <a:pt x="64" y="88"/>
                      <a:pt x="64" y="88"/>
                    </a:cubicBezTo>
                    <a:cubicBezTo>
                      <a:pt x="64" y="88"/>
                      <a:pt x="64" y="88"/>
                      <a:pt x="64" y="88"/>
                    </a:cubicBezTo>
                    <a:cubicBezTo>
                      <a:pt x="64" y="88"/>
                      <a:pt x="64" y="88"/>
                      <a:pt x="64" y="88"/>
                    </a:cubicBezTo>
                    <a:cubicBezTo>
                      <a:pt x="64" y="87"/>
                      <a:pt x="64" y="87"/>
                      <a:pt x="64" y="87"/>
                    </a:cubicBezTo>
                    <a:cubicBezTo>
                      <a:pt x="64" y="87"/>
                      <a:pt x="64" y="87"/>
                      <a:pt x="63" y="87"/>
                    </a:cubicBezTo>
                    <a:cubicBezTo>
                      <a:pt x="63" y="86"/>
                      <a:pt x="63" y="86"/>
                      <a:pt x="63" y="86"/>
                    </a:cubicBezTo>
                    <a:cubicBezTo>
                      <a:pt x="63" y="86"/>
                      <a:pt x="63" y="86"/>
                      <a:pt x="63" y="86"/>
                    </a:cubicBezTo>
                    <a:cubicBezTo>
                      <a:pt x="63" y="86"/>
                      <a:pt x="63" y="86"/>
                      <a:pt x="63" y="86"/>
                    </a:cubicBezTo>
                    <a:cubicBezTo>
                      <a:pt x="63" y="86"/>
                      <a:pt x="63" y="86"/>
                      <a:pt x="63" y="86"/>
                    </a:cubicBezTo>
                    <a:cubicBezTo>
                      <a:pt x="63" y="86"/>
                      <a:pt x="63" y="86"/>
                      <a:pt x="63" y="86"/>
                    </a:cubicBezTo>
                    <a:cubicBezTo>
                      <a:pt x="63" y="86"/>
                      <a:pt x="63" y="86"/>
                      <a:pt x="63" y="86"/>
                    </a:cubicBezTo>
                    <a:cubicBezTo>
                      <a:pt x="63" y="85"/>
                      <a:pt x="63" y="85"/>
                      <a:pt x="63" y="85"/>
                    </a:cubicBezTo>
                    <a:cubicBezTo>
                      <a:pt x="63" y="85"/>
                      <a:pt x="63" y="85"/>
                      <a:pt x="63" y="85"/>
                    </a:cubicBezTo>
                    <a:cubicBezTo>
                      <a:pt x="63" y="85"/>
                      <a:pt x="63" y="85"/>
                      <a:pt x="63" y="85"/>
                    </a:cubicBezTo>
                    <a:cubicBezTo>
                      <a:pt x="63" y="85"/>
                      <a:pt x="63" y="85"/>
                      <a:pt x="63" y="85"/>
                    </a:cubicBezTo>
                    <a:cubicBezTo>
                      <a:pt x="63" y="85"/>
                      <a:pt x="63" y="85"/>
                      <a:pt x="63" y="85"/>
                    </a:cubicBezTo>
                    <a:cubicBezTo>
                      <a:pt x="63" y="85"/>
                      <a:pt x="63" y="85"/>
                      <a:pt x="63" y="85"/>
                    </a:cubicBezTo>
                    <a:cubicBezTo>
                      <a:pt x="63" y="86"/>
                      <a:pt x="63" y="86"/>
                      <a:pt x="63" y="86"/>
                    </a:cubicBezTo>
                    <a:cubicBezTo>
                      <a:pt x="63" y="86"/>
                      <a:pt x="63" y="86"/>
                      <a:pt x="63" y="86"/>
                    </a:cubicBezTo>
                    <a:cubicBezTo>
                      <a:pt x="63" y="86"/>
                      <a:pt x="64" y="86"/>
                      <a:pt x="64" y="86"/>
                    </a:cubicBezTo>
                    <a:cubicBezTo>
                      <a:pt x="64" y="86"/>
                      <a:pt x="64" y="86"/>
                      <a:pt x="64" y="86"/>
                    </a:cubicBezTo>
                    <a:cubicBezTo>
                      <a:pt x="64" y="86"/>
                      <a:pt x="64" y="87"/>
                      <a:pt x="64" y="87"/>
                    </a:cubicBezTo>
                    <a:cubicBezTo>
                      <a:pt x="64" y="87"/>
                      <a:pt x="64" y="87"/>
                      <a:pt x="64" y="87"/>
                    </a:cubicBezTo>
                    <a:cubicBezTo>
                      <a:pt x="64" y="87"/>
                      <a:pt x="65" y="88"/>
                      <a:pt x="65" y="88"/>
                    </a:cubicBezTo>
                    <a:cubicBezTo>
                      <a:pt x="65" y="88"/>
                      <a:pt x="65" y="88"/>
                      <a:pt x="65" y="88"/>
                    </a:cubicBezTo>
                    <a:cubicBezTo>
                      <a:pt x="65" y="88"/>
                      <a:pt x="65" y="88"/>
                      <a:pt x="65" y="88"/>
                    </a:cubicBezTo>
                    <a:cubicBezTo>
                      <a:pt x="65" y="88"/>
                      <a:pt x="65" y="88"/>
                      <a:pt x="65" y="88"/>
                    </a:cubicBezTo>
                    <a:cubicBezTo>
                      <a:pt x="65" y="88"/>
                      <a:pt x="65" y="88"/>
                      <a:pt x="65" y="88"/>
                    </a:cubicBezTo>
                    <a:cubicBezTo>
                      <a:pt x="66" y="88"/>
                      <a:pt x="65" y="88"/>
                      <a:pt x="65" y="88"/>
                    </a:cubicBezTo>
                    <a:cubicBezTo>
                      <a:pt x="65" y="88"/>
                      <a:pt x="65" y="88"/>
                      <a:pt x="66" y="88"/>
                    </a:cubicBezTo>
                    <a:cubicBezTo>
                      <a:pt x="66" y="88"/>
                      <a:pt x="66" y="88"/>
                      <a:pt x="66" y="88"/>
                    </a:cubicBezTo>
                    <a:cubicBezTo>
                      <a:pt x="66" y="88"/>
                      <a:pt x="66" y="88"/>
                      <a:pt x="65" y="88"/>
                    </a:cubicBezTo>
                    <a:cubicBezTo>
                      <a:pt x="65" y="88"/>
                      <a:pt x="65" y="88"/>
                      <a:pt x="66" y="87"/>
                    </a:cubicBezTo>
                    <a:cubicBezTo>
                      <a:pt x="66" y="87"/>
                      <a:pt x="66" y="87"/>
                      <a:pt x="66" y="86"/>
                    </a:cubicBezTo>
                    <a:cubicBezTo>
                      <a:pt x="66" y="86"/>
                      <a:pt x="66" y="86"/>
                      <a:pt x="66" y="86"/>
                    </a:cubicBezTo>
                    <a:cubicBezTo>
                      <a:pt x="66" y="86"/>
                      <a:pt x="66" y="86"/>
                      <a:pt x="66" y="86"/>
                    </a:cubicBezTo>
                    <a:cubicBezTo>
                      <a:pt x="66" y="86"/>
                      <a:pt x="66" y="86"/>
                      <a:pt x="66" y="86"/>
                    </a:cubicBezTo>
                    <a:cubicBezTo>
                      <a:pt x="66" y="86"/>
                      <a:pt x="66" y="86"/>
                      <a:pt x="66" y="86"/>
                    </a:cubicBezTo>
                    <a:cubicBezTo>
                      <a:pt x="66" y="86"/>
                      <a:pt x="66" y="86"/>
                      <a:pt x="66" y="86"/>
                    </a:cubicBezTo>
                    <a:cubicBezTo>
                      <a:pt x="66" y="86"/>
                      <a:pt x="66" y="86"/>
                      <a:pt x="66" y="86"/>
                    </a:cubicBezTo>
                    <a:cubicBezTo>
                      <a:pt x="66" y="86"/>
                      <a:pt x="66" y="87"/>
                      <a:pt x="66" y="87"/>
                    </a:cubicBezTo>
                    <a:cubicBezTo>
                      <a:pt x="66" y="87"/>
                      <a:pt x="66" y="87"/>
                      <a:pt x="66" y="87"/>
                    </a:cubicBezTo>
                    <a:cubicBezTo>
                      <a:pt x="66" y="87"/>
                      <a:pt x="66" y="87"/>
                      <a:pt x="66" y="88"/>
                    </a:cubicBezTo>
                    <a:cubicBezTo>
                      <a:pt x="66" y="88"/>
                      <a:pt x="66" y="88"/>
                      <a:pt x="66" y="88"/>
                    </a:cubicBezTo>
                    <a:cubicBezTo>
                      <a:pt x="66" y="88"/>
                      <a:pt x="66" y="88"/>
                      <a:pt x="66" y="88"/>
                    </a:cubicBezTo>
                    <a:cubicBezTo>
                      <a:pt x="66" y="88"/>
                      <a:pt x="66" y="88"/>
                      <a:pt x="66" y="88"/>
                    </a:cubicBezTo>
                    <a:cubicBezTo>
                      <a:pt x="66" y="88"/>
                      <a:pt x="66" y="88"/>
                      <a:pt x="66" y="88"/>
                    </a:cubicBezTo>
                    <a:cubicBezTo>
                      <a:pt x="66" y="88"/>
                      <a:pt x="66" y="88"/>
                      <a:pt x="66" y="88"/>
                    </a:cubicBezTo>
                    <a:cubicBezTo>
                      <a:pt x="66" y="88"/>
                      <a:pt x="66" y="88"/>
                      <a:pt x="66" y="88"/>
                    </a:cubicBezTo>
                    <a:cubicBezTo>
                      <a:pt x="66" y="88"/>
                      <a:pt x="66" y="88"/>
                      <a:pt x="66" y="88"/>
                    </a:cubicBezTo>
                    <a:cubicBezTo>
                      <a:pt x="66" y="88"/>
                      <a:pt x="67" y="88"/>
                      <a:pt x="67" y="88"/>
                    </a:cubicBezTo>
                    <a:cubicBezTo>
                      <a:pt x="67" y="88"/>
                      <a:pt x="67" y="88"/>
                      <a:pt x="67" y="88"/>
                    </a:cubicBezTo>
                    <a:cubicBezTo>
                      <a:pt x="67" y="89"/>
                      <a:pt x="67" y="89"/>
                      <a:pt x="67" y="89"/>
                    </a:cubicBezTo>
                    <a:cubicBezTo>
                      <a:pt x="67" y="89"/>
                      <a:pt x="67" y="89"/>
                      <a:pt x="67" y="89"/>
                    </a:cubicBezTo>
                    <a:cubicBezTo>
                      <a:pt x="67" y="89"/>
                      <a:pt x="67" y="89"/>
                      <a:pt x="67" y="89"/>
                    </a:cubicBezTo>
                    <a:cubicBezTo>
                      <a:pt x="67" y="90"/>
                      <a:pt x="67" y="90"/>
                      <a:pt x="67" y="90"/>
                    </a:cubicBezTo>
                    <a:cubicBezTo>
                      <a:pt x="67" y="90"/>
                      <a:pt x="68" y="90"/>
                      <a:pt x="68" y="90"/>
                    </a:cubicBezTo>
                    <a:cubicBezTo>
                      <a:pt x="68" y="90"/>
                      <a:pt x="68" y="90"/>
                      <a:pt x="68" y="90"/>
                    </a:cubicBezTo>
                    <a:cubicBezTo>
                      <a:pt x="68" y="90"/>
                      <a:pt x="67" y="90"/>
                      <a:pt x="68" y="90"/>
                    </a:cubicBezTo>
                    <a:cubicBezTo>
                      <a:pt x="68" y="90"/>
                      <a:pt x="68" y="91"/>
                      <a:pt x="68" y="91"/>
                    </a:cubicBezTo>
                    <a:cubicBezTo>
                      <a:pt x="68" y="91"/>
                      <a:pt x="68" y="92"/>
                      <a:pt x="69" y="92"/>
                    </a:cubicBezTo>
                    <a:cubicBezTo>
                      <a:pt x="69" y="92"/>
                      <a:pt x="69" y="93"/>
                      <a:pt x="69" y="93"/>
                    </a:cubicBezTo>
                    <a:cubicBezTo>
                      <a:pt x="69" y="93"/>
                      <a:pt x="69" y="93"/>
                      <a:pt x="69" y="93"/>
                    </a:cubicBezTo>
                    <a:cubicBezTo>
                      <a:pt x="69" y="93"/>
                      <a:pt x="69" y="93"/>
                      <a:pt x="69" y="93"/>
                    </a:cubicBezTo>
                    <a:cubicBezTo>
                      <a:pt x="69" y="93"/>
                      <a:pt x="69" y="93"/>
                      <a:pt x="69" y="93"/>
                    </a:cubicBezTo>
                    <a:cubicBezTo>
                      <a:pt x="69" y="93"/>
                      <a:pt x="69" y="93"/>
                      <a:pt x="69" y="93"/>
                    </a:cubicBezTo>
                    <a:cubicBezTo>
                      <a:pt x="69" y="94"/>
                      <a:pt x="69" y="94"/>
                      <a:pt x="69" y="94"/>
                    </a:cubicBezTo>
                    <a:cubicBezTo>
                      <a:pt x="69" y="94"/>
                      <a:pt x="69" y="94"/>
                      <a:pt x="69" y="94"/>
                    </a:cubicBezTo>
                    <a:cubicBezTo>
                      <a:pt x="69" y="94"/>
                      <a:pt x="69" y="94"/>
                      <a:pt x="69" y="94"/>
                    </a:cubicBezTo>
                    <a:cubicBezTo>
                      <a:pt x="69" y="94"/>
                      <a:pt x="69" y="94"/>
                      <a:pt x="69" y="94"/>
                    </a:cubicBezTo>
                    <a:cubicBezTo>
                      <a:pt x="69" y="94"/>
                      <a:pt x="69" y="94"/>
                      <a:pt x="69" y="94"/>
                    </a:cubicBezTo>
                    <a:cubicBezTo>
                      <a:pt x="69" y="94"/>
                      <a:pt x="70" y="94"/>
                      <a:pt x="70" y="94"/>
                    </a:cubicBezTo>
                    <a:cubicBezTo>
                      <a:pt x="70" y="94"/>
                      <a:pt x="70" y="94"/>
                      <a:pt x="70" y="95"/>
                    </a:cubicBezTo>
                    <a:cubicBezTo>
                      <a:pt x="70" y="95"/>
                      <a:pt x="70" y="95"/>
                      <a:pt x="70" y="95"/>
                    </a:cubicBezTo>
                    <a:cubicBezTo>
                      <a:pt x="71" y="95"/>
                      <a:pt x="71" y="95"/>
                      <a:pt x="71" y="95"/>
                    </a:cubicBezTo>
                    <a:cubicBezTo>
                      <a:pt x="71" y="95"/>
                      <a:pt x="71" y="95"/>
                      <a:pt x="71" y="95"/>
                    </a:cubicBezTo>
                    <a:cubicBezTo>
                      <a:pt x="71" y="96"/>
                      <a:pt x="71" y="96"/>
                      <a:pt x="71" y="96"/>
                    </a:cubicBezTo>
                    <a:cubicBezTo>
                      <a:pt x="71" y="96"/>
                      <a:pt x="71" y="96"/>
                      <a:pt x="71" y="96"/>
                    </a:cubicBezTo>
                    <a:cubicBezTo>
                      <a:pt x="71" y="96"/>
                      <a:pt x="71" y="96"/>
                      <a:pt x="71" y="96"/>
                    </a:cubicBezTo>
                    <a:cubicBezTo>
                      <a:pt x="71" y="96"/>
                      <a:pt x="71" y="96"/>
                      <a:pt x="71" y="97"/>
                    </a:cubicBezTo>
                    <a:cubicBezTo>
                      <a:pt x="71" y="97"/>
                      <a:pt x="71" y="97"/>
                      <a:pt x="71" y="97"/>
                    </a:cubicBezTo>
                    <a:cubicBezTo>
                      <a:pt x="71" y="97"/>
                      <a:pt x="71" y="97"/>
                      <a:pt x="71" y="97"/>
                    </a:cubicBezTo>
                    <a:cubicBezTo>
                      <a:pt x="71" y="98"/>
                      <a:pt x="71" y="98"/>
                      <a:pt x="71" y="98"/>
                    </a:cubicBezTo>
                    <a:cubicBezTo>
                      <a:pt x="71" y="98"/>
                      <a:pt x="71" y="98"/>
                      <a:pt x="71" y="98"/>
                    </a:cubicBezTo>
                    <a:cubicBezTo>
                      <a:pt x="71" y="98"/>
                      <a:pt x="72" y="99"/>
                      <a:pt x="72" y="99"/>
                    </a:cubicBezTo>
                    <a:cubicBezTo>
                      <a:pt x="72" y="99"/>
                      <a:pt x="72" y="99"/>
                      <a:pt x="72" y="99"/>
                    </a:cubicBezTo>
                    <a:cubicBezTo>
                      <a:pt x="72" y="99"/>
                      <a:pt x="72" y="99"/>
                      <a:pt x="72" y="99"/>
                    </a:cubicBezTo>
                    <a:cubicBezTo>
                      <a:pt x="72" y="99"/>
                      <a:pt x="72" y="99"/>
                      <a:pt x="72" y="99"/>
                    </a:cubicBezTo>
                    <a:cubicBezTo>
                      <a:pt x="72" y="99"/>
                      <a:pt x="72" y="100"/>
                      <a:pt x="73" y="100"/>
                    </a:cubicBezTo>
                    <a:cubicBezTo>
                      <a:pt x="73" y="100"/>
                      <a:pt x="73" y="100"/>
                      <a:pt x="73" y="100"/>
                    </a:cubicBezTo>
                    <a:cubicBezTo>
                      <a:pt x="73" y="100"/>
                      <a:pt x="73" y="100"/>
                      <a:pt x="73" y="100"/>
                    </a:cubicBezTo>
                    <a:cubicBezTo>
                      <a:pt x="73" y="100"/>
                      <a:pt x="73" y="100"/>
                      <a:pt x="73" y="100"/>
                    </a:cubicBezTo>
                    <a:cubicBezTo>
                      <a:pt x="73" y="101"/>
                      <a:pt x="74" y="101"/>
                      <a:pt x="74" y="102"/>
                    </a:cubicBezTo>
                    <a:cubicBezTo>
                      <a:pt x="74" y="102"/>
                      <a:pt x="74" y="102"/>
                      <a:pt x="74" y="102"/>
                    </a:cubicBezTo>
                    <a:cubicBezTo>
                      <a:pt x="74" y="102"/>
                      <a:pt x="74" y="102"/>
                      <a:pt x="74" y="102"/>
                    </a:cubicBezTo>
                    <a:cubicBezTo>
                      <a:pt x="74" y="102"/>
                      <a:pt x="74" y="103"/>
                      <a:pt x="74" y="103"/>
                    </a:cubicBezTo>
                    <a:cubicBezTo>
                      <a:pt x="74" y="103"/>
                      <a:pt x="74" y="103"/>
                      <a:pt x="74" y="103"/>
                    </a:cubicBezTo>
                    <a:cubicBezTo>
                      <a:pt x="74" y="103"/>
                      <a:pt x="74" y="103"/>
                      <a:pt x="74" y="103"/>
                    </a:cubicBezTo>
                    <a:cubicBezTo>
                      <a:pt x="74" y="103"/>
                      <a:pt x="74" y="103"/>
                      <a:pt x="74" y="103"/>
                    </a:cubicBezTo>
                    <a:cubicBezTo>
                      <a:pt x="74" y="103"/>
                      <a:pt x="74" y="103"/>
                      <a:pt x="74" y="103"/>
                    </a:cubicBezTo>
                    <a:cubicBezTo>
                      <a:pt x="74" y="104"/>
                      <a:pt x="75" y="104"/>
                      <a:pt x="75" y="104"/>
                    </a:cubicBezTo>
                    <a:cubicBezTo>
                      <a:pt x="75" y="104"/>
                      <a:pt x="75" y="104"/>
                      <a:pt x="75" y="104"/>
                    </a:cubicBezTo>
                    <a:cubicBezTo>
                      <a:pt x="75" y="104"/>
                      <a:pt x="75" y="104"/>
                      <a:pt x="75" y="104"/>
                    </a:cubicBezTo>
                    <a:cubicBezTo>
                      <a:pt x="75" y="104"/>
                      <a:pt x="75" y="104"/>
                      <a:pt x="75" y="104"/>
                    </a:cubicBezTo>
                    <a:cubicBezTo>
                      <a:pt x="75" y="105"/>
                      <a:pt x="75" y="105"/>
                      <a:pt x="75" y="105"/>
                    </a:cubicBezTo>
                    <a:cubicBezTo>
                      <a:pt x="75" y="105"/>
                      <a:pt x="75" y="105"/>
                      <a:pt x="75" y="105"/>
                    </a:cubicBezTo>
                    <a:cubicBezTo>
                      <a:pt x="75" y="105"/>
                      <a:pt x="75" y="105"/>
                      <a:pt x="75" y="105"/>
                    </a:cubicBezTo>
                    <a:cubicBezTo>
                      <a:pt x="75" y="105"/>
                      <a:pt x="75" y="106"/>
                      <a:pt x="76" y="106"/>
                    </a:cubicBezTo>
                    <a:cubicBezTo>
                      <a:pt x="76" y="106"/>
                      <a:pt x="76" y="106"/>
                      <a:pt x="76" y="106"/>
                    </a:cubicBezTo>
                    <a:cubicBezTo>
                      <a:pt x="76" y="106"/>
                      <a:pt x="76" y="106"/>
                      <a:pt x="76" y="106"/>
                    </a:cubicBezTo>
                    <a:cubicBezTo>
                      <a:pt x="76" y="106"/>
                      <a:pt x="76" y="106"/>
                      <a:pt x="76" y="106"/>
                    </a:cubicBezTo>
                    <a:cubicBezTo>
                      <a:pt x="76" y="106"/>
                      <a:pt x="76" y="106"/>
                      <a:pt x="76" y="106"/>
                    </a:cubicBezTo>
                    <a:cubicBezTo>
                      <a:pt x="76" y="106"/>
                      <a:pt x="76" y="106"/>
                      <a:pt x="76" y="107"/>
                    </a:cubicBezTo>
                    <a:cubicBezTo>
                      <a:pt x="76" y="107"/>
                      <a:pt x="76" y="107"/>
                      <a:pt x="76" y="107"/>
                    </a:cubicBezTo>
                    <a:cubicBezTo>
                      <a:pt x="76" y="107"/>
                      <a:pt x="76" y="107"/>
                      <a:pt x="76" y="107"/>
                    </a:cubicBezTo>
                    <a:cubicBezTo>
                      <a:pt x="76" y="107"/>
                      <a:pt x="76" y="107"/>
                      <a:pt x="76" y="107"/>
                    </a:cubicBezTo>
                    <a:cubicBezTo>
                      <a:pt x="76" y="107"/>
                      <a:pt x="76" y="107"/>
                      <a:pt x="76" y="107"/>
                    </a:cubicBezTo>
                    <a:cubicBezTo>
                      <a:pt x="76" y="107"/>
                      <a:pt x="75" y="107"/>
                      <a:pt x="75" y="108"/>
                    </a:cubicBezTo>
                    <a:cubicBezTo>
                      <a:pt x="75" y="108"/>
                      <a:pt x="76" y="108"/>
                      <a:pt x="76" y="108"/>
                    </a:cubicBezTo>
                    <a:cubicBezTo>
                      <a:pt x="76" y="108"/>
                      <a:pt x="76" y="108"/>
                      <a:pt x="76" y="108"/>
                    </a:cubicBezTo>
                    <a:cubicBezTo>
                      <a:pt x="76" y="108"/>
                      <a:pt x="76" y="108"/>
                      <a:pt x="76" y="108"/>
                    </a:cubicBezTo>
                    <a:cubicBezTo>
                      <a:pt x="76" y="108"/>
                      <a:pt x="76" y="108"/>
                      <a:pt x="76" y="109"/>
                    </a:cubicBezTo>
                    <a:cubicBezTo>
                      <a:pt x="76" y="109"/>
                      <a:pt x="76" y="109"/>
                      <a:pt x="76" y="109"/>
                    </a:cubicBezTo>
                    <a:cubicBezTo>
                      <a:pt x="76" y="109"/>
                      <a:pt x="76" y="109"/>
                      <a:pt x="76" y="109"/>
                    </a:cubicBezTo>
                    <a:cubicBezTo>
                      <a:pt x="76" y="109"/>
                      <a:pt x="76" y="109"/>
                      <a:pt x="76" y="109"/>
                    </a:cubicBezTo>
                    <a:cubicBezTo>
                      <a:pt x="76" y="109"/>
                      <a:pt x="76" y="109"/>
                      <a:pt x="76" y="109"/>
                    </a:cubicBezTo>
                    <a:cubicBezTo>
                      <a:pt x="76" y="109"/>
                      <a:pt x="76" y="109"/>
                      <a:pt x="76" y="109"/>
                    </a:cubicBezTo>
                    <a:cubicBezTo>
                      <a:pt x="76" y="109"/>
                      <a:pt x="76" y="109"/>
                      <a:pt x="76" y="110"/>
                    </a:cubicBezTo>
                    <a:cubicBezTo>
                      <a:pt x="76" y="110"/>
                      <a:pt x="76" y="110"/>
                      <a:pt x="76" y="110"/>
                    </a:cubicBezTo>
                    <a:cubicBezTo>
                      <a:pt x="76" y="110"/>
                      <a:pt x="76" y="111"/>
                      <a:pt x="76" y="111"/>
                    </a:cubicBezTo>
                    <a:cubicBezTo>
                      <a:pt x="76" y="111"/>
                      <a:pt x="76" y="111"/>
                      <a:pt x="76" y="111"/>
                    </a:cubicBezTo>
                    <a:cubicBezTo>
                      <a:pt x="76" y="111"/>
                      <a:pt x="76" y="111"/>
                      <a:pt x="76" y="111"/>
                    </a:cubicBezTo>
                    <a:cubicBezTo>
                      <a:pt x="76" y="111"/>
                      <a:pt x="76" y="111"/>
                      <a:pt x="76" y="111"/>
                    </a:cubicBezTo>
                    <a:cubicBezTo>
                      <a:pt x="76" y="111"/>
                      <a:pt x="77" y="111"/>
                      <a:pt x="77" y="111"/>
                    </a:cubicBezTo>
                    <a:cubicBezTo>
                      <a:pt x="77" y="111"/>
                      <a:pt x="77" y="111"/>
                      <a:pt x="77" y="111"/>
                    </a:cubicBezTo>
                    <a:cubicBezTo>
                      <a:pt x="77" y="111"/>
                      <a:pt x="77" y="111"/>
                      <a:pt x="77" y="111"/>
                    </a:cubicBezTo>
                    <a:cubicBezTo>
                      <a:pt x="77" y="111"/>
                      <a:pt x="77" y="111"/>
                      <a:pt x="77" y="111"/>
                    </a:cubicBezTo>
                    <a:cubicBezTo>
                      <a:pt x="77" y="111"/>
                      <a:pt x="77" y="112"/>
                      <a:pt x="77" y="112"/>
                    </a:cubicBezTo>
                    <a:cubicBezTo>
                      <a:pt x="77" y="112"/>
                      <a:pt x="77" y="112"/>
                      <a:pt x="77" y="112"/>
                    </a:cubicBezTo>
                    <a:cubicBezTo>
                      <a:pt x="77" y="112"/>
                      <a:pt x="78" y="111"/>
                      <a:pt x="78" y="111"/>
                    </a:cubicBezTo>
                    <a:cubicBezTo>
                      <a:pt x="78" y="111"/>
                      <a:pt x="78" y="111"/>
                      <a:pt x="78" y="111"/>
                    </a:cubicBezTo>
                    <a:cubicBezTo>
                      <a:pt x="78" y="111"/>
                      <a:pt x="78" y="111"/>
                      <a:pt x="78" y="111"/>
                    </a:cubicBezTo>
                    <a:cubicBezTo>
                      <a:pt x="78" y="111"/>
                      <a:pt x="78" y="111"/>
                      <a:pt x="78" y="111"/>
                    </a:cubicBezTo>
                    <a:cubicBezTo>
                      <a:pt x="78" y="111"/>
                      <a:pt x="78" y="111"/>
                      <a:pt x="78" y="111"/>
                    </a:cubicBezTo>
                    <a:cubicBezTo>
                      <a:pt x="79" y="111"/>
                      <a:pt x="79" y="111"/>
                      <a:pt x="79" y="111"/>
                    </a:cubicBezTo>
                    <a:cubicBezTo>
                      <a:pt x="79" y="111"/>
                      <a:pt x="79" y="111"/>
                      <a:pt x="79" y="111"/>
                    </a:cubicBezTo>
                    <a:cubicBezTo>
                      <a:pt x="79" y="111"/>
                      <a:pt x="79" y="111"/>
                      <a:pt x="79" y="111"/>
                    </a:cubicBezTo>
                    <a:cubicBezTo>
                      <a:pt x="79" y="111"/>
                      <a:pt x="79" y="110"/>
                      <a:pt x="80" y="110"/>
                    </a:cubicBezTo>
                    <a:cubicBezTo>
                      <a:pt x="80" y="110"/>
                      <a:pt x="80" y="110"/>
                      <a:pt x="80" y="110"/>
                    </a:cubicBezTo>
                    <a:cubicBezTo>
                      <a:pt x="80" y="110"/>
                      <a:pt x="80" y="110"/>
                      <a:pt x="80" y="110"/>
                    </a:cubicBezTo>
                    <a:cubicBezTo>
                      <a:pt x="80" y="110"/>
                      <a:pt x="80" y="110"/>
                      <a:pt x="80" y="110"/>
                    </a:cubicBezTo>
                    <a:cubicBezTo>
                      <a:pt x="80" y="110"/>
                      <a:pt x="81" y="110"/>
                      <a:pt x="81" y="110"/>
                    </a:cubicBezTo>
                    <a:cubicBezTo>
                      <a:pt x="81" y="110"/>
                      <a:pt x="81" y="110"/>
                      <a:pt x="81" y="110"/>
                    </a:cubicBezTo>
                    <a:cubicBezTo>
                      <a:pt x="81" y="110"/>
                      <a:pt x="81" y="110"/>
                      <a:pt x="81" y="110"/>
                    </a:cubicBezTo>
                    <a:cubicBezTo>
                      <a:pt x="82" y="110"/>
                      <a:pt x="82" y="110"/>
                      <a:pt x="82" y="110"/>
                    </a:cubicBezTo>
                    <a:cubicBezTo>
                      <a:pt x="82" y="110"/>
                      <a:pt x="82" y="110"/>
                      <a:pt x="82" y="110"/>
                    </a:cubicBezTo>
                    <a:cubicBezTo>
                      <a:pt x="82" y="110"/>
                      <a:pt x="82" y="110"/>
                      <a:pt x="82" y="110"/>
                    </a:cubicBezTo>
                    <a:cubicBezTo>
                      <a:pt x="82" y="110"/>
                      <a:pt x="82" y="110"/>
                      <a:pt x="82" y="110"/>
                    </a:cubicBezTo>
                    <a:cubicBezTo>
                      <a:pt x="82" y="110"/>
                      <a:pt x="82" y="110"/>
                      <a:pt x="83" y="110"/>
                    </a:cubicBezTo>
                    <a:cubicBezTo>
                      <a:pt x="83" y="110"/>
                      <a:pt x="83" y="110"/>
                      <a:pt x="83" y="110"/>
                    </a:cubicBezTo>
                    <a:cubicBezTo>
                      <a:pt x="83" y="110"/>
                      <a:pt x="83" y="109"/>
                      <a:pt x="84" y="109"/>
                    </a:cubicBezTo>
                    <a:cubicBezTo>
                      <a:pt x="84" y="109"/>
                      <a:pt x="84" y="109"/>
                      <a:pt x="84" y="109"/>
                    </a:cubicBezTo>
                    <a:cubicBezTo>
                      <a:pt x="84" y="108"/>
                      <a:pt x="85" y="108"/>
                      <a:pt x="85" y="108"/>
                    </a:cubicBezTo>
                    <a:cubicBezTo>
                      <a:pt x="85" y="108"/>
                      <a:pt x="86" y="108"/>
                      <a:pt x="87" y="107"/>
                    </a:cubicBezTo>
                    <a:cubicBezTo>
                      <a:pt x="87" y="107"/>
                      <a:pt x="87" y="107"/>
                      <a:pt x="87" y="107"/>
                    </a:cubicBezTo>
                    <a:cubicBezTo>
                      <a:pt x="87" y="107"/>
                      <a:pt x="87" y="107"/>
                      <a:pt x="87" y="107"/>
                    </a:cubicBezTo>
                    <a:cubicBezTo>
                      <a:pt x="88" y="107"/>
                      <a:pt x="88" y="107"/>
                      <a:pt x="88" y="106"/>
                    </a:cubicBezTo>
                    <a:cubicBezTo>
                      <a:pt x="88" y="106"/>
                      <a:pt x="88" y="106"/>
                      <a:pt x="88" y="106"/>
                    </a:cubicBezTo>
                    <a:cubicBezTo>
                      <a:pt x="87" y="106"/>
                      <a:pt x="88" y="106"/>
                      <a:pt x="88" y="106"/>
                    </a:cubicBezTo>
                    <a:cubicBezTo>
                      <a:pt x="88" y="106"/>
                      <a:pt x="88" y="106"/>
                      <a:pt x="88" y="106"/>
                    </a:cubicBezTo>
                    <a:cubicBezTo>
                      <a:pt x="88" y="106"/>
                      <a:pt x="88" y="106"/>
                      <a:pt x="88" y="106"/>
                    </a:cubicBezTo>
                    <a:cubicBezTo>
                      <a:pt x="88" y="106"/>
                      <a:pt x="88"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1" y="105"/>
                    </a:cubicBezTo>
                    <a:cubicBezTo>
                      <a:pt x="91" y="105"/>
                      <a:pt x="91" y="105"/>
                      <a:pt x="91" y="105"/>
                    </a:cubicBezTo>
                    <a:cubicBezTo>
                      <a:pt x="91" y="105"/>
                      <a:pt x="91" y="105"/>
                      <a:pt x="91" y="105"/>
                    </a:cubicBezTo>
                    <a:cubicBezTo>
                      <a:pt x="91" y="105"/>
                      <a:pt x="91" y="104"/>
                      <a:pt x="91" y="104"/>
                    </a:cubicBezTo>
                    <a:cubicBezTo>
                      <a:pt x="91" y="104"/>
                      <a:pt x="91" y="104"/>
                      <a:pt x="91" y="104"/>
                    </a:cubicBezTo>
                    <a:cubicBezTo>
                      <a:pt x="91" y="104"/>
                      <a:pt x="91" y="104"/>
                      <a:pt x="92" y="104"/>
                    </a:cubicBezTo>
                    <a:cubicBezTo>
                      <a:pt x="92" y="104"/>
                      <a:pt x="92" y="104"/>
                      <a:pt x="92" y="104"/>
                    </a:cubicBezTo>
                    <a:cubicBezTo>
                      <a:pt x="92" y="104"/>
                      <a:pt x="92" y="103"/>
                      <a:pt x="92" y="103"/>
                    </a:cubicBezTo>
                    <a:cubicBezTo>
                      <a:pt x="92" y="103"/>
                      <a:pt x="92" y="103"/>
                      <a:pt x="92" y="103"/>
                    </a:cubicBezTo>
                    <a:cubicBezTo>
                      <a:pt x="92" y="103"/>
                      <a:pt x="92" y="103"/>
                      <a:pt x="92" y="103"/>
                    </a:cubicBezTo>
                    <a:cubicBezTo>
                      <a:pt x="92" y="104"/>
                      <a:pt x="92" y="104"/>
                      <a:pt x="92" y="104"/>
                    </a:cubicBezTo>
                    <a:cubicBezTo>
                      <a:pt x="92" y="104"/>
                      <a:pt x="92" y="104"/>
                      <a:pt x="92" y="104"/>
                    </a:cubicBezTo>
                    <a:cubicBezTo>
                      <a:pt x="93" y="104"/>
                      <a:pt x="93" y="103"/>
                      <a:pt x="93" y="103"/>
                    </a:cubicBezTo>
                    <a:cubicBezTo>
                      <a:pt x="93" y="103"/>
                      <a:pt x="93" y="103"/>
                      <a:pt x="93" y="103"/>
                    </a:cubicBezTo>
                    <a:cubicBezTo>
                      <a:pt x="93" y="103"/>
                      <a:pt x="93" y="103"/>
                      <a:pt x="93" y="103"/>
                    </a:cubicBezTo>
                    <a:cubicBezTo>
                      <a:pt x="93" y="103"/>
                      <a:pt x="93" y="103"/>
                      <a:pt x="93" y="103"/>
                    </a:cubicBezTo>
                    <a:cubicBezTo>
                      <a:pt x="93" y="103"/>
                      <a:pt x="93" y="103"/>
                      <a:pt x="93" y="103"/>
                    </a:cubicBezTo>
                    <a:cubicBezTo>
                      <a:pt x="93" y="103"/>
                      <a:pt x="93" y="103"/>
                      <a:pt x="93" y="102"/>
                    </a:cubicBezTo>
                    <a:cubicBezTo>
                      <a:pt x="93" y="102"/>
                      <a:pt x="94" y="102"/>
                      <a:pt x="94" y="102"/>
                    </a:cubicBezTo>
                    <a:cubicBezTo>
                      <a:pt x="94" y="102"/>
                      <a:pt x="94" y="102"/>
                      <a:pt x="94" y="102"/>
                    </a:cubicBezTo>
                    <a:cubicBezTo>
                      <a:pt x="94" y="102"/>
                      <a:pt x="94" y="102"/>
                      <a:pt x="94" y="102"/>
                    </a:cubicBezTo>
                    <a:cubicBezTo>
                      <a:pt x="94" y="102"/>
                      <a:pt x="94" y="102"/>
                      <a:pt x="94" y="102"/>
                    </a:cubicBezTo>
                    <a:cubicBezTo>
                      <a:pt x="94" y="102"/>
                      <a:pt x="94" y="102"/>
                      <a:pt x="94" y="102"/>
                    </a:cubicBezTo>
                    <a:cubicBezTo>
                      <a:pt x="94" y="102"/>
                      <a:pt x="94" y="101"/>
                      <a:pt x="94" y="101"/>
                    </a:cubicBezTo>
                    <a:cubicBezTo>
                      <a:pt x="94" y="100"/>
                      <a:pt x="94" y="100"/>
                      <a:pt x="94" y="100"/>
                    </a:cubicBezTo>
                    <a:cubicBezTo>
                      <a:pt x="94" y="100"/>
                      <a:pt x="94" y="100"/>
                      <a:pt x="94" y="100"/>
                    </a:cubicBezTo>
                    <a:cubicBezTo>
                      <a:pt x="95" y="99"/>
                      <a:pt x="95" y="99"/>
                      <a:pt x="95" y="99"/>
                    </a:cubicBezTo>
                    <a:cubicBezTo>
                      <a:pt x="95" y="99"/>
                      <a:pt x="95" y="99"/>
                      <a:pt x="95" y="99"/>
                    </a:cubicBezTo>
                    <a:cubicBezTo>
                      <a:pt x="95" y="99"/>
                      <a:pt x="95" y="99"/>
                      <a:pt x="95" y="99"/>
                    </a:cubicBezTo>
                    <a:cubicBezTo>
                      <a:pt x="95" y="99"/>
                      <a:pt x="95" y="99"/>
                      <a:pt x="95" y="99"/>
                    </a:cubicBezTo>
                    <a:cubicBezTo>
                      <a:pt x="95" y="99"/>
                      <a:pt x="95" y="99"/>
                      <a:pt x="95" y="99"/>
                    </a:cubicBezTo>
                    <a:cubicBezTo>
                      <a:pt x="95" y="99"/>
                      <a:pt x="95" y="99"/>
                      <a:pt x="95" y="99"/>
                    </a:cubicBezTo>
                    <a:cubicBezTo>
                      <a:pt x="95" y="99"/>
                      <a:pt x="95" y="99"/>
                      <a:pt x="95" y="99"/>
                    </a:cubicBezTo>
                    <a:cubicBezTo>
                      <a:pt x="95" y="99"/>
                      <a:pt x="95" y="99"/>
                      <a:pt x="95" y="99"/>
                    </a:cubicBezTo>
                    <a:cubicBezTo>
                      <a:pt x="95" y="98"/>
                      <a:pt x="96" y="98"/>
                      <a:pt x="96" y="98"/>
                    </a:cubicBezTo>
                    <a:cubicBezTo>
                      <a:pt x="96" y="98"/>
                      <a:pt x="96" y="98"/>
                      <a:pt x="96" y="98"/>
                    </a:cubicBezTo>
                    <a:cubicBezTo>
                      <a:pt x="96" y="98"/>
                      <a:pt x="96" y="97"/>
                      <a:pt x="97" y="96"/>
                    </a:cubicBezTo>
                    <a:cubicBezTo>
                      <a:pt x="97" y="96"/>
                      <a:pt x="97" y="96"/>
                      <a:pt x="97" y="96"/>
                    </a:cubicBezTo>
                    <a:cubicBezTo>
                      <a:pt x="97" y="96"/>
                      <a:pt x="96" y="96"/>
                      <a:pt x="96" y="96"/>
                    </a:cubicBezTo>
                    <a:cubicBezTo>
                      <a:pt x="96" y="96"/>
                      <a:pt x="96" y="96"/>
                      <a:pt x="96" y="96"/>
                    </a:cubicBezTo>
                    <a:cubicBezTo>
                      <a:pt x="96" y="96"/>
                      <a:pt x="96" y="96"/>
                      <a:pt x="96" y="96"/>
                    </a:cubicBezTo>
                    <a:cubicBezTo>
                      <a:pt x="96" y="96"/>
                      <a:pt x="96" y="96"/>
                      <a:pt x="96" y="96"/>
                    </a:cubicBezTo>
                    <a:cubicBezTo>
                      <a:pt x="96" y="96"/>
                      <a:pt x="96" y="96"/>
                      <a:pt x="96" y="96"/>
                    </a:cubicBezTo>
                    <a:cubicBezTo>
                      <a:pt x="96" y="96"/>
                      <a:pt x="96" y="95"/>
                      <a:pt x="96" y="95"/>
                    </a:cubicBezTo>
                    <a:cubicBezTo>
                      <a:pt x="96" y="95"/>
                      <a:pt x="95" y="95"/>
                      <a:pt x="95" y="95"/>
                    </a:cubicBezTo>
                    <a:cubicBezTo>
                      <a:pt x="95" y="95"/>
                      <a:pt x="95" y="95"/>
                      <a:pt x="95" y="95"/>
                    </a:cubicBezTo>
                    <a:cubicBezTo>
                      <a:pt x="95" y="94"/>
                      <a:pt x="95" y="94"/>
                      <a:pt x="95" y="94"/>
                    </a:cubicBezTo>
                    <a:cubicBezTo>
                      <a:pt x="95" y="94"/>
                      <a:pt x="95" y="94"/>
                      <a:pt x="94" y="94"/>
                    </a:cubicBezTo>
                    <a:cubicBezTo>
                      <a:pt x="94" y="94"/>
                      <a:pt x="94" y="94"/>
                      <a:pt x="94" y="94"/>
                    </a:cubicBezTo>
                    <a:cubicBezTo>
                      <a:pt x="94" y="94"/>
                      <a:pt x="94" y="94"/>
                      <a:pt x="94" y="94"/>
                    </a:cubicBezTo>
                    <a:cubicBezTo>
                      <a:pt x="94" y="94"/>
                      <a:pt x="94" y="94"/>
                      <a:pt x="94" y="94"/>
                    </a:cubicBezTo>
                    <a:cubicBezTo>
                      <a:pt x="93" y="94"/>
                      <a:pt x="93" y="94"/>
                      <a:pt x="93" y="94"/>
                    </a:cubicBezTo>
                    <a:cubicBezTo>
                      <a:pt x="93" y="94"/>
                      <a:pt x="93" y="94"/>
                      <a:pt x="93" y="94"/>
                    </a:cubicBezTo>
                    <a:cubicBezTo>
                      <a:pt x="93" y="93"/>
                      <a:pt x="93" y="93"/>
                      <a:pt x="93" y="93"/>
                    </a:cubicBezTo>
                    <a:cubicBezTo>
                      <a:pt x="93" y="93"/>
                      <a:pt x="92" y="93"/>
                      <a:pt x="92" y="93"/>
                    </a:cubicBezTo>
                    <a:cubicBezTo>
                      <a:pt x="92" y="93"/>
                      <a:pt x="92" y="93"/>
                      <a:pt x="92" y="93"/>
                    </a:cubicBezTo>
                    <a:cubicBezTo>
                      <a:pt x="92" y="93"/>
                      <a:pt x="92" y="93"/>
                      <a:pt x="92" y="92"/>
                    </a:cubicBezTo>
                    <a:cubicBezTo>
                      <a:pt x="92" y="92"/>
                      <a:pt x="92" y="92"/>
                      <a:pt x="92" y="92"/>
                    </a:cubicBezTo>
                    <a:cubicBezTo>
                      <a:pt x="92" y="92"/>
                      <a:pt x="92" y="92"/>
                      <a:pt x="92" y="92"/>
                    </a:cubicBezTo>
                    <a:cubicBezTo>
                      <a:pt x="92" y="92"/>
                      <a:pt x="92" y="92"/>
                      <a:pt x="92" y="91"/>
                    </a:cubicBezTo>
                    <a:cubicBezTo>
                      <a:pt x="92" y="91"/>
                      <a:pt x="92" y="91"/>
                      <a:pt x="92" y="91"/>
                    </a:cubicBezTo>
                    <a:cubicBezTo>
                      <a:pt x="92" y="91"/>
                      <a:pt x="92" y="91"/>
                      <a:pt x="92" y="91"/>
                    </a:cubicBezTo>
                    <a:cubicBezTo>
                      <a:pt x="92" y="91"/>
                      <a:pt x="92" y="91"/>
                      <a:pt x="92" y="91"/>
                    </a:cubicBezTo>
                    <a:cubicBezTo>
                      <a:pt x="92" y="91"/>
                      <a:pt x="92" y="91"/>
                      <a:pt x="92" y="91"/>
                    </a:cubicBezTo>
                    <a:cubicBezTo>
                      <a:pt x="92" y="91"/>
                      <a:pt x="92" y="91"/>
                      <a:pt x="92" y="91"/>
                    </a:cubicBezTo>
                    <a:cubicBezTo>
                      <a:pt x="92" y="91"/>
                      <a:pt x="92" y="90"/>
                      <a:pt x="92" y="90"/>
                    </a:cubicBezTo>
                    <a:cubicBezTo>
                      <a:pt x="92" y="90"/>
                      <a:pt x="92" y="90"/>
                      <a:pt x="92" y="90"/>
                    </a:cubicBezTo>
                    <a:cubicBezTo>
                      <a:pt x="92" y="90"/>
                      <a:pt x="92" y="90"/>
                      <a:pt x="92" y="90"/>
                    </a:cubicBezTo>
                    <a:cubicBezTo>
                      <a:pt x="92" y="90"/>
                      <a:pt x="92" y="90"/>
                      <a:pt x="92" y="90"/>
                    </a:cubicBezTo>
                    <a:cubicBezTo>
                      <a:pt x="92" y="90"/>
                      <a:pt x="92" y="90"/>
                      <a:pt x="92" y="90"/>
                    </a:cubicBezTo>
                    <a:cubicBezTo>
                      <a:pt x="92" y="90"/>
                      <a:pt x="92" y="90"/>
                      <a:pt x="92" y="90"/>
                    </a:cubicBezTo>
                    <a:cubicBezTo>
                      <a:pt x="92" y="90"/>
                      <a:pt x="92" y="90"/>
                      <a:pt x="92" y="90"/>
                    </a:cubicBezTo>
                    <a:cubicBezTo>
                      <a:pt x="92" y="90"/>
                      <a:pt x="92" y="90"/>
                      <a:pt x="92" y="90"/>
                    </a:cubicBezTo>
                    <a:cubicBezTo>
                      <a:pt x="92" y="90"/>
                      <a:pt x="92" y="90"/>
                      <a:pt x="92" y="90"/>
                    </a:cubicBezTo>
                    <a:cubicBezTo>
                      <a:pt x="92" y="90"/>
                      <a:pt x="92" y="90"/>
                      <a:pt x="92" y="90"/>
                    </a:cubicBezTo>
                    <a:cubicBezTo>
                      <a:pt x="92" y="91"/>
                      <a:pt x="92" y="91"/>
                      <a:pt x="91" y="91"/>
                    </a:cubicBezTo>
                    <a:cubicBezTo>
                      <a:pt x="91" y="91"/>
                      <a:pt x="91" y="91"/>
                      <a:pt x="91" y="91"/>
                    </a:cubicBezTo>
                    <a:cubicBezTo>
                      <a:pt x="91" y="91"/>
                      <a:pt x="91" y="92"/>
                      <a:pt x="91" y="92"/>
                    </a:cubicBezTo>
                    <a:cubicBezTo>
                      <a:pt x="91" y="92"/>
                      <a:pt x="91" y="92"/>
                      <a:pt x="91" y="92"/>
                    </a:cubicBezTo>
                    <a:cubicBezTo>
                      <a:pt x="91" y="92"/>
                      <a:pt x="91" y="92"/>
                      <a:pt x="91" y="92"/>
                    </a:cubicBezTo>
                    <a:cubicBezTo>
                      <a:pt x="91" y="92"/>
                      <a:pt x="90" y="92"/>
                      <a:pt x="90" y="92"/>
                    </a:cubicBezTo>
                    <a:cubicBezTo>
                      <a:pt x="90" y="92"/>
                      <a:pt x="90" y="92"/>
                      <a:pt x="90" y="92"/>
                    </a:cubicBezTo>
                    <a:cubicBezTo>
                      <a:pt x="90" y="92"/>
                      <a:pt x="90" y="92"/>
                      <a:pt x="90" y="92"/>
                    </a:cubicBezTo>
                    <a:cubicBezTo>
                      <a:pt x="90" y="92"/>
                      <a:pt x="90" y="92"/>
                      <a:pt x="90" y="92"/>
                    </a:cubicBezTo>
                    <a:cubicBezTo>
                      <a:pt x="90" y="93"/>
                      <a:pt x="90" y="93"/>
                      <a:pt x="90" y="93"/>
                    </a:cubicBezTo>
                    <a:cubicBezTo>
                      <a:pt x="90" y="93"/>
                      <a:pt x="90" y="93"/>
                      <a:pt x="90" y="93"/>
                    </a:cubicBezTo>
                    <a:cubicBezTo>
                      <a:pt x="90" y="93"/>
                      <a:pt x="90" y="93"/>
                      <a:pt x="90" y="94"/>
                    </a:cubicBezTo>
                    <a:cubicBezTo>
                      <a:pt x="90" y="94"/>
                      <a:pt x="90" y="94"/>
                      <a:pt x="90" y="94"/>
                    </a:cubicBezTo>
                    <a:cubicBezTo>
                      <a:pt x="90" y="94"/>
                      <a:pt x="89" y="94"/>
                      <a:pt x="89" y="94"/>
                    </a:cubicBezTo>
                    <a:cubicBezTo>
                      <a:pt x="89" y="94"/>
                      <a:pt x="88" y="94"/>
                      <a:pt x="88" y="94"/>
                    </a:cubicBezTo>
                    <a:cubicBezTo>
                      <a:pt x="88" y="94"/>
                      <a:pt x="88" y="94"/>
                      <a:pt x="88" y="94"/>
                    </a:cubicBezTo>
                    <a:cubicBezTo>
                      <a:pt x="88" y="94"/>
                      <a:pt x="87" y="94"/>
                      <a:pt x="87" y="94"/>
                    </a:cubicBezTo>
                    <a:cubicBezTo>
                      <a:pt x="87" y="94"/>
                      <a:pt x="87" y="94"/>
                      <a:pt x="87" y="94"/>
                    </a:cubicBezTo>
                    <a:cubicBezTo>
                      <a:pt x="87" y="94"/>
                      <a:pt x="87" y="94"/>
                      <a:pt x="87" y="94"/>
                    </a:cubicBezTo>
                    <a:cubicBezTo>
                      <a:pt x="87" y="94"/>
                      <a:pt x="87" y="94"/>
                      <a:pt x="87" y="94"/>
                    </a:cubicBezTo>
                    <a:cubicBezTo>
                      <a:pt x="87" y="94"/>
                      <a:pt x="87" y="94"/>
                      <a:pt x="87" y="94"/>
                    </a:cubicBezTo>
                    <a:cubicBezTo>
                      <a:pt x="87" y="94"/>
                      <a:pt x="87" y="94"/>
                      <a:pt x="87" y="94"/>
                    </a:cubicBezTo>
                    <a:cubicBezTo>
                      <a:pt x="86" y="94"/>
                      <a:pt x="86" y="94"/>
                      <a:pt x="86" y="94"/>
                    </a:cubicBezTo>
                    <a:cubicBezTo>
                      <a:pt x="86" y="94"/>
                      <a:pt x="86" y="94"/>
                      <a:pt x="86" y="94"/>
                    </a:cubicBezTo>
                    <a:cubicBezTo>
                      <a:pt x="86" y="94"/>
                      <a:pt x="86" y="94"/>
                      <a:pt x="86" y="94"/>
                    </a:cubicBezTo>
                    <a:cubicBezTo>
                      <a:pt x="86" y="94"/>
                      <a:pt x="86" y="94"/>
                      <a:pt x="86" y="94"/>
                    </a:cubicBezTo>
                    <a:cubicBezTo>
                      <a:pt x="86" y="94"/>
                      <a:pt x="86" y="94"/>
                      <a:pt x="86" y="94"/>
                    </a:cubicBezTo>
                    <a:cubicBezTo>
                      <a:pt x="86" y="94"/>
                      <a:pt x="86" y="94"/>
                      <a:pt x="86" y="94"/>
                    </a:cubicBezTo>
                    <a:cubicBezTo>
                      <a:pt x="86" y="94"/>
                      <a:pt x="86" y="94"/>
                      <a:pt x="86" y="94"/>
                    </a:cubicBezTo>
                    <a:cubicBezTo>
                      <a:pt x="86" y="94"/>
                      <a:pt x="86" y="94"/>
                      <a:pt x="86" y="94"/>
                    </a:cubicBezTo>
                    <a:cubicBezTo>
                      <a:pt x="86" y="94"/>
                      <a:pt x="86" y="94"/>
                      <a:pt x="86" y="94"/>
                    </a:cubicBezTo>
                    <a:cubicBezTo>
                      <a:pt x="86" y="94"/>
                      <a:pt x="86" y="94"/>
                      <a:pt x="86" y="94"/>
                    </a:cubicBezTo>
                    <a:cubicBezTo>
                      <a:pt x="86" y="93"/>
                      <a:pt x="86" y="93"/>
                      <a:pt x="86" y="93"/>
                    </a:cubicBezTo>
                    <a:cubicBezTo>
                      <a:pt x="86" y="93"/>
                      <a:pt x="86" y="93"/>
                      <a:pt x="86" y="93"/>
                    </a:cubicBezTo>
                    <a:cubicBezTo>
                      <a:pt x="86" y="93"/>
                      <a:pt x="86" y="93"/>
                      <a:pt x="86" y="93"/>
                    </a:cubicBezTo>
                    <a:cubicBezTo>
                      <a:pt x="86" y="93"/>
                      <a:pt x="86" y="93"/>
                      <a:pt x="86" y="93"/>
                    </a:cubicBezTo>
                    <a:cubicBezTo>
                      <a:pt x="86" y="93"/>
                      <a:pt x="86" y="93"/>
                      <a:pt x="86" y="93"/>
                    </a:cubicBezTo>
                    <a:cubicBezTo>
                      <a:pt x="86" y="93"/>
                      <a:pt x="86" y="93"/>
                      <a:pt x="86" y="93"/>
                    </a:cubicBezTo>
                    <a:cubicBezTo>
                      <a:pt x="86" y="93"/>
                      <a:pt x="86" y="93"/>
                      <a:pt x="86" y="93"/>
                    </a:cubicBezTo>
                    <a:cubicBezTo>
                      <a:pt x="86" y="93"/>
                      <a:pt x="86" y="93"/>
                      <a:pt x="86" y="93"/>
                    </a:cubicBezTo>
                    <a:cubicBezTo>
                      <a:pt x="86" y="93"/>
                      <a:pt x="86" y="93"/>
                      <a:pt x="86" y="93"/>
                    </a:cubicBezTo>
                    <a:cubicBezTo>
                      <a:pt x="86" y="93"/>
                      <a:pt x="86" y="92"/>
                      <a:pt x="86" y="92"/>
                    </a:cubicBezTo>
                    <a:cubicBezTo>
                      <a:pt x="87" y="92"/>
                      <a:pt x="87" y="92"/>
                      <a:pt x="86" y="92"/>
                    </a:cubicBezTo>
                    <a:cubicBezTo>
                      <a:pt x="86" y="92"/>
                      <a:pt x="86" y="92"/>
                      <a:pt x="86" y="92"/>
                    </a:cubicBezTo>
                    <a:cubicBezTo>
                      <a:pt x="86" y="92"/>
                      <a:pt x="86" y="91"/>
                      <a:pt x="86" y="91"/>
                    </a:cubicBezTo>
                    <a:cubicBezTo>
                      <a:pt x="86" y="91"/>
                      <a:pt x="86" y="91"/>
                      <a:pt x="86" y="91"/>
                    </a:cubicBezTo>
                    <a:cubicBezTo>
                      <a:pt x="86" y="91"/>
                      <a:pt x="86" y="91"/>
                      <a:pt x="86" y="91"/>
                    </a:cubicBezTo>
                    <a:cubicBezTo>
                      <a:pt x="86" y="91"/>
                      <a:pt x="86" y="91"/>
                      <a:pt x="86" y="91"/>
                    </a:cubicBezTo>
                    <a:cubicBezTo>
                      <a:pt x="86" y="91"/>
                      <a:pt x="86" y="91"/>
                      <a:pt x="86" y="91"/>
                    </a:cubicBezTo>
                    <a:cubicBezTo>
                      <a:pt x="86" y="91"/>
                      <a:pt x="86" y="91"/>
                      <a:pt x="86" y="91"/>
                    </a:cubicBezTo>
                    <a:cubicBezTo>
                      <a:pt x="86" y="91"/>
                      <a:pt x="86" y="91"/>
                      <a:pt x="85" y="91"/>
                    </a:cubicBezTo>
                    <a:cubicBezTo>
                      <a:pt x="85" y="91"/>
                      <a:pt x="85" y="91"/>
                      <a:pt x="85" y="91"/>
                    </a:cubicBezTo>
                    <a:cubicBezTo>
                      <a:pt x="85" y="91"/>
                      <a:pt x="85" y="91"/>
                      <a:pt x="85" y="91"/>
                    </a:cubicBezTo>
                    <a:cubicBezTo>
                      <a:pt x="85" y="91"/>
                      <a:pt x="85" y="92"/>
                      <a:pt x="85" y="92"/>
                    </a:cubicBezTo>
                    <a:cubicBezTo>
                      <a:pt x="85" y="92"/>
                      <a:pt x="85" y="92"/>
                      <a:pt x="85" y="92"/>
                    </a:cubicBezTo>
                    <a:cubicBezTo>
                      <a:pt x="85" y="92"/>
                      <a:pt x="85" y="92"/>
                      <a:pt x="85" y="92"/>
                    </a:cubicBezTo>
                    <a:cubicBezTo>
                      <a:pt x="85" y="92"/>
                      <a:pt x="85" y="92"/>
                      <a:pt x="85" y="93"/>
                    </a:cubicBezTo>
                    <a:cubicBezTo>
                      <a:pt x="85" y="93"/>
                      <a:pt x="85" y="93"/>
                      <a:pt x="85" y="93"/>
                    </a:cubicBezTo>
                    <a:cubicBezTo>
                      <a:pt x="85" y="93"/>
                      <a:pt x="85" y="93"/>
                      <a:pt x="85" y="93"/>
                    </a:cubicBezTo>
                    <a:cubicBezTo>
                      <a:pt x="85" y="93"/>
                      <a:pt x="85" y="93"/>
                      <a:pt x="85" y="93"/>
                    </a:cubicBezTo>
                    <a:cubicBezTo>
                      <a:pt x="85" y="93"/>
                      <a:pt x="85" y="93"/>
                      <a:pt x="85" y="93"/>
                    </a:cubicBezTo>
                    <a:cubicBezTo>
                      <a:pt x="85" y="92"/>
                      <a:pt x="85" y="92"/>
                      <a:pt x="85" y="92"/>
                    </a:cubicBezTo>
                    <a:cubicBezTo>
                      <a:pt x="85" y="92"/>
                      <a:pt x="85" y="92"/>
                      <a:pt x="85" y="92"/>
                    </a:cubicBezTo>
                    <a:cubicBezTo>
                      <a:pt x="85" y="92"/>
                      <a:pt x="85" y="92"/>
                      <a:pt x="85" y="92"/>
                    </a:cubicBezTo>
                    <a:cubicBezTo>
                      <a:pt x="85" y="92"/>
                      <a:pt x="85" y="92"/>
                      <a:pt x="85" y="92"/>
                    </a:cubicBezTo>
                    <a:cubicBezTo>
                      <a:pt x="85" y="92"/>
                      <a:pt x="85" y="92"/>
                      <a:pt x="85" y="92"/>
                    </a:cubicBezTo>
                    <a:cubicBezTo>
                      <a:pt x="85" y="92"/>
                      <a:pt x="85" y="92"/>
                      <a:pt x="85" y="92"/>
                    </a:cubicBezTo>
                    <a:cubicBezTo>
                      <a:pt x="85" y="92"/>
                      <a:pt x="85" y="92"/>
                      <a:pt x="85" y="92"/>
                    </a:cubicBezTo>
                    <a:cubicBezTo>
                      <a:pt x="85" y="92"/>
                      <a:pt x="85" y="92"/>
                      <a:pt x="85" y="92"/>
                    </a:cubicBezTo>
                    <a:cubicBezTo>
                      <a:pt x="85" y="92"/>
                      <a:pt x="85" y="91"/>
                      <a:pt x="85" y="91"/>
                    </a:cubicBezTo>
                    <a:cubicBezTo>
                      <a:pt x="85" y="91"/>
                      <a:pt x="85" y="91"/>
                      <a:pt x="84" y="91"/>
                    </a:cubicBezTo>
                    <a:cubicBezTo>
                      <a:pt x="84" y="91"/>
                      <a:pt x="84" y="91"/>
                      <a:pt x="84" y="91"/>
                    </a:cubicBezTo>
                    <a:cubicBezTo>
                      <a:pt x="84" y="91"/>
                      <a:pt x="84" y="91"/>
                      <a:pt x="84" y="91"/>
                    </a:cubicBezTo>
                    <a:cubicBezTo>
                      <a:pt x="84" y="91"/>
                      <a:pt x="84" y="91"/>
                      <a:pt x="84" y="91"/>
                    </a:cubicBezTo>
                    <a:cubicBezTo>
                      <a:pt x="84" y="90"/>
                      <a:pt x="84" y="90"/>
                      <a:pt x="84" y="90"/>
                    </a:cubicBezTo>
                    <a:cubicBezTo>
                      <a:pt x="84" y="90"/>
                      <a:pt x="84" y="90"/>
                      <a:pt x="84" y="90"/>
                    </a:cubicBezTo>
                    <a:cubicBezTo>
                      <a:pt x="84" y="90"/>
                      <a:pt x="84" y="90"/>
                      <a:pt x="84" y="89"/>
                    </a:cubicBezTo>
                    <a:cubicBezTo>
                      <a:pt x="84" y="89"/>
                      <a:pt x="84" y="89"/>
                      <a:pt x="84" y="89"/>
                    </a:cubicBezTo>
                    <a:cubicBezTo>
                      <a:pt x="84" y="89"/>
                      <a:pt x="84" y="89"/>
                      <a:pt x="84" y="89"/>
                    </a:cubicBezTo>
                    <a:cubicBezTo>
                      <a:pt x="84" y="89"/>
                      <a:pt x="84" y="89"/>
                      <a:pt x="84" y="89"/>
                    </a:cubicBezTo>
                    <a:cubicBezTo>
                      <a:pt x="84" y="89"/>
                      <a:pt x="84" y="89"/>
                      <a:pt x="84" y="89"/>
                    </a:cubicBezTo>
                    <a:cubicBezTo>
                      <a:pt x="84" y="89"/>
                      <a:pt x="84" y="89"/>
                      <a:pt x="84" y="89"/>
                    </a:cubicBezTo>
                    <a:cubicBezTo>
                      <a:pt x="84" y="89"/>
                      <a:pt x="84" y="89"/>
                      <a:pt x="84" y="89"/>
                    </a:cubicBezTo>
                    <a:cubicBezTo>
                      <a:pt x="83" y="89"/>
                      <a:pt x="83" y="89"/>
                      <a:pt x="83" y="89"/>
                    </a:cubicBezTo>
                    <a:cubicBezTo>
                      <a:pt x="83" y="89"/>
                      <a:pt x="83" y="89"/>
                      <a:pt x="83" y="89"/>
                    </a:cubicBezTo>
                    <a:cubicBezTo>
                      <a:pt x="83" y="89"/>
                      <a:pt x="83" y="89"/>
                      <a:pt x="83" y="89"/>
                    </a:cubicBezTo>
                    <a:cubicBezTo>
                      <a:pt x="83" y="89"/>
                      <a:pt x="83" y="89"/>
                      <a:pt x="83" y="89"/>
                    </a:cubicBezTo>
                    <a:cubicBezTo>
                      <a:pt x="83" y="89"/>
                      <a:pt x="83" y="89"/>
                      <a:pt x="83" y="89"/>
                    </a:cubicBezTo>
                    <a:cubicBezTo>
                      <a:pt x="83" y="89"/>
                      <a:pt x="83" y="89"/>
                      <a:pt x="83" y="89"/>
                    </a:cubicBezTo>
                    <a:cubicBezTo>
                      <a:pt x="83" y="89"/>
                      <a:pt x="83" y="89"/>
                      <a:pt x="83" y="89"/>
                    </a:cubicBezTo>
                    <a:cubicBezTo>
                      <a:pt x="83" y="89"/>
                      <a:pt x="83" y="89"/>
                      <a:pt x="83" y="89"/>
                    </a:cubicBezTo>
                    <a:cubicBezTo>
                      <a:pt x="83" y="89"/>
                      <a:pt x="83" y="89"/>
                      <a:pt x="83" y="89"/>
                    </a:cubicBezTo>
                    <a:cubicBezTo>
                      <a:pt x="83" y="89"/>
                      <a:pt x="83" y="89"/>
                      <a:pt x="83" y="89"/>
                    </a:cubicBezTo>
                    <a:cubicBezTo>
                      <a:pt x="83" y="89"/>
                      <a:pt x="83" y="89"/>
                      <a:pt x="83" y="89"/>
                    </a:cubicBezTo>
                    <a:cubicBezTo>
                      <a:pt x="83" y="88"/>
                      <a:pt x="83" y="88"/>
                      <a:pt x="83" y="88"/>
                    </a:cubicBezTo>
                    <a:cubicBezTo>
                      <a:pt x="83" y="88"/>
                      <a:pt x="83" y="88"/>
                      <a:pt x="83" y="88"/>
                    </a:cubicBezTo>
                    <a:cubicBezTo>
                      <a:pt x="83" y="88"/>
                      <a:pt x="83" y="88"/>
                      <a:pt x="83" y="88"/>
                    </a:cubicBezTo>
                    <a:cubicBezTo>
                      <a:pt x="83" y="88"/>
                      <a:pt x="83" y="88"/>
                      <a:pt x="83" y="88"/>
                    </a:cubicBezTo>
                    <a:cubicBezTo>
                      <a:pt x="83" y="88"/>
                      <a:pt x="83" y="88"/>
                      <a:pt x="83" y="88"/>
                    </a:cubicBezTo>
                    <a:cubicBezTo>
                      <a:pt x="83" y="88"/>
                      <a:pt x="83" y="88"/>
                      <a:pt x="83" y="88"/>
                    </a:cubicBezTo>
                    <a:cubicBezTo>
                      <a:pt x="83" y="88"/>
                      <a:pt x="83" y="88"/>
                      <a:pt x="83" y="88"/>
                    </a:cubicBezTo>
                    <a:cubicBezTo>
                      <a:pt x="82" y="88"/>
                      <a:pt x="82" y="87"/>
                      <a:pt x="82" y="87"/>
                    </a:cubicBezTo>
                    <a:cubicBezTo>
                      <a:pt x="82" y="87"/>
                      <a:pt x="82" y="87"/>
                      <a:pt x="82" y="87"/>
                    </a:cubicBezTo>
                    <a:cubicBezTo>
                      <a:pt x="82" y="87"/>
                      <a:pt x="82" y="87"/>
                      <a:pt x="82" y="87"/>
                    </a:cubicBezTo>
                    <a:cubicBezTo>
                      <a:pt x="82" y="87"/>
                      <a:pt x="82" y="87"/>
                      <a:pt x="82" y="87"/>
                    </a:cubicBezTo>
                    <a:cubicBezTo>
                      <a:pt x="82" y="87"/>
                      <a:pt x="82" y="87"/>
                      <a:pt x="82" y="87"/>
                    </a:cubicBezTo>
                    <a:cubicBezTo>
                      <a:pt x="82" y="87"/>
                      <a:pt x="82" y="87"/>
                      <a:pt x="82" y="87"/>
                    </a:cubicBezTo>
                    <a:cubicBezTo>
                      <a:pt x="82" y="87"/>
                      <a:pt x="82" y="87"/>
                      <a:pt x="82" y="87"/>
                    </a:cubicBezTo>
                    <a:cubicBezTo>
                      <a:pt x="82" y="86"/>
                      <a:pt x="82" y="86"/>
                      <a:pt x="82" y="86"/>
                    </a:cubicBezTo>
                    <a:cubicBezTo>
                      <a:pt x="82" y="86"/>
                      <a:pt x="82" y="86"/>
                      <a:pt x="82" y="86"/>
                    </a:cubicBezTo>
                    <a:cubicBezTo>
                      <a:pt x="82" y="86"/>
                      <a:pt x="81" y="86"/>
                      <a:pt x="81" y="85"/>
                    </a:cubicBezTo>
                    <a:cubicBezTo>
                      <a:pt x="81" y="85"/>
                      <a:pt x="82" y="85"/>
                      <a:pt x="82" y="85"/>
                    </a:cubicBezTo>
                    <a:cubicBezTo>
                      <a:pt x="82" y="85"/>
                      <a:pt x="82" y="85"/>
                      <a:pt x="82" y="85"/>
                    </a:cubicBezTo>
                    <a:cubicBezTo>
                      <a:pt x="82" y="85"/>
                      <a:pt x="82" y="85"/>
                      <a:pt x="82" y="85"/>
                    </a:cubicBezTo>
                    <a:cubicBezTo>
                      <a:pt x="82" y="85"/>
                      <a:pt x="82" y="85"/>
                      <a:pt x="82" y="85"/>
                    </a:cubicBezTo>
                    <a:cubicBezTo>
                      <a:pt x="82" y="85"/>
                      <a:pt x="82" y="85"/>
                      <a:pt x="82" y="85"/>
                    </a:cubicBezTo>
                    <a:cubicBezTo>
                      <a:pt x="82" y="85"/>
                      <a:pt x="82" y="85"/>
                      <a:pt x="82" y="85"/>
                    </a:cubicBezTo>
                    <a:cubicBezTo>
                      <a:pt x="82" y="85"/>
                      <a:pt x="82" y="85"/>
                      <a:pt x="82" y="85"/>
                    </a:cubicBezTo>
                    <a:cubicBezTo>
                      <a:pt x="82" y="85"/>
                      <a:pt x="82" y="85"/>
                      <a:pt x="82" y="85"/>
                    </a:cubicBezTo>
                    <a:cubicBezTo>
                      <a:pt x="82" y="85"/>
                      <a:pt x="82" y="85"/>
                      <a:pt x="82" y="85"/>
                    </a:cubicBezTo>
                    <a:cubicBezTo>
                      <a:pt x="82" y="85"/>
                      <a:pt x="82" y="84"/>
                      <a:pt x="82" y="84"/>
                    </a:cubicBezTo>
                    <a:cubicBezTo>
                      <a:pt x="82" y="84"/>
                      <a:pt x="82" y="84"/>
                      <a:pt x="82" y="84"/>
                    </a:cubicBezTo>
                    <a:cubicBezTo>
                      <a:pt x="82" y="85"/>
                      <a:pt x="82" y="85"/>
                      <a:pt x="82" y="85"/>
                    </a:cubicBezTo>
                    <a:cubicBezTo>
                      <a:pt x="82" y="85"/>
                      <a:pt x="82" y="85"/>
                      <a:pt x="82" y="85"/>
                    </a:cubicBezTo>
                    <a:cubicBezTo>
                      <a:pt x="82" y="85"/>
                      <a:pt x="82" y="84"/>
                      <a:pt x="82" y="84"/>
                    </a:cubicBezTo>
                    <a:cubicBezTo>
                      <a:pt x="82" y="84"/>
                      <a:pt x="82" y="84"/>
                      <a:pt x="82" y="84"/>
                    </a:cubicBezTo>
                    <a:cubicBezTo>
                      <a:pt x="82" y="84"/>
                      <a:pt x="82" y="84"/>
                      <a:pt x="82" y="84"/>
                    </a:cubicBezTo>
                    <a:cubicBezTo>
                      <a:pt x="82" y="84"/>
                      <a:pt x="82" y="84"/>
                      <a:pt x="82" y="84"/>
                    </a:cubicBezTo>
                    <a:cubicBezTo>
                      <a:pt x="82" y="84"/>
                      <a:pt x="82" y="85"/>
                      <a:pt x="82" y="85"/>
                    </a:cubicBezTo>
                    <a:cubicBezTo>
                      <a:pt x="82" y="85"/>
                      <a:pt x="82" y="85"/>
                      <a:pt x="82" y="85"/>
                    </a:cubicBezTo>
                    <a:cubicBezTo>
                      <a:pt x="82" y="85"/>
                      <a:pt x="82" y="85"/>
                      <a:pt x="82" y="85"/>
                    </a:cubicBezTo>
                    <a:cubicBezTo>
                      <a:pt x="82" y="85"/>
                      <a:pt x="82" y="85"/>
                      <a:pt x="83" y="85"/>
                    </a:cubicBezTo>
                    <a:cubicBezTo>
                      <a:pt x="83" y="85"/>
                      <a:pt x="83" y="85"/>
                      <a:pt x="83" y="85"/>
                    </a:cubicBezTo>
                    <a:cubicBezTo>
                      <a:pt x="83" y="85"/>
                      <a:pt x="83" y="85"/>
                      <a:pt x="83" y="85"/>
                    </a:cubicBezTo>
                    <a:cubicBezTo>
                      <a:pt x="83" y="85"/>
                      <a:pt x="83" y="85"/>
                      <a:pt x="83" y="85"/>
                    </a:cubicBezTo>
                    <a:cubicBezTo>
                      <a:pt x="83" y="85"/>
                      <a:pt x="83" y="85"/>
                      <a:pt x="83" y="85"/>
                    </a:cubicBezTo>
                    <a:cubicBezTo>
                      <a:pt x="83" y="85"/>
                      <a:pt x="83" y="85"/>
                      <a:pt x="83" y="85"/>
                    </a:cubicBezTo>
                    <a:cubicBezTo>
                      <a:pt x="83" y="85"/>
                      <a:pt x="83" y="85"/>
                      <a:pt x="83" y="85"/>
                    </a:cubicBezTo>
                    <a:cubicBezTo>
                      <a:pt x="83" y="85"/>
                      <a:pt x="83" y="85"/>
                      <a:pt x="83" y="84"/>
                    </a:cubicBezTo>
                    <a:cubicBezTo>
                      <a:pt x="83" y="84"/>
                      <a:pt x="83" y="84"/>
                      <a:pt x="83" y="84"/>
                    </a:cubicBezTo>
                    <a:cubicBezTo>
                      <a:pt x="83" y="84"/>
                      <a:pt x="83" y="84"/>
                      <a:pt x="83" y="84"/>
                    </a:cubicBezTo>
                    <a:cubicBezTo>
                      <a:pt x="83" y="84"/>
                      <a:pt x="83" y="84"/>
                      <a:pt x="83" y="84"/>
                    </a:cubicBezTo>
                    <a:cubicBezTo>
                      <a:pt x="83" y="84"/>
                      <a:pt x="83" y="84"/>
                      <a:pt x="83" y="84"/>
                    </a:cubicBezTo>
                    <a:cubicBezTo>
                      <a:pt x="83" y="84"/>
                      <a:pt x="83" y="84"/>
                      <a:pt x="83" y="84"/>
                    </a:cubicBezTo>
                    <a:cubicBezTo>
                      <a:pt x="83" y="84"/>
                      <a:pt x="83" y="84"/>
                      <a:pt x="83" y="84"/>
                    </a:cubicBezTo>
                    <a:cubicBezTo>
                      <a:pt x="83" y="84"/>
                      <a:pt x="83" y="84"/>
                      <a:pt x="83" y="84"/>
                    </a:cubicBezTo>
                    <a:cubicBezTo>
                      <a:pt x="84" y="84"/>
                      <a:pt x="84" y="84"/>
                      <a:pt x="84" y="84"/>
                    </a:cubicBezTo>
                    <a:cubicBezTo>
                      <a:pt x="84" y="84"/>
                      <a:pt x="84" y="84"/>
                      <a:pt x="84" y="85"/>
                    </a:cubicBezTo>
                    <a:cubicBezTo>
                      <a:pt x="84" y="85"/>
                      <a:pt x="84" y="85"/>
                      <a:pt x="84" y="85"/>
                    </a:cubicBezTo>
                    <a:cubicBezTo>
                      <a:pt x="84" y="85"/>
                      <a:pt x="84" y="84"/>
                      <a:pt x="84" y="84"/>
                    </a:cubicBezTo>
                    <a:cubicBezTo>
                      <a:pt x="84" y="84"/>
                      <a:pt x="84" y="84"/>
                      <a:pt x="84" y="84"/>
                    </a:cubicBezTo>
                    <a:cubicBezTo>
                      <a:pt x="84" y="84"/>
                      <a:pt x="84" y="84"/>
                      <a:pt x="84" y="84"/>
                    </a:cubicBezTo>
                    <a:cubicBezTo>
                      <a:pt x="84" y="84"/>
                      <a:pt x="84" y="84"/>
                      <a:pt x="84" y="84"/>
                    </a:cubicBezTo>
                    <a:cubicBezTo>
                      <a:pt x="84" y="84"/>
                      <a:pt x="84" y="85"/>
                      <a:pt x="84" y="85"/>
                    </a:cubicBezTo>
                    <a:cubicBezTo>
                      <a:pt x="84" y="85"/>
                      <a:pt x="84" y="85"/>
                      <a:pt x="85" y="85"/>
                    </a:cubicBezTo>
                    <a:cubicBezTo>
                      <a:pt x="85" y="85"/>
                      <a:pt x="85" y="85"/>
                      <a:pt x="85" y="85"/>
                    </a:cubicBezTo>
                    <a:cubicBezTo>
                      <a:pt x="85" y="85"/>
                      <a:pt x="85" y="85"/>
                      <a:pt x="85" y="86"/>
                    </a:cubicBezTo>
                    <a:cubicBezTo>
                      <a:pt x="85" y="86"/>
                      <a:pt x="85" y="86"/>
                      <a:pt x="85" y="86"/>
                    </a:cubicBezTo>
                    <a:cubicBezTo>
                      <a:pt x="85" y="86"/>
                      <a:pt x="85" y="86"/>
                      <a:pt x="85" y="86"/>
                    </a:cubicBezTo>
                    <a:cubicBezTo>
                      <a:pt x="85" y="86"/>
                      <a:pt x="85" y="86"/>
                      <a:pt x="85" y="86"/>
                    </a:cubicBezTo>
                    <a:cubicBezTo>
                      <a:pt x="85" y="86"/>
                      <a:pt x="85" y="86"/>
                      <a:pt x="85" y="86"/>
                    </a:cubicBezTo>
                    <a:cubicBezTo>
                      <a:pt x="85" y="86"/>
                      <a:pt x="85" y="86"/>
                      <a:pt x="85" y="86"/>
                    </a:cubicBezTo>
                    <a:cubicBezTo>
                      <a:pt x="85" y="86"/>
                      <a:pt x="85" y="87"/>
                      <a:pt x="86" y="87"/>
                    </a:cubicBezTo>
                    <a:cubicBezTo>
                      <a:pt x="86" y="87"/>
                      <a:pt x="86" y="87"/>
                      <a:pt x="86" y="87"/>
                    </a:cubicBezTo>
                    <a:cubicBezTo>
                      <a:pt x="86" y="87"/>
                      <a:pt x="86" y="87"/>
                      <a:pt x="86" y="87"/>
                    </a:cubicBezTo>
                    <a:cubicBezTo>
                      <a:pt x="86" y="87"/>
                      <a:pt x="86" y="88"/>
                      <a:pt x="86" y="88"/>
                    </a:cubicBezTo>
                    <a:cubicBezTo>
                      <a:pt x="86" y="88"/>
                      <a:pt x="86" y="88"/>
                      <a:pt x="86" y="88"/>
                    </a:cubicBezTo>
                    <a:cubicBezTo>
                      <a:pt x="86" y="88"/>
                      <a:pt x="86" y="88"/>
                      <a:pt x="86" y="88"/>
                    </a:cubicBezTo>
                    <a:cubicBezTo>
                      <a:pt x="86" y="88"/>
                      <a:pt x="86" y="88"/>
                      <a:pt x="86" y="88"/>
                    </a:cubicBezTo>
                    <a:cubicBezTo>
                      <a:pt x="86" y="88"/>
                      <a:pt x="86" y="88"/>
                      <a:pt x="86" y="88"/>
                    </a:cubicBezTo>
                    <a:cubicBezTo>
                      <a:pt x="87" y="88"/>
                      <a:pt x="87" y="88"/>
                      <a:pt x="87" y="88"/>
                    </a:cubicBezTo>
                    <a:cubicBezTo>
                      <a:pt x="87" y="88"/>
                      <a:pt x="87" y="88"/>
                      <a:pt x="87" y="88"/>
                    </a:cubicBezTo>
                    <a:cubicBezTo>
                      <a:pt x="87" y="88"/>
                      <a:pt x="87" y="89"/>
                      <a:pt x="87" y="89"/>
                    </a:cubicBezTo>
                    <a:cubicBezTo>
                      <a:pt x="87" y="89"/>
                      <a:pt x="87" y="89"/>
                      <a:pt x="87" y="89"/>
                    </a:cubicBezTo>
                    <a:cubicBezTo>
                      <a:pt x="87" y="89"/>
                      <a:pt x="87" y="89"/>
                      <a:pt x="87" y="89"/>
                    </a:cubicBezTo>
                    <a:cubicBezTo>
                      <a:pt x="87" y="89"/>
                      <a:pt x="87" y="89"/>
                      <a:pt x="87" y="89"/>
                    </a:cubicBezTo>
                    <a:cubicBezTo>
                      <a:pt x="88" y="89"/>
                      <a:pt x="88" y="89"/>
                      <a:pt x="88" y="89"/>
                    </a:cubicBezTo>
                    <a:cubicBezTo>
                      <a:pt x="88" y="89"/>
                      <a:pt x="88" y="89"/>
                      <a:pt x="88" y="89"/>
                    </a:cubicBezTo>
                    <a:cubicBezTo>
                      <a:pt x="88" y="89"/>
                      <a:pt x="88" y="89"/>
                      <a:pt x="88" y="89"/>
                    </a:cubicBezTo>
                    <a:cubicBezTo>
                      <a:pt x="88" y="89"/>
                      <a:pt x="88" y="89"/>
                      <a:pt x="88" y="89"/>
                    </a:cubicBezTo>
                    <a:cubicBezTo>
                      <a:pt x="88" y="89"/>
                      <a:pt x="88" y="89"/>
                      <a:pt x="88" y="89"/>
                    </a:cubicBezTo>
                    <a:cubicBezTo>
                      <a:pt x="88" y="89"/>
                      <a:pt x="88" y="89"/>
                      <a:pt x="88" y="89"/>
                    </a:cubicBezTo>
                    <a:cubicBezTo>
                      <a:pt x="88" y="89"/>
                      <a:pt x="88" y="89"/>
                      <a:pt x="88" y="89"/>
                    </a:cubicBezTo>
                    <a:cubicBezTo>
                      <a:pt x="88" y="89"/>
                      <a:pt x="88" y="90"/>
                      <a:pt x="89" y="90"/>
                    </a:cubicBezTo>
                    <a:cubicBezTo>
                      <a:pt x="89" y="90"/>
                      <a:pt x="89" y="90"/>
                      <a:pt x="89" y="90"/>
                    </a:cubicBezTo>
                    <a:cubicBezTo>
                      <a:pt x="89" y="90"/>
                      <a:pt x="89" y="90"/>
                      <a:pt x="89" y="90"/>
                    </a:cubicBezTo>
                    <a:cubicBezTo>
                      <a:pt x="89" y="90"/>
                      <a:pt x="89" y="90"/>
                      <a:pt x="89" y="90"/>
                    </a:cubicBezTo>
                    <a:cubicBezTo>
                      <a:pt x="89" y="90"/>
                      <a:pt x="89" y="90"/>
                      <a:pt x="89" y="90"/>
                    </a:cubicBezTo>
                    <a:cubicBezTo>
                      <a:pt x="89" y="90"/>
                      <a:pt x="89" y="90"/>
                      <a:pt x="89" y="90"/>
                    </a:cubicBezTo>
                    <a:cubicBezTo>
                      <a:pt x="89" y="90"/>
                      <a:pt x="89" y="90"/>
                      <a:pt x="89" y="90"/>
                    </a:cubicBezTo>
                    <a:cubicBezTo>
                      <a:pt x="89" y="90"/>
                      <a:pt x="89" y="90"/>
                      <a:pt x="90" y="90"/>
                    </a:cubicBezTo>
                    <a:cubicBezTo>
                      <a:pt x="90" y="90"/>
                      <a:pt x="90" y="90"/>
                      <a:pt x="90" y="90"/>
                    </a:cubicBezTo>
                    <a:cubicBezTo>
                      <a:pt x="90" y="90"/>
                      <a:pt x="90" y="90"/>
                      <a:pt x="90" y="90"/>
                    </a:cubicBezTo>
                    <a:cubicBezTo>
                      <a:pt x="90" y="90"/>
                      <a:pt x="90" y="90"/>
                      <a:pt x="90" y="90"/>
                    </a:cubicBezTo>
                    <a:cubicBezTo>
                      <a:pt x="90" y="90"/>
                      <a:pt x="90" y="90"/>
                      <a:pt x="90" y="90"/>
                    </a:cubicBezTo>
                    <a:cubicBezTo>
                      <a:pt x="90" y="90"/>
                      <a:pt x="90" y="90"/>
                      <a:pt x="90" y="90"/>
                    </a:cubicBezTo>
                    <a:cubicBezTo>
                      <a:pt x="90" y="90"/>
                      <a:pt x="90" y="90"/>
                      <a:pt x="90" y="90"/>
                    </a:cubicBezTo>
                    <a:cubicBezTo>
                      <a:pt x="90" y="90"/>
                      <a:pt x="90" y="90"/>
                      <a:pt x="90" y="90"/>
                    </a:cubicBezTo>
                    <a:cubicBezTo>
                      <a:pt x="90" y="90"/>
                      <a:pt x="90" y="90"/>
                      <a:pt x="90" y="90"/>
                    </a:cubicBezTo>
                    <a:cubicBezTo>
                      <a:pt x="90" y="90"/>
                      <a:pt x="90" y="90"/>
                      <a:pt x="90" y="90"/>
                    </a:cubicBezTo>
                    <a:cubicBezTo>
                      <a:pt x="90" y="90"/>
                      <a:pt x="90" y="90"/>
                      <a:pt x="90" y="90"/>
                    </a:cubicBezTo>
                    <a:cubicBezTo>
                      <a:pt x="91" y="90"/>
                      <a:pt x="91" y="90"/>
                      <a:pt x="91" y="90"/>
                    </a:cubicBezTo>
                    <a:cubicBezTo>
                      <a:pt x="91" y="90"/>
                      <a:pt x="91" y="90"/>
                      <a:pt x="91" y="90"/>
                    </a:cubicBezTo>
                    <a:cubicBezTo>
                      <a:pt x="91" y="90"/>
                      <a:pt x="91" y="90"/>
                      <a:pt x="91" y="90"/>
                    </a:cubicBezTo>
                    <a:cubicBezTo>
                      <a:pt x="91" y="90"/>
                      <a:pt x="91" y="90"/>
                      <a:pt x="91" y="90"/>
                    </a:cubicBezTo>
                    <a:cubicBezTo>
                      <a:pt x="91" y="90"/>
                      <a:pt x="91" y="90"/>
                      <a:pt x="91" y="90"/>
                    </a:cubicBezTo>
                    <a:cubicBezTo>
                      <a:pt x="91" y="90"/>
                      <a:pt x="91" y="90"/>
                      <a:pt x="91" y="90"/>
                    </a:cubicBezTo>
                    <a:cubicBezTo>
                      <a:pt x="91" y="90"/>
                      <a:pt x="91" y="90"/>
                      <a:pt x="91" y="90"/>
                    </a:cubicBezTo>
                    <a:cubicBezTo>
                      <a:pt x="91" y="90"/>
                      <a:pt x="91" y="90"/>
                      <a:pt x="91" y="90"/>
                    </a:cubicBezTo>
                    <a:cubicBezTo>
                      <a:pt x="91" y="90"/>
                      <a:pt x="91" y="90"/>
                      <a:pt x="91" y="90"/>
                    </a:cubicBezTo>
                    <a:cubicBezTo>
                      <a:pt x="91" y="90"/>
                      <a:pt x="91" y="90"/>
                      <a:pt x="91" y="90"/>
                    </a:cubicBezTo>
                    <a:cubicBezTo>
                      <a:pt x="92" y="90"/>
                      <a:pt x="92" y="90"/>
                      <a:pt x="92" y="89"/>
                    </a:cubicBezTo>
                    <a:cubicBezTo>
                      <a:pt x="92" y="89"/>
                      <a:pt x="92" y="89"/>
                      <a:pt x="92" y="89"/>
                    </a:cubicBezTo>
                    <a:cubicBezTo>
                      <a:pt x="92" y="89"/>
                      <a:pt x="92" y="89"/>
                      <a:pt x="92" y="89"/>
                    </a:cubicBezTo>
                    <a:cubicBezTo>
                      <a:pt x="92" y="89"/>
                      <a:pt x="92" y="89"/>
                      <a:pt x="92" y="89"/>
                    </a:cubicBezTo>
                    <a:cubicBezTo>
                      <a:pt x="92" y="89"/>
                      <a:pt x="92" y="89"/>
                      <a:pt x="92" y="89"/>
                    </a:cubicBezTo>
                    <a:cubicBezTo>
                      <a:pt x="92" y="89"/>
                      <a:pt x="92" y="89"/>
                      <a:pt x="92" y="89"/>
                    </a:cubicBezTo>
                    <a:cubicBezTo>
                      <a:pt x="92" y="89"/>
                      <a:pt x="92" y="89"/>
                      <a:pt x="92" y="89"/>
                    </a:cubicBezTo>
                    <a:cubicBezTo>
                      <a:pt x="91" y="89"/>
                      <a:pt x="91" y="89"/>
                      <a:pt x="91" y="89"/>
                    </a:cubicBezTo>
                    <a:cubicBezTo>
                      <a:pt x="91" y="89"/>
                      <a:pt x="91" y="89"/>
                      <a:pt x="91" y="89"/>
                    </a:cubicBezTo>
                    <a:cubicBezTo>
                      <a:pt x="91" y="89"/>
                      <a:pt x="91" y="90"/>
                      <a:pt x="91" y="90"/>
                    </a:cubicBezTo>
                    <a:cubicBezTo>
                      <a:pt x="91" y="90"/>
                      <a:pt x="91" y="90"/>
                      <a:pt x="91" y="90"/>
                    </a:cubicBezTo>
                    <a:cubicBezTo>
                      <a:pt x="91" y="90"/>
                      <a:pt x="91" y="89"/>
                      <a:pt x="91" y="89"/>
                    </a:cubicBezTo>
                    <a:cubicBezTo>
                      <a:pt x="91" y="89"/>
                      <a:pt x="91" y="89"/>
                      <a:pt x="91" y="89"/>
                    </a:cubicBezTo>
                    <a:cubicBezTo>
                      <a:pt x="91" y="89"/>
                      <a:pt x="91" y="89"/>
                      <a:pt x="91" y="89"/>
                    </a:cubicBezTo>
                    <a:cubicBezTo>
                      <a:pt x="91" y="89"/>
                      <a:pt x="92" y="89"/>
                      <a:pt x="92" y="89"/>
                    </a:cubicBezTo>
                    <a:cubicBezTo>
                      <a:pt x="92" y="89"/>
                      <a:pt x="92" y="89"/>
                      <a:pt x="92" y="89"/>
                    </a:cubicBezTo>
                    <a:cubicBezTo>
                      <a:pt x="92" y="89"/>
                      <a:pt x="92" y="89"/>
                      <a:pt x="92" y="89"/>
                    </a:cubicBezTo>
                    <a:cubicBezTo>
                      <a:pt x="93" y="89"/>
                      <a:pt x="93" y="89"/>
                      <a:pt x="93" y="89"/>
                    </a:cubicBezTo>
                    <a:cubicBezTo>
                      <a:pt x="93" y="89"/>
                      <a:pt x="93" y="90"/>
                      <a:pt x="93" y="91"/>
                    </a:cubicBezTo>
                    <a:cubicBezTo>
                      <a:pt x="93" y="91"/>
                      <a:pt x="93" y="91"/>
                      <a:pt x="93" y="91"/>
                    </a:cubicBezTo>
                    <a:cubicBezTo>
                      <a:pt x="93" y="91"/>
                      <a:pt x="93" y="91"/>
                      <a:pt x="93" y="91"/>
                    </a:cubicBezTo>
                    <a:cubicBezTo>
                      <a:pt x="93" y="91"/>
                      <a:pt x="94" y="91"/>
                      <a:pt x="94" y="91"/>
                    </a:cubicBezTo>
                    <a:cubicBezTo>
                      <a:pt x="94" y="91"/>
                      <a:pt x="94" y="91"/>
                      <a:pt x="94" y="91"/>
                    </a:cubicBezTo>
                    <a:cubicBezTo>
                      <a:pt x="94" y="91"/>
                      <a:pt x="94" y="91"/>
                      <a:pt x="94" y="91"/>
                    </a:cubicBezTo>
                    <a:cubicBezTo>
                      <a:pt x="94" y="91"/>
                      <a:pt x="94" y="91"/>
                      <a:pt x="94" y="91"/>
                    </a:cubicBezTo>
                    <a:cubicBezTo>
                      <a:pt x="94" y="91"/>
                      <a:pt x="94" y="91"/>
                      <a:pt x="94" y="91"/>
                    </a:cubicBezTo>
                    <a:cubicBezTo>
                      <a:pt x="94" y="91"/>
                      <a:pt x="94" y="91"/>
                      <a:pt x="94" y="91"/>
                    </a:cubicBezTo>
                    <a:cubicBezTo>
                      <a:pt x="94" y="91"/>
                      <a:pt x="94" y="91"/>
                      <a:pt x="94" y="91"/>
                    </a:cubicBezTo>
                    <a:cubicBezTo>
                      <a:pt x="95" y="91"/>
                      <a:pt x="95" y="91"/>
                      <a:pt x="95" y="91"/>
                    </a:cubicBezTo>
                    <a:cubicBezTo>
                      <a:pt x="95" y="91"/>
                      <a:pt x="95" y="91"/>
                      <a:pt x="95" y="91"/>
                    </a:cubicBezTo>
                    <a:cubicBezTo>
                      <a:pt x="95" y="91"/>
                      <a:pt x="95" y="91"/>
                      <a:pt x="95" y="91"/>
                    </a:cubicBezTo>
                    <a:cubicBezTo>
                      <a:pt x="95" y="92"/>
                      <a:pt x="95" y="92"/>
                      <a:pt x="95" y="92"/>
                    </a:cubicBezTo>
                    <a:cubicBezTo>
                      <a:pt x="95" y="92"/>
                      <a:pt x="96" y="92"/>
                      <a:pt x="96" y="92"/>
                    </a:cubicBezTo>
                    <a:cubicBezTo>
                      <a:pt x="96" y="92"/>
                      <a:pt x="96" y="92"/>
                      <a:pt x="96" y="92"/>
                    </a:cubicBezTo>
                    <a:cubicBezTo>
                      <a:pt x="96" y="92"/>
                      <a:pt x="96" y="92"/>
                      <a:pt x="96" y="92"/>
                    </a:cubicBezTo>
                    <a:cubicBezTo>
                      <a:pt x="96" y="92"/>
                      <a:pt x="96" y="92"/>
                      <a:pt x="96" y="92"/>
                    </a:cubicBezTo>
                    <a:cubicBezTo>
                      <a:pt x="96" y="92"/>
                      <a:pt x="96" y="92"/>
                      <a:pt x="96" y="92"/>
                    </a:cubicBezTo>
                    <a:cubicBezTo>
                      <a:pt x="96" y="92"/>
                      <a:pt x="96" y="92"/>
                      <a:pt x="96" y="92"/>
                    </a:cubicBezTo>
                    <a:cubicBezTo>
                      <a:pt x="96" y="92"/>
                      <a:pt x="96" y="92"/>
                      <a:pt x="96" y="92"/>
                    </a:cubicBezTo>
                    <a:cubicBezTo>
                      <a:pt x="96" y="92"/>
                      <a:pt x="96" y="92"/>
                      <a:pt x="96" y="92"/>
                    </a:cubicBezTo>
                    <a:cubicBezTo>
                      <a:pt x="96" y="92"/>
                      <a:pt x="97" y="92"/>
                      <a:pt x="97" y="92"/>
                    </a:cubicBezTo>
                    <a:cubicBezTo>
                      <a:pt x="97" y="92"/>
                      <a:pt x="97" y="92"/>
                      <a:pt x="97" y="92"/>
                    </a:cubicBezTo>
                    <a:cubicBezTo>
                      <a:pt x="97" y="92"/>
                      <a:pt x="97" y="92"/>
                      <a:pt x="97" y="92"/>
                    </a:cubicBezTo>
                    <a:cubicBezTo>
                      <a:pt x="97" y="92"/>
                      <a:pt x="97" y="92"/>
                      <a:pt x="97" y="92"/>
                    </a:cubicBezTo>
                    <a:cubicBezTo>
                      <a:pt x="97" y="92"/>
                      <a:pt x="97" y="92"/>
                      <a:pt x="97" y="92"/>
                    </a:cubicBezTo>
                    <a:cubicBezTo>
                      <a:pt x="97" y="92"/>
                      <a:pt x="97" y="92"/>
                      <a:pt x="97" y="92"/>
                    </a:cubicBezTo>
                    <a:cubicBezTo>
                      <a:pt x="97" y="92"/>
                      <a:pt x="97" y="92"/>
                      <a:pt x="97" y="92"/>
                    </a:cubicBezTo>
                    <a:cubicBezTo>
                      <a:pt x="97" y="92"/>
                      <a:pt x="98" y="92"/>
                      <a:pt x="98" y="92"/>
                    </a:cubicBezTo>
                    <a:cubicBezTo>
                      <a:pt x="98" y="92"/>
                      <a:pt x="98" y="92"/>
                      <a:pt x="98" y="92"/>
                    </a:cubicBezTo>
                    <a:cubicBezTo>
                      <a:pt x="98" y="92"/>
                      <a:pt x="98" y="92"/>
                      <a:pt x="98" y="92"/>
                    </a:cubicBezTo>
                    <a:cubicBezTo>
                      <a:pt x="98" y="92"/>
                      <a:pt x="98" y="92"/>
                      <a:pt x="98" y="92"/>
                    </a:cubicBezTo>
                    <a:cubicBezTo>
                      <a:pt x="98" y="92"/>
                      <a:pt x="98" y="92"/>
                      <a:pt x="98" y="92"/>
                    </a:cubicBezTo>
                    <a:cubicBezTo>
                      <a:pt x="99" y="92"/>
                      <a:pt x="99" y="92"/>
                      <a:pt x="99" y="92"/>
                    </a:cubicBezTo>
                    <a:cubicBezTo>
                      <a:pt x="99" y="92"/>
                      <a:pt x="99" y="92"/>
                      <a:pt x="99" y="92"/>
                    </a:cubicBezTo>
                    <a:cubicBezTo>
                      <a:pt x="99" y="92"/>
                      <a:pt x="99" y="92"/>
                      <a:pt x="99" y="92"/>
                    </a:cubicBezTo>
                    <a:cubicBezTo>
                      <a:pt x="99" y="92"/>
                      <a:pt x="99" y="92"/>
                      <a:pt x="99" y="92"/>
                    </a:cubicBezTo>
                    <a:cubicBezTo>
                      <a:pt x="99" y="92"/>
                      <a:pt x="99" y="92"/>
                      <a:pt x="99" y="92"/>
                    </a:cubicBezTo>
                    <a:cubicBezTo>
                      <a:pt x="99" y="92"/>
                      <a:pt x="99" y="92"/>
                      <a:pt x="99" y="92"/>
                    </a:cubicBezTo>
                    <a:cubicBezTo>
                      <a:pt x="99" y="92"/>
                      <a:pt x="99" y="92"/>
                      <a:pt x="99" y="92"/>
                    </a:cubicBezTo>
                    <a:cubicBezTo>
                      <a:pt x="99" y="92"/>
                      <a:pt x="100" y="92"/>
                      <a:pt x="100" y="92"/>
                    </a:cubicBezTo>
                    <a:cubicBezTo>
                      <a:pt x="100" y="92"/>
                      <a:pt x="100" y="92"/>
                      <a:pt x="100" y="92"/>
                    </a:cubicBezTo>
                    <a:cubicBezTo>
                      <a:pt x="100" y="92"/>
                      <a:pt x="100" y="92"/>
                      <a:pt x="100" y="92"/>
                    </a:cubicBezTo>
                    <a:cubicBezTo>
                      <a:pt x="100" y="92"/>
                      <a:pt x="100" y="92"/>
                      <a:pt x="100" y="92"/>
                    </a:cubicBezTo>
                    <a:cubicBezTo>
                      <a:pt x="100" y="92"/>
                      <a:pt x="100" y="92"/>
                      <a:pt x="100" y="92"/>
                    </a:cubicBezTo>
                    <a:cubicBezTo>
                      <a:pt x="100" y="92"/>
                      <a:pt x="100" y="92"/>
                      <a:pt x="100" y="92"/>
                    </a:cubicBezTo>
                    <a:cubicBezTo>
                      <a:pt x="100" y="92"/>
                      <a:pt x="100" y="92"/>
                      <a:pt x="100" y="92"/>
                    </a:cubicBezTo>
                    <a:cubicBezTo>
                      <a:pt x="100" y="92"/>
                      <a:pt x="100" y="92"/>
                      <a:pt x="100" y="92"/>
                    </a:cubicBezTo>
                    <a:cubicBezTo>
                      <a:pt x="101" y="92"/>
                      <a:pt x="101" y="92"/>
                      <a:pt x="101" y="92"/>
                    </a:cubicBezTo>
                    <a:cubicBezTo>
                      <a:pt x="101" y="92"/>
                      <a:pt x="101" y="92"/>
                      <a:pt x="101" y="92"/>
                    </a:cubicBezTo>
                    <a:cubicBezTo>
                      <a:pt x="101" y="92"/>
                      <a:pt x="101" y="92"/>
                      <a:pt x="101" y="92"/>
                    </a:cubicBezTo>
                    <a:cubicBezTo>
                      <a:pt x="101" y="92"/>
                      <a:pt x="101" y="92"/>
                      <a:pt x="101" y="92"/>
                    </a:cubicBezTo>
                    <a:cubicBezTo>
                      <a:pt x="101" y="92"/>
                      <a:pt x="101" y="92"/>
                      <a:pt x="101" y="92"/>
                    </a:cubicBezTo>
                    <a:cubicBezTo>
                      <a:pt x="101" y="92"/>
                      <a:pt x="101" y="92"/>
                      <a:pt x="101" y="92"/>
                    </a:cubicBezTo>
                    <a:cubicBezTo>
                      <a:pt x="101" y="92"/>
                      <a:pt x="101" y="92"/>
                      <a:pt x="101" y="92"/>
                    </a:cubicBezTo>
                    <a:cubicBezTo>
                      <a:pt x="101" y="92"/>
                      <a:pt x="101" y="92"/>
                      <a:pt x="101" y="92"/>
                    </a:cubicBezTo>
                    <a:cubicBezTo>
                      <a:pt x="101" y="92"/>
                      <a:pt x="102" y="92"/>
                      <a:pt x="102" y="92"/>
                    </a:cubicBezTo>
                    <a:cubicBezTo>
                      <a:pt x="102" y="92"/>
                      <a:pt x="102" y="92"/>
                      <a:pt x="102" y="92"/>
                    </a:cubicBezTo>
                    <a:cubicBezTo>
                      <a:pt x="102" y="92"/>
                      <a:pt x="102" y="92"/>
                      <a:pt x="102" y="92"/>
                    </a:cubicBezTo>
                    <a:cubicBezTo>
                      <a:pt x="102" y="92"/>
                      <a:pt x="102" y="92"/>
                      <a:pt x="102" y="92"/>
                    </a:cubicBezTo>
                    <a:cubicBezTo>
                      <a:pt x="102" y="92"/>
                      <a:pt x="102" y="92"/>
                      <a:pt x="103" y="92"/>
                    </a:cubicBezTo>
                    <a:cubicBezTo>
                      <a:pt x="103" y="92"/>
                      <a:pt x="103" y="92"/>
                      <a:pt x="103" y="92"/>
                    </a:cubicBezTo>
                    <a:cubicBezTo>
                      <a:pt x="103" y="92"/>
                      <a:pt x="103" y="92"/>
                      <a:pt x="103" y="92"/>
                    </a:cubicBezTo>
                    <a:cubicBezTo>
                      <a:pt x="103" y="92"/>
                      <a:pt x="103" y="92"/>
                      <a:pt x="103" y="92"/>
                    </a:cubicBezTo>
                    <a:cubicBezTo>
                      <a:pt x="103" y="92"/>
                      <a:pt x="103" y="92"/>
                      <a:pt x="103" y="92"/>
                    </a:cubicBezTo>
                    <a:cubicBezTo>
                      <a:pt x="103" y="92"/>
                      <a:pt x="104" y="92"/>
                      <a:pt x="104" y="92"/>
                    </a:cubicBezTo>
                    <a:cubicBezTo>
                      <a:pt x="104" y="92"/>
                      <a:pt x="104" y="92"/>
                      <a:pt x="104" y="92"/>
                    </a:cubicBezTo>
                    <a:cubicBezTo>
                      <a:pt x="104" y="92"/>
                      <a:pt x="104" y="92"/>
                      <a:pt x="104" y="92"/>
                    </a:cubicBezTo>
                    <a:cubicBezTo>
                      <a:pt x="104" y="92"/>
                      <a:pt x="104" y="92"/>
                      <a:pt x="104" y="92"/>
                    </a:cubicBezTo>
                    <a:cubicBezTo>
                      <a:pt x="104" y="92"/>
                      <a:pt x="104" y="92"/>
                      <a:pt x="104" y="92"/>
                    </a:cubicBezTo>
                    <a:cubicBezTo>
                      <a:pt x="104" y="91"/>
                      <a:pt x="104" y="91"/>
                      <a:pt x="104" y="91"/>
                    </a:cubicBezTo>
                    <a:cubicBezTo>
                      <a:pt x="104" y="91"/>
                      <a:pt x="104" y="91"/>
                      <a:pt x="104" y="91"/>
                    </a:cubicBezTo>
                    <a:cubicBezTo>
                      <a:pt x="104" y="91"/>
                      <a:pt x="104" y="91"/>
                      <a:pt x="104" y="91"/>
                    </a:cubicBezTo>
                    <a:cubicBezTo>
                      <a:pt x="104" y="91"/>
                      <a:pt x="104" y="91"/>
                      <a:pt x="104" y="91"/>
                    </a:cubicBezTo>
                    <a:cubicBezTo>
                      <a:pt x="105" y="91"/>
                      <a:pt x="105" y="91"/>
                      <a:pt x="105" y="92"/>
                    </a:cubicBezTo>
                    <a:cubicBezTo>
                      <a:pt x="105" y="92"/>
                      <a:pt x="105" y="92"/>
                      <a:pt x="105" y="92"/>
                    </a:cubicBezTo>
                    <a:cubicBezTo>
                      <a:pt x="105" y="92"/>
                      <a:pt x="105" y="92"/>
                      <a:pt x="105" y="92"/>
                    </a:cubicBezTo>
                    <a:cubicBezTo>
                      <a:pt x="105" y="92"/>
                      <a:pt x="105" y="92"/>
                      <a:pt x="105" y="92"/>
                    </a:cubicBezTo>
                    <a:cubicBezTo>
                      <a:pt x="105" y="92"/>
                      <a:pt x="105" y="92"/>
                      <a:pt x="105" y="92"/>
                    </a:cubicBezTo>
                    <a:cubicBezTo>
                      <a:pt x="105" y="92"/>
                      <a:pt x="105" y="92"/>
                      <a:pt x="105" y="92"/>
                    </a:cubicBezTo>
                    <a:cubicBezTo>
                      <a:pt x="105" y="92"/>
                      <a:pt x="105" y="93"/>
                      <a:pt x="105" y="93"/>
                    </a:cubicBezTo>
                    <a:cubicBezTo>
                      <a:pt x="105" y="93"/>
                      <a:pt x="105" y="93"/>
                      <a:pt x="105" y="92"/>
                    </a:cubicBezTo>
                    <a:cubicBezTo>
                      <a:pt x="105" y="92"/>
                      <a:pt x="105" y="92"/>
                      <a:pt x="105" y="92"/>
                    </a:cubicBezTo>
                    <a:cubicBezTo>
                      <a:pt x="105" y="92"/>
                      <a:pt x="105" y="93"/>
                      <a:pt x="106" y="93"/>
                    </a:cubicBezTo>
                    <a:cubicBezTo>
                      <a:pt x="106" y="93"/>
                      <a:pt x="106" y="93"/>
                      <a:pt x="106" y="93"/>
                    </a:cubicBezTo>
                    <a:cubicBezTo>
                      <a:pt x="106" y="93"/>
                      <a:pt x="106" y="93"/>
                      <a:pt x="106" y="93"/>
                    </a:cubicBezTo>
                    <a:cubicBezTo>
                      <a:pt x="106" y="93"/>
                      <a:pt x="106" y="93"/>
                      <a:pt x="106" y="93"/>
                    </a:cubicBezTo>
                    <a:cubicBezTo>
                      <a:pt x="106" y="93"/>
                      <a:pt x="106" y="93"/>
                      <a:pt x="106" y="93"/>
                    </a:cubicBezTo>
                    <a:cubicBezTo>
                      <a:pt x="106" y="93"/>
                      <a:pt x="106" y="93"/>
                      <a:pt x="106" y="93"/>
                    </a:cubicBezTo>
                    <a:cubicBezTo>
                      <a:pt x="106" y="93"/>
                      <a:pt x="106" y="93"/>
                      <a:pt x="106" y="94"/>
                    </a:cubicBezTo>
                    <a:cubicBezTo>
                      <a:pt x="106" y="94"/>
                      <a:pt x="106" y="94"/>
                      <a:pt x="106" y="94"/>
                    </a:cubicBezTo>
                    <a:cubicBezTo>
                      <a:pt x="106" y="94"/>
                      <a:pt x="106" y="94"/>
                      <a:pt x="106" y="94"/>
                    </a:cubicBezTo>
                    <a:cubicBezTo>
                      <a:pt x="106" y="94"/>
                      <a:pt x="106" y="94"/>
                      <a:pt x="106" y="94"/>
                    </a:cubicBezTo>
                    <a:cubicBezTo>
                      <a:pt x="106" y="94"/>
                      <a:pt x="106" y="94"/>
                      <a:pt x="106" y="94"/>
                    </a:cubicBezTo>
                    <a:cubicBezTo>
                      <a:pt x="106" y="94"/>
                      <a:pt x="106" y="94"/>
                      <a:pt x="106" y="94"/>
                    </a:cubicBezTo>
                    <a:cubicBezTo>
                      <a:pt x="106" y="94"/>
                      <a:pt x="106"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4"/>
                      <a:pt x="107" y="94"/>
                      <a:pt x="107" y="94"/>
                    </a:cubicBezTo>
                    <a:cubicBezTo>
                      <a:pt x="107" y="95"/>
                      <a:pt x="107" y="95"/>
                      <a:pt x="107" y="95"/>
                    </a:cubicBezTo>
                    <a:cubicBezTo>
                      <a:pt x="107" y="95"/>
                      <a:pt x="107" y="95"/>
                      <a:pt x="107" y="95"/>
                    </a:cubicBezTo>
                    <a:cubicBezTo>
                      <a:pt x="107" y="95"/>
                      <a:pt x="107" y="95"/>
                      <a:pt x="107" y="95"/>
                    </a:cubicBezTo>
                    <a:cubicBezTo>
                      <a:pt x="107" y="95"/>
                      <a:pt x="107" y="95"/>
                      <a:pt x="108" y="95"/>
                    </a:cubicBezTo>
                    <a:cubicBezTo>
                      <a:pt x="108" y="95"/>
                      <a:pt x="108" y="95"/>
                      <a:pt x="108" y="95"/>
                    </a:cubicBezTo>
                    <a:cubicBezTo>
                      <a:pt x="108" y="95"/>
                      <a:pt x="108" y="95"/>
                      <a:pt x="108" y="96"/>
                    </a:cubicBezTo>
                    <a:cubicBezTo>
                      <a:pt x="108" y="96"/>
                      <a:pt x="108" y="96"/>
                      <a:pt x="108" y="96"/>
                    </a:cubicBezTo>
                    <a:cubicBezTo>
                      <a:pt x="108" y="96"/>
                      <a:pt x="108" y="96"/>
                      <a:pt x="108" y="96"/>
                    </a:cubicBezTo>
                    <a:cubicBezTo>
                      <a:pt x="108" y="96"/>
                      <a:pt x="108" y="96"/>
                      <a:pt x="108" y="96"/>
                    </a:cubicBezTo>
                    <a:cubicBezTo>
                      <a:pt x="109" y="96"/>
                      <a:pt x="109" y="96"/>
                      <a:pt x="109" y="95"/>
                    </a:cubicBezTo>
                    <a:cubicBezTo>
                      <a:pt x="109" y="95"/>
                      <a:pt x="109" y="95"/>
                      <a:pt x="109" y="95"/>
                    </a:cubicBezTo>
                    <a:cubicBezTo>
                      <a:pt x="109" y="95"/>
                      <a:pt x="109" y="95"/>
                      <a:pt x="109" y="95"/>
                    </a:cubicBezTo>
                    <a:cubicBezTo>
                      <a:pt x="109" y="95"/>
                      <a:pt x="109" y="95"/>
                      <a:pt x="109" y="95"/>
                    </a:cubicBezTo>
                    <a:cubicBezTo>
                      <a:pt x="109" y="95"/>
                      <a:pt x="109" y="95"/>
                      <a:pt x="109" y="95"/>
                    </a:cubicBezTo>
                    <a:cubicBezTo>
                      <a:pt x="109" y="95"/>
                      <a:pt x="109" y="95"/>
                      <a:pt x="109" y="96"/>
                    </a:cubicBezTo>
                    <a:cubicBezTo>
                      <a:pt x="109" y="96"/>
                      <a:pt x="109" y="96"/>
                      <a:pt x="109" y="96"/>
                    </a:cubicBezTo>
                    <a:cubicBezTo>
                      <a:pt x="109" y="96"/>
                      <a:pt x="109" y="96"/>
                      <a:pt x="109" y="96"/>
                    </a:cubicBezTo>
                    <a:cubicBezTo>
                      <a:pt x="109" y="96"/>
                      <a:pt x="109" y="96"/>
                      <a:pt x="109" y="96"/>
                    </a:cubicBezTo>
                    <a:cubicBezTo>
                      <a:pt x="109" y="96"/>
                      <a:pt x="109" y="96"/>
                      <a:pt x="109" y="96"/>
                    </a:cubicBezTo>
                    <a:cubicBezTo>
                      <a:pt x="109" y="96"/>
                      <a:pt x="109" y="96"/>
                      <a:pt x="109" y="96"/>
                    </a:cubicBezTo>
                    <a:cubicBezTo>
                      <a:pt x="109" y="96"/>
                      <a:pt x="109" y="96"/>
                      <a:pt x="109" y="96"/>
                    </a:cubicBezTo>
                    <a:cubicBezTo>
                      <a:pt x="109" y="96"/>
                      <a:pt x="109" y="96"/>
                      <a:pt x="109" y="96"/>
                    </a:cubicBezTo>
                    <a:cubicBezTo>
                      <a:pt x="109" y="96"/>
                      <a:pt x="109" y="96"/>
                      <a:pt x="109" y="96"/>
                    </a:cubicBezTo>
                    <a:cubicBezTo>
                      <a:pt x="108" y="96"/>
                      <a:pt x="108" y="96"/>
                      <a:pt x="108" y="96"/>
                    </a:cubicBezTo>
                    <a:cubicBezTo>
                      <a:pt x="108" y="96"/>
                      <a:pt x="108" y="96"/>
                      <a:pt x="108" y="96"/>
                    </a:cubicBezTo>
                    <a:cubicBezTo>
                      <a:pt x="108" y="96"/>
                      <a:pt x="108" y="96"/>
                      <a:pt x="108" y="96"/>
                    </a:cubicBezTo>
                    <a:cubicBezTo>
                      <a:pt x="108" y="96"/>
                      <a:pt x="108" y="96"/>
                      <a:pt x="108" y="96"/>
                    </a:cubicBezTo>
                    <a:cubicBezTo>
                      <a:pt x="108" y="96"/>
                      <a:pt x="108" y="96"/>
                      <a:pt x="108" y="96"/>
                    </a:cubicBezTo>
                    <a:cubicBezTo>
                      <a:pt x="108" y="96"/>
                      <a:pt x="108" y="96"/>
                      <a:pt x="108" y="96"/>
                    </a:cubicBezTo>
                    <a:cubicBezTo>
                      <a:pt x="108" y="97"/>
                      <a:pt x="108" y="97"/>
                      <a:pt x="108" y="97"/>
                    </a:cubicBezTo>
                    <a:cubicBezTo>
                      <a:pt x="108" y="97"/>
                      <a:pt x="108" y="97"/>
                      <a:pt x="108" y="97"/>
                    </a:cubicBezTo>
                    <a:cubicBezTo>
                      <a:pt x="108" y="97"/>
                      <a:pt x="108" y="97"/>
                      <a:pt x="108" y="97"/>
                    </a:cubicBezTo>
                    <a:cubicBezTo>
                      <a:pt x="109" y="97"/>
                      <a:pt x="109" y="97"/>
                      <a:pt x="109" y="98"/>
                    </a:cubicBezTo>
                    <a:cubicBezTo>
                      <a:pt x="109" y="98"/>
                      <a:pt x="109" y="98"/>
                      <a:pt x="109" y="98"/>
                    </a:cubicBezTo>
                    <a:cubicBezTo>
                      <a:pt x="109" y="98"/>
                      <a:pt x="109" y="98"/>
                      <a:pt x="109" y="98"/>
                    </a:cubicBezTo>
                    <a:cubicBezTo>
                      <a:pt x="109" y="98"/>
                      <a:pt x="109" y="98"/>
                      <a:pt x="109" y="98"/>
                    </a:cubicBezTo>
                    <a:cubicBezTo>
                      <a:pt x="109" y="98"/>
                      <a:pt x="109" y="98"/>
                      <a:pt x="109" y="98"/>
                    </a:cubicBezTo>
                    <a:cubicBezTo>
                      <a:pt x="110" y="98"/>
                      <a:pt x="110" y="99"/>
                      <a:pt x="110" y="99"/>
                    </a:cubicBezTo>
                    <a:cubicBezTo>
                      <a:pt x="110" y="99"/>
                      <a:pt x="110" y="99"/>
                      <a:pt x="110" y="99"/>
                    </a:cubicBezTo>
                    <a:cubicBezTo>
                      <a:pt x="110" y="99"/>
                      <a:pt x="111" y="99"/>
                      <a:pt x="111" y="99"/>
                    </a:cubicBezTo>
                    <a:cubicBezTo>
                      <a:pt x="111" y="99"/>
                      <a:pt x="111" y="98"/>
                      <a:pt x="112" y="98"/>
                    </a:cubicBezTo>
                    <a:cubicBezTo>
                      <a:pt x="112" y="98"/>
                      <a:pt x="112" y="98"/>
                      <a:pt x="112" y="98"/>
                    </a:cubicBezTo>
                    <a:cubicBezTo>
                      <a:pt x="112" y="98"/>
                      <a:pt x="112" y="98"/>
                      <a:pt x="112" y="98"/>
                    </a:cubicBezTo>
                    <a:cubicBezTo>
                      <a:pt x="112" y="97"/>
                      <a:pt x="112" y="97"/>
                      <a:pt x="112" y="97"/>
                    </a:cubicBezTo>
                    <a:cubicBezTo>
                      <a:pt x="112" y="97"/>
                      <a:pt x="112" y="97"/>
                      <a:pt x="112" y="97"/>
                    </a:cubicBezTo>
                    <a:cubicBezTo>
                      <a:pt x="112" y="97"/>
                      <a:pt x="112" y="97"/>
                      <a:pt x="112" y="97"/>
                    </a:cubicBezTo>
                    <a:cubicBezTo>
                      <a:pt x="112" y="97"/>
                      <a:pt x="112" y="97"/>
                      <a:pt x="112" y="96"/>
                    </a:cubicBezTo>
                    <a:cubicBezTo>
                      <a:pt x="112" y="96"/>
                      <a:pt x="112" y="96"/>
                      <a:pt x="112" y="96"/>
                    </a:cubicBezTo>
                    <a:cubicBezTo>
                      <a:pt x="112" y="96"/>
                      <a:pt x="112" y="96"/>
                      <a:pt x="112" y="96"/>
                    </a:cubicBezTo>
                    <a:cubicBezTo>
                      <a:pt x="112" y="96"/>
                      <a:pt x="112" y="96"/>
                      <a:pt x="112" y="96"/>
                    </a:cubicBezTo>
                    <a:cubicBezTo>
                      <a:pt x="112" y="96"/>
                      <a:pt x="112" y="96"/>
                      <a:pt x="112" y="96"/>
                    </a:cubicBezTo>
                    <a:cubicBezTo>
                      <a:pt x="112" y="96"/>
                      <a:pt x="112" y="96"/>
                      <a:pt x="112" y="96"/>
                    </a:cubicBezTo>
                    <a:cubicBezTo>
                      <a:pt x="112" y="96"/>
                      <a:pt x="112" y="96"/>
                      <a:pt x="112" y="96"/>
                    </a:cubicBezTo>
                    <a:cubicBezTo>
                      <a:pt x="112" y="96"/>
                      <a:pt x="112" y="96"/>
                      <a:pt x="112" y="96"/>
                    </a:cubicBezTo>
                    <a:cubicBezTo>
                      <a:pt x="113" y="96"/>
                      <a:pt x="113" y="96"/>
                      <a:pt x="113" y="96"/>
                    </a:cubicBezTo>
                    <a:cubicBezTo>
                      <a:pt x="113" y="96"/>
                      <a:pt x="113" y="96"/>
                      <a:pt x="113" y="96"/>
                    </a:cubicBezTo>
                    <a:cubicBezTo>
                      <a:pt x="112" y="96"/>
                      <a:pt x="112" y="96"/>
                      <a:pt x="112" y="97"/>
                    </a:cubicBezTo>
                    <a:cubicBezTo>
                      <a:pt x="112" y="97"/>
                      <a:pt x="112" y="97"/>
                      <a:pt x="112" y="97"/>
                    </a:cubicBezTo>
                    <a:cubicBezTo>
                      <a:pt x="112" y="97"/>
                      <a:pt x="112" y="97"/>
                      <a:pt x="112" y="97"/>
                    </a:cubicBezTo>
                    <a:cubicBezTo>
                      <a:pt x="112" y="97"/>
                      <a:pt x="112" y="97"/>
                      <a:pt x="112" y="97"/>
                    </a:cubicBezTo>
                    <a:cubicBezTo>
                      <a:pt x="112" y="97"/>
                      <a:pt x="112" y="97"/>
                      <a:pt x="112" y="97"/>
                    </a:cubicBezTo>
                    <a:cubicBezTo>
                      <a:pt x="112" y="97"/>
                      <a:pt x="112" y="97"/>
                      <a:pt x="112" y="97"/>
                    </a:cubicBezTo>
                    <a:cubicBezTo>
                      <a:pt x="112" y="97"/>
                      <a:pt x="113" y="97"/>
                      <a:pt x="113" y="97"/>
                    </a:cubicBezTo>
                    <a:cubicBezTo>
                      <a:pt x="113" y="97"/>
                      <a:pt x="113" y="97"/>
                      <a:pt x="113" y="97"/>
                    </a:cubicBezTo>
                    <a:cubicBezTo>
                      <a:pt x="113" y="97"/>
                      <a:pt x="113" y="97"/>
                      <a:pt x="113" y="97"/>
                    </a:cubicBezTo>
                    <a:cubicBezTo>
                      <a:pt x="113" y="97"/>
                      <a:pt x="113" y="97"/>
                      <a:pt x="113" y="97"/>
                    </a:cubicBezTo>
                    <a:cubicBezTo>
                      <a:pt x="113" y="97"/>
                      <a:pt x="113" y="97"/>
                      <a:pt x="112" y="97"/>
                    </a:cubicBezTo>
                    <a:cubicBezTo>
                      <a:pt x="112" y="98"/>
                      <a:pt x="113" y="98"/>
                      <a:pt x="113" y="98"/>
                    </a:cubicBezTo>
                    <a:cubicBezTo>
                      <a:pt x="113" y="98"/>
                      <a:pt x="113" y="98"/>
                      <a:pt x="113" y="98"/>
                    </a:cubicBezTo>
                    <a:cubicBezTo>
                      <a:pt x="113" y="99"/>
                      <a:pt x="113" y="99"/>
                      <a:pt x="113" y="99"/>
                    </a:cubicBezTo>
                    <a:cubicBezTo>
                      <a:pt x="113" y="99"/>
                      <a:pt x="113" y="99"/>
                      <a:pt x="113" y="99"/>
                    </a:cubicBezTo>
                    <a:cubicBezTo>
                      <a:pt x="113" y="100"/>
                      <a:pt x="113" y="100"/>
                      <a:pt x="113" y="100"/>
                    </a:cubicBezTo>
                    <a:cubicBezTo>
                      <a:pt x="113" y="100"/>
                      <a:pt x="113" y="100"/>
                      <a:pt x="113" y="100"/>
                    </a:cubicBezTo>
                    <a:cubicBezTo>
                      <a:pt x="113" y="101"/>
                      <a:pt x="113" y="101"/>
                      <a:pt x="113" y="101"/>
                    </a:cubicBezTo>
                    <a:cubicBezTo>
                      <a:pt x="113" y="101"/>
                      <a:pt x="113" y="101"/>
                      <a:pt x="113" y="101"/>
                    </a:cubicBezTo>
                    <a:cubicBezTo>
                      <a:pt x="113" y="101"/>
                      <a:pt x="113" y="101"/>
                      <a:pt x="113" y="101"/>
                    </a:cubicBezTo>
                    <a:cubicBezTo>
                      <a:pt x="113" y="101"/>
                      <a:pt x="113" y="101"/>
                      <a:pt x="113" y="101"/>
                    </a:cubicBezTo>
                    <a:cubicBezTo>
                      <a:pt x="113" y="102"/>
                      <a:pt x="113" y="102"/>
                      <a:pt x="113" y="102"/>
                    </a:cubicBezTo>
                    <a:cubicBezTo>
                      <a:pt x="113" y="102"/>
                      <a:pt x="113" y="102"/>
                      <a:pt x="113" y="102"/>
                    </a:cubicBezTo>
                    <a:cubicBezTo>
                      <a:pt x="113" y="102"/>
                      <a:pt x="113" y="102"/>
                      <a:pt x="113" y="102"/>
                    </a:cubicBezTo>
                    <a:cubicBezTo>
                      <a:pt x="113" y="102"/>
                      <a:pt x="113" y="102"/>
                      <a:pt x="113" y="102"/>
                    </a:cubicBezTo>
                    <a:cubicBezTo>
                      <a:pt x="113" y="102"/>
                      <a:pt x="113" y="102"/>
                      <a:pt x="113" y="102"/>
                    </a:cubicBezTo>
                    <a:cubicBezTo>
                      <a:pt x="113" y="102"/>
                      <a:pt x="113" y="102"/>
                      <a:pt x="113" y="102"/>
                    </a:cubicBezTo>
                    <a:cubicBezTo>
                      <a:pt x="113" y="102"/>
                      <a:pt x="113" y="102"/>
                      <a:pt x="113" y="102"/>
                    </a:cubicBezTo>
                    <a:cubicBezTo>
                      <a:pt x="113" y="102"/>
                      <a:pt x="113" y="103"/>
                      <a:pt x="113" y="103"/>
                    </a:cubicBezTo>
                    <a:cubicBezTo>
                      <a:pt x="113" y="103"/>
                      <a:pt x="113" y="103"/>
                      <a:pt x="113" y="103"/>
                    </a:cubicBezTo>
                    <a:cubicBezTo>
                      <a:pt x="113" y="103"/>
                      <a:pt x="113" y="103"/>
                      <a:pt x="113" y="103"/>
                    </a:cubicBezTo>
                    <a:cubicBezTo>
                      <a:pt x="113" y="103"/>
                      <a:pt x="113" y="103"/>
                      <a:pt x="113" y="103"/>
                    </a:cubicBezTo>
                    <a:cubicBezTo>
                      <a:pt x="113" y="103"/>
                      <a:pt x="113" y="103"/>
                      <a:pt x="113" y="103"/>
                    </a:cubicBezTo>
                    <a:cubicBezTo>
                      <a:pt x="113" y="103"/>
                      <a:pt x="113" y="103"/>
                      <a:pt x="113" y="103"/>
                    </a:cubicBezTo>
                    <a:cubicBezTo>
                      <a:pt x="113" y="103"/>
                      <a:pt x="113" y="103"/>
                      <a:pt x="113" y="103"/>
                    </a:cubicBezTo>
                    <a:cubicBezTo>
                      <a:pt x="114" y="103"/>
                      <a:pt x="114" y="103"/>
                      <a:pt x="114" y="103"/>
                    </a:cubicBezTo>
                    <a:cubicBezTo>
                      <a:pt x="114" y="104"/>
                      <a:pt x="114" y="104"/>
                      <a:pt x="114" y="104"/>
                    </a:cubicBezTo>
                    <a:cubicBezTo>
                      <a:pt x="114" y="104"/>
                      <a:pt x="114" y="104"/>
                      <a:pt x="114" y="104"/>
                    </a:cubicBezTo>
                    <a:cubicBezTo>
                      <a:pt x="114" y="104"/>
                      <a:pt x="114" y="104"/>
                      <a:pt x="114" y="104"/>
                    </a:cubicBezTo>
                    <a:cubicBezTo>
                      <a:pt x="114" y="104"/>
                      <a:pt x="114" y="104"/>
                      <a:pt x="114" y="104"/>
                    </a:cubicBezTo>
                    <a:cubicBezTo>
                      <a:pt x="114" y="105"/>
                      <a:pt x="114" y="105"/>
                      <a:pt x="114" y="105"/>
                    </a:cubicBezTo>
                    <a:cubicBezTo>
                      <a:pt x="114" y="105"/>
                      <a:pt x="114" y="105"/>
                      <a:pt x="114" y="105"/>
                    </a:cubicBezTo>
                    <a:cubicBezTo>
                      <a:pt x="114" y="106"/>
                      <a:pt x="114" y="106"/>
                      <a:pt x="114" y="106"/>
                    </a:cubicBezTo>
                    <a:cubicBezTo>
                      <a:pt x="114" y="106"/>
                      <a:pt x="114" y="106"/>
                      <a:pt x="114" y="106"/>
                    </a:cubicBezTo>
                    <a:cubicBezTo>
                      <a:pt x="114" y="106"/>
                      <a:pt x="114" y="106"/>
                      <a:pt x="114" y="106"/>
                    </a:cubicBezTo>
                    <a:cubicBezTo>
                      <a:pt x="114" y="106"/>
                      <a:pt x="114" y="106"/>
                      <a:pt x="114" y="106"/>
                    </a:cubicBezTo>
                    <a:cubicBezTo>
                      <a:pt x="115" y="107"/>
                      <a:pt x="115" y="107"/>
                      <a:pt x="115" y="107"/>
                    </a:cubicBezTo>
                    <a:cubicBezTo>
                      <a:pt x="115" y="107"/>
                      <a:pt x="115" y="107"/>
                      <a:pt x="115" y="107"/>
                    </a:cubicBezTo>
                    <a:cubicBezTo>
                      <a:pt x="115" y="107"/>
                      <a:pt x="115" y="107"/>
                      <a:pt x="115" y="107"/>
                    </a:cubicBezTo>
                    <a:cubicBezTo>
                      <a:pt x="115" y="107"/>
                      <a:pt x="115" y="107"/>
                      <a:pt x="115" y="107"/>
                    </a:cubicBezTo>
                    <a:cubicBezTo>
                      <a:pt x="115" y="107"/>
                      <a:pt x="115" y="107"/>
                      <a:pt x="115" y="107"/>
                    </a:cubicBezTo>
                    <a:cubicBezTo>
                      <a:pt x="115" y="108"/>
                      <a:pt x="115" y="108"/>
                      <a:pt x="115" y="108"/>
                    </a:cubicBezTo>
                    <a:cubicBezTo>
                      <a:pt x="115" y="108"/>
                      <a:pt x="115" y="108"/>
                      <a:pt x="115" y="108"/>
                    </a:cubicBezTo>
                    <a:cubicBezTo>
                      <a:pt x="115" y="108"/>
                      <a:pt x="115" y="109"/>
                      <a:pt x="115" y="109"/>
                    </a:cubicBezTo>
                    <a:cubicBezTo>
                      <a:pt x="115" y="109"/>
                      <a:pt x="115" y="109"/>
                      <a:pt x="115" y="109"/>
                    </a:cubicBezTo>
                    <a:cubicBezTo>
                      <a:pt x="115" y="109"/>
                      <a:pt x="115" y="109"/>
                      <a:pt x="115" y="109"/>
                    </a:cubicBezTo>
                    <a:cubicBezTo>
                      <a:pt x="116" y="109"/>
                      <a:pt x="116" y="109"/>
                      <a:pt x="116" y="109"/>
                    </a:cubicBezTo>
                    <a:cubicBezTo>
                      <a:pt x="116" y="109"/>
                      <a:pt x="116" y="109"/>
                      <a:pt x="116" y="109"/>
                    </a:cubicBezTo>
                    <a:cubicBezTo>
                      <a:pt x="116" y="109"/>
                      <a:pt x="116" y="109"/>
                      <a:pt x="116" y="109"/>
                    </a:cubicBezTo>
                    <a:cubicBezTo>
                      <a:pt x="116" y="109"/>
                      <a:pt x="116" y="110"/>
                      <a:pt x="116" y="110"/>
                    </a:cubicBezTo>
                    <a:cubicBezTo>
                      <a:pt x="116" y="110"/>
                      <a:pt x="116" y="110"/>
                      <a:pt x="116" y="110"/>
                    </a:cubicBezTo>
                    <a:cubicBezTo>
                      <a:pt x="116" y="110"/>
                      <a:pt x="116" y="110"/>
                      <a:pt x="116" y="110"/>
                    </a:cubicBezTo>
                    <a:cubicBezTo>
                      <a:pt x="116" y="110"/>
                      <a:pt x="116" y="110"/>
                      <a:pt x="116" y="110"/>
                    </a:cubicBezTo>
                    <a:cubicBezTo>
                      <a:pt x="116" y="110"/>
                      <a:pt x="116" y="111"/>
                      <a:pt x="116" y="111"/>
                    </a:cubicBezTo>
                    <a:cubicBezTo>
                      <a:pt x="116" y="111"/>
                      <a:pt x="116" y="111"/>
                      <a:pt x="116" y="111"/>
                    </a:cubicBezTo>
                    <a:cubicBezTo>
                      <a:pt x="116" y="111"/>
                      <a:pt x="116" y="111"/>
                      <a:pt x="116" y="111"/>
                    </a:cubicBezTo>
                    <a:cubicBezTo>
                      <a:pt x="116" y="111"/>
                      <a:pt x="116" y="112"/>
                      <a:pt x="116" y="112"/>
                    </a:cubicBezTo>
                    <a:cubicBezTo>
                      <a:pt x="116" y="112"/>
                      <a:pt x="116" y="112"/>
                      <a:pt x="117" y="112"/>
                    </a:cubicBezTo>
                    <a:cubicBezTo>
                      <a:pt x="117" y="112"/>
                      <a:pt x="117" y="112"/>
                      <a:pt x="117" y="112"/>
                    </a:cubicBezTo>
                    <a:cubicBezTo>
                      <a:pt x="117" y="112"/>
                      <a:pt x="117" y="112"/>
                      <a:pt x="117" y="112"/>
                    </a:cubicBezTo>
                    <a:cubicBezTo>
                      <a:pt x="117" y="112"/>
                      <a:pt x="117" y="112"/>
                      <a:pt x="117" y="112"/>
                    </a:cubicBezTo>
                    <a:cubicBezTo>
                      <a:pt x="117" y="113"/>
                      <a:pt x="117" y="113"/>
                      <a:pt x="117" y="113"/>
                    </a:cubicBezTo>
                    <a:cubicBezTo>
                      <a:pt x="117" y="113"/>
                      <a:pt x="117" y="113"/>
                      <a:pt x="117" y="113"/>
                    </a:cubicBezTo>
                    <a:cubicBezTo>
                      <a:pt x="117" y="113"/>
                      <a:pt x="117" y="113"/>
                      <a:pt x="117" y="113"/>
                    </a:cubicBezTo>
                    <a:cubicBezTo>
                      <a:pt x="117" y="113"/>
                      <a:pt x="117" y="113"/>
                      <a:pt x="117" y="113"/>
                    </a:cubicBezTo>
                    <a:cubicBezTo>
                      <a:pt x="117" y="113"/>
                      <a:pt x="117" y="113"/>
                      <a:pt x="117" y="114"/>
                    </a:cubicBezTo>
                    <a:cubicBezTo>
                      <a:pt x="117" y="114"/>
                      <a:pt x="117" y="114"/>
                      <a:pt x="117" y="114"/>
                    </a:cubicBezTo>
                    <a:cubicBezTo>
                      <a:pt x="117" y="114"/>
                      <a:pt x="118" y="114"/>
                      <a:pt x="118" y="114"/>
                    </a:cubicBezTo>
                    <a:cubicBezTo>
                      <a:pt x="118" y="114"/>
                      <a:pt x="118" y="114"/>
                      <a:pt x="118" y="114"/>
                    </a:cubicBezTo>
                    <a:cubicBezTo>
                      <a:pt x="118" y="114"/>
                      <a:pt x="118" y="114"/>
                      <a:pt x="118" y="114"/>
                    </a:cubicBezTo>
                    <a:cubicBezTo>
                      <a:pt x="118" y="114"/>
                      <a:pt x="118" y="114"/>
                      <a:pt x="118" y="115"/>
                    </a:cubicBezTo>
                    <a:cubicBezTo>
                      <a:pt x="118" y="115"/>
                      <a:pt x="118" y="115"/>
                      <a:pt x="118" y="115"/>
                    </a:cubicBezTo>
                    <a:cubicBezTo>
                      <a:pt x="118" y="115"/>
                      <a:pt x="118" y="115"/>
                      <a:pt x="118" y="115"/>
                    </a:cubicBezTo>
                    <a:cubicBezTo>
                      <a:pt x="118" y="115"/>
                      <a:pt x="118" y="115"/>
                      <a:pt x="118" y="115"/>
                    </a:cubicBezTo>
                    <a:cubicBezTo>
                      <a:pt x="118" y="116"/>
                      <a:pt x="118" y="116"/>
                      <a:pt x="118" y="116"/>
                    </a:cubicBezTo>
                    <a:cubicBezTo>
                      <a:pt x="118" y="116"/>
                      <a:pt x="118" y="116"/>
                      <a:pt x="118" y="116"/>
                    </a:cubicBezTo>
                    <a:cubicBezTo>
                      <a:pt x="118" y="116"/>
                      <a:pt x="118" y="116"/>
                      <a:pt x="118" y="117"/>
                    </a:cubicBezTo>
                    <a:cubicBezTo>
                      <a:pt x="118" y="117"/>
                      <a:pt x="118" y="117"/>
                      <a:pt x="119" y="117"/>
                    </a:cubicBezTo>
                    <a:cubicBezTo>
                      <a:pt x="119" y="117"/>
                      <a:pt x="119" y="117"/>
                      <a:pt x="119" y="117"/>
                    </a:cubicBezTo>
                    <a:cubicBezTo>
                      <a:pt x="119" y="117"/>
                      <a:pt x="119" y="117"/>
                      <a:pt x="119" y="117"/>
                    </a:cubicBezTo>
                    <a:cubicBezTo>
                      <a:pt x="119" y="117"/>
                      <a:pt x="119" y="117"/>
                      <a:pt x="119" y="117"/>
                    </a:cubicBezTo>
                    <a:cubicBezTo>
                      <a:pt x="118" y="117"/>
                      <a:pt x="119" y="117"/>
                      <a:pt x="119" y="117"/>
                    </a:cubicBezTo>
                    <a:cubicBezTo>
                      <a:pt x="119" y="117"/>
                      <a:pt x="119" y="117"/>
                      <a:pt x="119" y="117"/>
                    </a:cubicBezTo>
                    <a:cubicBezTo>
                      <a:pt x="119" y="117"/>
                      <a:pt x="119" y="117"/>
                      <a:pt x="119" y="118"/>
                    </a:cubicBezTo>
                    <a:cubicBezTo>
                      <a:pt x="119" y="118"/>
                      <a:pt x="119" y="118"/>
                      <a:pt x="120" y="118"/>
                    </a:cubicBezTo>
                    <a:cubicBezTo>
                      <a:pt x="120" y="118"/>
                      <a:pt x="120" y="118"/>
                      <a:pt x="120" y="118"/>
                    </a:cubicBezTo>
                    <a:cubicBezTo>
                      <a:pt x="120" y="118"/>
                      <a:pt x="120" y="118"/>
                      <a:pt x="120" y="118"/>
                    </a:cubicBezTo>
                    <a:cubicBezTo>
                      <a:pt x="120" y="118"/>
                      <a:pt x="120" y="118"/>
                      <a:pt x="121" y="118"/>
                    </a:cubicBezTo>
                    <a:cubicBezTo>
                      <a:pt x="121" y="118"/>
                      <a:pt x="121" y="117"/>
                      <a:pt x="121" y="117"/>
                    </a:cubicBezTo>
                    <a:cubicBezTo>
                      <a:pt x="121" y="117"/>
                      <a:pt x="121" y="117"/>
                      <a:pt x="121" y="117"/>
                    </a:cubicBezTo>
                    <a:cubicBezTo>
                      <a:pt x="121" y="117"/>
                      <a:pt x="121" y="117"/>
                      <a:pt x="121" y="117"/>
                    </a:cubicBezTo>
                    <a:cubicBezTo>
                      <a:pt x="121" y="117"/>
                      <a:pt x="121" y="117"/>
                      <a:pt x="122" y="117"/>
                    </a:cubicBezTo>
                    <a:cubicBezTo>
                      <a:pt x="122" y="117"/>
                      <a:pt x="122" y="117"/>
                      <a:pt x="122" y="117"/>
                    </a:cubicBezTo>
                    <a:cubicBezTo>
                      <a:pt x="122" y="117"/>
                      <a:pt x="122" y="117"/>
                      <a:pt x="122" y="117"/>
                    </a:cubicBezTo>
                    <a:cubicBezTo>
                      <a:pt x="122" y="117"/>
                      <a:pt x="122" y="117"/>
                      <a:pt x="122" y="117"/>
                    </a:cubicBezTo>
                    <a:cubicBezTo>
                      <a:pt x="122" y="117"/>
                      <a:pt x="122" y="117"/>
                      <a:pt x="122" y="117"/>
                    </a:cubicBezTo>
                    <a:cubicBezTo>
                      <a:pt x="122" y="117"/>
                      <a:pt x="122" y="117"/>
                      <a:pt x="122" y="117"/>
                    </a:cubicBezTo>
                    <a:cubicBezTo>
                      <a:pt x="122" y="117"/>
                      <a:pt x="122" y="117"/>
                      <a:pt x="122" y="116"/>
                    </a:cubicBezTo>
                    <a:cubicBezTo>
                      <a:pt x="122" y="116"/>
                      <a:pt x="122" y="116"/>
                      <a:pt x="122" y="116"/>
                    </a:cubicBezTo>
                    <a:cubicBezTo>
                      <a:pt x="122" y="116"/>
                      <a:pt x="122" y="116"/>
                      <a:pt x="122" y="116"/>
                    </a:cubicBezTo>
                    <a:cubicBezTo>
                      <a:pt x="122" y="116"/>
                      <a:pt x="122" y="116"/>
                      <a:pt x="122" y="116"/>
                    </a:cubicBezTo>
                    <a:cubicBezTo>
                      <a:pt x="122" y="116"/>
                      <a:pt x="122" y="116"/>
                      <a:pt x="122" y="115"/>
                    </a:cubicBezTo>
                    <a:cubicBezTo>
                      <a:pt x="122" y="115"/>
                      <a:pt x="122" y="115"/>
                      <a:pt x="122" y="115"/>
                    </a:cubicBezTo>
                    <a:cubicBezTo>
                      <a:pt x="122" y="115"/>
                      <a:pt x="122" y="115"/>
                      <a:pt x="122" y="115"/>
                    </a:cubicBezTo>
                    <a:cubicBezTo>
                      <a:pt x="122" y="115"/>
                      <a:pt x="122" y="115"/>
                      <a:pt x="122" y="115"/>
                    </a:cubicBezTo>
                    <a:cubicBezTo>
                      <a:pt x="122" y="115"/>
                      <a:pt x="122" y="115"/>
                      <a:pt x="123" y="115"/>
                    </a:cubicBezTo>
                    <a:cubicBezTo>
                      <a:pt x="123" y="115"/>
                      <a:pt x="123" y="115"/>
                      <a:pt x="123" y="115"/>
                    </a:cubicBezTo>
                    <a:cubicBezTo>
                      <a:pt x="123" y="115"/>
                      <a:pt x="123" y="115"/>
                      <a:pt x="123" y="115"/>
                    </a:cubicBezTo>
                    <a:cubicBezTo>
                      <a:pt x="123" y="114"/>
                      <a:pt x="123" y="114"/>
                      <a:pt x="123" y="114"/>
                    </a:cubicBezTo>
                    <a:cubicBezTo>
                      <a:pt x="123" y="114"/>
                      <a:pt x="123" y="114"/>
                      <a:pt x="123" y="114"/>
                    </a:cubicBezTo>
                    <a:cubicBezTo>
                      <a:pt x="123" y="114"/>
                      <a:pt x="123" y="114"/>
                      <a:pt x="123" y="114"/>
                    </a:cubicBezTo>
                    <a:cubicBezTo>
                      <a:pt x="123" y="113"/>
                      <a:pt x="123" y="113"/>
                      <a:pt x="123" y="113"/>
                    </a:cubicBezTo>
                    <a:cubicBezTo>
                      <a:pt x="123" y="113"/>
                      <a:pt x="123" y="113"/>
                      <a:pt x="123" y="112"/>
                    </a:cubicBezTo>
                    <a:cubicBezTo>
                      <a:pt x="123" y="112"/>
                      <a:pt x="123" y="112"/>
                      <a:pt x="123" y="112"/>
                    </a:cubicBezTo>
                    <a:cubicBezTo>
                      <a:pt x="123" y="112"/>
                      <a:pt x="123" y="112"/>
                      <a:pt x="123" y="112"/>
                    </a:cubicBezTo>
                    <a:cubicBezTo>
                      <a:pt x="123" y="112"/>
                      <a:pt x="123" y="112"/>
                      <a:pt x="123" y="111"/>
                    </a:cubicBezTo>
                    <a:cubicBezTo>
                      <a:pt x="123" y="111"/>
                      <a:pt x="123" y="111"/>
                      <a:pt x="123" y="111"/>
                    </a:cubicBezTo>
                    <a:cubicBezTo>
                      <a:pt x="123" y="111"/>
                      <a:pt x="123" y="111"/>
                      <a:pt x="123" y="111"/>
                    </a:cubicBezTo>
                    <a:cubicBezTo>
                      <a:pt x="123" y="111"/>
                      <a:pt x="123" y="111"/>
                      <a:pt x="123" y="111"/>
                    </a:cubicBezTo>
                    <a:cubicBezTo>
                      <a:pt x="123" y="111"/>
                      <a:pt x="123" y="111"/>
                      <a:pt x="123" y="111"/>
                    </a:cubicBezTo>
                    <a:cubicBezTo>
                      <a:pt x="123" y="111"/>
                      <a:pt x="123" y="111"/>
                      <a:pt x="123" y="111"/>
                    </a:cubicBezTo>
                    <a:cubicBezTo>
                      <a:pt x="123" y="111"/>
                      <a:pt x="123" y="110"/>
                      <a:pt x="123" y="110"/>
                    </a:cubicBezTo>
                    <a:cubicBezTo>
                      <a:pt x="123" y="110"/>
                      <a:pt x="123" y="110"/>
                      <a:pt x="123" y="110"/>
                    </a:cubicBezTo>
                    <a:cubicBezTo>
                      <a:pt x="123" y="110"/>
                      <a:pt x="123" y="110"/>
                      <a:pt x="123" y="110"/>
                    </a:cubicBezTo>
                    <a:cubicBezTo>
                      <a:pt x="123" y="110"/>
                      <a:pt x="123" y="109"/>
                      <a:pt x="123" y="109"/>
                    </a:cubicBezTo>
                    <a:cubicBezTo>
                      <a:pt x="123" y="109"/>
                      <a:pt x="123" y="109"/>
                      <a:pt x="123" y="109"/>
                    </a:cubicBezTo>
                    <a:cubicBezTo>
                      <a:pt x="123" y="109"/>
                      <a:pt x="123" y="109"/>
                      <a:pt x="123" y="109"/>
                    </a:cubicBezTo>
                    <a:cubicBezTo>
                      <a:pt x="123" y="109"/>
                      <a:pt x="123" y="109"/>
                      <a:pt x="123" y="109"/>
                    </a:cubicBezTo>
                    <a:cubicBezTo>
                      <a:pt x="123" y="109"/>
                      <a:pt x="123" y="109"/>
                      <a:pt x="123" y="109"/>
                    </a:cubicBezTo>
                    <a:cubicBezTo>
                      <a:pt x="123" y="109"/>
                      <a:pt x="123" y="109"/>
                      <a:pt x="123" y="109"/>
                    </a:cubicBezTo>
                    <a:cubicBezTo>
                      <a:pt x="123" y="109"/>
                      <a:pt x="123" y="109"/>
                      <a:pt x="123" y="109"/>
                    </a:cubicBezTo>
                    <a:cubicBezTo>
                      <a:pt x="123" y="108"/>
                      <a:pt x="123" y="108"/>
                      <a:pt x="123" y="108"/>
                    </a:cubicBezTo>
                    <a:cubicBezTo>
                      <a:pt x="123" y="108"/>
                      <a:pt x="123" y="108"/>
                      <a:pt x="123" y="108"/>
                    </a:cubicBezTo>
                    <a:cubicBezTo>
                      <a:pt x="123" y="108"/>
                      <a:pt x="123" y="108"/>
                      <a:pt x="123" y="108"/>
                    </a:cubicBezTo>
                    <a:cubicBezTo>
                      <a:pt x="123" y="108"/>
                      <a:pt x="123" y="108"/>
                      <a:pt x="123" y="107"/>
                    </a:cubicBezTo>
                    <a:cubicBezTo>
                      <a:pt x="123" y="107"/>
                      <a:pt x="123" y="107"/>
                      <a:pt x="123" y="107"/>
                    </a:cubicBezTo>
                    <a:cubicBezTo>
                      <a:pt x="123" y="107"/>
                      <a:pt x="123" y="107"/>
                      <a:pt x="123" y="107"/>
                    </a:cubicBezTo>
                    <a:cubicBezTo>
                      <a:pt x="123" y="107"/>
                      <a:pt x="123" y="107"/>
                      <a:pt x="123" y="107"/>
                    </a:cubicBezTo>
                    <a:cubicBezTo>
                      <a:pt x="123" y="107"/>
                      <a:pt x="123" y="107"/>
                      <a:pt x="123" y="107"/>
                    </a:cubicBezTo>
                    <a:cubicBezTo>
                      <a:pt x="123" y="106"/>
                      <a:pt x="123" y="106"/>
                      <a:pt x="123" y="106"/>
                    </a:cubicBezTo>
                    <a:cubicBezTo>
                      <a:pt x="123" y="106"/>
                      <a:pt x="123" y="106"/>
                      <a:pt x="123" y="106"/>
                    </a:cubicBezTo>
                    <a:cubicBezTo>
                      <a:pt x="123" y="106"/>
                      <a:pt x="123" y="106"/>
                      <a:pt x="123" y="106"/>
                    </a:cubicBezTo>
                    <a:cubicBezTo>
                      <a:pt x="123" y="106"/>
                      <a:pt x="123" y="106"/>
                      <a:pt x="123" y="106"/>
                    </a:cubicBezTo>
                    <a:cubicBezTo>
                      <a:pt x="123" y="106"/>
                      <a:pt x="123" y="106"/>
                      <a:pt x="123" y="106"/>
                    </a:cubicBezTo>
                    <a:cubicBezTo>
                      <a:pt x="123" y="106"/>
                      <a:pt x="123" y="106"/>
                      <a:pt x="123" y="106"/>
                    </a:cubicBezTo>
                    <a:cubicBezTo>
                      <a:pt x="123" y="106"/>
                      <a:pt x="123" y="106"/>
                      <a:pt x="124" y="106"/>
                    </a:cubicBezTo>
                    <a:cubicBezTo>
                      <a:pt x="124" y="106"/>
                      <a:pt x="124" y="106"/>
                      <a:pt x="124" y="106"/>
                    </a:cubicBezTo>
                    <a:cubicBezTo>
                      <a:pt x="124" y="106"/>
                      <a:pt x="124" y="106"/>
                      <a:pt x="124" y="106"/>
                    </a:cubicBezTo>
                    <a:cubicBezTo>
                      <a:pt x="124" y="106"/>
                      <a:pt x="124" y="106"/>
                      <a:pt x="124" y="106"/>
                    </a:cubicBezTo>
                    <a:cubicBezTo>
                      <a:pt x="124" y="106"/>
                      <a:pt x="124" y="105"/>
                      <a:pt x="124" y="105"/>
                    </a:cubicBezTo>
                    <a:cubicBezTo>
                      <a:pt x="124" y="105"/>
                      <a:pt x="124" y="105"/>
                      <a:pt x="124" y="105"/>
                    </a:cubicBezTo>
                    <a:cubicBezTo>
                      <a:pt x="124" y="106"/>
                      <a:pt x="124" y="106"/>
                      <a:pt x="124" y="106"/>
                    </a:cubicBezTo>
                    <a:cubicBezTo>
                      <a:pt x="124" y="106"/>
                      <a:pt x="124" y="105"/>
                      <a:pt x="124" y="105"/>
                    </a:cubicBezTo>
                    <a:cubicBezTo>
                      <a:pt x="124" y="105"/>
                      <a:pt x="124" y="105"/>
                      <a:pt x="124" y="105"/>
                    </a:cubicBezTo>
                    <a:cubicBezTo>
                      <a:pt x="124" y="105"/>
                      <a:pt x="124" y="105"/>
                      <a:pt x="124" y="105"/>
                    </a:cubicBezTo>
                    <a:cubicBezTo>
                      <a:pt x="124" y="105"/>
                      <a:pt x="125" y="105"/>
                      <a:pt x="125" y="105"/>
                    </a:cubicBezTo>
                    <a:cubicBezTo>
                      <a:pt x="125" y="105"/>
                      <a:pt x="125" y="105"/>
                      <a:pt x="125" y="105"/>
                    </a:cubicBezTo>
                    <a:cubicBezTo>
                      <a:pt x="125" y="105"/>
                      <a:pt x="125" y="105"/>
                      <a:pt x="125" y="105"/>
                    </a:cubicBezTo>
                    <a:cubicBezTo>
                      <a:pt x="125" y="105"/>
                      <a:pt x="125" y="105"/>
                      <a:pt x="125" y="105"/>
                    </a:cubicBezTo>
                    <a:cubicBezTo>
                      <a:pt x="125" y="105"/>
                      <a:pt x="126" y="104"/>
                      <a:pt x="125" y="104"/>
                    </a:cubicBezTo>
                    <a:cubicBezTo>
                      <a:pt x="125" y="104"/>
                      <a:pt x="125" y="104"/>
                      <a:pt x="125" y="104"/>
                    </a:cubicBezTo>
                    <a:cubicBezTo>
                      <a:pt x="125" y="104"/>
                      <a:pt x="125" y="104"/>
                      <a:pt x="126" y="104"/>
                    </a:cubicBezTo>
                    <a:cubicBezTo>
                      <a:pt x="126" y="104"/>
                      <a:pt x="126" y="104"/>
                      <a:pt x="126" y="104"/>
                    </a:cubicBezTo>
                    <a:cubicBezTo>
                      <a:pt x="126" y="104"/>
                      <a:pt x="126" y="103"/>
                      <a:pt x="127" y="103"/>
                    </a:cubicBezTo>
                    <a:cubicBezTo>
                      <a:pt x="127" y="103"/>
                      <a:pt x="127" y="103"/>
                      <a:pt x="127" y="103"/>
                    </a:cubicBezTo>
                    <a:cubicBezTo>
                      <a:pt x="127" y="103"/>
                      <a:pt x="127" y="103"/>
                      <a:pt x="127" y="103"/>
                    </a:cubicBezTo>
                    <a:cubicBezTo>
                      <a:pt x="127" y="103"/>
                      <a:pt x="127" y="102"/>
                      <a:pt x="127" y="102"/>
                    </a:cubicBezTo>
                    <a:cubicBezTo>
                      <a:pt x="128" y="102"/>
                      <a:pt x="128" y="102"/>
                      <a:pt x="128" y="102"/>
                    </a:cubicBezTo>
                    <a:cubicBezTo>
                      <a:pt x="128" y="102"/>
                      <a:pt x="128" y="102"/>
                      <a:pt x="127" y="102"/>
                    </a:cubicBezTo>
                    <a:cubicBezTo>
                      <a:pt x="127" y="102"/>
                      <a:pt x="127" y="102"/>
                      <a:pt x="127" y="102"/>
                    </a:cubicBezTo>
                    <a:cubicBezTo>
                      <a:pt x="127" y="102"/>
                      <a:pt x="128" y="102"/>
                      <a:pt x="128" y="102"/>
                    </a:cubicBezTo>
                    <a:cubicBezTo>
                      <a:pt x="128" y="102"/>
                      <a:pt x="128" y="101"/>
                      <a:pt x="128" y="101"/>
                    </a:cubicBezTo>
                    <a:cubicBezTo>
                      <a:pt x="128" y="101"/>
                      <a:pt x="128" y="100"/>
                      <a:pt x="128" y="100"/>
                    </a:cubicBezTo>
                    <a:cubicBezTo>
                      <a:pt x="128" y="100"/>
                      <a:pt x="128" y="100"/>
                      <a:pt x="128" y="100"/>
                    </a:cubicBezTo>
                    <a:cubicBezTo>
                      <a:pt x="128" y="100"/>
                      <a:pt x="128" y="100"/>
                      <a:pt x="128" y="100"/>
                    </a:cubicBezTo>
                    <a:cubicBezTo>
                      <a:pt x="128" y="100"/>
                      <a:pt x="128" y="100"/>
                      <a:pt x="128" y="100"/>
                    </a:cubicBezTo>
                    <a:cubicBezTo>
                      <a:pt x="128" y="100"/>
                      <a:pt x="128" y="100"/>
                      <a:pt x="128" y="100"/>
                    </a:cubicBezTo>
                    <a:cubicBezTo>
                      <a:pt x="128" y="100"/>
                      <a:pt x="128" y="100"/>
                      <a:pt x="128" y="100"/>
                    </a:cubicBezTo>
                    <a:cubicBezTo>
                      <a:pt x="128" y="100"/>
                      <a:pt x="128" y="100"/>
                      <a:pt x="128" y="100"/>
                    </a:cubicBezTo>
                    <a:cubicBezTo>
                      <a:pt x="128" y="100"/>
                      <a:pt x="128" y="100"/>
                      <a:pt x="128"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29" y="100"/>
                      <a:pt x="129" y="100"/>
                      <a:pt x="129" y="100"/>
                    </a:cubicBezTo>
                    <a:cubicBezTo>
                      <a:pt x="130" y="100"/>
                      <a:pt x="130" y="100"/>
                      <a:pt x="130" y="99"/>
                    </a:cubicBezTo>
                    <a:cubicBezTo>
                      <a:pt x="130" y="99"/>
                      <a:pt x="130" y="99"/>
                      <a:pt x="130" y="99"/>
                    </a:cubicBezTo>
                    <a:cubicBezTo>
                      <a:pt x="130" y="99"/>
                      <a:pt x="130" y="99"/>
                      <a:pt x="130" y="99"/>
                    </a:cubicBezTo>
                    <a:cubicBezTo>
                      <a:pt x="130" y="99"/>
                      <a:pt x="130" y="99"/>
                      <a:pt x="130" y="99"/>
                    </a:cubicBezTo>
                    <a:cubicBezTo>
                      <a:pt x="130" y="99"/>
                      <a:pt x="130" y="99"/>
                      <a:pt x="130" y="99"/>
                    </a:cubicBezTo>
                    <a:cubicBezTo>
                      <a:pt x="130" y="99"/>
                      <a:pt x="130" y="99"/>
                      <a:pt x="130" y="99"/>
                    </a:cubicBezTo>
                    <a:cubicBezTo>
                      <a:pt x="130" y="99"/>
                      <a:pt x="130" y="99"/>
                      <a:pt x="130" y="99"/>
                    </a:cubicBezTo>
                    <a:cubicBezTo>
                      <a:pt x="130" y="99"/>
                      <a:pt x="130" y="98"/>
                      <a:pt x="130" y="98"/>
                    </a:cubicBezTo>
                    <a:cubicBezTo>
                      <a:pt x="130" y="98"/>
                      <a:pt x="130" y="98"/>
                      <a:pt x="130" y="98"/>
                    </a:cubicBezTo>
                    <a:cubicBezTo>
                      <a:pt x="130" y="98"/>
                      <a:pt x="130" y="98"/>
                      <a:pt x="130" y="98"/>
                    </a:cubicBezTo>
                    <a:cubicBezTo>
                      <a:pt x="130" y="98"/>
                      <a:pt x="130" y="98"/>
                      <a:pt x="130" y="98"/>
                    </a:cubicBezTo>
                    <a:cubicBezTo>
                      <a:pt x="130" y="98"/>
                      <a:pt x="130" y="97"/>
                      <a:pt x="130" y="97"/>
                    </a:cubicBezTo>
                    <a:cubicBezTo>
                      <a:pt x="131" y="97"/>
                      <a:pt x="131" y="97"/>
                      <a:pt x="131" y="97"/>
                    </a:cubicBezTo>
                    <a:cubicBezTo>
                      <a:pt x="131" y="97"/>
                      <a:pt x="131" y="97"/>
                      <a:pt x="132" y="96"/>
                    </a:cubicBezTo>
                    <a:cubicBezTo>
                      <a:pt x="132" y="96"/>
                      <a:pt x="132" y="96"/>
                      <a:pt x="132" y="96"/>
                    </a:cubicBezTo>
                    <a:cubicBezTo>
                      <a:pt x="132" y="96"/>
                      <a:pt x="132" y="96"/>
                      <a:pt x="132" y="96"/>
                    </a:cubicBezTo>
                    <a:cubicBezTo>
                      <a:pt x="132" y="96"/>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2" y="97"/>
                      <a:pt x="132" y="97"/>
                      <a:pt x="132"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7"/>
                    </a:cubicBezTo>
                    <a:cubicBezTo>
                      <a:pt x="133" y="97"/>
                      <a:pt x="133" y="97"/>
                      <a:pt x="133" y="96"/>
                    </a:cubicBezTo>
                    <a:cubicBezTo>
                      <a:pt x="133" y="96"/>
                      <a:pt x="133" y="96"/>
                      <a:pt x="133" y="96"/>
                    </a:cubicBezTo>
                    <a:cubicBezTo>
                      <a:pt x="133" y="96"/>
                      <a:pt x="133" y="96"/>
                      <a:pt x="133" y="97"/>
                    </a:cubicBezTo>
                    <a:cubicBezTo>
                      <a:pt x="133" y="97"/>
                      <a:pt x="134" y="97"/>
                      <a:pt x="134" y="97"/>
                    </a:cubicBezTo>
                    <a:cubicBezTo>
                      <a:pt x="134" y="97"/>
                      <a:pt x="134" y="97"/>
                      <a:pt x="134" y="97"/>
                    </a:cubicBezTo>
                    <a:cubicBezTo>
                      <a:pt x="134" y="97"/>
                      <a:pt x="134" y="97"/>
                      <a:pt x="134" y="97"/>
                    </a:cubicBezTo>
                    <a:cubicBezTo>
                      <a:pt x="134" y="97"/>
                      <a:pt x="134" y="96"/>
                      <a:pt x="134" y="96"/>
                    </a:cubicBezTo>
                    <a:cubicBezTo>
                      <a:pt x="134" y="96"/>
                      <a:pt x="134" y="96"/>
                      <a:pt x="134" y="96"/>
                    </a:cubicBezTo>
                    <a:cubicBezTo>
                      <a:pt x="134" y="96"/>
                      <a:pt x="134" y="96"/>
                      <a:pt x="134" y="96"/>
                    </a:cubicBezTo>
                    <a:cubicBezTo>
                      <a:pt x="134" y="96"/>
                      <a:pt x="134" y="96"/>
                      <a:pt x="134" y="96"/>
                    </a:cubicBezTo>
                    <a:cubicBezTo>
                      <a:pt x="134" y="96"/>
                      <a:pt x="134" y="96"/>
                      <a:pt x="134" y="96"/>
                    </a:cubicBezTo>
                    <a:cubicBezTo>
                      <a:pt x="134" y="97"/>
                      <a:pt x="134" y="97"/>
                      <a:pt x="134" y="97"/>
                    </a:cubicBezTo>
                    <a:cubicBezTo>
                      <a:pt x="134" y="97"/>
                      <a:pt x="134" y="97"/>
                      <a:pt x="134" y="97"/>
                    </a:cubicBezTo>
                    <a:cubicBezTo>
                      <a:pt x="134" y="96"/>
                      <a:pt x="134" y="96"/>
                      <a:pt x="134" y="96"/>
                    </a:cubicBezTo>
                    <a:cubicBezTo>
                      <a:pt x="134" y="96"/>
                      <a:pt x="134" y="96"/>
                      <a:pt x="134" y="96"/>
                    </a:cubicBezTo>
                    <a:cubicBezTo>
                      <a:pt x="134" y="96"/>
                      <a:pt x="135" y="96"/>
                      <a:pt x="135" y="96"/>
                    </a:cubicBezTo>
                    <a:cubicBezTo>
                      <a:pt x="135" y="96"/>
                      <a:pt x="135" y="96"/>
                      <a:pt x="135" y="96"/>
                    </a:cubicBezTo>
                    <a:cubicBezTo>
                      <a:pt x="135" y="96"/>
                      <a:pt x="135" y="95"/>
                      <a:pt x="134" y="95"/>
                    </a:cubicBezTo>
                    <a:cubicBezTo>
                      <a:pt x="134" y="95"/>
                      <a:pt x="134" y="95"/>
                      <a:pt x="134" y="95"/>
                    </a:cubicBezTo>
                    <a:cubicBezTo>
                      <a:pt x="134" y="95"/>
                      <a:pt x="134" y="95"/>
                      <a:pt x="134" y="95"/>
                    </a:cubicBezTo>
                    <a:cubicBezTo>
                      <a:pt x="134" y="95"/>
                      <a:pt x="134" y="95"/>
                      <a:pt x="134" y="95"/>
                    </a:cubicBezTo>
                    <a:cubicBezTo>
                      <a:pt x="134" y="95"/>
                      <a:pt x="134" y="95"/>
                      <a:pt x="134" y="95"/>
                    </a:cubicBezTo>
                    <a:cubicBezTo>
                      <a:pt x="134" y="95"/>
                      <a:pt x="135" y="95"/>
                      <a:pt x="135" y="95"/>
                    </a:cubicBezTo>
                    <a:cubicBezTo>
                      <a:pt x="134" y="95"/>
                      <a:pt x="134" y="95"/>
                      <a:pt x="135" y="95"/>
                    </a:cubicBezTo>
                    <a:cubicBezTo>
                      <a:pt x="135" y="95"/>
                      <a:pt x="135" y="95"/>
                      <a:pt x="135" y="95"/>
                    </a:cubicBezTo>
                    <a:cubicBezTo>
                      <a:pt x="135" y="95"/>
                      <a:pt x="135" y="95"/>
                      <a:pt x="135" y="95"/>
                    </a:cubicBezTo>
                    <a:cubicBezTo>
                      <a:pt x="135" y="95"/>
                      <a:pt x="135" y="95"/>
                      <a:pt x="135" y="95"/>
                    </a:cubicBezTo>
                    <a:cubicBezTo>
                      <a:pt x="135" y="95"/>
                      <a:pt x="135" y="95"/>
                      <a:pt x="135" y="95"/>
                    </a:cubicBezTo>
                    <a:cubicBezTo>
                      <a:pt x="135" y="95"/>
                      <a:pt x="135" y="95"/>
                      <a:pt x="135" y="95"/>
                    </a:cubicBezTo>
                    <a:cubicBezTo>
                      <a:pt x="135" y="95"/>
                      <a:pt x="135" y="95"/>
                      <a:pt x="135" y="95"/>
                    </a:cubicBezTo>
                    <a:cubicBezTo>
                      <a:pt x="135" y="95"/>
                      <a:pt x="135" y="95"/>
                      <a:pt x="136" y="95"/>
                    </a:cubicBezTo>
                    <a:cubicBezTo>
                      <a:pt x="136" y="95"/>
                      <a:pt x="136" y="95"/>
                      <a:pt x="136" y="95"/>
                    </a:cubicBezTo>
                    <a:cubicBezTo>
                      <a:pt x="136" y="95"/>
                      <a:pt x="136" y="95"/>
                      <a:pt x="136" y="95"/>
                    </a:cubicBezTo>
                    <a:cubicBezTo>
                      <a:pt x="136" y="95"/>
                      <a:pt x="136" y="95"/>
                      <a:pt x="136"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7"/>
                      <a:pt x="136" y="97"/>
                    </a:cubicBezTo>
                    <a:cubicBezTo>
                      <a:pt x="136" y="97"/>
                      <a:pt x="136" y="97"/>
                      <a:pt x="136" y="97"/>
                    </a:cubicBezTo>
                    <a:cubicBezTo>
                      <a:pt x="136" y="97"/>
                      <a:pt x="136" y="97"/>
                      <a:pt x="136" y="97"/>
                    </a:cubicBezTo>
                    <a:cubicBezTo>
                      <a:pt x="136" y="97"/>
                      <a:pt x="136" y="97"/>
                      <a:pt x="136" y="97"/>
                    </a:cubicBezTo>
                    <a:cubicBezTo>
                      <a:pt x="136" y="97"/>
                      <a:pt x="137" y="97"/>
                      <a:pt x="137" y="97"/>
                    </a:cubicBezTo>
                    <a:cubicBezTo>
                      <a:pt x="137" y="97"/>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7" y="98"/>
                      <a:pt x="137" y="98"/>
                      <a:pt x="137" y="98"/>
                    </a:cubicBezTo>
                    <a:cubicBezTo>
                      <a:pt x="138" y="99"/>
                      <a:pt x="138" y="99"/>
                      <a:pt x="138" y="99"/>
                    </a:cubicBezTo>
                    <a:cubicBezTo>
                      <a:pt x="138" y="99"/>
                      <a:pt x="138" y="99"/>
                      <a:pt x="138" y="99"/>
                    </a:cubicBezTo>
                    <a:cubicBezTo>
                      <a:pt x="138" y="99"/>
                      <a:pt x="138" y="99"/>
                      <a:pt x="138" y="98"/>
                    </a:cubicBezTo>
                    <a:cubicBezTo>
                      <a:pt x="138" y="98"/>
                      <a:pt x="138" y="98"/>
                      <a:pt x="138" y="98"/>
                    </a:cubicBezTo>
                    <a:cubicBezTo>
                      <a:pt x="138" y="98"/>
                      <a:pt x="138" y="98"/>
                      <a:pt x="138" y="98"/>
                    </a:cubicBezTo>
                    <a:cubicBezTo>
                      <a:pt x="138" y="99"/>
                      <a:pt x="138" y="99"/>
                      <a:pt x="138" y="99"/>
                    </a:cubicBezTo>
                    <a:cubicBezTo>
                      <a:pt x="138" y="99"/>
                      <a:pt x="138" y="99"/>
                      <a:pt x="138" y="99"/>
                    </a:cubicBezTo>
                    <a:cubicBezTo>
                      <a:pt x="138" y="99"/>
                      <a:pt x="138" y="99"/>
                      <a:pt x="138" y="99"/>
                    </a:cubicBezTo>
                    <a:cubicBezTo>
                      <a:pt x="138" y="99"/>
                      <a:pt x="138" y="99"/>
                      <a:pt x="138" y="99"/>
                    </a:cubicBezTo>
                    <a:cubicBezTo>
                      <a:pt x="138" y="99"/>
                      <a:pt x="138" y="99"/>
                      <a:pt x="138" y="99"/>
                    </a:cubicBezTo>
                    <a:cubicBezTo>
                      <a:pt x="138" y="99"/>
                      <a:pt x="138" y="99"/>
                      <a:pt x="138" y="99"/>
                    </a:cubicBezTo>
                    <a:cubicBezTo>
                      <a:pt x="138" y="99"/>
                      <a:pt x="139" y="99"/>
                      <a:pt x="139" y="99"/>
                    </a:cubicBezTo>
                    <a:cubicBezTo>
                      <a:pt x="139" y="99"/>
                      <a:pt x="139" y="99"/>
                      <a:pt x="139" y="99"/>
                    </a:cubicBezTo>
                    <a:cubicBezTo>
                      <a:pt x="139" y="99"/>
                      <a:pt x="139" y="99"/>
                      <a:pt x="139" y="99"/>
                    </a:cubicBezTo>
                    <a:cubicBezTo>
                      <a:pt x="139" y="99"/>
                      <a:pt x="139" y="99"/>
                      <a:pt x="139" y="99"/>
                    </a:cubicBezTo>
                    <a:cubicBezTo>
                      <a:pt x="139" y="99"/>
                      <a:pt x="139" y="99"/>
                      <a:pt x="139" y="99"/>
                    </a:cubicBezTo>
                    <a:cubicBezTo>
                      <a:pt x="139" y="99"/>
                      <a:pt x="139" y="99"/>
                      <a:pt x="139" y="99"/>
                    </a:cubicBezTo>
                    <a:cubicBezTo>
                      <a:pt x="139" y="99"/>
                      <a:pt x="139" y="99"/>
                      <a:pt x="139" y="99"/>
                    </a:cubicBezTo>
                    <a:cubicBezTo>
                      <a:pt x="139" y="99"/>
                      <a:pt x="139" y="100"/>
                      <a:pt x="139" y="100"/>
                    </a:cubicBezTo>
                    <a:cubicBezTo>
                      <a:pt x="139" y="100"/>
                      <a:pt x="139" y="100"/>
                      <a:pt x="139" y="100"/>
                    </a:cubicBezTo>
                    <a:cubicBezTo>
                      <a:pt x="139" y="100"/>
                      <a:pt x="139" y="100"/>
                      <a:pt x="139" y="100"/>
                    </a:cubicBezTo>
                    <a:cubicBezTo>
                      <a:pt x="139" y="100"/>
                      <a:pt x="139" y="100"/>
                      <a:pt x="139" y="100"/>
                    </a:cubicBezTo>
                    <a:cubicBezTo>
                      <a:pt x="139" y="100"/>
                      <a:pt x="139" y="101"/>
                      <a:pt x="139" y="101"/>
                    </a:cubicBezTo>
                    <a:cubicBezTo>
                      <a:pt x="139" y="101"/>
                      <a:pt x="139" y="101"/>
                      <a:pt x="139" y="101"/>
                    </a:cubicBezTo>
                    <a:cubicBezTo>
                      <a:pt x="139" y="101"/>
                      <a:pt x="139" y="100"/>
                      <a:pt x="139" y="100"/>
                    </a:cubicBezTo>
                    <a:cubicBezTo>
                      <a:pt x="140" y="100"/>
                      <a:pt x="140" y="101"/>
                      <a:pt x="140" y="101"/>
                    </a:cubicBezTo>
                    <a:cubicBezTo>
                      <a:pt x="140" y="101"/>
                      <a:pt x="140" y="101"/>
                      <a:pt x="140" y="101"/>
                    </a:cubicBezTo>
                    <a:cubicBezTo>
                      <a:pt x="140" y="101"/>
                      <a:pt x="140" y="101"/>
                      <a:pt x="140" y="101"/>
                    </a:cubicBezTo>
                    <a:cubicBezTo>
                      <a:pt x="140" y="101"/>
                      <a:pt x="140" y="101"/>
                      <a:pt x="140" y="101"/>
                    </a:cubicBezTo>
                    <a:cubicBezTo>
                      <a:pt x="140" y="101"/>
                      <a:pt x="140" y="101"/>
                      <a:pt x="140" y="101"/>
                    </a:cubicBezTo>
                    <a:cubicBezTo>
                      <a:pt x="140" y="102"/>
                      <a:pt x="140" y="102"/>
                      <a:pt x="140" y="102"/>
                    </a:cubicBezTo>
                    <a:cubicBezTo>
                      <a:pt x="140" y="102"/>
                      <a:pt x="140" y="102"/>
                      <a:pt x="140" y="102"/>
                    </a:cubicBezTo>
                    <a:cubicBezTo>
                      <a:pt x="140" y="102"/>
                      <a:pt x="140" y="102"/>
                      <a:pt x="140" y="103"/>
                    </a:cubicBezTo>
                    <a:cubicBezTo>
                      <a:pt x="140" y="103"/>
                      <a:pt x="140" y="103"/>
                      <a:pt x="140" y="103"/>
                    </a:cubicBezTo>
                    <a:cubicBezTo>
                      <a:pt x="140" y="103"/>
                      <a:pt x="140" y="103"/>
                      <a:pt x="140" y="103"/>
                    </a:cubicBezTo>
                    <a:cubicBezTo>
                      <a:pt x="140" y="103"/>
                      <a:pt x="140" y="103"/>
                      <a:pt x="140" y="103"/>
                    </a:cubicBezTo>
                    <a:cubicBezTo>
                      <a:pt x="140" y="103"/>
                      <a:pt x="140" y="103"/>
                      <a:pt x="140" y="103"/>
                    </a:cubicBezTo>
                    <a:cubicBezTo>
                      <a:pt x="140" y="103"/>
                      <a:pt x="140" y="103"/>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4"/>
                      <a:pt x="140" y="104"/>
                    </a:cubicBezTo>
                    <a:cubicBezTo>
                      <a:pt x="140" y="104"/>
                      <a:pt x="140" y="105"/>
                      <a:pt x="140" y="105"/>
                    </a:cubicBezTo>
                    <a:cubicBezTo>
                      <a:pt x="140" y="105"/>
                      <a:pt x="140" y="105"/>
                      <a:pt x="140" y="105"/>
                    </a:cubicBezTo>
                    <a:cubicBezTo>
                      <a:pt x="140" y="105"/>
                      <a:pt x="140" y="105"/>
                      <a:pt x="140" y="105"/>
                    </a:cubicBezTo>
                    <a:cubicBezTo>
                      <a:pt x="140" y="105"/>
                      <a:pt x="140" y="105"/>
                      <a:pt x="140" y="105"/>
                    </a:cubicBezTo>
                    <a:cubicBezTo>
                      <a:pt x="140" y="105"/>
                      <a:pt x="140" y="105"/>
                      <a:pt x="140" y="105"/>
                    </a:cubicBezTo>
                    <a:cubicBezTo>
                      <a:pt x="140" y="105"/>
                      <a:pt x="140" y="105"/>
                      <a:pt x="140" y="106"/>
                    </a:cubicBezTo>
                    <a:cubicBezTo>
                      <a:pt x="140" y="106"/>
                      <a:pt x="140" y="106"/>
                      <a:pt x="140" y="106"/>
                    </a:cubicBezTo>
                    <a:cubicBezTo>
                      <a:pt x="140" y="106"/>
                      <a:pt x="140" y="106"/>
                      <a:pt x="140" y="106"/>
                    </a:cubicBezTo>
                    <a:cubicBezTo>
                      <a:pt x="140" y="106"/>
                      <a:pt x="140" y="106"/>
                      <a:pt x="140" y="105"/>
                    </a:cubicBezTo>
                    <a:cubicBezTo>
                      <a:pt x="140" y="105"/>
                      <a:pt x="140" y="105"/>
                      <a:pt x="140" y="105"/>
                    </a:cubicBezTo>
                    <a:cubicBezTo>
                      <a:pt x="140" y="105"/>
                      <a:pt x="140" y="105"/>
                      <a:pt x="140" y="105"/>
                    </a:cubicBezTo>
                    <a:cubicBezTo>
                      <a:pt x="140" y="105"/>
                      <a:pt x="141" y="105"/>
                      <a:pt x="141" y="105"/>
                    </a:cubicBezTo>
                    <a:cubicBezTo>
                      <a:pt x="141" y="105"/>
                      <a:pt x="141" y="105"/>
                      <a:pt x="141" y="105"/>
                    </a:cubicBezTo>
                    <a:cubicBezTo>
                      <a:pt x="141" y="105"/>
                      <a:pt x="141" y="105"/>
                      <a:pt x="141" y="105"/>
                    </a:cubicBezTo>
                    <a:cubicBezTo>
                      <a:pt x="141" y="105"/>
                      <a:pt x="141" y="105"/>
                      <a:pt x="141" y="105"/>
                    </a:cubicBezTo>
                    <a:cubicBezTo>
                      <a:pt x="141" y="105"/>
                      <a:pt x="141" y="105"/>
                      <a:pt x="141" y="105"/>
                    </a:cubicBezTo>
                    <a:cubicBezTo>
                      <a:pt x="141" y="105"/>
                      <a:pt x="141" y="105"/>
                      <a:pt x="141" y="105"/>
                    </a:cubicBezTo>
                    <a:cubicBezTo>
                      <a:pt x="141" y="105"/>
                      <a:pt x="141" y="105"/>
                      <a:pt x="141" y="105"/>
                    </a:cubicBezTo>
                    <a:cubicBezTo>
                      <a:pt x="141" y="105"/>
                      <a:pt x="141" y="105"/>
                      <a:pt x="141" y="105"/>
                    </a:cubicBezTo>
                    <a:cubicBezTo>
                      <a:pt x="141" y="105"/>
                      <a:pt x="141" y="106"/>
                      <a:pt x="141" y="106"/>
                    </a:cubicBezTo>
                    <a:cubicBezTo>
                      <a:pt x="141" y="106"/>
                      <a:pt x="141" y="106"/>
                      <a:pt x="141" y="106"/>
                    </a:cubicBezTo>
                    <a:cubicBezTo>
                      <a:pt x="141" y="106"/>
                      <a:pt x="141" y="106"/>
                      <a:pt x="141" y="106"/>
                    </a:cubicBezTo>
                    <a:cubicBezTo>
                      <a:pt x="141" y="106"/>
                      <a:pt x="141" y="106"/>
                      <a:pt x="141" y="106"/>
                    </a:cubicBezTo>
                    <a:cubicBezTo>
                      <a:pt x="141" y="106"/>
                      <a:pt x="141" y="106"/>
                      <a:pt x="141" y="105"/>
                    </a:cubicBezTo>
                    <a:cubicBezTo>
                      <a:pt x="141" y="105"/>
                      <a:pt x="141" y="105"/>
                      <a:pt x="141" y="105"/>
                    </a:cubicBezTo>
                    <a:cubicBezTo>
                      <a:pt x="141" y="105"/>
                      <a:pt x="141" y="105"/>
                      <a:pt x="141" y="105"/>
                    </a:cubicBezTo>
                    <a:cubicBezTo>
                      <a:pt x="141" y="105"/>
                      <a:pt x="141" y="106"/>
                      <a:pt x="141" y="106"/>
                    </a:cubicBezTo>
                    <a:cubicBezTo>
                      <a:pt x="141" y="106"/>
                      <a:pt x="141" y="106"/>
                      <a:pt x="141" y="106"/>
                    </a:cubicBezTo>
                    <a:cubicBezTo>
                      <a:pt x="141" y="106"/>
                      <a:pt x="141" y="106"/>
                      <a:pt x="141" y="106"/>
                    </a:cubicBezTo>
                    <a:cubicBezTo>
                      <a:pt x="141" y="106"/>
                      <a:pt x="141" y="106"/>
                      <a:pt x="141" y="106"/>
                    </a:cubicBezTo>
                    <a:cubicBezTo>
                      <a:pt x="141" y="106"/>
                      <a:pt x="141" y="106"/>
                      <a:pt x="141" y="106"/>
                    </a:cubicBezTo>
                    <a:cubicBezTo>
                      <a:pt x="142" y="106"/>
                      <a:pt x="142" y="106"/>
                      <a:pt x="142" y="105"/>
                    </a:cubicBezTo>
                    <a:cubicBezTo>
                      <a:pt x="142" y="105"/>
                      <a:pt x="142" y="105"/>
                      <a:pt x="142" y="105"/>
                    </a:cubicBezTo>
                    <a:cubicBezTo>
                      <a:pt x="142" y="105"/>
                      <a:pt x="142" y="105"/>
                      <a:pt x="142" y="105"/>
                    </a:cubicBezTo>
                    <a:cubicBezTo>
                      <a:pt x="142" y="105"/>
                      <a:pt x="142" y="105"/>
                      <a:pt x="142" y="106"/>
                    </a:cubicBezTo>
                    <a:cubicBezTo>
                      <a:pt x="142" y="106"/>
                      <a:pt x="142" y="106"/>
                      <a:pt x="142" y="106"/>
                    </a:cubicBezTo>
                    <a:cubicBezTo>
                      <a:pt x="142" y="106"/>
                      <a:pt x="142" y="106"/>
                      <a:pt x="142" y="106"/>
                    </a:cubicBezTo>
                    <a:cubicBezTo>
                      <a:pt x="142" y="106"/>
                      <a:pt x="142" y="106"/>
                      <a:pt x="142" y="106"/>
                    </a:cubicBezTo>
                    <a:cubicBezTo>
                      <a:pt x="142" y="105"/>
                      <a:pt x="142" y="105"/>
                      <a:pt x="142" y="105"/>
                    </a:cubicBezTo>
                    <a:cubicBezTo>
                      <a:pt x="142" y="105"/>
                      <a:pt x="142" y="105"/>
                      <a:pt x="142" y="105"/>
                    </a:cubicBezTo>
                    <a:cubicBezTo>
                      <a:pt x="142" y="105"/>
                      <a:pt x="142" y="105"/>
                      <a:pt x="142" y="105"/>
                    </a:cubicBezTo>
                    <a:cubicBezTo>
                      <a:pt x="142" y="105"/>
                      <a:pt x="142" y="105"/>
                      <a:pt x="142" y="105"/>
                    </a:cubicBezTo>
                    <a:cubicBezTo>
                      <a:pt x="142" y="105"/>
                      <a:pt x="142" y="105"/>
                      <a:pt x="143" y="105"/>
                    </a:cubicBezTo>
                    <a:close/>
                    <a:moveTo>
                      <a:pt x="65" y="131"/>
                    </a:moveTo>
                    <a:cubicBezTo>
                      <a:pt x="65" y="131"/>
                      <a:pt x="65" y="131"/>
                      <a:pt x="65" y="131"/>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2"/>
                      <a:pt x="65" y="132"/>
                      <a:pt x="65" y="132"/>
                    </a:cubicBezTo>
                    <a:cubicBezTo>
                      <a:pt x="65" y="133"/>
                      <a:pt x="65" y="133"/>
                      <a:pt x="65" y="133"/>
                    </a:cubicBezTo>
                    <a:cubicBezTo>
                      <a:pt x="64" y="133"/>
                      <a:pt x="64" y="133"/>
                      <a:pt x="64" y="133"/>
                    </a:cubicBezTo>
                    <a:cubicBezTo>
                      <a:pt x="64" y="133"/>
                      <a:pt x="64" y="133"/>
                      <a:pt x="64" y="133"/>
                    </a:cubicBezTo>
                    <a:cubicBezTo>
                      <a:pt x="64" y="133"/>
                      <a:pt x="64" y="133"/>
                      <a:pt x="64" y="133"/>
                    </a:cubicBezTo>
                    <a:cubicBezTo>
                      <a:pt x="64" y="133"/>
                      <a:pt x="64" y="133"/>
                      <a:pt x="64" y="133"/>
                    </a:cubicBezTo>
                    <a:cubicBezTo>
                      <a:pt x="64" y="133"/>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4"/>
                    </a:cubicBezTo>
                    <a:cubicBezTo>
                      <a:pt x="64" y="134"/>
                      <a:pt x="64" y="134"/>
                      <a:pt x="64" y="135"/>
                    </a:cubicBezTo>
                    <a:cubicBezTo>
                      <a:pt x="64" y="135"/>
                      <a:pt x="64" y="135"/>
                      <a:pt x="64" y="135"/>
                    </a:cubicBezTo>
                    <a:cubicBezTo>
                      <a:pt x="64" y="135"/>
                      <a:pt x="64" y="135"/>
                      <a:pt x="64" y="135"/>
                    </a:cubicBezTo>
                    <a:cubicBezTo>
                      <a:pt x="64" y="135"/>
                      <a:pt x="64" y="134"/>
                      <a:pt x="64" y="134"/>
                    </a:cubicBezTo>
                    <a:cubicBezTo>
                      <a:pt x="64" y="134"/>
                      <a:pt x="64" y="134"/>
                      <a:pt x="64" y="134"/>
                    </a:cubicBezTo>
                    <a:cubicBezTo>
                      <a:pt x="63" y="134"/>
                      <a:pt x="63" y="134"/>
                      <a:pt x="63" y="134"/>
                    </a:cubicBezTo>
                    <a:cubicBezTo>
                      <a:pt x="63" y="134"/>
                      <a:pt x="63" y="135"/>
                      <a:pt x="63" y="135"/>
                    </a:cubicBezTo>
                    <a:cubicBezTo>
                      <a:pt x="63" y="135"/>
                      <a:pt x="63" y="135"/>
                      <a:pt x="63" y="135"/>
                    </a:cubicBezTo>
                    <a:cubicBezTo>
                      <a:pt x="63" y="135"/>
                      <a:pt x="63" y="135"/>
                      <a:pt x="63" y="135"/>
                    </a:cubicBezTo>
                    <a:cubicBezTo>
                      <a:pt x="63" y="135"/>
                      <a:pt x="63" y="135"/>
                      <a:pt x="63" y="135"/>
                    </a:cubicBezTo>
                    <a:cubicBezTo>
                      <a:pt x="63" y="135"/>
                      <a:pt x="63" y="135"/>
                      <a:pt x="63" y="135"/>
                    </a:cubicBezTo>
                    <a:cubicBezTo>
                      <a:pt x="63" y="135"/>
                      <a:pt x="63" y="135"/>
                      <a:pt x="63" y="135"/>
                    </a:cubicBezTo>
                    <a:cubicBezTo>
                      <a:pt x="63" y="135"/>
                      <a:pt x="63" y="135"/>
                      <a:pt x="63" y="135"/>
                    </a:cubicBezTo>
                    <a:cubicBezTo>
                      <a:pt x="63" y="135"/>
                      <a:pt x="63" y="135"/>
                      <a:pt x="63" y="135"/>
                    </a:cubicBezTo>
                    <a:cubicBezTo>
                      <a:pt x="63" y="135"/>
                      <a:pt x="63" y="135"/>
                      <a:pt x="63" y="135"/>
                    </a:cubicBezTo>
                    <a:cubicBezTo>
                      <a:pt x="63" y="135"/>
                      <a:pt x="63" y="135"/>
                      <a:pt x="63" y="135"/>
                    </a:cubicBezTo>
                    <a:cubicBezTo>
                      <a:pt x="63" y="135"/>
                      <a:pt x="63" y="135"/>
                      <a:pt x="63" y="134"/>
                    </a:cubicBezTo>
                    <a:cubicBezTo>
                      <a:pt x="63" y="134"/>
                      <a:pt x="63" y="134"/>
                      <a:pt x="63" y="134"/>
                    </a:cubicBezTo>
                    <a:cubicBezTo>
                      <a:pt x="62" y="134"/>
                      <a:pt x="62" y="134"/>
                      <a:pt x="62" y="134"/>
                    </a:cubicBezTo>
                    <a:cubicBezTo>
                      <a:pt x="62" y="134"/>
                      <a:pt x="62" y="134"/>
                      <a:pt x="62" y="135"/>
                    </a:cubicBezTo>
                    <a:cubicBezTo>
                      <a:pt x="62" y="135"/>
                      <a:pt x="62" y="135"/>
                      <a:pt x="62" y="135"/>
                    </a:cubicBezTo>
                    <a:cubicBezTo>
                      <a:pt x="62" y="135"/>
                      <a:pt x="62" y="135"/>
                      <a:pt x="62" y="135"/>
                    </a:cubicBezTo>
                    <a:cubicBezTo>
                      <a:pt x="62" y="135"/>
                      <a:pt x="62" y="135"/>
                      <a:pt x="62" y="135"/>
                    </a:cubicBezTo>
                    <a:cubicBezTo>
                      <a:pt x="62" y="135"/>
                      <a:pt x="62" y="134"/>
                      <a:pt x="62" y="134"/>
                    </a:cubicBezTo>
                    <a:cubicBezTo>
                      <a:pt x="62" y="134"/>
                      <a:pt x="62" y="134"/>
                      <a:pt x="62" y="134"/>
                    </a:cubicBezTo>
                    <a:cubicBezTo>
                      <a:pt x="62" y="134"/>
                      <a:pt x="62" y="134"/>
                      <a:pt x="62" y="134"/>
                    </a:cubicBezTo>
                    <a:cubicBezTo>
                      <a:pt x="62" y="133"/>
                      <a:pt x="62" y="133"/>
                      <a:pt x="62" y="133"/>
                    </a:cubicBezTo>
                    <a:cubicBezTo>
                      <a:pt x="62" y="133"/>
                      <a:pt x="62" y="133"/>
                      <a:pt x="62" y="133"/>
                    </a:cubicBezTo>
                    <a:cubicBezTo>
                      <a:pt x="62" y="133"/>
                      <a:pt x="62" y="133"/>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2"/>
                      <a:pt x="62" y="132"/>
                    </a:cubicBezTo>
                    <a:cubicBezTo>
                      <a:pt x="62" y="132"/>
                      <a:pt x="62" y="131"/>
                      <a:pt x="62" y="131"/>
                    </a:cubicBezTo>
                    <a:cubicBezTo>
                      <a:pt x="62" y="131"/>
                      <a:pt x="62" y="131"/>
                      <a:pt x="62" y="131"/>
                    </a:cubicBezTo>
                    <a:cubicBezTo>
                      <a:pt x="62" y="131"/>
                      <a:pt x="62" y="131"/>
                      <a:pt x="62" y="131"/>
                    </a:cubicBezTo>
                    <a:cubicBezTo>
                      <a:pt x="62" y="131"/>
                      <a:pt x="62" y="131"/>
                      <a:pt x="62" y="131"/>
                    </a:cubicBezTo>
                    <a:cubicBezTo>
                      <a:pt x="62" y="131"/>
                      <a:pt x="62" y="131"/>
                      <a:pt x="62" y="131"/>
                    </a:cubicBezTo>
                    <a:cubicBezTo>
                      <a:pt x="62" y="131"/>
                      <a:pt x="62" y="131"/>
                      <a:pt x="62" y="131"/>
                    </a:cubicBezTo>
                    <a:cubicBezTo>
                      <a:pt x="62" y="131"/>
                      <a:pt x="62" y="131"/>
                      <a:pt x="62" y="131"/>
                    </a:cubicBezTo>
                    <a:cubicBezTo>
                      <a:pt x="62" y="131"/>
                      <a:pt x="62" y="131"/>
                      <a:pt x="62" y="131"/>
                    </a:cubicBezTo>
                    <a:cubicBezTo>
                      <a:pt x="62" y="131"/>
                      <a:pt x="62" y="131"/>
                      <a:pt x="62" y="131"/>
                    </a:cubicBezTo>
                    <a:cubicBezTo>
                      <a:pt x="62" y="131"/>
                      <a:pt x="62" y="131"/>
                      <a:pt x="62" y="131"/>
                    </a:cubicBezTo>
                    <a:cubicBezTo>
                      <a:pt x="62" y="131"/>
                      <a:pt x="62" y="131"/>
                      <a:pt x="63" y="131"/>
                    </a:cubicBezTo>
                    <a:cubicBezTo>
                      <a:pt x="63" y="131"/>
                      <a:pt x="63" y="131"/>
                      <a:pt x="63" y="131"/>
                    </a:cubicBezTo>
                    <a:cubicBezTo>
                      <a:pt x="63" y="131"/>
                      <a:pt x="63" y="131"/>
                      <a:pt x="63" y="131"/>
                    </a:cubicBezTo>
                    <a:cubicBezTo>
                      <a:pt x="63" y="131"/>
                      <a:pt x="63" y="131"/>
                      <a:pt x="63" y="131"/>
                    </a:cubicBezTo>
                    <a:cubicBezTo>
                      <a:pt x="63" y="131"/>
                      <a:pt x="63" y="131"/>
                      <a:pt x="63" y="130"/>
                    </a:cubicBezTo>
                    <a:cubicBezTo>
                      <a:pt x="63" y="130"/>
                      <a:pt x="63" y="130"/>
                      <a:pt x="63" y="130"/>
                    </a:cubicBezTo>
                    <a:cubicBezTo>
                      <a:pt x="63" y="130"/>
                      <a:pt x="63" y="130"/>
                      <a:pt x="63" y="130"/>
                    </a:cubicBezTo>
                    <a:cubicBezTo>
                      <a:pt x="63" y="130"/>
                      <a:pt x="63" y="130"/>
                      <a:pt x="63" y="130"/>
                    </a:cubicBezTo>
                    <a:cubicBezTo>
                      <a:pt x="63" y="130"/>
                      <a:pt x="63" y="130"/>
                      <a:pt x="63" y="131"/>
                    </a:cubicBezTo>
                    <a:cubicBezTo>
                      <a:pt x="63" y="131"/>
                      <a:pt x="63" y="131"/>
                      <a:pt x="63" y="131"/>
                    </a:cubicBezTo>
                    <a:cubicBezTo>
                      <a:pt x="63" y="131"/>
                      <a:pt x="63" y="131"/>
                      <a:pt x="63" y="131"/>
                    </a:cubicBezTo>
                    <a:cubicBezTo>
                      <a:pt x="63" y="131"/>
                      <a:pt x="63" y="131"/>
                      <a:pt x="63" y="131"/>
                    </a:cubicBezTo>
                    <a:cubicBezTo>
                      <a:pt x="63" y="131"/>
                      <a:pt x="63" y="131"/>
                      <a:pt x="63" y="131"/>
                    </a:cubicBezTo>
                    <a:cubicBezTo>
                      <a:pt x="63" y="131"/>
                      <a:pt x="63" y="131"/>
                      <a:pt x="63" y="131"/>
                    </a:cubicBezTo>
                    <a:cubicBezTo>
                      <a:pt x="63" y="131"/>
                      <a:pt x="63" y="131"/>
                      <a:pt x="63" y="131"/>
                    </a:cubicBezTo>
                    <a:cubicBezTo>
                      <a:pt x="64" y="131"/>
                      <a:pt x="64" y="131"/>
                      <a:pt x="64" y="131"/>
                    </a:cubicBezTo>
                    <a:cubicBezTo>
                      <a:pt x="64" y="131"/>
                      <a:pt x="64" y="130"/>
                      <a:pt x="64" y="130"/>
                    </a:cubicBezTo>
                    <a:cubicBezTo>
                      <a:pt x="64" y="130"/>
                      <a:pt x="64" y="130"/>
                      <a:pt x="64" y="130"/>
                    </a:cubicBezTo>
                    <a:cubicBezTo>
                      <a:pt x="64" y="130"/>
                      <a:pt x="64" y="130"/>
                      <a:pt x="64" y="130"/>
                    </a:cubicBezTo>
                    <a:cubicBezTo>
                      <a:pt x="64" y="130"/>
                      <a:pt x="64" y="130"/>
                      <a:pt x="64" y="130"/>
                    </a:cubicBezTo>
                    <a:cubicBezTo>
                      <a:pt x="64" y="130"/>
                      <a:pt x="64" y="130"/>
                      <a:pt x="64" y="130"/>
                    </a:cubicBezTo>
                    <a:cubicBezTo>
                      <a:pt x="64" y="130"/>
                      <a:pt x="64" y="130"/>
                      <a:pt x="64" y="130"/>
                    </a:cubicBezTo>
                    <a:cubicBezTo>
                      <a:pt x="64" y="130"/>
                      <a:pt x="64" y="130"/>
                      <a:pt x="64" y="130"/>
                    </a:cubicBezTo>
                    <a:cubicBezTo>
                      <a:pt x="64" y="130"/>
                      <a:pt x="64" y="130"/>
                      <a:pt x="64" y="131"/>
                    </a:cubicBezTo>
                    <a:cubicBezTo>
                      <a:pt x="65" y="131"/>
                      <a:pt x="65" y="131"/>
                      <a:pt x="65" y="131"/>
                    </a:cubicBezTo>
                    <a:cubicBezTo>
                      <a:pt x="65" y="131"/>
                      <a:pt x="65" y="131"/>
                      <a:pt x="65" y="131"/>
                    </a:cubicBezTo>
                    <a:cubicBezTo>
                      <a:pt x="65" y="131"/>
                      <a:pt x="65" y="131"/>
                      <a:pt x="65" y="131"/>
                    </a:cubicBezTo>
                    <a:cubicBezTo>
                      <a:pt x="65" y="131"/>
                      <a:pt x="65" y="131"/>
                      <a:pt x="65" y="131"/>
                    </a:cubicBezTo>
                    <a:cubicBezTo>
                      <a:pt x="65" y="131"/>
                      <a:pt x="65" y="131"/>
                      <a:pt x="65" y="131"/>
                    </a:cubicBezTo>
                    <a:cubicBezTo>
                      <a:pt x="65" y="131"/>
                      <a:pt x="65" y="131"/>
                      <a:pt x="65" y="131"/>
                    </a:cubicBezTo>
                    <a:cubicBezTo>
                      <a:pt x="65" y="131"/>
                      <a:pt x="65" y="131"/>
                      <a:pt x="65" y="131"/>
                    </a:cubicBezTo>
                    <a:cubicBezTo>
                      <a:pt x="65" y="131"/>
                      <a:pt x="65" y="131"/>
                      <a:pt x="65" y="131"/>
                    </a:cubicBezTo>
                    <a:cubicBezTo>
                      <a:pt x="65" y="131"/>
                      <a:pt x="65" y="131"/>
                      <a:pt x="65" y="131"/>
                    </a:cubicBezTo>
                    <a:cubicBezTo>
                      <a:pt x="65" y="131"/>
                      <a:pt x="65" y="131"/>
                      <a:pt x="65" y="131"/>
                    </a:cubicBezTo>
                    <a:cubicBezTo>
                      <a:pt x="66" y="131"/>
                      <a:pt x="66" y="131"/>
                      <a:pt x="66" y="131"/>
                    </a:cubicBezTo>
                    <a:cubicBezTo>
                      <a:pt x="66" y="131"/>
                      <a:pt x="66" y="131"/>
                      <a:pt x="66" y="131"/>
                    </a:cubicBezTo>
                    <a:cubicBezTo>
                      <a:pt x="66" y="131"/>
                      <a:pt x="66" y="131"/>
                      <a:pt x="66" y="131"/>
                    </a:cubicBezTo>
                    <a:cubicBezTo>
                      <a:pt x="66" y="131"/>
                      <a:pt x="65" y="131"/>
                      <a:pt x="65" y="131"/>
                    </a:cubicBezTo>
                    <a:close/>
                    <a:moveTo>
                      <a:pt x="9" y="107"/>
                    </a:moveTo>
                    <a:cubicBezTo>
                      <a:pt x="9" y="107"/>
                      <a:pt x="8" y="107"/>
                      <a:pt x="8" y="107"/>
                    </a:cubicBezTo>
                    <a:cubicBezTo>
                      <a:pt x="8" y="107"/>
                      <a:pt x="9" y="107"/>
                      <a:pt x="9" y="107"/>
                    </a:cubicBezTo>
                    <a:close/>
                    <a:moveTo>
                      <a:pt x="26" y="101"/>
                    </a:moveTo>
                    <a:cubicBezTo>
                      <a:pt x="26" y="101"/>
                      <a:pt x="26" y="101"/>
                      <a:pt x="26" y="101"/>
                    </a:cubicBezTo>
                    <a:cubicBezTo>
                      <a:pt x="26" y="101"/>
                      <a:pt x="26" y="101"/>
                      <a:pt x="26" y="101"/>
                    </a:cubicBezTo>
                    <a:close/>
                    <a:moveTo>
                      <a:pt x="138" y="46"/>
                    </a:moveTo>
                    <a:cubicBezTo>
                      <a:pt x="138" y="46"/>
                      <a:pt x="138" y="46"/>
                      <a:pt x="138" y="46"/>
                    </a:cubicBezTo>
                    <a:cubicBezTo>
                      <a:pt x="138" y="46"/>
                      <a:pt x="138" y="46"/>
                      <a:pt x="138" y="46"/>
                    </a:cubicBezTo>
                    <a:cubicBezTo>
                      <a:pt x="138" y="46"/>
                      <a:pt x="138" y="46"/>
                      <a:pt x="138" y="46"/>
                    </a:cubicBezTo>
                    <a:cubicBezTo>
                      <a:pt x="138" y="46"/>
                      <a:pt x="138" y="46"/>
                      <a:pt x="138" y="46"/>
                    </a:cubicBezTo>
                    <a:cubicBezTo>
                      <a:pt x="138" y="46"/>
                      <a:pt x="138" y="46"/>
                      <a:pt x="138" y="46"/>
                    </a:cubicBezTo>
                    <a:cubicBezTo>
                      <a:pt x="138" y="46"/>
                      <a:pt x="138" y="46"/>
                      <a:pt x="138" y="46"/>
                    </a:cubicBezTo>
                    <a:cubicBezTo>
                      <a:pt x="138" y="46"/>
                      <a:pt x="138" y="46"/>
                      <a:pt x="138" y="46"/>
                    </a:cubicBezTo>
                    <a:cubicBezTo>
                      <a:pt x="138" y="46"/>
                      <a:pt x="138" y="46"/>
                      <a:pt x="139" y="46"/>
                    </a:cubicBezTo>
                    <a:cubicBezTo>
                      <a:pt x="139" y="46"/>
                      <a:pt x="139" y="46"/>
                      <a:pt x="139" y="46"/>
                    </a:cubicBezTo>
                    <a:cubicBezTo>
                      <a:pt x="139" y="46"/>
                      <a:pt x="139" y="45"/>
                      <a:pt x="139" y="45"/>
                    </a:cubicBezTo>
                    <a:cubicBezTo>
                      <a:pt x="139" y="45"/>
                      <a:pt x="140" y="44"/>
                      <a:pt x="140" y="44"/>
                    </a:cubicBezTo>
                    <a:cubicBezTo>
                      <a:pt x="140" y="44"/>
                      <a:pt x="140" y="44"/>
                      <a:pt x="140" y="44"/>
                    </a:cubicBezTo>
                    <a:cubicBezTo>
                      <a:pt x="140" y="44"/>
                      <a:pt x="140" y="44"/>
                      <a:pt x="140" y="44"/>
                    </a:cubicBezTo>
                    <a:cubicBezTo>
                      <a:pt x="140" y="44"/>
                      <a:pt x="139" y="44"/>
                      <a:pt x="139" y="44"/>
                    </a:cubicBezTo>
                    <a:cubicBezTo>
                      <a:pt x="139" y="44"/>
                      <a:pt x="139" y="44"/>
                      <a:pt x="139" y="44"/>
                    </a:cubicBezTo>
                    <a:cubicBezTo>
                      <a:pt x="139" y="44"/>
                      <a:pt x="140" y="44"/>
                      <a:pt x="140" y="43"/>
                    </a:cubicBezTo>
                    <a:cubicBezTo>
                      <a:pt x="140" y="43"/>
                      <a:pt x="140" y="43"/>
                      <a:pt x="140" y="43"/>
                    </a:cubicBezTo>
                    <a:cubicBezTo>
                      <a:pt x="140" y="43"/>
                      <a:pt x="140" y="42"/>
                      <a:pt x="140" y="42"/>
                    </a:cubicBezTo>
                    <a:cubicBezTo>
                      <a:pt x="140" y="42"/>
                      <a:pt x="140" y="42"/>
                      <a:pt x="140" y="41"/>
                    </a:cubicBezTo>
                    <a:cubicBezTo>
                      <a:pt x="140" y="41"/>
                      <a:pt x="140" y="41"/>
                      <a:pt x="140" y="41"/>
                    </a:cubicBezTo>
                    <a:cubicBezTo>
                      <a:pt x="140" y="41"/>
                      <a:pt x="140" y="41"/>
                      <a:pt x="140" y="41"/>
                    </a:cubicBezTo>
                    <a:cubicBezTo>
                      <a:pt x="140" y="41"/>
                      <a:pt x="140" y="41"/>
                      <a:pt x="140" y="41"/>
                    </a:cubicBezTo>
                    <a:cubicBezTo>
                      <a:pt x="140" y="41"/>
                      <a:pt x="140" y="41"/>
                      <a:pt x="140" y="40"/>
                    </a:cubicBezTo>
                    <a:cubicBezTo>
                      <a:pt x="140" y="40"/>
                      <a:pt x="140" y="40"/>
                      <a:pt x="140" y="40"/>
                    </a:cubicBezTo>
                    <a:cubicBezTo>
                      <a:pt x="140" y="40"/>
                      <a:pt x="140" y="40"/>
                      <a:pt x="140" y="40"/>
                    </a:cubicBezTo>
                    <a:cubicBezTo>
                      <a:pt x="140" y="40"/>
                      <a:pt x="140" y="39"/>
                      <a:pt x="140" y="39"/>
                    </a:cubicBezTo>
                    <a:cubicBezTo>
                      <a:pt x="140" y="39"/>
                      <a:pt x="140" y="39"/>
                      <a:pt x="140" y="39"/>
                    </a:cubicBezTo>
                    <a:cubicBezTo>
                      <a:pt x="140" y="39"/>
                      <a:pt x="140" y="39"/>
                      <a:pt x="140" y="39"/>
                    </a:cubicBezTo>
                    <a:cubicBezTo>
                      <a:pt x="140" y="39"/>
                      <a:pt x="140" y="39"/>
                      <a:pt x="140" y="39"/>
                    </a:cubicBezTo>
                    <a:cubicBezTo>
                      <a:pt x="140" y="39"/>
                      <a:pt x="140" y="39"/>
                      <a:pt x="140" y="39"/>
                    </a:cubicBezTo>
                    <a:cubicBezTo>
                      <a:pt x="140" y="39"/>
                      <a:pt x="140" y="39"/>
                      <a:pt x="141" y="39"/>
                    </a:cubicBezTo>
                    <a:cubicBezTo>
                      <a:pt x="141" y="39"/>
                      <a:pt x="141" y="39"/>
                      <a:pt x="141" y="40"/>
                    </a:cubicBezTo>
                    <a:cubicBezTo>
                      <a:pt x="141" y="40"/>
                      <a:pt x="141" y="40"/>
                      <a:pt x="141" y="41"/>
                    </a:cubicBezTo>
                    <a:cubicBezTo>
                      <a:pt x="141" y="41"/>
                      <a:pt x="141" y="41"/>
                      <a:pt x="141" y="41"/>
                    </a:cubicBezTo>
                    <a:cubicBezTo>
                      <a:pt x="141" y="41"/>
                      <a:pt x="141" y="41"/>
                      <a:pt x="141" y="42"/>
                    </a:cubicBezTo>
                    <a:cubicBezTo>
                      <a:pt x="142" y="42"/>
                      <a:pt x="141" y="42"/>
                      <a:pt x="141" y="42"/>
                    </a:cubicBezTo>
                    <a:cubicBezTo>
                      <a:pt x="141" y="42"/>
                      <a:pt x="141" y="42"/>
                      <a:pt x="141" y="42"/>
                    </a:cubicBezTo>
                    <a:cubicBezTo>
                      <a:pt x="141" y="43"/>
                      <a:pt x="141" y="43"/>
                      <a:pt x="141" y="43"/>
                    </a:cubicBezTo>
                    <a:cubicBezTo>
                      <a:pt x="141" y="43"/>
                      <a:pt x="141" y="43"/>
                      <a:pt x="141" y="43"/>
                    </a:cubicBezTo>
                    <a:cubicBezTo>
                      <a:pt x="141" y="43"/>
                      <a:pt x="141" y="43"/>
                      <a:pt x="141" y="42"/>
                    </a:cubicBezTo>
                    <a:cubicBezTo>
                      <a:pt x="141" y="42"/>
                      <a:pt x="141" y="42"/>
                      <a:pt x="141" y="42"/>
                    </a:cubicBezTo>
                    <a:cubicBezTo>
                      <a:pt x="141" y="42"/>
                      <a:pt x="141" y="43"/>
                      <a:pt x="141" y="43"/>
                    </a:cubicBezTo>
                    <a:cubicBezTo>
                      <a:pt x="141" y="43"/>
                      <a:pt x="141" y="43"/>
                      <a:pt x="141" y="43"/>
                    </a:cubicBezTo>
                    <a:cubicBezTo>
                      <a:pt x="141" y="43"/>
                      <a:pt x="141" y="43"/>
                      <a:pt x="141" y="43"/>
                    </a:cubicBezTo>
                    <a:cubicBezTo>
                      <a:pt x="141" y="43"/>
                      <a:pt x="141" y="43"/>
                      <a:pt x="141" y="43"/>
                    </a:cubicBezTo>
                    <a:cubicBezTo>
                      <a:pt x="141" y="43"/>
                      <a:pt x="141" y="43"/>
                      <a:pt x="141" y="43"/>
                    </a:cubicBezTo>
                    <a:cubicBezTo>
                      <a:pt x="141" y="43"/>
                      <a:pt x="141" y="44"/>
                      <a:pt x="141" y="44"/>
                    </a:cubicBezTo>
                    <a:cubicBezTo>
                      <a:pt x="141" y="44"/>
                      <a:pt x="141" y="44"/>
                      <a:pt x="141" y="44"/>
                    </a:cubicBezTo>
                    <a:cubicBezTo>
                      <a:pt x="141" y="44"/>
                      <a:pt x="141" y="44"/>
                      <a:pt x="140" y="45"/>
                    </a:cubicBezTo>
                    <a:cubicBezTo>
                      <a:pt x="140" y="45"/>
                      <a:pt x="140" y="45"/>
                      <a:pt x="140" y="45"/>
                    </a:cubicBezTo>
                    <a:cubicBezTo>
                      <a:pt x="140" y="45"/>
                      <a:pt x="140" y="45"/>
                      <a:pt x="140" y="45"/>
                    </a:cubicBezTo>
                    <a:cubicBezTo>
                      <a:pt x="140" y="45"/>
                      <a:pt x="140" y="45"/>
                      <a:pt x="140" y="45"/>
                    </a:cubicBezTo>
                    <a:cubicBezTo>
                      <a:pt x="140" y="45"/>
                      <a:pt x="140" y="45"/>
                      <a:pt x="140" y="45"/>
                    </a:cubicBezTo>
                    <a:cubicBezTo>
                      <a:pt x="140" y="45"/>
                      <a:pt x="140" y="45"/>
                      <a:pt x="140" y="46"/>
                    </a:cubicBezTo>
                    <a:cubicBezTo>
                      <a:pt x="140" y="46"/>
                      <a:pt x="139" y="46"/>
                      <a:pt x="139" y="47"/>
                    </a:cubicBezTo>
                    <a:cubicBezTo>
                      <a:pt x="139" y="47"/>
                      <a:pt x="139" y="47"/>
                      <a:pt x="139" y="47"/>
                    </a:cubicBezTo>
                    <a:cubicBezTo>
                      <a:pt x="139" y="47"/>
                      <a:pt x="139" y="47"/>
                      <a:pt x="139" y="47"/>
                    </a:cubicBezTo>
                    <a:cubicBezTo>
                      <a:pt x="138" y="47"/>
                      <a:pt x="138" y="47"/>
                      <a:pt x="138" y="47"/>
                    </a:cubicBezTo>
                    <a:cubicBezTo>
                      <a:pt x="138" y="47"/>
                      <a:pt x="138" y="47"/>
                      <a:pt x="138" y="47"/>
                    </a:cubicBezTo>
                    <a:cubicBezTo>
                      <a:pt x="138" y="47"/>
                      <a:pt x="137" y="46"/>
                      <a:pt x="137" y="46"/>
                    </a:cubicBezTo>
                    <a:cubicBezTo>
                      <a:pt x="137" y="46"/>
                      <a:pt x="138" y="46"/>
                      <a:pt x="138" y="46"/>
                    </a:cubicBezTo>
                    <a:close/>
                    <a:moveTo>
                      <a:pt x="88" y="74"/>
                    </a:moveTo>
                    <a:cubicBezTo>
                      <a:pt x="88" y="74"/>
                      <a:pt x="88" y="74"/>
                      <a:pt x="88" y="74"/>
                    </a:cubicBezTo>
                    <a:cubicBezTo>
                      <a:pt x="88" y="74"/>
                      <a:pt x="88" y="74"/>
                      <a:pt x="88" y="74"/>
                    </a:cubicBezTo>
                    <a:cubicBezTo>
                      <a:pt x="88" y="74"/>
                      <a:pt x="88" y="74"/>
                      <a:pt x="88" y="74"/>
                    </a:cubicBezTo>
                    <a:cubicBezTo>
                      <a:pt x="88" y="74"/>
                      <a:pt x="88" y="74"/>
                      <a:pt x="88" y="74"/>
                    </a:cubicBezTo>
                    <a:cubicBezTo>
                      <a:pt x="88" y="74"/>
                      <a:pt x="88" y="74"/>
                      <a:pt x="88" y="74"/>
                    </a:cubicBezTo>
                    <a:cubicBezTo>
                      <a:pt x="88" y="73"/>
                      <a:pt x="88" y="73"/>
                      <a:pt x="88" y="73"/>
                    </a:cubicBezTo>
                    <a:cubicBezTo>
                      <a:pt x="88" y="73"/>
                      <a:pt x="88" y="73"/>
                      <a:pt x="88" y="73"/>
                    </a:cubicBezTo>
                    <a:cubicBezTo>
                      <a:pt x="87" y="73"/>
                      <a:pt x="86" y="74"/>
                      <a:pt x="86" y="74"/>
                    </a:cubicBezTo>
                    <a:cubicBezTo>
                      <a:pt x="86" y="74"/>
                      <a:pt x="86" y="74"/>
                      <a:pt x="86" y="74"/>
                    </a:cubicBezTo>
                    <a:cubicBezTo>
                      <a:pt x="85" y="74"/>
                      <a:pt x="85" y="74"/>
                      <a:pt x="85" y="74"/>
                    </a:cubicBezTo>
                    <a:cubicBezTo>
                      <a:pt x="85" y="74"/>
                      <a:pt x="85" y="74"/>
                      <a:pt x="85" y="74"/>
                    </a:cubicBezTo>
                    <a:cubicBezTo>
                      <a:pt x="85" y="74"/>
                      <a:pt x="85" y="74"/>
                      <a:pt x="85" y="74"/>
                    </a:cubicBezTo>
                    <a:cubicBezTo>
                      <a:pt x="84" y="73"/>
                      <a:pt x="84" y="73"/>
                      <a:pt x="84" y="73"/>
                    </a:cubicBezTo>
                    <a:cubicBezTo>
                      <a:pt x="84" y="73"/>
                      <a:pt x="84" y="72"/>
                      <a:pt x="83" y="72"/>
                    </a:cubicBezTo>
                    <a:cubicBezTo>
                      <a:pt x="83" y="72"/>
                      <a:pt x="83" y="72"/>
                      <a:pt x="83" y="72"/>
                    </a:cubicBezTo>
                    <a:cubicBezTo>
                      <a:pt x="83" y="72"/>
                      <a:pt x="82" y="72"/>
                      <a:pt x="82" y="71"/>
                    </a:cubicBezTo>
                    <a:cubicBezTo>
                      <a:pt x="82" y="71"/>
                      <a:pt x="82" y="71"/>
                      <a:pt x="82" y="71"/>
                    </a:cubicBezTo>
                    <a:cubicBezTo>
                      <a:pt x="82" y="71"/>
                      <a:pt x="82" y="71"/>
                      <a:pt x="82" y="71"/>
                    </a:cubicBezTo>
                    <a:cubicBezTo>
                      <a:pt x="82" y="71"/>
                      <a:pt x="82" y="71"/>
                      <a:pt x="82" y="71"/>
                    </a:cubicBezTo>
                    <a:cubicBezTo>
                      <a:pt x="82" y="70"/>
                      <a:pt x="82" y="70"/>
                      <a:pt x="82" y="70"/>
                    </a:cubicBezTo>
                    <a:cubicBezTo>
                      <a:pt x="82" y="70"/>
                      <a:pt x="82" y="70"/>
                      <a:pt x="82" y="70"/>
                    </a:cubicBezTo>
                    <a:cubicBezTo>
                      <a:pt x="82" y="70"/>
                      <a:pt x="82" y="70"/>
                      <a:pt x="82" y="70"/>
                    </a:cubicBezTo>
                    <a:cubicBezTo>
                      <a:pt x="83" y="70"/>
                      <a:pt x="83" y="70"/>
                      <a:pt x="83" y="70"/>
                    </a:cubicBezTo>
                    <a:cubicBezTo>
                      <a:pt x="83" y="70"/>
                      <a:pt x="83" y="70"/>
                      <a:pt x="83" y="70"/>
                    </a:cubicBezTo>
                    <a:cubicBezTo>
                      <a:pt x="83" y="70"/>
                      <a:pt x="83" y="70"/>
                      <a:pt x="83" y="70"/>
                    </a:cubicBezTo>
                    <a:cubicBezTo>
                      <a:pt x="83" y="70"/>
                      <a:pt x="83" y="69"/>
                      <a:pt x="83" y="69"/>
                    </a:cubicBezTo>
                    <a:cubicBezTo>
                      <a:pt x="83" y="69"/>
                      <a:pt x="83" y="69"/>
                      <a:pt x="83" y="69"/>
                    </a:cubicBezTo>
                    <a:cubicBezTo>
                      <a:pt x="83" y="69"/>
                      <a:pt x="83" y="69"/>
                      <a:pt x="83" y="69"/>
                    </a:cubicBezTo>
                    <a:cubicBezTo>
                      <a:pt x="83" y="68"/>
                      <a:pt x="83" y="68"/>
                      <a:pt x="83" y="68"/>
                    </a:cubicBezTo>
                    <a:cubicBezTo>
                      <a:pt x="83" y="68"/>
                      <a:pt x="83" y="68"/>
                      <a:pt x="83" y="68"/>
                    </a:cubicBezTo>
                    <a:cubicBezTo>
                      <a:pt x="84" y="68"/>
                      <a:pt x="84" y="68"/>
                      <a:pt x="84" y="68"/>
                    </a:cubicBezTo>
                    <a:cubicBezTo>
                      <a:pt x="84" y="68"/>
                      <a:pt x="84" y="68"/>
                      <a:pt x="84" y="68"/>
                    </a:cubicBezTo>
                    <a:cubicBezTo>
                      <a:pt x="84" y="68"/>
                      <a:pt x="84" y="68"/>
                      <a:pt x="84" y="68"/>
                    </a:cubicBezTo>
                    <a:cubicBezTo>
                      <a:pt x="84" y="68"/>
                      <a:pt x="84" y="68"/>
                      <a:pt x="84" y="68"/>
                    </a:cubicBezTo>
                    <a:cubicBezTo>
                      <a:pt x="84" y="68"/>
                      <a:pt x="84" y="68"/>
                      <a:pt x="84" y="68"/>
                    </a:cubicBezTo>
                    <a:cubicBezTo>
                      <a:pt x="84" y="68"/>
                      <a:pt x="83" y="68"/>
                      <a:pt x="83" y="68"/>
                    </a:cubicBezTo>
                    <a:cubicBezTo>
                      <a:pt x="83" y="68"/>
                      <a:pt x="83" y="68"/>
                      <a:pt x="83" y="68"/>
                    </a:cubicBezTo>
                    <a:cubicBezTo>
                      <a:pt x="83" y="68"/>
                      <a:pt x="83" y="68"/>
                      <a:pt x="83" y="68"/>
                    </a:cubicBezTo>
                    <a:cubicBezTo>
                      <a:pt x="83" y="68"/>
                      <a:pt x="83" y="68"/>
                      <a:pt x="83" y="67"/>
                    </a:cubicBezTo>
                    <a:cubicBezTo>
                      <a:pt x="83" y="67"/>
                      <a:pt x="83" y="67"/>
                      <a:pt x="83" y="67"/>
                    </a:cubicBezTo>
                    <a:cubicBezTo>
                      <a:pt x="83" y="67"/>
                      <a:pt x="82" y="67"/>
                      <a:pt x="82" y="67"/>
                    </a:cubicBezTo>
                    <a:cubicBezTo>
                      <a:pt x="82" y="66"/>
                      <a:pt x="82" y="66"/>
                      <a:pt x="82" y="66"/>
                    </a:cubicBezTo>
                    <a:cubicBezTo>
                      <a:pt x="82" y="66"/>
                      <a:pt x="82" y="66"/>
                      <a:pt x="82" y="66"/>
                    </a:cubicBezTo>
                    <a:cubicBezTo>
                      <a:pt x="82" y="66"/>
                      <a:pt x="82" y="66"/>
                      <a:pt x="82" y="66"/>
                    </a:cubicBezTo>
                    <a:cubicBezTo>
                      <a:pt x="82" y="65"/>
                      <a:pt x="81" y="65"/>
                      <a:pt x="81" y="64"/>
                    </a:cubicBezTo>
                    <a:cubicBezTo>
                      <a:pt x="81" y="64"/>
                      <a:pt x="81" y="64"/>
                      <a:pt x="81" y="63"/>
                    </a:cubicBezTo>
                    <a:cubicBezTo>
                      <a:pt x="81" y="63"/>
                      <a:pt x="81" y="63"/>
                      <a:pt x="81" y="63"/>
                    </a:cubicBezTo>
                    <a:cubicBezTo>
                      <a:pt x="81" y="62"/>
                      <a:pt x="81" y="62"/>
                      <a:pt x="81" y="62"/>
                    </a:cubicBezTo>
                    <a:cubicBezTo>
                      <a:pt x="81" y="62"/>
                      <a:pt x="81" y="62"/>
                      <a:pt x="81" y="62"/>
                    </a:cubicBezTo>
                    <a:cubicBezTo>
                      <a:pt x="81" y="62"/>
                      <a:pt x="81" y="62"/>
                      <a:pt x="81" y="62"/>
                    </a:cubicBezTo>
                    <a:cubicBezTo>
                      <a:pt x="80" y="62"/>
                      <a:pt x="80" y="62"/>
                      <a:pt x="80" y="62"/>
                    </a:cubicBezTo>
                    <a:cubicBezTo>
                      <a:pt x="80" y="62"/>
                      <a:pt x="80" y="62"/>
                      <a:pt x="80" y="62"/>
                    </a:cubicBezTo>
                    <a:cubicBezTo>
                      <a:pt x="80" y="62"/>
                      <a:pt x="80" y="62"/>
                      <a:pt x="80" y="62"/>
                    </a:cubicBezTo>
                    <a:cubicBezTo>
                      <a:pt x="80" y="62"/>
                      <a:pt x="80" y="62"/>
                      <a:pt x="80" y="62"/>
                    </a:cubicBezTo>
                    <a:cubicBezTo>
                      <a:pt x="80" y="62"/>
                      <a:pt x="80" y="62"/>
                      <a:pt x="80" y="62"/>
                    </a:cubicBezTo>
                    <a:cubicBezTo>
                      <a:pt x="80" y="62"/>
                      <a:pt x="80" y="62"/>
                      <a:pt x="80" y="62"/>
                    </a:cubicBezTo>
                    <a:cubicBezTo>
                      <a:pt x="80" y="61"/>
                      <a:pt x="79" y="61"/>
                      <a:pt x="80" y="61"/>
                    </a:cubicBezTo>
                    <a:cubicBezTo>
                      <a:pt x="80" y="61"/>
                      <a:pt x="80" y="61"/>
                      <a:pt x="80" y="61"/>
                    </a:cubicBezTo>
                    <a:cubicBezTo>
                      <a:pt x="80" y="61"/>
                      <a:pt x="80" y="61"/>
                      <a:pt x="80" y="61"/>
                    </a:cubicBezTo>
                    <a:cubicBezTo>
                      <a:pt x="80" y="61"/>
                      <a:pt x="80" y="60"/>
                      <a:pt x="80" y="60"/>
                    </a:cubicBezTo>
                    <a:cubicBezTo>
                      <a:pt x="80" y="60"/>
                      <a:pt x="80" y="60"/>
                      <a:pt x="80" y="60"/>
                    </a:cubicBezTo>
                    <a:cubicBezTo>
                      <a:pt x="80" y="60"/>
                      <a:pt x="80" y="60"/>
                      <a:pt x="80" y="60"/>
                    </a:cubicBezTo>
                    <a:cubicBezTo>
                      <a:pt x="80" y="60"/>
                      <a:pt x="80" y="60"/>
                      <a:pt x="80" y="60"/>
                    </a:cubicBezTo>
                    <a:cubicBezTo>
                      <a:pt x="80" y="59"/>
                      <a:pt x="81" y="59"/>
                      <a:pt x="81" y="59"/>
                    </a:cubicBezTo>
                    <a:cubicBezTo>
                      <a:pt x="81" y="59"/>
                      <a:pt x="81" y="59"/>
                      <a:pt x="81" y="59"/>
                    </a:cubicBezTo>
                    <a:cubicBezTo>
                      <a:pt x="81" y="59"/>
                      <a:pt x="81" y="59"/>
                      <a:pt x="81" y="59"/>
                    </a:cubicBezTo>
                    <a:cubicBezTo>
                      <a:pt x="81" y="59"/>
                      <a:pt x="81" y="59"/>
                      <a:pt x="81" y="59"/>
                    </a:cubicBezTo>
                    <a:cubicBezTo>
                      <a:pt x="81" y="59"/>
                      <a:pt x="81" y="59"/>
                      <a:pt x="81" y="59"/>
                    </a:cubicBezTo>
                    <a:cubicBezTo>
                      <a:pt x="81" y="59"/>
                      <a:pt x="81" y="59"/>
                      <a:pt x="81" y="59"/>
                    </a:cubicBezTo>
                    <a:cubicBezTo>
                      <a:pt x="81" y="59"/>
                      <a:pt x="81" y="59"/>
                      <a:pt x="81" y="59"/>
                    </a:cubicBezTo>
                    <a:cubicBezTo>
                      <a:pt x="81" y="59"/>
                      <a:pt x="81" y="59"/>
                      <a:pt x="81" y="59"/>
                    </a:cubicBezTo>
                    <a:cubicBezTo>
                      <a:pt x="81" y="59"/>
                      <a:pt x="81" y="59"/>
                      <a:pt x="81" y="59"/>
                    </a:cubicBezTo>
                    <a:cubicBezTo>
                      <a:pt x="81" y="59"/>
                      <a:pt x="81" y="59"/>
                      <a:pt x="81" y="59"/>
                    </a:cubicBezTo>
                    <a:cubicBezTo>
                      <a:pt x="81" y="59"/>
                      <a:pt x="82" y="59"/>
                      <a:pt x="82" y="59"/>
                    </a:cubicBezTo>
                    <a:cubicBezTo>
                      <a:pt x="82" y="59"/>
                      <a:pt x="82" y="59"/>
                      <a:pt x="82" y="59"/>
                    </a:cubicBezTo>
                    <a:cubicBezTo>
                      <a:pt x="82" y="59"/>
                      <a:pt x="82" y="59"/>
                      <a:pt x="82" y="59"/>
                    </a:cubicBezTo>
                    <a:cubicBezTo>
                      <a:pt x="82" y="59"/>
                      <a:pt x="82" y="59"/>
                      <a:pt x="82" y="59"/>
                    </a:cubicBezTo>
                    <a:cubicBezTo>
                      <a:pt x="82" y="59"/>
                      <a:pt x="82" y="59"/>
                      <a:pt x="82" y="59"/>
                    </a:cubicBezTo>
                    <a:cubicBezTo>
                      <a:pt x="82" y="59"/>
                      <a:pt x="82" y="59"/>
                      <a:pt x="82" y="59"/>
                    </a:cubicBezTo>
                    <a:cubicBezTo>
                      <a:pt x="82" y="59"/>
                      <a:pt x="82" y="59"/>
                      <a:pt x="82" y="59"/>
                    </a:cubicBezTo>
                    <a:cubicBezTo>
                      <a:pt x="82" y="59"/>
                      <a:pt x="82" y="59"/>
                      <a:pt x="82" y="58"/>
                    </a:cubicBezTo>
                    <a:cubicBezTo>
                      <a:pt x="82" y="58"/>
                      <a:pt x="82" y="58"/>
                      <a:pt x="82" y="58"/>
                    </a:cubicBezTo>
                    <a:cubicBezTo>
                      <a:pt x="82" y="58"/>
                      <a:pt x="82" y="58"/>
                      <a:pt x="82" y="58"/>
                    </a:cubicBezTo>
                    <a:cubicBezTo>
                      <a:pt x="82" y="58"/>
                      <a:pt x="82" y="58"/>
                      <a:pt x="82" y="58"/>
                    </a:cubicBezTo>
                    <a:cubicBezTo>
                      <a:pt x="82" y="58"/>
                      <a:pt x="82" y="58"/>
                      <a:pt x="82" y="58"/>
                    </a:cubicBezTo>
                    <a:cubicBezTo>
                      <a:pt x="82" y="58"/>
                      <a:pt x="82" y="58"/>
                      <a:pt x="82" y="58"/>
                    </a:cubicBezTo>
                    <a:cubicBezTo>
                      <a:pt x="82" y="58"/>
                      <a:pt x="82" y="58"/>
                      <a:pt x="82" y="58"/>
                    </a:cubicBezTo>
                    <a:cubicBezTo>
                      <a:pt x="82" y="58"/>
                      <a:pt x="82" y="58"/>
                      <a:pt x="83" y="58"/>
                    </a:cubicBezTo>
                    <a:cubicBezTo>
                      <a:pt x="83" y="58"/>
                      <a:pt x="83" y="57"/>
                      <a:pt x="84" y="57"/>
                    </a:cubicBezTo>
                    <a:cubicBezTo>
                      <a:pt x="84" y="57"/>
                      <a:pt x="85" y="57"/>
                      <a:pt x="85" y="57"/>
                    </a:cubicBezTo>
                    <a:cubicBezTo>
                      <a:pt x="85" y="57"/>
                      <a:pt x="85" y="57"/>
                      <a:pt x="85" y="57"/>
                    </a:cubicBezTo>
                    <a:cubicBezTo>
                      <a:pt x="85" y="57"/>
                      <a:pt x="85" y="57"/>
                      <a:pt x="85" y="57"/>
                    </a:cubicBezTo>
                    <a:cubicBezTo>
                      <a:pt x="85" y="57"/>
                      <a:pt x="86" y="57"/>
                      <a:pt x="86" y="57"/>
                    </a:cubicBezTo>
                    <a:cubicBezTo>
                      <a:pt x="86" y="57"/>
                      <a:pt x="86" y="57"/>
                      <a:pt x="86" y="57"/>
                    </a:cubicBezTo>
                    <a:cubicBezTo>
                      <a:pt x="86" y="57"/>
                      <a:pt x="86" y="57"/>
                      <a:pt x="86" y="57"/>
                    </a:cubicBezTo>
                    <a:cubicBezTo>
                      <a:pt x="86" y="57"/>
                      <a:pt x="86" y="57"/>
                      <a:pt x="86" y="57"/>
                    </a:cubicBezTo>
                    <a:cubicBezTo>
                      <a:pt x="86" y="57"/>
                      <a:pt x="86" y="58"/>
                      <a:pt x="86" y="58"/>
                    </a:cubicBezTo>
                    <a:cubicBezTo>
                      <a:pt x="86" y="58"/>
                      <a:pt x="86" y="58"/>
                      <a:pt x="86" y="58"/>
                    </a:cubicBezTo>
                    <a:cubicBezTo>
                      <a:pt x="86" y="58"/>
                      <a:pt x="86" y="59"/>
                      <a:pt x="86" y="59"/>
                    </a:cubicBezTo>
                    <a:cubicBezTo>
                      <a:pt x="86" y="59"/>
                      <a:pt x="86" y="59"/>
                      <a:pt x="86" y="59"/>
                    </a:cubicBezTo>
                    <a:cubicBezTo>
                      <a:pt x="86" y="59"/>
                      <a:pt x="86" y="59"/>
                      <a:pt x="86" y="59"/>
                    </a:cubicBezTo>
                    <a:cubicBezTo>
                      <a:pt x="86" y="59"/>
                      <a:pt x="86" y="59"/>
                      <a:pt x="86" y="59"/>
                    </a:cubicBezTo>
                    <a:cubicBezTo>
                      <a:pt x="86" y="59"/>
                      <a:pt x="86" y="59"/>
                      <a:pt x="86" y="59"/>
                    </a:cubicBezTo>
                    <a:cubicBezTo>
                      <a:pt x="86" y="59"/>
                      <a:pt x="86" y="59"/>
                      <a:pt x="86" y="59"/>
                    </a:cubicBezTo>
                    <a:cubicBezTo>
                      <a:pt x="86" y="59"/>
                      <a:pt x="86" y="59"/>
                      <a:pt x="86" y="59"/>
                    </a:cubicBezTo>
                    <a:cubicBezTo>
                      <a:pt x="86" y="59"/>
                      <a:pt x="86" y="59"/>
                      <a:pt x="86" y="59"/>
                    </a:cubicBezTo>
                    <a:cubicBezTo>
                      <a:pt x="87" y="59"/>
                      <a:pt x="87" y="59"/>
                      <a:pt x="87" y="59"/>
                    </a:cubicBezTo>
                    <a:cubicBezTo>
                      <a:pt x="87" y="59"/>
                      <a:pt x="86" y="60"/>
                      <a:pt x="86" y="60"/>
                    </a:cubicBezTo>
                    <a:cubicBezTo>
                      <a:pt x="86" y="60"/>
                      <a:pt x="86" y="60"/>
                      <a:pt x="87" y="60"/>
                    </a:cubicBezTo>
                    <a:cubicBezTo>
                      <a:pt x="87" y="60"/>
                      <a:pt x="87" y="60"/>
                      <a:pt x="87" y="60"/>
                    </a:cubicBezTo>
                    <a:cubicBezTo>
                      <a:pt x="87" y="60"/>
                      <a:pt x="87" y="60"/>
                      <a:pt x="87" y="60"/>
                    </a:cubicBezTo>
                    <a:cubicBezTo>
                      <a:pt x="87" y="60"/>
                      <a:pt x="87" y="60"/>
                      <a:pt x="87" y="60"/>
                    </a:cubicBezTo>
                    <a:cubicBezTo>
                      <a:pt x="87" y="60"/>
                      <a:pt x="87" y="60"/>
                      <a:pt x="87" y="60"/>
                    </a:cubicBezTo>
                    <a:cubicBezTo>
                      <a:pt x="87" y="60"/>
                      <a:pt x="87" y="60"/>
                      <a:pt x="87" y="60"/>
                    </a:cubicBezTo>
                    <a:cubicBezTo>
                      <a:pt x="87" y="60"/>
                      <a:pt x="87" y="60"/>
                      <a:pt x="87" y="60"/>
                    </a:cubicBezTo>
                    <a:cubicBezTo>
                      <a:pt x="87" y="60"/>
                      <a:pt x="87" y="60"/>
                      <a:pt x="86" y="60"/>
                    </a:cubicBezTo>
                    <a:cubicBezTo>
                      <a:pt x="86" y="60"/>
                      <a:pt x="85" y="60"/>
                      <a:pt x="85" y="60"/>
                    </a:cubicBezTo>
                    <a:cubicBezTo>
                      <a:pt x="85" y="60"/>
                      <a:pt x="85" y="60"/>
                      <a:pt x="85" y="60"/>
                    </a:cubicBezTo>
                    <a:cubicBezTo>
                      <a:pt x="85" y="60"/>
                      <a:pt x="85" y="60"/>
                      <a:pt x="84" y="60"/>
                    </a:cubicBezTo>
                    <a:cubicBezTo>
                      <a:pt x="84" y="60"/>
                      <a:pt x="84" y="60"/>
                      <a:pt x="84" y="60"/>
                    </a:cubicBezTo>
                    <a:cubicBezTo>
                      <a:pt x="84" y="60"/>
                      <a:pt x="84" y="60"/>
                      <a:pt x="84" y="61"/>
                    </a:cubicBezTo>
                    <a:cubicBezTo>
                      <a:pt x="84" y="61"/>
                      <a:pt x="84" y="61"/>
                      <a:pt x="85" y="61"/>
                    </a:cubicBezTo>
                    <a:cubicBezTo>
                      <a:pt x="85" y="61"/>
                      <a:pt x="85" y="61"/>
                      <a:pt x="85" y="61"/>
                    </a:cubicBezTo>
                    <a:cubicBezTo>
                      <a:pt x="85" y="61"/>
                      <a:pt x="85" y="61"/>
                      <a:pt x="85" y="61"/>
                    </a:cubicBezTo>
                    <a:cubicBezTo>
                      <a:pt x="85" y="61"/>
                      <a:pt x="85" y="61"/>
                      <a:pt x="84" y="61"/>
                    </a:cubicBezTo>
                    <a:cubicBezTo>
                      <a:pt x="84" y="61"/>
                      <a:pt x="84" y="61"/>
                      <a:pt x="84" y="61"/>
                    </a:cubicBezTo>
                    <a:cubicBezTo>
                      <a:pt x="84" y="61"/>
                      <a:pt x="84" y="61"/>
                      <a:pt x="84" y="61"/>
                    </a:cubicBezTo>
                    <a:cubicBezTo>
                      <a:pt x="84" y="61"/>
                      <a:pt x="84" y="61"/>
                      <a:pt x="84" y="61"/>
                    </a:cubicBezTo>
                    <a:cubicBezTo>
                      <a:pt x="84" y="61"/>
                      <a:pt x="83" y="61"/>
                      <a:pt x="83" y="61"/>
                    </a:cubicBezTo>
                    <a:cubicBezTo>
                      <a:pt x="83" y="61"/>
                      <a:pt x="84" y="62"/>
                      <a:pt x="84" y="62"/>
                    </a:cubicBezTo>
                    <a:cubicBezTo>
                      <a:pt x="84" y="62"/>
                      <a:pt x="84" y="62"/>
                      <a:pt x="84" y="62"/>
                    </a:cubicBezTo>
                    <a:cubicBezTo>
                      <a:pt x="84" y="62"/>
                      <a:pt x="84" y="62"/>
                      <a:pt x="84" y="62"/>
                    </a:cubicBezTo>
                    <a:cubicBezTo>
                      <a:pt x="84" y="62"/>
                      <a:pt x="84" y="62"/>
                      <a:pt x="84" y="62"/>
                    </a:cubicBezTo>
                    <a:cubicBezTo>
                      <a:pt x="84" y="62"/>
                      <a:pt x="84" y="63"/>
                      <a:pt x="85" y="63"/>
                    </a:cubicBezTo>
                    <a:cubicBezTo>
                      <a:pt x="85" y="63"/>
                      <a:pt x="85" y="63"/>
                      <a:pt x="85" y="64"/>
                    </a:cubicBezTo>
                    <a:cubicBezTo>
                      <a:pt x="85" y="64"/>
                      <a:pt x="85" y="64"/>
                      <a:pt x="86" y="64"/>
                    </a:cubicBezTo>
                    <a:cubicBezTo>
                      <a:pt x="86" y="64"/>
                      <a:pt x="86" y="64"/>
                      <a:pt x="86" y="64"/>
                    </a:cubicBezTo>
                    <a:cubicBezTo>
                      <a:pt x="86" y="64"/>
                      <a:pt x="86" y="64"/>
                      <a:pt x="86" y="64"/>
                    </a:cubicBezTo>
                    <a:cubicBezTo>
                      <a:pt x="86" y="64"/>
                      <a:pt x="86" y="64"/>
                      <a:pt x="86" y="65"/>
                    </a:cubicBezTo>
                    <a:cubicBezTo>
                      <a:pt x="86" y="65"/>
                      <a:pt x="86" y="66"/>
                      <a:pt x="86" y="66"/>
                    </a:cubicBezTo>
                    <a:cubicBezTo>
                      <a:pt x="86" y="66"/>
                      <a:pt x="86" y="66"/>
                      <a:pt x="86" y="66"/>
                    </a:cubicBezTo>
                    <a:cubicBezTo>
                      <a:pt x="86" y="66"/>
                      <a:pt x="86" y="66"/>
                      <a:pt x="86" y="66"/>
                    </a:cubicBezTo>
                    <a:cubicBezTo>
                      <a:pt x="86" y="66"/>
                      <a:pt x="86" y="66"/>
                      <a:pt x="86" y="66"/>
                    </a:cubicBezTo>
                    <a:cubicBezTo>
                      <a:pt x="86" y="66"/>
                      <a:pt x="86" y="66"/>
                      <a:pt x="86" y="66"/>
                    </a:cubicBezTo>
                    <a:cubicBezTo>
                      <a:pt x="86" y="66"/>
                      <a:pt x="86" y="66"/>
                      <a:pt x="86" y="66"/>
                    </a:cubicBezTo>
                    <a:cubicBezTo>
                      <a:pt x="86" y="66"/>
                      <a:pt x="87" y="67"/>
                      <a:pt x="87" y="67"/>
                    </a:cubicBezTo>
                    <a:cubicBezTo>
                      <a:pt x="87" y="67"/>
                      <a:pt x="87" y="67"/>
                      <a:pt x="87" y="67"/>
                    </a:cubicBezTo>
                    <a:cubicBezTo>
                      <a:pt x="87" y="67"/>
                      <a:pt x="87" y="67"/>
                      <a:pt x="87" y="67"/>
                    </a:cubicBezTo>
                    <a:cubicBezTo>
                      <a:pt x="87" y="67"/>
                      <a:pt x="87" y="67"/>
                      <a:pt x="87" y="67"/>
                    </a:cubicBezTo>
                    <a:cubicBezTo>
                      <a:pt x="87" y="67"/>
                      <a:pt x="87" y="67"/>
                      <a:pt x="87" y="67"/>
                    </a:cubicBezTo>
                    <a:cubicBezTo>
                      <a:pt x="87" y="67"/>
                      <a:pt x="87" y="67"/>
                      <a:pt x="87" y="67"/>
                    </a:cubicBezTo>
                    <a:cubicBezTo>
                      <a:pt x="87" y="66"/>
                      <a:pt x="87" y="66"/>
                      <a:pt x="87" y="66"/>
                    </a:cubicBezTo>
                    <a:cubicBezTo>
                      <a:pt x="87" y="66"/>
                      <a:pt x="87" y="66"/>
                      <a:pt x="87" y="66"/>
                    </a:cubicBezTo>
                    <a:cubicBezTo>
                      <a:pt x="87" y="66"/>
                      <a:pt x="87" y="66"/>
                      <a:pt x="87" y="66"/>
                    </a:cubicBezTo>
                    <a:cubicBezTo>
                      <a:pt x="87" y="66"/>
                      <a:pt x="87" y="66"/>
                      <a:pt x="87" y="66"/>
                    </a:cubicBezTo>
                    <a:cubicBezTo>
                      <a:pt x="87" y="66"/>
                      <a:pt x="87" y="66"/>
                      <a:pt x="87" y="66"/>
                    </a:cubicBezTo>
                    <a:cubicBezTo>
                      <a:pt x="87" y="66"/>
                      <a:pt x="87" y="66"/>
                      <a:pt x="87" y="66"/>
                    </a:cubicBezTo>
                    <a:cubicBezTo>
                      <a:pt x="87" y="66"/>
                      <a:pt x="87" y="66"/>
                      <a:pt x="88" y="66"/>
                    </a:cubicBezTo>
                    <a:cubicBezTo>
                      <a:pt x="88" y="66"/>
                      <a:pt x="88" y="67"/>
                      <a:pt x="88" y="67"/>
                    </a:cubicBezTo>
                    <a:cubicBezTo>
                      <a:pt x="88" y="67"/>
                      <a:pt x="88" y="67"/>
                      <a:pt x="88" y="67"/>
                    </a:cubicBezTo>
                    <a:cubicBezTo>
                      <a:pt x="88" y="67"/>
                      <a:pt x="88" y="67"/>
                      <a:pt x="88" y="67"/>
                    </a:cubicBezTo>
                    <a:cubicBezTo>
                      <a:pt x="87" y="67"/>
                      <a:pt x="87" y="67"/>
                      <a:pt x="87" y="67"/>
                    </a:cubicBezTo>
                    <a:cubicBezTo>
                      <a:pt x="87" y="67"/>
                      <a:pt x="87" y="67"/>
                      <a:pt x="87" y="67"/>
                    </a:cubicBezTo>
                    <a:cubicBezTo>
                      <a:pt x="87" y="67"/>
                      <a:pt x="87" y="67"/>
                      <a:pt x="87" y="67"/>
                    </a:cubicBezTo>
                    <a:cubicBezTo>
                      <a:pt x="87" y="67"/>
                      <a:pt x="87" y="67"/>
                      <a:pt x="87" y="67"/>
                    </a:cubicBezTo>
                    <a:cubicBezTo>
                      <a:pt x="87" y="67"/>
                      <a:pt x="87" y="67"/>
                      <a:pt x="87" y="67"/>
                    </a:cubicBezTo>
                    <a:cubicBezTo>
                      <a:pt x="87" y="67"/>
                      <a:pt x="87" y="67"/>
                      <a:pt x="87" y="67"/>
                    </a:cubicBezTo>
                    <a:cubicBezTo>
                      <a:pt x="87" y="67"/>
                      <a:pt x="87" y="67"/>
                      <a:pt x="87" y="67"/>
                    </a:cubicBezTo>
                    <a:cubicBezTo>
                      <a:pt x="87" y="67"/>
                      <a:pt x="87" y="67"/>
                      <a:pt x="87" y="68"/>
                    </a:cubicBezTo>
                    <a:cubicBezTo>
                      <a:pt x="87" y="68"/>
                      <a:pt x="87" y="68"/>
                      <a:pt x="87" y="68"/>
                    </a:cubicBezTo>
                    <a:cubicBezTo>
                      <a:pt x="87" y="68"/>
                      <a:pt x="87" y="69"/>
                      <a:pt x="87" y="69"/>
                    </a:cubicBezTo>
                    <a:cubicBezTo>
                      <a:pt x="87" y="69"/>
                      <a:pt x="87" y="69"/>
                      <a:pt x="87" y="69"/>
                    </a:cubicBezTo>
                    <a:cubicBezTo>
                      <a:pt x="87" y="69"/>
                      <a:pt x="87" y="69"/>
                      <a:pt x="87" y="69"/>
                    </a:cubicBezTo>
                    <a:cubicBezTo>
                      <a:pt x="87" y="68"/>
                      <a:pt x="87" y="68"/>
                      <a:pt x="87" y="68"/>
                    </a:cubicBezTo>
                    <a:cubicBezTo>
                      <a:pt x="87" y="68"/>
                      <a:pt x="87" y="68"/>
                      <a:pt x="87" y="68"/>
                    </a:cubicBezTo>
                    <a:cubicBezTo>
                      <a:pt x="87" y="68"/>
                      <a:pt x="87" y="68"/>
                      <a:pt x="87" y="68"/>
                    </a:cubicBezTo>
                    <a:cubicBezTo>
                      <a:pt x="87" y="68"/>
                      <a:pt x="87" y="68"/>
                      <a:pt x="87" y="68"/>
                    </a:cubicBezTo>
                    <a:cubicBezTo>
                      <a:pt x="87" y="68"/>
                      <a:pt x="87" y="69"/>
                      <a:pt x="87" y="69"/>
                    </a:cubicBezTo>
                    <a:cubicBezTo>
                      <a:pt x="87" y="69"/>
                      <a:pt x="87" y="69"/>
                      <a:pt x="87" y="69"/>
                    </a:cubicBezTo>
                    <a:cubicBezTo>
                      <a:pt x="87" y="69"/>
                      <a:pt x="87" y="69"/>
                      <a:pt x="87" y="69"/>
                    </a:cubicBezTo>
                    <a:cubicBezTo>
                      <a:pt x="87" y="69"/>
                      <a:pt x="87" y="69"/>
                      <a:pt x="87" y="69"/>
                    </a:cubicBezTo>
                    <a:cubicBezTo>
                      <a:pt x="88" y="69"/>
                      <a:pt x="88" y="69"/>
                      <a:pt x="88" y="69"/>
                    </a:cubicBezTo>
                    <a:cubicBezTo>
                      <a:pt x="88" y="69"/>
                      <a:pt x="88" y="69"/>
                      <a:pt x="88" y="69"/>
                    </a:cubicBezTo>
                    <a:cubicBezTo>
                      <a:pt x="87" y="69"/>
                      <a:pt x="87" y="69"/>
                      <a:pt x="87" y="69"/>
                    </a:cubicBezTo>
                    <a:cubicBezTo>
                      <a:pt x="87" y="69"/>
                      <a:pt x="87" y="69"/>
                      <a:pt x="87" y="69"/>
                    </a:cubicBezTo>
                    <a:cubicBezTo>
                      <a:pt x="87" y="69"/>
                      <a:pt x="87" y="69"/>
                      <a:pt x="87" y="69"/>
                    </a:cubicBezTo>
                    <a:cubicBezTo>
                      <a:pt x="87" y="69"/>
                      <a:pt x="87" y="69"/>
                      <a:pt x="87" y="69"/>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8" y="70"/>
                      <a:pt x="88" y="70"/>
                    </a:cubicBezTo>
                    <a:cubicBezTo>
                      <a:pt x="88" y="70"/>
                      <a:pt x="88" y="70"/>
                      <a:pt x="88" y="70"/>
                    </a:cubicBezTo>
                    <a:cubicBezTo>
                      <a:pt x="88" y="70"/>
                      <a:pt x="88" y="70"/>
                      <a:pt x="88" y="70"/>
                    </a:cubicBezTo>
                    <a:cubicBezTo>
                      <a:pt x="88" y="71"/>
                      <a:pt x="88" y="71"/>
                      <a:pt x="88" y="71"/>
                    </a:cubicBezTo>
                    <a:cubicBezTo>
                      <a:pt x="88" y="71"/>
                      <a:pt x="88" y="72"/>
                      <a:pt x="88" y="72"/>
                    </a:cubicBezTo>
                    <a:cubicBezTo>
                      <a:pt x="88" y="72"/>
                      <a:pt x="88" y="72"/>
                      <a:pt x="88" y="73"/>
                    </a:cubicBezTo>
                    <a:cubicBezTo>
                      <a:pt x="88" y="73"/>
                      <a:pt x="88" y="73"/>
                      <a:pt x="88" y="73"/>
                    </a:cubicBezTo>
                    <a:cubicBezTo>
                      <a:pt x="88" y="73"/>
                      <a:pt x="88" y="73"/>
                      <a:pt x="88" y="73"/>
                    </a:cubicBezTo>
                    <a:cubicBezTo>
                      <a:pt x="88" y="73"/>
                      <a:pt x="88" y="74"/>
                      <a:pt x="88" y="74"/>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1" name="Freeform 301"/>
              <p:cNvSpPr>
                <a:spLocks/>
              </p:cNvSpPr>
              <p:nvPr/>
            </p:nvSpPr>
            <p:spPr bwMode="auto">
              <a:xfrm>
                <a:off x="4974432" y="2537223"/>
                <a:ext cx="5954" cy="17860"/>
              </a:xfrm>
              <a:custGeom>
                <a:avLst/>
                <a:gdLst/>
                <a:ahLst/>
                <a:cxnLst>
                  <a:cxn ang="0">
                    <a:pos x="0" y="3"/>
                  </a:cxn>
                  <a:cxn ang="0">
                    <a:pos x="0" y="3"/>
                  </a:cxn>
                  <a:cxn ang="0">
                    <a:pos x="0" y="3"/>
                  </a:cxn>
                  <a:cxn ang="0">
                    <a:pos x="0" y="3"/>
                  </a:cxn>
                  <a:cxn ang="0">
                    <a:pos x="0" y="3"/>
                  </a:cxn>
                  <a:cxn ang="0">
                    <a:pos x="0" y="4"/>
                  </a:cxn>
                  <a:cxn ang="0">
                    <a:pos x="1" y="4"/>
                  </a:cxn>
                  <a:cxn ang="0">
                    <a:pos x="1" y="4"/>
                  </a:cxn>
                  <a:cxn ang="0">
                    <a:pos x="1" y="4"/>
                  </a:cxn>
                  <a:cxn ang="0">
                    <a:pos x="1" y="4"/>
                  </a:cxn>
                  <a:cxn ang="0">
                    <a:pos x="1" y="5"/>
                  </a:cxn>
                  <a:cxn ang="0">
                    <a:pos x="1" y="5"/>
                  </a:cxn>
                  <a:cxn ang="0">
                    <a:pos x="2" y="5"/>
                  </a:cxn>
                  <a:cxn ang="0">
                    <a:pos x="2" y="5"/>
                  </a:cxn>
                  <a:cxn ang="0">
                    <a:pos x="2" y="5"/>
                  </a:cxn>
                  <a:cxn ang="0">
                    <a:pos x="2" y="6"/>
                  </a:cxn>
                  <a:cxn ang="0">
                    <a:pos x="2" y="6"/>
                  </a:cxn>
                  <a:cxn ang="0">
                    <a:pos x="2" y="6"/>
                  </a:cxn>
                  <a:cxn ang="0">
                    <a:pos x="2" y="5"/>
                  </a:cxn>
                  <a:cxn ang="0">
                    <a:pos x="2" y="5"/>
                  </a:cxn>
                  <a:cxn ang="0">
                    <a:pos x="2" y="5"/>
                  </a:cxn>
                  <a:cxn ang="0">
                    <a:pos x="2" y="5"/>
                  </a:cxn>
                  <a:cxn ang="0">
                    <a:pos x="2" y="4"/>
                  </a:cxn>
                  <a:cxn ang="0">
                    <a:pos x="2" y="4"/>
                  </a:cxn>
                  <a:cxn ang="0">
                    <a:pos x="2" y="4"/>
                  </a:cxn>
                  <a:cxn ang="0">
                    <a:pos x="2" y="3"/>
                  </a:cxn>
                  <a:cxn ang="0">
                    <a:pos x="2" y="3"/>
                  </a:cxn>
                  <a:cxn ang="0">
                    <a:pos x="2" y="3"/>
                  </a:cxn>
                  <a:cxn ang="0">
                    <a:pos x="2" y="3"/>
                  </a:cxn>
                  <a:cxn ang="0">
                    <a:pos x="2" y="3"/>
                  </a:cxn>
                  <a:cxn ang="0">
                    <a:pos x="2" y="2"/>
                  </a:cxn>
                  <a:cxn ang="0">
                    <a:pos x="2" y="2"/>
                  </a:cxn>
                  <a:cxn ang="0">
                    <a:pos x="2" y="2"/>
                  </a:cxn>
                  <a:cxn ang="0">
                    <a:pos x="2" y="1"/>
                  </a:cxn>
                  <a:cxn ang="0">
                    <a:pos x="2" y="1"/>
                  </a:cxn>
                  <a:cxn ang="0">
                    <a:pos x="2" y="1"/>
                  </a:cxn>
                  <a:cxn ang="0">
                    <a:pos x="2" y="1"/>
                  </a:cxn>
                  <a:cxn ang="0">
                    <a:pos x="2"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1"/>
                  </a:cxn>
                  <a:cxn ang="0">
                    <a:pos x="1" y="1"/>
                  </a:cxn>
                  <a:cxn ang="0">
                    <a:pos x="1" y="1"/>
                  </a:cxn>
                  <a:cxn ang="0">
                    <a:pos x="1" y="2"/>
                  </a:cxn>
                  <a:cxn ang="0">
                    <a:pos x="1" y="2"/>
                  </a:cxn>
                  <a:cxn ang="0">
                    <a:pos x="1" y="2"/>
                  </a:cxn>
                  <a:cxn ang="0">
                    <a:pos x="1" y="2"/>
                  </a:cxn>
                  <a:cxn ang="0">
                    <a:pos x="0" y="3"/>
                  </a:cxn>
                </a:cxnLst>
                <a:rect l="0" t="0" r="r" b="b"/>
                <a:pathLst>
                  <a:path w="2" h="6">
                    <a:moveTo>
                      <a:pt x="0" y="3"/>
                    </a:moveTo>
                    <a:cubicBezTo>
                      <a:pt x="0" y="3"/>
                      <a:pt x="0" y="3"/>
                      <a:pt x="0" y="3"/>
                    </a:cubicBezTo>
                    <a:cubicBezTo>
                      <a:pt x="0" y="3"/>
                      <a:pt x="0" y="3"/>
                      <a:pt x="0" y="3"/>
                    </a:cubicBezTo>
                    <a:cubicBezTo>
                      <a:pt x="0" y="3"/>
                      <a:pt x="0" y="3"/>
                      <a:pt x="0" y="3"/>
                    </a:cubicBezTo>
                    <a:cubicBezTo>
                      <a:pt x="0" y="3"/>
                      <a:pt x="0" y="3"/>
                      <a:pt x="0" y="3"/>
                    </a:cubicBezTo>
                    <a:cubicBezTo>
                      <a:pt x="0" y="4"/>
                      <a:pt x="0" y="4"/>
                      <a:pt x="0" y="4"/>
                    </a:cubicBezTo>
                    <a:cubicBezTo>
                      <a:pt x="0" y="4"/>
                      <a:pt x="1" y="4"/>
                      <a:pt x="1" y="4"/>
                    </a:cubicBezTo>
                    <a:cubicBezTo>
                      <a:pt x="1" y="4"/>
                      <a:pt x="1" y="4"/>
                      <a:pt x="1" y="4"/>
                    </a:cubicBezTo>
                    <a:cubicBezTo>
                      <a:pt x="1" y="4"/>
                      <a:pt x="1" y="4"/>
                      <a:pt x="1" y="4"/>
                    </a:cubicBezTo>
                    <a:cubicBezTo>
                      <a:pt x="1" y="4"/>
                      <a:pt x="1" y="4"/>
                      <a:pt x="1" y="4"/>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6"/>
                      <a:pt x="2" y="6"/>
                      <a:pt x="2" y="6"/>
                    </a:cubicBezTo>
                    <a:cubicBezTo>
                      <a:pt x="2" y="6"/>
                      <a:pt x="2" y="6"/>
                      <a:pt x="2" y="6"/>
                    </a:cubicBezTo>
                    <a:cubicBezTo>
                      <a:pt x="2" y="6"/>
                      <a:pt x="2" y="6"/>
                      <a:pt x="2" y="6"/>
                    </a:cubicBezTo>
                    <a:cubicBezTo>
                      <a:pt x="2" y="5"/>
                      <a:pt x="2" y="5"/>
                      <a:pt x="2" y="5"/>
                    </a:cubicBezTo>
                    <a:cubicBezTo>
                      <a:pt x="2" y="5"/>
                      <a:pt x="2" y="5"/>
                      <a:pt x="2" y="5"/>
                    </a:cubicBezTo>
                    <a:cubicBezTo>
                      <a:pt x="2" y="5"/>
                      <a:pt x="2" y="5"/>
                      <a:pt x="2" y="5"/>
                    </a:cubicBezTo>
                    <a:cubicBezTo>
                      <a:pt x="2" y="5"/>
                      <a:pt x="2" y="5"/>
                      <a:pt x="2" y="5"/>
                    </a:cubicBezTo>
                    <a:cubicBezTo>
                      <a:pt x="2" y="4"/>
                      <a:pt x="2" y="4"/>
                      <a:pt x="2" y="4"/>
                    </a:cubicBezTo>
                    <a:cubicBezTo>
                      <a:pt x="2" y="4"/>
                      <a:pt x="2" y="4"/>
                      <a:pt x="2" y="4"/>
                    </a:cubicBezTo>
                    <a:cubicBezTo>
                      <a:pt x="2" y="4"/>
                      <a:pt x="2" y="4"/>
                      <a:pt x="2" y="4"/>
                    </a:cubicBezTo>
                    <a:cubicBezTo>
                      <a:pt x="2" y="4"/>
                      <a:pt x="2" y="4"/>
                      <a:pt x="2" y="3"/>
                    </a:cubicBezTo>
                    <a:cubicBezTo>
                      <a:pt x="2" y="3"/>
                      <a:pt x="2" y="3"/>
                      <a:pt x="2" y="3"/>
                    </a:cubicBezTo>
                    <a:cubicBezTo>
                      <a:pt x="2" y="3"/>
                      <a:pt x="2" y="3"/>
                      <a:pt x="2" y="3"/>
                    </a:cubicBezTo>
                    <a:cubicBezTo>
                      <a:pt x="2" y="3"/>
                      <a:pt x="2" y="3"/>
                      <a:pt x="2" y="3"/>
                    </a:cubicBezTo>
                    <a:cubicBezTo>
                      <a:pt x="2" y="3"/>
                      <a:pt x="2" y="3"/>
                      <a:pt x="2" y="3"/>
                    </a:cubicBezTo>
                    <a:cubicBezTo>
                      <a:pt x="2" y="2"/>
                      <a:pt x="2" y="2"/>
                      <a:pt x="2" y="2"/>
                    </a:cubicBezTo>
                    <a:cubicBezTo>
                      <a:pt x="2" y="2"/>
                      <a:pt x="2" y="2"/>
                      <a:pt x="2" y="2"/>
                    </a:cubicBezTo>
                    <a:cubicBezTo>
                      <a:pt x="2" y="2"/>
                      <a:pt x="2" y="2"/>
                      <a:pt x="2" y="2"/>
                    </a:cubicBezTo>
                    <a:cubicBezTo>
                      <a:pt x="2" y="1"/>
                      <a:pt x="2" y="1"/>
                      <a:pt x="2" y="1"/>
                    </a:cubicBezTo>
                    <a:cubicBezTo>
                      <a:pt x="2" y="1"/>
                      <a:pt x="2" y="1"/>
                      <a:pt x="2" y="1"/>
                    </a:cubicBezTo>
                    <a:cubicBezTo>
                      <a:pt x="2" y="1"/>
                      <a:pt x="2" y="1"/>
                      <a:pt x="2" y="1"/>
                    </a:cubicBezTo>
                    <a:cubicBezTo>
                      <a:pt x="2" y="1"/>
                      <a:pt x="2" y="1"/>
                      <a:pt x="2" y="1"/>
                    </a:cubicBezTo>
                    <a:cubicBezTo>
                      <a:pt x="2" y="1"/>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2"/>
                    </a:cubicBezTo>
                    <a:cubicBezTo>
                      <a:pt x="1" y="2"/>
                      <a:pt x="1" y="2"/>
                      <a:pt x="1" y="2"/>
                    </a:cubicBezTo>
                    <a:cubicBezTo>
                      <a:pt x="1" y="2"/>
                      <a:pt x="1" y="2"/>
                      <a:pt x="1" y="2"/>
                    </a:cubicBezTo>
                    <a:cubicBezTo>
                      <a:pt x="1" y="2"/>
                      <a:pt x="1" y="2"/>
                      <a:pt x="1" y="2"/>
                    </a:cubicBezTo>
                    <a:cubicBezTo>
                      <a:pt x="0" y="3"/>
                      <a:pt x="0" y="3"/>
                      <a:pt x="0"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2" name="Freeform 302"/>
              <p:cNvSpPr>
                <a:spLocks/>
              </p:cNvSpPr>
              <p:nvPr/>
            </p:nvSpPr>
            <p:spPr bwMode="auto">
              <a:xfrm>
                <a:off x="4941095" y="2563416"/>
                <a:ext cx="8335" cy="8335"/>
              </a:xfrm>
              <a:custGeom>
                <a:avLst/>
                <a:gdLst/>
                <a:ahLst/>
                <a:cxnLst>
                  <a:cxn ang="0">
                    <a:pos x="2" y="3"/>
                  </a:cxn>
                  <a:cxn ang="0">
                    <a:pos x="2" y="3"/>
                  </a:cxn>
                  <a:cxn ang="0">
                    <a:pos x="2" y="3"/>
                  </a:cxn>
                  <a:cxn ang="0">
                    <a:pos x="2" y="3"/>
                  </a:cxn>
                  <a:cxn ang="0">
                    <a:pos x="2" y="2"/>
                  </a:cxn>
                  <a:cxn ang="0">
                    <a:pos x="2" y="2"/>
                  </a:cxn>
                  <a:cxn ang="0">
                    <a:pos x="2" y="2"/>
                  </a:cxn>
                  <a:cxn ang="0">
                    <a:pos x="2" y="2"/>
                  </a:cxn>
                  <a:cxn ang="0">
                    <a:pos x="2" y="2"/>
                  </a:cxn>
                  <a:cxn ang="0">
                    <a:pos x="2" y="2"/>
                  </a:cxn>
                  <a:cxn ang="0">
                    <a:pos x="2" y="2"/>
                  </a:cxn>
                  <a:cxn ang="0">
                    <a:pos x="2" y="1"/>
                  </a:cxn>
                  <a:cxn ang="0">
                    <a:pos x="2" y="1"/>
                  </a:cxn>
                  <a:cxn ang="0">
                    <a:pos x="3" y="1"/>
                  </a:cxn>
                  <a:cxn ang="0">
                    <a:pos x="2" y="1"/>
                  </a:cxn>
                  <a:cxn ang="0">
                    <a:pos x="2" y="1"/>
                  </a:cxn>
                  <a:cxn ang="0">
                    <a:pos x="2" y="0"/>
                  </a:cxn>
                  <a:cxn ang="0">
                    <a:pos x="2" y="0"/>
                  </a:cxn>
                  <a:cxn ang="0">
                    <a:pos x="2" y="0"/>
                  </a:cxn>
                  <a:cxn ang="0">
                    <a:pos x="2" y="0"/>
                  </a:cxn>
                  <a:cxn ang="0">
                    <a:pos x="2" y="1"/>
                  </a:cxn>
                  <a:cxn ang="0">
                    <a:pos x="2" y="1"/>
                  </a:cxn>
                  <a:cxn ang="0">
                    <a:pos x="1" y="0"/>
                  </a:cxn>
                  <a:cxn ang="0">
                    <a:pos x="1" y="0"/>
                  </a:cxn>
                  <a:cxn ang="0">
                    <a:pos x="1" y="0"/>
                  </a:cxn>
                  <a:cxn ang="0">
                    <a:pos x="0" y="1"/>
                  </a:cxn>
                  <a:cxn ang="0">
                    <a:pos x="0" y="1"/>
                  </a:cxn>
                  <a:cxn ang="0">
                    <a:pos x="0" y="1"/>
                  </a:cxn>
                  <a:cxn ang="0">
                    <a:pos x="0" y="1"/>
                  </a:cxn>
                  <a:cxn ang="0">
                    <a:pos x="0" y="2"/>
                  </a:cxn>
                  <a:cxn ang="0">
                    <a:pos x="0" y="2"/>
                  </a:cxn>
                  <a:cxn ang="0">
                    <a:pos x="0" y="2"/>
                  </a:cxn>
                  <a:cxn ang="0">
                    <a:pos x="0" y="2"/>
                  </a:cxn>
                  <a:cxn ang="0">
                    <a:pos x="0" y="3"/>
                  </a:cxn>
                  <a:cxn ang="0">
                    <a:pos x="0" y="3"/>
                  </a:cxn>
                  <a:cxn ang="0">
                    <a:pos x="0" y="3"/>
                  </a:cxn>
                  <a:cxn ang="0">
                    <a:pos x="0" y="3"/>
                  </a:cxn>
                  <a:cxn ang="0">
                    <a:pos x="0" y="3"/>
                  </a:cxn>
                  <a:cxn ang="0">
                    <a:pos x="1" y="3"/>
                  </a:cxn>
                  <a:cxn ang="0">
                    <a:pos x="1" y="3"/>
                  </a:cxn>
                  <a:cxn ang="0">
                    <a:pos x="1" y="3"/>
                  </a:cxn>
                  <a:cxn ang="0">
                    <a:pos x="1" y="3"/>
                  </a:cxn>
                  <a:cxn ang="0">
                    <a:pos x="1" y="3"/>
                  </a:cxn>
                  <a:cxn ang="0">
                    <a:pos x="1" y="3"/>
                  </a:cxn>
                  <a:cxn ang="0">
                    <a:pos x="1" y="3"/>
                  </a:cxn>
                  <a:cxn ang="0">
                    <a:pos x="1" y="3"/>
                  </a:cxn>
                  <a:cxn ang="0">
                    <a:pos x="1" y="3"/>
                  </a:cxn>
                  <a:cxn ang="0">
                    <a:pos x="1" y="3"/>
                  </a:cxn>
                  <a:cxn ang="0">
                    <a:pos x="2" y="3"/>
                  </a:cxn>
                </a:cxnLst>
                <a:rect l="0" t="0" r="r" b="b"/>
                <a:pathLst>
                  <a:path w="3" h="3">
                    <a:moveTo>
                      <a:pt x="2" y="3"/>
                    </a:move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1"/>
                      <a:pt x="2" y="1"/>
                    </a:cubicBezTo>
                    <a:cubicBezTo>
                      <a:pt x="2" y="1"/>
                      <a:pt x="2" y="1"/>
                      <a:pt x="2" y="1"/>
                    </a:cubicBezTo>
                    <a:cubicBezTo>
                      <a:pt x="2" y="1"/>
                      <a:pt x="2" y="1"/>
                      <a:pt x="2" y="1"/>
                    </a:cubicBezTo>
                    <a:cubicBezTo>
                      <a:pt x="2" y="1"/>
                      <a:pt x="2" y="1"/>
                      <a:pt x="2" y="1"/>
                    </a:cubicBezTo>
                    <a:cubicBezTo>
                      <a:pt x="2"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1"/>
                      <a:pt x="2" y="1"/>
                    </a:cubicBezTo>
                    <a:cubicBezTo>
                      <a:pt x="2" y="1"/>
                      <a:pt x="2" y="1"/>
                      <a:pt x="2" y="1"/>
                    </a:cubicBezTo>
                    <a:cubicBezTo>
                      <a:pt x="2" y="1"/>
                      <a:pt x="2" y="1"/>
                      <a:pt x="2" y="1"/>
                    </a:cubicBezTo>
                    <a:cubicBezTo>
                      <a:pt x="2"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2" y="3"/>
                      <a:pt x="2" y="3"/>
                    </a:cubicBezTo>
                    <a:cubicBezTo>
                      <a:pt x="2" y="3"/>
                      <a:pt x="2" y="3"/>
                      <a:pt x="2" y="3"/>
                    </a:cubicBezTo>
                    <a:cubicBezTo>
                      <a:pt x="2" y="3"/>
                      <a:pt x="1" y="3"/>
                      <a:pt x="2"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3" name="Freeform 303"/>
              <p:cNvSpPr>
                <a:spLocks/>
              </p:cNvSpPr>
              <p:nvPr/>
            </p:nvSpPr>
            <p:spPr bwMode="auto">
              <a:xfrm>
                <a:off x="4572001" y="2413398"/>
                <a:ext cx="2381" cy="3572"/>
              </a:xfrm>
              <a:custGeom>
                <a:avLst/>
                <a:gdLst/>
                <a:ahLst/>
                <a:cxnLst>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0" y="0"/>
                  </a:cxn>
                  <a:cxn ang="0">
                    <a:pos x="0" y="0"/>
                  </a:cxn>
                  <a:cxn ang="0">
                    <a:pos x="0" y="0"/>
                  </a:cxn>
                  <a:cxn ang="0">
                    <a:pos x="0" y="0"/>
                  </a:cxn>
                  <a:cxn ang="0">
                    <a:pos x="0" y="0"/>
                  </a:cxn>
                  <a:cxn ang="0">
                    <a:pos x="0" y="0"/>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4" name="Freeform 304"/>
              <p:cNvSpPr>
                <a:spLocks/>
              </p:cNvSpPr>
              <p:nvPr/>
            </p:nvSpPr>
            <p:spPr bwMode="auto">
              <a:xfrm>
                <a:off x="4555332" y="2405064"/>
                <a:ext cx="16669" cy="17860"/>
              </a:xfrm>
              <a:custGeom>
                <a:avLst/>
                <a:gdLst/>
                <a:ahLst/>
                <a:cxnLst>
                  <a:cxn ang="0">
                    <a:pos x="0" y="6"/>
                  </a:cxn>
                  <a:cxn ang="0">
                    <a:pos x="1" y="6"/>
                  </a:cxn>
                  <a:cxn ang="0">
                    <a:pos x="2" y="6"/>
                  </a:cxn>
                  <a:cxn ang="0">
                    <a:pos x="2" y="6"/>
                  </a:cxn>
                  <a:cxn ang="0">
                    <a:pos x="3" y="5"/>
                  </a:cxn>
                  <a:cxn ang="0">
                    <a:pos x="4" y="5"/>
                  </a:cxn>
                  <a:cxn ang="0">
                    <a:pos x="4" y="5"/>
                  </a:cxn>
                  <a:cxn ang="0">
                    <a:pos x="5" y="4"/>
                  </a:cxn>
                  <a:cxn ang="0">
                    <a:pos x="5" y="3"/>
                  </a:cxn>
                  <a:cxn ang="0">
                    <a:pos x="5" y="2"/>
                  </a:cxn>
                  <a:cxn ang="0">
                    <a:pos x="5" y="2"/>
                  </a:cxn>
                  <a:cxn ang="0">
                    <a:pos x="5" y="2"/>
                  </a:cxn>
                  <a:cxn ang="0">
                    <a:pos x="6" y="1"/>
                  </a:cxn>
                  <a:cxn ang="0">
                    <a:pos x="6" y="1"/>
                  </a:cxn>
                  <a:cxn ang="0">
                    <a:pos x="6" y="1"/>
                  </a:cxn>
                  <a:cxn ang="0">
                    <a:pos x="6" y="0"/>
                  </a:cxn>
                  <a:cxn ang="0">
                    <a:pos x="5" y="0"/>
                  </a:cxn>
                  <a:cxn ang="0">
                    <a:pos x="5" y="0"/>
                  </a:cxn>
                  <a:cxn ang="0">
                    <a:pos x="4" y="0"/>
                  </a:cxn>
                  <a:cxn ang="0">
                    <a:pos x="4" y="0"/>
                  </a:cxn>
                  <a:cxn ang="0">
                    <a:pos x="4" y="0"/>
                  </a:cxn>
                  <a:cxn ang="0">
                    <a:pos x="4" y="0"/>
                  </a:cxn>
                  <a:cxn ang="0">
                    <a:pos x="4" y="0"/>
                  </a:cxn>
                  <a:cxn ang="0">
                    <a:pos x="3" y="0"/>
                  </a:cxn>
                  <a:cxn ang="0">
                    <a:pos x="2" y="1"/>
                  </a:cxn>
                  <a:cxn ang="0">
                    <a:pos x="3" y="1"/>
                  </a:cxn>
                  <a:cxn ang="0">
                    <a:pos x="3" y="1"/>
                  </a:cxn>
                  <a:cxn ang="0">
                    <a:pos x="2" y="1"/>
                  </a:cxn>
                  <a:cxn ang="0">
                    <a:pos x="2" y="2"/>
                  </a:cxn>
                  <a:cxn ang="0">
                    <a:pos x="2" y="1"/>
                  </a:cxn>
                  <a:cxn ang="0">
                    <a:pos x="2" y="1"/>
                  </a:cxn>
                  <a:cxn ang="0">
                    <a:pos x="1" y="1"/>
                  </a:cxn>
                  <a:cxn ang="0">
                    <a:pos x="1" y="2"/>
                  </a:cxn>
                  <a:cxn ang="0">
                    <a:pos x="1" y="2"/>
                  </a:cxn>
                  <a:cxn ang="0">
                    <a:pos x="1" y="2"/>
                  </a:cxn>
                  <a:cxn ang="0">
                    <a:pos x="1" y="3"/>
                  </a:cxn>
                  <a:cxn ang="0">
                    <a:pos x="0" y="3"/>
                  </a:cxn>
                  <a:cxn ang="0">
                    <a:pos x="1" y="3"/>
                  </a:cxn>
                  <a:cxn ang="0">
                    <a:pos x="1" y="3"/>
                  </a:cxn>
                  <a:cxn ang="0">
                    <a:pos x="2" y="3"/>
                  </a:cxn>
                  <a:cxn ang="0">
                    <a:pos x="1" y="4"/>
                  </a:cxn>
                  <a:cxn ang="0">
                    <a:pos x="1" y="4"/>
                  </a:cxn>
                  <a:cxn ang="0">
                    <a:pos x="1" y="4"/>
                  </a:cxn>
                  <a:cxn ang="0">
                    <a:pos x="1" y="4"/>
                  </a:cxn>
                  <a:cxn ang="0">
                    <a:pos x="0" y="5"/>
                  </a:cxn>
                  <a:cxn ang="0">
                    <a:pos x="0" y="5"/>
                  </a:cxn>
                  <a:cxn ang="0">
                    <a:pos x="0" y="5"/>
                  </a:cxn>
                  <a:cxn ang="0">
                    <a:pos x="0" y="5"/>
                  </a:cxn>
                  <a:cxn ang="0">
                    <a:pos x="0" y="6"/>
                  </a:cxn>
                  <a:cxn ang="0">
                    <a:pos x="0" y="6"/>
                  </a:cxn>
                  <a:cxn ang="0">
                    <a:pos x="0" y="6"/>
                  </a:cxn>
                  <a:cxn ang="0">
                    <a:pos x="0" y="6"/>
                  </a:cxn>
                  <a:cxn ang="0">
                    <a:pos x="0" y="6"/>
                  </a:cxn>
                </a:cxnLst>
                <a:rect l="0" t="0" r="r" b="b"/>
                <a:pathLst>
                  <a:path w="6" h="6">
                    <a:moveTo>
                      <a:pt x="0" y="6"/>
                    </a:moveTo>
                    <a:cubicBezTo>
                      <a:pt x="0" y="6"/>
                      <a:pt x="0" y="6"/>
                      <a:pt x="0" y="6"/>
                    </a:cubicBezTo>
                    <a:cubicBezTo>
                      <a:pt x="0" y="6"/>
                      <a:pt x="0" y="6"/>
                      <a:pt x="0" y="6"/>
                    </a:cubicBezTo>
                    <a:cubicBezTo>
                      <a:pt x="0" y="6"/>
                      <a:pt x="0" y="6"/>
                      <a:pt x="0" y="6"/>
                    </a:cubicBezTo>
                    <a:cubicBezTo>
                      <a:pt x="0" y="6"/>
                      <a:pt x="0" y="6"/>
                      <a:pt x="0" y="6"/>
                    </a:cubicBezTo>
                    <a:cubicBezTo>
                      <a:pt x="0" y="6"/>
                      <a:pt x="1" y="6"/>
                      <a:pt x="1" y="6"/>
                    </a:cubicBezTo>
                    <a:cubicBezTo>
                      <a:pt x="1" y="6"/>
                      <a:pt x="1" y="6"/>
                      <a:pt x="1" y="6"/>
                    </a:cubicBezTo>
                    <a:cubicBezTo>
                      <a:pt x="1" y="6"/>
                      <a:pt x="1" y="6"/>
                      <a:pt x="1" y="6"/>
                    </a:cubicBezTo>
                    <a:cubicBezTo>
                      <a:pt x="1" y="6"/>
                      <a:pt x="2" y="6"/>
                      <a:pt x="2" y="6"/>
                    </a:cubicBezTo>
                    <a:cubicBezTo>
                      <a:pt x="2" y="6"/>
                      <a:pt x="2" y="6"/>
                      <a:pt x="2" y="6"/>
                    </a:cubicBezTo>
                    <a:cubicBezTo>
                      <a:pt x="2" y="6"/>
                      <a:pt x="2" y="6"/>
                      <a:pt x="2" y="6"/>
                    </a:cubicBezTo>
                    <a:cubicBezTo>
                      <a:pt x="2" y="6"/>
                      <a:pt x="2" y="6"/>
                      <a:pt x="2" y="6"/>
                    </a:cubicBezTo>
                    <a:cubicBezTo>
                      <a:pt x="3" y="6"/>
                      <a:pt x="3" y="6"/>
                      <a:pt x="3" y="5"/>
                    </a:cubicBezTo>
                    <a:cubicBezTo>
                      <a:pt x="3" y="5"/>
                      <a:pt x="3" y="5"/>
                      <a:pt x="3" y="5"/>
                    </a:cubicBezTo>
                    <a:cubicBezTo>
                      <a:pt x="3" y="5"/>
                      <a:pt x="3" y="5"/>
                      <a:pt x="3" y="5"/>
                    </a:cubicBezTo>
                    <a:cubicBezTo>
                      <a:pt x="3" y="5"/>
                      <a:pt x="3" y="5"/>
                      <a:pt x="3"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4"/>
                      <a:pt x="4" y="4"/>
                      <a:pt x="4" y="4"/>
                    </a:cubicBezTo>
                    <a:cubicBezTo>
                      <a:pt x="4" y="4"/>
                      <a:pt x="5" y="4"/>
                      <a:pt x="5" y="4"/>
                    </a:cubicBezTo>
                    <a:cubicBezTo>
                      <a:pt x="5" y="4"/>
                      <a:pt x="5" y="3"/>
                      <a:pt x="5" y="3"/>
                    </a:cubicBezTo>
                    <a:cubicBezTo>
                      <a:pt x="5" y="3"/>
                      <a:pt x="5" y="3"/>
                      <a:pt x="5" y="3"/>
                    </a:cubicBezTo>
                    <a:cubicBezTo>
                      <a:pt x="5" y="3"/>
                      <a:pt x="5" y="3"/>
                      <a:pt x="5" y="3"/>
                    </a:cubicBezTo>
                    <a:cubicBezTo>
                      <a:pt x="5" y="3"/>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6" y="2"/>
                      <a:pt x="6" y="2"/>
                    </a:cubicBezTo>
                    <a:cubicBezTo>
                      <a:pt x="6" y="1"/>
                      <a:pt x="6" y="1"/>
                      <a:pt x="6" y="1"/>
                    </a:cubicBezTo>
                    <a:cubicBezTo>
                      <a:pt x="6" y="1"/>
                      <a:pt x="6" y="1"/>
                      <a:pt x="6" y="1"/>
                    </a:cubicBezTo>
                    <a:cubicBezTo>
                      <a:pt x="6" y="1"/>
                      <a:pt x="6" y="2"/>
                      <a:pt x="6" y="2"/>
                    </a:cubicBezTo>
                    <a:cubicBezTo>
                      <a:pt x="6" y="2"/>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0"/>
                      <a:pt x="6" y="0"/>
                    </a:cubicBezTo>
                    <a:cubicBezTo>
                      <a:pt x="6"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5" y="0"/>
                      <a:pt x="5" y="0"/>
                      <a:pt x="5" y="0"/>
                    </a:cubicBezTo>
                    <a:cubicBezTo>
                      <a:pt x="5" y="0"/>
                      <a:pt x="5"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3" y="0"/>
                      <a:pt x="3" y="0"/>
                      <a:pt x="3" y="0"/>
                    </a:cubicBezTo>
                    <a:cubicBezTo>
                      <a:pt x="3" y="0"/>
                      <a:pt x="3" y="0"/>
                      <a:pt x="3" y="0"/>
                    </a:cubicBezTo>
                    <a:cubicBezTo>
                      <a:pt x="3" y="1"/>
                      <a:pt x="3" y="1"/>
                      <a:pt x="3" y="1"/>
                    </a:cubicBezTo>
                    <a:cubicBezTo>
                      <a:pt x="3" y="1"/>
                      <a:pt x="2" y="1"/>
                      <a:pt x="2"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2" y="1"/>
                      <a:pt x="2" y="1"/>
                    </a:cubicBezTo>
                    <a:cubicBezTo>
                      <a:pt x="2" y="1"/>
                      <a:pt x="2" y="1"/>
                      <a:pt x="2" y="1"/>
                    </a:cubicBezTo>
                    <a:cubicBezTo>
                      <a:pt x="2" y="1"/>
                      <a:pt x="2" y="1"/>
                      <a:pt x="2" y="1"/>
                    </a:cubicBezTo>
                    <a:cubicBezTo>
                      <a:pt x="2" y="1"/>
                      <a:pt x="2" y="1"/>
                      <a:pt x="2" y="1"/>
                    </a:cubicBezTo>
                    <a:cubicBezTo>
                      <a:pt x="2" y="1"/>
                      <a:pt x="2" y="1"/>
                      <a:pt x="2" y="2"/>
                    </a:cubicBezTo>
                    <a:cubicBezTo>
                      <a:pt x="2" y="2"/>
                      <a:pt x="2" y="2"/>
                      <a:pt x="2" y="2"/>
                    </a:cubicBezTo>
                    <a:cubicBezTo>
                      <a:pt x="2" y="2"/>
                      <a:pt x="2" y="2"/>
                      <a:pt x="2" y="1"/>
                    </a:cubicBezTo>
                    <a:cubicBezTo>
                      <a:pt x="2" y="1"/>
                      <a:pt x="2" y="1"/>
                      <a:pt x="2" y="1"/>
                    </a:cubicBezTo>
                    <a:cubicBezTo>
                      <a:pt x="2" y="1"/>
                      <a:pt x="2" y="1"/>
                      <a:pt x="2" y="1"/>
                    </a:cubicBezTo>
                    <a:cubicBezTo>
                      <a:pt x="2" y="1"/>
                      <a:pt x="2" y="1"/>
                      <a:pt x="2" y="1"/>
                    </a:cubicBezTo>
                    <a:cubicBezTo>
                      <a:pt x="2" y="1"/>
                      <a:pt x="2" y="1"/>
                      <a:pt x="2" y="1"/>
                    </a:cubicBezTo>
                    <a:cubicBezTo>
                      <a:pt x="2"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2" y="3"/>
                      <a:pt x="2" y="3"/>
                      <a:pt x="2" y="3"/>
                    </a:cubicBezTo>
                    <a:cubicBezTo>
                      <a:pt x="2" y="3"/>
                      <a:pt x="2" y="3"/>
                      <a:pt x="2" y="3"/>
                    </a:cubicBezTo>
                    <a:cubicBezTo>
                      <a:pt x="2" y="3"/>
                      <a:pt x="2" y="3"/>
                      <a:pt x="1" y="3"/>
                    </a:cubicBezTo>
                    <a:cubicBezTo>
                      <a:pt x="1" y="3"/>
                      <a:pt x="1" y="3"/>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0" y="4"/>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5" name="Freeform 305"/>
              <p:cNvSpPr>
                <a:spLocks/>
              </p:cNvSpPr>
              <p:nvPr/>
            </p:nvSpPr>
            <p:spPr bwMode="auto">
              <a:xfrm>
                <a:off x="4572001" y="2394348"/>
                <a:ext cx="2381" cy="2381"/>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Lst>
                <a:rect l="0" t="0" r="r" b="b"/>
                <a:pathLst>
                  <a:path w="1" h="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6" name="Freeform 306"/>
              <p:cNvSpPr>
                <a:spLocks/>
              </p:cNvSpPr>
              <p:nvPr/>
            </p:nvSpPr>
            <p:spPr bwMode="auto">
              <a:xfrm>
                <a:off x="4572001" y="2388394"/>
                <a:ext cx="2381" cy="5954"/>
              </a:xfrm>
              <a:custGeom>
                <a:avLst/>
                <a:gdLst/>
                <a:ahLst/>
                <a:cxnLst>
                  <a:cxn ang="0">
                    <a:pos x="1" y="1"/>
                  </a:cxn>
                  <a:cxn ang="0">
                    <a:pos x="1" y="1"/>
                  </a:cxn>
                  <a:cxn ang="0">
                    <a:pos x="1" y="1"/>
                  </a:cxn>
                  <a:cxn ang="0">
                    <a:pos x="1" y="0"/>
                  </a:cxn>
                  <a:cxn ang="0">
                    <a:pos x="1" y="0"/>
                  </a:cxn>
                  <a:cxn ang="0">
                    <a:pos x="1" y="0"/>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2"/>
                  </a:cxn>
                  <a:cxn ang="0">
                    <a:pos x="0" y="2"/>
                  </a:cxn>
                  <a:cxn ang="0">
                    <a:pos x="0" y="2"/>
                  </a:cxn>
                  <a:cxn ang="0">
                    <a:pos x="0" y="2"/>
                  </a:cxn>
                  <a:cxn ang="0">
                    <a:pos x="0" y="2"/>
                  </a:cxn>
                  <a:cxn ang="0">
                    <a:pos x="0" y="2"/>
                  </a:cxn>
                  <a:cxn ang="0">
                    <a:pos x="0" y="2"/>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Lst>
                <a:rect l="0" t="0" r="r" b="b"/>
                <a:pathLst>
                  <a:path w="1" h="2">
                    <a:moveTo>
                      <a:pt x="1" y="1"/>
                    </a:move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7" name="Freeform 307"/>
              <p:cNvSpPr>
                <a:spLocks/>
              </p:cNvSpPr>
              <p:nvPr/>
            </p:nvSpPr>
            <p:spPr bwMode="auto">
              <a:xfrm>
                <a:off x="4572001" y="2400301"/>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8" name="Freeform 308"/>
              <p:cNvSpPr>
                <a:spLocks/>
              </p:cNvSpPr>
              <p:nvPr/>
            </p:nvSpPr>
            <p:spPr bwMode="auto">
              <a:xfrm>
                <a:off x="4569620" y="2402682"/>
                <a:ext cx="2381" cy="1191"/>
              </a:xfrm>
              <a:custGeom>
                <a:avLst/>
                <a:gdLst/>
                <a:ahLst/>
                <a:cxnLst>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Lst>
                <a:rect l="0" t="0" r="r" b="b"/>
                <a:pathLst>
                  <a:path w="1">
                    <a:moveTo>
                      <a:pt x="0" y="0"/>
                    </a:moveTo>
                    <a:cubicBezTo>
                      <a:pt x="1" y="0"/>
                      <a:pt x="1"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29" name="Freeform 309"/>
              <p:cNvSpPr>
                <a:spLocks/>
              </p:cNvSpPr>
              <p:nvPr/>
            </p:nvSpPr>
            <p:spPr bwMode="auto">
              <a:xfrm>
                <a:off x="4569620" y="2394347"/>
                <a:ext cx="2381" cy="1191"/>
              </a:xfrm>
              <a:custGeom>
                <a:avLst/>
                <a:gdLst/>
                <a:ahLst/>
                <a:cxnLst>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Lst>
                <a:rect l="0" t="0" r="r" b="b"/>
                <a:pathLst>
                  <a:path w="1">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0" name="Freeform 310"/>
              <p:cNvSpPr>
                <a:spLocks/>
              </p:cNvSpPr>
              <p:nvPr/>
            </p:nvSpPr>
            <p:spPr bwMode="auto">
              <a:xfrm>
                <a:off x="4572001" y="2411016"/>
                <a:ext cx="2381" cy="1191"/>
              </a:xfrm>
              <a:custGeom>
                <a:avLst/>
                <a:gdLst/>
                <a:ahLst/>
                <a:cxnLst>
                  <a:cxn ang="0">
                    <a:pos x="1" y="0"/>
                  </a:cxn>
                  <a:cxn ang="0">
                    <a:pos x="1" y="0"/>
                  </a:cxn>
                  <a:cxn ang="0">
                    <a:pos x="1" y="0"/>
                  </a:cxn>
                  <a:cxn ang="0">
                    <a:pos x="1" y="0"/>
                  </a:cxn>
                  <a:cxn ang="0">
                    <a:pos x="1" y="0"/>
                  </a:cxn>
                  <a:cxn ang="0">
                    <a:pos x="1" y="0"/>
                  </a:cxn>
                  <a:cxn ang="0">
                    <a:pos x="1" y="0"/>
                  </a:cxn>
                  <a:cxn ang="0">
                    <a:pos x="0" y="0"/>
                  </a:cxn>
                  <a:cxn ang="0">
                    <a:pos x="0" y="0"/>
                  </a:cxn>
                  <a:cxn ang="0">
                    <a:pos x="0" y="0"/>
                  </a:cxn>
                  <a:cxn ang="0">
                    <a:pos x="1" y="0"/>
                  </a:cxn>
                  <a:cxn ang="0">
                    <a:pos x="1" y="0"/>
                  </a:cxn>
                  <a:cxn ang="0">
                    <a:pos x="1" y="0"/>
                  </a:cxn>
                  <a:cxn ang="0">
                    <a:pos x="1" y="0"/>
                  </a:cxn>
                  <a:cxn ang="0">
                    <a:pos x="1"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1" name="Freeform 311"/>
              <p:cNvSpPr>
                <a:spLocks/>
              </p:cNvSpPr>
              <p:nvPr/>
            </p:nvSpPr>
            <p:spPr bwMode="auto">
              <a:xfrm>
                <a:off x="4541045" y="2346723"/>
                <a:ext cx="28575" cy="16669"/>
              </a:xfrm>
              <a:custGeom>
                <a:avLst/>
                <a:gdLst/>
                <a:ahLst/>
                <a:cxnLst>
                  <a:cxn ang="0">
                    <a:pos x="1" y="5"/>
                  </a:cxn>
                  <a:cxn ang="0">
                    <a:pos x="2" y="5"/>
                  </a:cxn>
                  <a:cxn ang="0">
                    <a:pos x="2" y="5"/>
                  </a:cxn>
                  <a:cxn ang="0">
                    <a:pos x="3" y="6"/>
                  </a:cxn>
                  <a:cxn ang="0">
                    <a:pos x="5" y="6"/>
                  </a:cxn>
                  <a:cxn ang="0">
                    <a:pos x="6" y="5"/>
                  </a:cxn>
                  <a:cxn ang="0">
                    <a:pos x="6" y="5"/>
                  </a:cxn>
                  <a:cxn ang="0">
                    <a:pos x="7" y="5"/>
                  </a:cxn>
                  <a:cxn ang="0">
                    <a:pos x="8" y="4"/>
                  </a:cxn>
                  <a:cxn ang="0">
                    <a:pos x="9" y="4"/>
                  </a:cxn>
                  <a:cxn ang="0">
                    <a:pos x="9" y="4"/>
                  </a:cxn>
                  <a:cxn ang="0">
                    <a:pos x="9" y="3"/>
                  </a:cxn>
                  <a:cxn ang="0">
                    <a:pos x="10" y="3"/>
                  </a:cxn>
                  <a:cxn ang="0">
                    <a:pos x="10" y="3"/>
                  </a:cxn>
                  <a:cxn ang="0">
                    <a:pos x="10" y="2"/>
                  </a:cxn>
                  <a:cxn ang="0">
                    <a:pos x="9" y="2"/>
                  </a:cxn>
                  <a:cxn ang="0">
                    <a:pos x="9" y="1"/>
                  </a:cxn>
                  <a:cxn ang="0">
                    <a:pos x="10" y="1"/>
                  </a:cxn>
                  <a:cxn ang="0">
                    <a:pos x="9" y="1"/>
                  </a:cxn>
                  <a:cxn ang="0">
                    <a:pos x="9" y="0"/>
                  </a:cxn>
                  <a:cxn ang="0">
                    <a:pos x="8" y="1"/>
                  </a:cxn>
                  <a:cxn ang="0">
                    <a:pos x="8" y="1"/>
                  </a:cxn>
                  <a:cxn ang="0">
                    <a:pos x="7" y="1"/>
                  </a:cxn>
                  <a:cxn ang="0">
                    <a:pos x="6" y="1"/>
                  </a:cxn>
                  <a:cxn ang="0">
                    <a:pos x="6" y="1"/>
                  </a:cxn>
                  <a:cxn ang="0">
                    <a:pos x="5" y="2"/>
                  </a:cxn>
                  <a:cxn ang="0">
                    <a:pos x="5" y="1"/>
                  </a:cxn>
                  <a:cxn ang="0">
                    <a:pos x="5" y="1"/>
                  </a:cxn>
                  <a:cxn ang="0">
                    <a:pos x="4" y="2"/>
                  </a:cxn>
                  <a:cxn ang="0">
                    <a:pos x="3" y="2"/>
                  </a:cxn>
                  <a:cxn ang="0">
                    <a:pos x="4" y="1"/>
                  </a:cxn>
                  <a:cxn ang="0">
                    <a:pos x="4" y="1"/>
                  </a:cxn>
                  <a:cxn ang="0">
                    <a:pos x="3" y="0"/>
                  </a:cxn>
                  <a:cxn ang="0">
                    <a:pos x="3" y="0"/>
                  </a:cxn>
                  <a:cxn ang="0">
                    <a:pos x="3" y="1"/>
                  </a:cxn>
                  <a:cxn ang="0">
                    <a:pos x="3" y="1"/>
                  </a:cxn>
                  <a:cxn ang="0">
                    <a:pos x="3" y="1"/>
                  </a:cxn>
                  <a:cxn ang="0">
                    <a:pos x="2" y="1"/>
                  </a:cxn>
                  <a:cxn ang="0">
                    <a:pos x="2" y="1"/>
                  </a:cxn>
                  <a:cxn ang="0">
                    <a:pos x="2" y="1"/>
                  </a:cxn>
                  <a:cxn ang="0">
                    <a:pos x="2" y="1"/>
                  </a:cxn>
                  <a:cxn ang="0">
                    <a:pos x="2" y="1"/>
                  </a:cxn>
                  <a:cxn ang="0">
                    <a:pos x="1" y="2"/>
                  </a:cxn>
                  <a:cxn ang="0">
                    <a:pos x="1" y="2"/>
                  </a:cxn>
                  <a:cxn ang="0">
                    <a:pos x="1" y="2"/>
                  </a:cxn>
                  <a:cxn ang="0">
                    <a:pos x="2" y="2"/>
                  </a:cxn>
                  <a:cxn ang="0">
                    <a:pos x="2" y="2"/>
                  </a:cxn>
                  <a:cxn ang="0">
                    <a:pos x="3" y="2"/>
                  </a:cxn>
                  <a:cxn ang="0">
                    <a:pos x="3" y="2"/>
                  </a:cxn>
                  <a:cxn ang="0">
                    <a:pos x="2" y="2"/>
                  </a:cxn>
                  <a:cxn ang="0">
                    <a:pos x="3" y="3"/>
                  </a:cxn>
                  <a:cxn ang="0">
                    <a:pos x="2" y="3"/>
                  </a:cxn>
                  <a:cxn ang="0">
                    <a:pos x="1" y="3"/>
                  </a:cxn>
                  <a:cxn ang="0">
                    <a:pos x="1" y="3"/>
                  </a:cxn>
                  <a:cxn ang="0">
                    <a:pos x="0" y="3"/>
                  </a:cxn>
                  <a:cxn ang="0">
                    <a:pos x="1" y="3"/>
                  </a:cxn>
                  <a:cxn ang="0">
                    <a:pos x="2" y="4"/>
                  </a:cxn>
                  <a:cxn ang="0">
                    <a:pos x="2" y="4"/>
                  </a:cxn>
                  <a:cxn ang="0">
                    <a:pos x="2" y="4"/>
                  </a:cxn>
                </a:cxnLst>
                <a:rect l="0" t="0" r="r" b="b"/>
                <a:pathLst>
                  <a:path w="10" h="6">
                    <a:moveTo>
                      <a:pt x="2" y="4"/>
                    </a:moveTo>
                    <a:cubicBezTo>
                      <a:pt x="2" y="4"/>
                      <a:pt x="2" y="4"/>
                      <a:pt x="2" y="4"/>
                    </a:cubicBezTo>
                    <a:cubicBezTo>
                      <a:pt x="2" y="4"/>
                      <a:pt x="1" y="4"/>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3" y="5"/>
                      <a:pt x="3" y="5"/>
                    </a:cubicBezTo>
                    <a:cubicBezTo>
                      <a:pt x="3" y="6"/>
                      <a:pt x="3" y="6"/>
                      <a:pt x="3" y="6"/>
                    </a:cubicBezTo>
                    <a:cubicBezTo>
                      <a:pt x="3" y="6"/>
                      <a:pt x="3" y="6"/>
                      <a:pt x="3" y="6"/>
                    </a:cubicBezTo>
                    <a:cubicBezTo>
                      <a:pt x="3" y="6"/>
                      <a:pt x="3" y="6"/>
                      <a:pt x="3" y="6"/>
                    </a:cubicBezTo>
                    <a:cubicBezTo>
                      <a:pt x="4" y="6"/>
                      <a:pt x="4" y="6"/>
                      <a:pt x="4" y="6"/>
                    </a:cubicBezTo>
                    <a:cubicBezTo>
                      <a:pt x="4" y="6"/>
                      <a:pt x="4" y="6"/>
                      <a:pt x="4" y="6"/>
                    </a:cubicBezTo>
                    <a:cubicBezTo>
                      <a:pt x="4" y="6"/>
                      <a:pt x="4" y="6"/>
                      <a:pt x="4" y="6"/>
                    </a:cubicBezTo>
                    <a:cubicBezTo>
                      <a:pt x="4" y="6"/>
                      <a:pt x="4" y="6"/>
                      <a:pt x="5" y="6"/>
                    </a:cubicBezTo>
                    <a:cubicBezTo>
                      <a:pt x="5" y="6"/>
                      <a:pt x="5" y="6"/>
                      <a:pt x="5" y="6"/>
                    </a:cubicBezTo>
                    <a:cubicBezTo>
                      <a:pt x="5" y="5"/>
                      <a:pt x="5" y="5"/>
                      <a:pt x="5" y="5"/>
                    </a:cubicBezTo>
                    <a:cubicBezTo>
                      <a:pt x="5" y="5"/>
                      <a:pt x="5"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7" y="5"/>
                      <a:pt x="7" y="5"/>
                    </a:cubicBezTo>
                    <a:cubicBezTo>
                      <a:pt x="7" y="5"/>
                      <a:pt x="7" y="5"/>
                      <a:pt x="7" y="5"/>
                    </a:cubicBezTo>
                    <a:cubicBezTo>
                      <a:pt x="7" y="5"/>
                      <a:pt x="7" y="5"/>
                      <a:pt x="7" y="5"/>
                    </a:cubicBezTo>
                    <a:cubicBezTo>
                      <a:pt x="8" y="5"/>
                      <a:pt x="8" y="5"/>
                      <a:pt x="8" y="5"/>
                    </a:cubicBezTo>
                    <a:cubicBezTo>
                      <a:pt x="8" y="5"/>
                      <a:pt x="8" y="5"/>
                      <a:pt x="8" y="5"/>
                    </a:cubicBezTo>
                    <a:cubicBezTo>
                      <a:pt x="8" y="5"/>
                      <a:pt x="8" y="5"/>
                      <a:pt x="8" y="4"/>
                    </a:cubicBezTo>
                    <a:cubicBezTo>
                      <a:pt x="8" y="4"/>
                      <a:pt x="8" y="4"/>
                      <a:pt x="8" y="4"/>
                    </a:cubicBezTo>
                    <a:cubicBezTo>
                      <a:pt x="8" y="4"/>
                      <a:pt x="8" y="4"/>
                      <a:pt x="8"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10" y="3"/>
                      <a:pt x="10" y="3"/>
                      <a:pt x="10" y="3"/>
                    </a:cubicBezTo>
                    <a:cubicBezTo>
                      <a:pt x="10" y="3"/>
                      <a:pt x="10" y="3"/>
                      <a:pt x="10" y="3"/>
                    </a:cubicBezTo>
                    <a:cubicBezTo>
                      <a:pt x="10" y="3"/>
                      <a:pt x="10" y="3"/>
                      <a:pt x="10" y="3"/>
                    </a:cubicBezTo>
                    <a:cubicBezTo>
                      <a:pt x="10" y="3"/>
                      <a:pt x="10" y="3"/>
                      <a:pt x="10" y="3"/>
                    </a:cubicBezTo>
                    <a:cubicBezTo>
                      <a:pt x="10" y="3"/>
                      <a:pt x="10" y="3"/>
                      <a:pt x="10" y="3"/>
                    </a:cubicBezTo>
                    <a:cubicBezTo>
                      <a:pt x="10" y="3"/>
                      <a:pt x="10" y="3"/>
                      <a:pt x="10" y="3"/>
                    </a:cubicBezTo>
                    <a:cubicBezTo>
                      <a:pt x="10" y="3"/>
                      <a:pt x="10" y="3"/>
                      <a:pt x="10" y="3"/>
                    </a:cubicBezTo>
                    <a:cubicBezTo>
                      <a:pt x="10" y="3"/>
                      <a:pt x="10" y="3"/>
                      <a:pt x="10" y="3"/>
                    </a:cubicBezTo>
                    <a:cubicBezTo>
                      <a:pt x="10" y="3"/>
                      <a:pt x="10" y="3"/>
                      <a:pt x="10" y="3"/>
                    </a:cubicBezTo>
                    <a:cubicBezTo>
                      <a:pt x="10" y="3"/>
                      <a:pt x="10" y="2"/>
                      <a:pt x="10" y="2"/>
                    </a:cubicBezTo>
                    <a:cubicBezTo>
                      <a:pt x="10" y="2"/>
                      <a:pt x="10" y="2"/>
                      <a:pt x="10" y="2"/>
                    </a:cubicBezTo>
                    <a:cubicBezTo>
                      <a:pt x="10" y="2"/>
                      <a:pt x="10" y="2"/>
                      <a:pt x="10" y="2"/>
                    </a:cubicBezTo>
                    <a:cubicBezTo>
                      <a:pt x="10" y="2"/>
                      <a:pt x="10" y="2"/>
                      <a:pt x="10" y="2"/>
                    </a:cubicBezTo>
                    <a:cubicBezTo>
                      <a:pt x="10" y="2"/>
                      <a:pt x="10" y="2"/>
                      <a:pt x="9" y="2"/>
                    </a:cubicBezTo>
                    <a:cubicBezTo>
                      <a:pt x="9" y="2"/>
                      <a:pt x="9" y="2"/>
                      <a:pt x="9" y="2"/>
                    </a:cubicBezTo>
                    <a:cubicBezTo>
                      <a:pt x="9" y="2"/>
                      <a:pt x="9" y="2"/>
                      <a:pt x="9" y="2"/>
                    </a:cubicBezTo>
                    <a:cubicBezTo>
                      <a:pt x="9" y="2"/>
                      <a:pt x="9" y="2"/>
                      <a:pt x="9" y="2"/>
                    </a:cubicBezTo>
                    <a:cubicBezTo>
                      <a:pt x="10" y="2"/>
                      <a:pt x="10" y="2"/>
                      <a:pt x="10" y="2"/>
                    </a:cubicBezTo>
                    <a:cubicBezTo>
                      <a:pt x="10" y="1"/>
                      <a:pt x="9" y="1"/>
                      <a:pt x="9" y="1"/>
                    </a:cubicBezTo>
                    <a:cubicBezTo>
                      <a:pt x="9" y="1"/>
                      <a:pt x="9" y="1"/>
                      <a:pt x="9" y="1"/>
                    </a:cubicBezTo>
                    <a:cubicBezTo>
                      <a:pt x="9" y="1"/>
                      <a:pt x="9" y="1"/>
                      <a:pt x="9" y="1"/>
                    </a:cubicBezTo>
                    <a:cubicBezTo>
                      <a:pt x="9" y="1"/>
                      <a:pt x="9" y="1"/>
                      <a:pt x="9" y="1"/>
                    </a:cubicBezTo>
                    <a:cubicBezTo>
                      <a:pt x="9" y="1"/>
                      <a:pt x="9" y="1"/>
                      <a:pt x="9" y="1"/>
                    </a:cubicBezTo>
                    <a:cubicBezTo>
                      <a:pt x="9" y="1"/>
                      <a:pt x="9" y="1"/>
                      <a:pt x="10" y="1"/>
                    </a:cubicBezTo>
                    <a:cubicBezTo>
                      <a:pt x="10" y="1"/>
                      <a:pt x="10" y="1"/>
                      <a:pt x="10" y="1"/>
                    </a:cubicBezTo>
                    <a:cubicBezTo>
                      <a:pt x="10" y="1"/>
                      <a:pt x="10" y="1"/>
                      <a:pt x="10" y="1"/>
                    </a:cubicBezTo>
                    <a:cubicBezTo>
                      <a:pt x="10" y="1"/>
                      <a:pt x="10" y="1"/>
                      <a:pt x="10" y="1"/>
                    </a:cubicBezTo>
                    <a:cubicBezTo>
                      <a:pt x="10" y="1"/>
                      <a:pt x="10" y="1"/>
                      <a:pt x="10" y="1"/>
                    </a:cubicBezTo>
                    <a:cubicBezTo>
                      <a:pt x="10" y="1"/>
                      <a:pt x="9" y="1"/>
                      <a:pt x="9" y="1"/>
                    </a:cubicBezTo>
                    <a:cubicBezTo>
                      <a:pt x="9" y="1"/>
                      <a:pt x="9" y="1"/>
                      <a:pt x="9" y="1"/>
                    </a:cubicBezTo>
                    <a:cubicBezTo>
                      <a:pt x="9" y="1"/>
                      <a:pt x="9" y="1"/>
                      <a:pt x="9" y="1"/>
                    </a:cubicBezTo>
                    <a:cubicBezTo>
                      <a:pt x="9" y="1"/>
                      <a:pt x="9" y="1"/>
                      <a:pt x="9" y="1"/>
                    </a:cubicBezTo>
                    <a:cubicBezTo>
                      <a:pt x="9" y="1"/>
                      <a:pt x="9" y="1"/>
                      <a:pt x="9" y="1"/>
                    </a:cubicBezTo>
                    <a:cubicBezTo>
                      <a:pt x="9" y="1"/>
                      <a:pt x="9" y="1"/>
                      <a:pt x="9" y="1"/>
                    </a:cubicBezTo>
                    <a:cubicBezTo>
                      <a:pt x="9" y="0"/>
                      <a:pt x="9" y="0"/>
                      <a:pt x="9" y="0"/>
                    </a:cubicBezTo>
                    <a:cubicBezTo>
                      <a:pt x="9" y="0"/>
                      <a:pt x="9" y="0"/>
                      <a:pt x="9" y="0"/>
                    </a:cubicBezTo>
                    <a:cubicBezTo>
                      <a:pt x="9" y="0"/>
                      <a:pt x="9" y="0"/>
                      <a:pt x="9" y="0"/>
                    </a:cubicBezTo>
                    <a:cubicBezTo>
                      <a:pt x="9" y="0"/>
                      <a:pt x="9" y="0"/>
                      <a:pt x="8" y="0"/>
                    </a:cubicBezTo>
                    <a:cubicBezTo>
                      <a:pt x="8" y="0"/>
                      <a:pt x="8" y="0"/>
                      <a:pt x="8" y="0"/>
                    </a:cubicBezTo>
                    <a:cubicBezTo>
                      <a:pt x="8" y="0"/>
                      <a:pt x="8" y="0"/>
                      <a:pt x="8" y="0"/>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6" y="1"/>
                      <a:pt x="6" y="1"/>
                      <a:pt x="6" y="1"/>
                    </a:cubicBezTo>
                    <a:cubicBezTo>
                      <a:pt x="6" y="1"/>
                      <a:pt x="6" y="1"/>
                      <a:pt x="6" y="1"/>
                    </a:cubicBezTo>
                    <a:cubicBezTo>
                      <a:pt x="7" y="1"/>
                      <a:pt x="7" y="1"/>
                      <a:pt x="6" y="1"/>
                    </a:cubicBezTo>
                    <a:cubicBezTo>
                      <a:pt x="6" y="2"/>
                      <a:pt x="6" y="2"/>
                      <a:pt x="6" y="2"/>
                    </a:cubicBezTo>
                    <a:cubicBezTo>
                      <a:pt x="6" y="2"/>
                      <a:pt x="6" y="2"/>
                      <a:pt x="6" y="2"/>
                    </a:cubicBezTo>
                    <a:cubicBezTo>
                      <a:pt x="6" y="2"/>
                      <a:pt x="6" y="1"/>
                      <a:pt x="6" y="1"/>
                    </a:cubicBezTo>
                    <a:cubicBezTo>
                      <a:pt x="6" y="1"/>
                      <a:pt x="6" y="1"/>
                      <a:pt x="6" y="1"/>
                    </a:cubicBezTo>
                    <a:cubicBezTo>
                      <a:pt x="6" y="1"/>
                      <a:pt x="6" y="1"/>
                      <a:pt x="6" y="1"/>
                    </a:cubicBezTo>
                    <a:cubicBezTo>
                      <a:pt x="6" y="1"/>
                      <a:pt x="6" y="1"/>
                      <a:pt x="6" y="1"/>
                    </a:cubicBezTo>
                    <a:cubicBezTo>
                      <a:pt x="5" y="1"/>
                      <a:pt x="5" y="1"/>
                      <a:pt x="5" y="1"/>
                    </a:cubicBezTo>
                    <a:cubicBezTo>
                      <a:pt x="5" y="1"/>
                      <a:pt x="5" y="1"/>
                      <a:pt x="5" y="2"/>
                    </a:cubicBezTo>
                    <a:cubicBezTo>
                      <a:pt x="5" y="2"/>
                      <a:pt x="5" y="2"/>
                      <a:pt x="5" y="2"/>
                    </a:cubicBezTo>
                    <a:cubicBezTo>
                      <a:pt x="5" y="2"/>
                      <a:pt x="5" y="2"/>
                      <a:pt x="5" y="2"/>
                    </a:cubicBezTo>
                    <a:cubicBezTo>
                      <a:pt x="5" y="2"/>
                      <a:pt x="5" y="2"/>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4" y="2"/>
                      <a:pt x="4" y="2"/>
                    </a:cubicBezTo>
                    <a:cubicBezTo>
                      <a:pt x="4" y="2"/>
                      <a:pt x="4" y="2"/>
                      <a:pt x="4" y="2"/>
                    </a:cubicBezTo>
                    <a:cubicBezTo>
                      <a:pt x="4" y="2"/>
                      <a:pt x="4" y="2"/>
                      <a:pt x="4" y="2"/>
                    </a:cubicBezTo>
                    <a:cubicBezTo>
                      <a:pt x="4" y="2"/>
                      <a:pt x="4" y="2"/>
                      <a:pt x="4" y="2"/>
                    </a:cubicBezTo>
                    <a:cubicBezTo>
                      <a:pt x="4" y="2"/>
                      <a:pt x="4" y="2"/>
                      <a:pt x="4" y="2"/>
                    </a:cubicBezTo>
                    <a:cubicBezTo>
                      <a:pt x="4" y="2"/>
                      <a:pt x="3" y="2"/>
                      <a:pt x="3" y="2"/>
                    </a:cubicBezTo>
                    <a:cubicBezTo>
                      <a:pt x="3" y="3"/>
                      <a:pt x="3" y="3"/>
                      <a:pt x="3" y="3"/>
                    </a:cubicBezTo>
                    <a:cubicBezTo>
                      <a:pt x="3" y="3"/>
                      <a:pt x="3" y="2"/>
                      <a:pt x="3" y="2"/>
                    </a:cubicBezTo>
                    <a:cubicBezTo>
                      <a:pt x="3" y="2"/>
                      <a:pt x="3" y="2"/>
                      <a:pt x="3" y="2"/>
                    </a:cubicBezTo>
                    <a:cubicBezTo>
                      <a:pt x="3" y="2"/>
                      <a:pt x="3" y="2"/>
                      <a:pt x="3" y="2"/>
                    </a:cubicBezTo>
                    <a:cubicBezTo>
                      <a:pt x="3" y="2"/>
                      <a:pt x="3" y="2"/>
                      <a:pt x="3" y="2"/>
                    </a:cubicBezTo>
                    <a:cubicBezTo>
                      <a:pt x="3" y="2"/>
                      <a:pt x="3" y="2"/>
                      <a:pt x="3" y="2"/>
                    </a:cubicBezTo>
                    <a:cubicBezTo>
                      <a:pt x="3" y="2"/>
                      <a:pt x="4" y="2"/>
                      <a:pt x="4" y="2"/>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0"/>
                      <a:pt x="3" y="0"/>
                    </a:cubicBezTo>
                    <a:cubicBezTo>
                      <a:pt x="3" y="0"/>
                      <a:pt x="3" y="0"/>
                      <a:pt x="3" y="0"/>
                    </a:cubicBezTo>
                    <a:cubicBezTo>
                      <a:pt x="3" y="0"/>
                      <a:pt x="3" y="0"/>
                      <a:pt x="3" y="0"/>
                    </a:cubicBezTo>
                    <a:cubicBezTo>
                      <a:pt x="3" y="0"/>
                      <a:pt x="3" y="0"/>
                      <a:pt x="3" y="0"/>
                    </a:cubicBezTo>
                    <a:cubicBezTo>
                      <a:pt x="3" y="0"/>
                      <a:pt x="2" y="0"/>
                      <a:pt x="2" y="0"/>
                    </a:cubicBezTo>
                    <a:cubicBezTo>
                      <a:pt x="2" y="0"/>
                      <a:pt x="2" y="0"/>
                      <a:pt x="2" y="0"/>
                    </a:cubicBezTo>
                    <a:cubicBezTo>
                      <a:pt x="2" y="0"/>
                      <a:pt x="2"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0"/>
                      <a:pt x="2" y="0"/>
                    </a:cubicBezTo>
                    <a:cubicBezTo>
                      <a:pt x="2" y="0"/>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1" y="1"/>
                      <a:pt x="1" y="1"/>
                    </a:cubicBezTo>
                    <a:cubicBezTo>
                      <a:pt x="1" y="1"/>
                      <a:pt x="1" y="1"/>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1" y="1"/>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2"/>
                      <a:pt x="3" y="2"/>
                      <a:pt x="3" y="2"/>
                    </a:cubicBezTo>
                    <a:cubicBezTo>
                      <a:pt x="3" y="2"/>
                      <a:pt x="3" y="2"/>
                      <a:pt x="3" y="2"/>
                    </a:cubicBezTo>
                    <a:cubicBezTo>
                      <a:pt x="3" y="2"/>
                      <a:pt x="3" y="2"/>
                      <a:pt x="2" y="2"/>
                    </a:cubicBezTo>
                    <a:cubicBezTo>
                      <a:pt x="2" y="2"/>
                      <a:pt x="2" y="2"/>
                      <a:pt x="2" y="2"/>
                    </a:cubicBezTo>
                    <a:cubicBezTo>
                      <a:pt x="2" y="2"/>
                      <a:pt x="2"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3" y="2"/>
                      <a:pt x="3" y="2"/>
                    </a:cubicBezTo>
                    <a:cubicBezTo>
                      <a:pt x="3" y="2"/>
                      <a:pt x="3" y="2"/>
                      <a:pt x="3" y="2"/>
                    </a:cubicBezTo>
                    <a:cubicBezTo>
                      <a:pt x="3" y="2"/>
                      <a:pt x="3" y="3"/>
                      <a:pt x="3" y="3"/>
                    </a:cubicBezTo>
                    <a:cubicBezTo>
                      <a:pt x="3"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1" y="3"/>
                    </a:cubicBezTo>
                    <a:cubicBezTo>
                      <a:pt x="1" y="3"/>
                      <a:pt x="1" y="3"/>
                      <a:pt x="1" y="3"/>
                    </a:cubicBezTo>
                    <a:cubicBezTo>
                      <a:pt x="1" y="3"/>
                      <a:pt x="1" y="3"/>
                      <a:pt x="1" y="3"/>
                    </a:cubicBezTo>
                    <a:cubicBezTo>
                      <a:pt x="1" y="3"/>
                      <a:pt x="1" y="3"/>
                      <a:pt x="1" y="3"/>
                    </a:cubicBezTo>
                    <a:cubicBezTo>
                      <a:pt x="1" y="3"/>
                      <a:pt x="2" y="3"/>
                      <a:pt x="2" y="3"/>
                    </a:cubicBezTo>
                    <a:cubicBezTo>
                      <a:pt x="2" y="3"/>
                      <a:pt x="2" y="3"/>
                      <a:pt x="2" y="3"/>
                    </a:cubicBezTo>
                    <a:cubicBezTo>
                      <a:pt x="2" y="3"/>
                      <a:pt x="2" y="3"/>
                      <a:pt x="2" y="3"/>
                    </a:cubicBezTo>
                    <a:cubicBezTo>
                      <a:pt x="2" y="4"/>
                      <a:pt x="2" y="4"/>
                      <a:pt x="2" y="4"/>
                    </a:cubicBezTo>
                    <a:cubicBezTo>
                      <a:pt x="2" y="4"/>
                      <a:pt x="2" y="4"/>
                      <a:pt x="2" y="4"/>
                    </a:cubicBezTo>
                    <a:cubicBezTo>
                      <a:pt x="2" y="4"/>
                      <a:pt x="2" y="4"/>
                      <a:pt x="2" y="4"/>
                    </a:cubicBezTo>
                    <a:cubicBezTo>
                      <a:pt x="2" y="4"/>
                      <a:pt x="2" y="3"/>
                      <a:pt x="2" y="3"/>
                    </a:cubicBezTo>
                    <a:cubicBezTo>
                      <a:pt x="2" y="3"/>
                      <a:pt x="2" y="3"/>
                      <a:pt x="2" y="3"/>
                    </a:cubicBezTo>
                    <a:cubicBezTo>
                      <a:pt x="2" y="3"/>
                      <a:pt x="2" y="3"/>
                      <a:pt x="2" y="3"/>
                    </a:cubicBezTo>
                    <a:cubicBezTo>
                      <a:pt x="2" y="3"/>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2" name="Freeform 312"/>
              <p:cNvSpPr>
                <a:spLocks/>
              </p:cNvSpPr>
              <p:nvPr/>
            </p:nvSpPr>
            <p:spPr bwMode="auto">
              <a:xfrm>
                <a:off x="4997054" y="2456260"/>
                <a:ext cx="30956" cy="39291"/>
              </a:xfrm>
              <a:custGeom>
                <a:avLst/>
                <a:gdLst/>
                <a:ahLst/>
                <a:cxnLst>
                  <a:cxn ang="0">
                    <a:pos x="6" y="14"/>
                  </a:cxn>
                  <a:cxn ang="0">
                    <a:pos x="6" y="14"/>
                  </a:cxn>
                  <a:cxn ang="0">
                    <a:pos x="7" y="14"/>
                  </a:cxn>
                  <a:cxn ang="0">
                    <a:pos x="7" y="14"/>
                  </a:cxn>
                  <a:cxn ang="0">
                    <a:pos x="7" y="13"/>
                  </a:cxn>
                  <a:cxn ang="0">
                    <a:pos x="7" y="13"/>
                  </a:cxn>
                  <a:cxn ang="0">
                    <a:pos x="7" y="11"/>
                  </a:cxn>
                  <a:cxn ang="0">
                    <a:pos x="7" y="12"/>
                  </a:cxn>
                  <a:cxn ang="0">
                    <a:pos x="7" y="12"/>
                  </a:cxn>
                  <a:cxn ang="0">
                    <a:pos x="8" y="12"/>
                  </a:cxn>
                  <a:cxn ang="0">
                    <a:pos x="9" y="12"/>
                  </a:cxn>
                  <a:cxn ang="0">
                    <a:pos x="9" y="12"/>
                  </a:cxn>
                  <a:cxn ang="0">
                    <a:pos x="9" y="12"/>
                  </a:cxn>
                  <a:cxn ang="0">
                    <a:pos x="9" y="12"/>
                  </a:cxn>
                  <a:cxn ang="0">
                    <a:pos x="10" y="12"/>
                  </a:cxn>
                  <a:cxn ang="0">
                    <a:pos x="10" y="11"/>
                  </a:cxn>
                  <a:cxn ang="0">
                    <a:pos x="10" y="11"/>
                  </a:cxn>
                  <a:cxn ang="0">
                    <a:pos x="10" y="11"/>
                  </a:cxn>
                  <a:cxn ang="0">
                    <a:pos x="10" y="11"/>
                  </a:cxn>
                  <a:cxn ang="0">
                    <a:pos x="11" y="10"/>
                  </a:cxn>
                  <a:cxn ang="0">
                    <a:pos x="10" y="9"/>
                  </a:cxn>
                  <a:cxn ang="0">
                    <a:pos x="10" y="7"/>
                  </a:cxn>
                  <a:cxn ang="0">
                    <a:pos x="9" y="5"/>
                  </a:cxn>
                  <a:cxn ang="0">
                    <a:pos x="10" y="6"/>
                  </a:cxn>
                  <a:cxn ang="0">
                    <a:pos x="10" y="5"/>
                  </a:cxn>
                  <a:cxn ang="0">
                    <a:pos x="10" y="4"/>
                  </a:cxn>
                  <a:cxn ang="0">
                    <a:pos x="10" y="4"/>
                  </a:cxn>
                  <a:cxn ang="0">
                    <a:pos x="9" y="3"/>
                  </a:cxn>
                  <a:cxn ang="0">
                    <a:pos x="8" y="1"/>
                  </a:cxn>
                  <a:cxn ang="0">
                    <a:pos x="7" y="0"/>
                  </a:cxn>
                  <a:cxn ang="0">
                    <a:pos x="7" y="0"/>
                  </a:cxn>
                  <a:cxn ang="0">
                    <a:pos x="7" y="1"/>
                  </a:cxn>
                  <a:cxn ang="0">
                    <a:pos x="7" y="1"/>
                  </a:cxn>
                  <a:cxn ang="0">
                    <a:pos x="7" y="1"/>
                  </a:cxn>
                  <a:cxn ang="0">
                    <a:pos x="6" y="1"/>
                  </a:cxn>
                  <a:cxn ang="0">
                    <a:pos x="7" y="2"/>
                  </a:cxn>
                  <a:cxn ang="0">
                    <a:pos x="7" y="3"/>
                  </a:cxn>
                  <a:cxn ang="0">
                    <a:pos x="7" y="4"/>
                  </a:cxn>
                  <a:cxn ang="0">
                    <a:pos x="7" y="7"/>
                  </a:cxn>
                  <a:cxn ang="0">
                    <a:pos x="7" y="8"/>
                  </a:cxn>
                  <a:cxn ang="0">
                    <a:pos x="6" y="8"/>
                  </a:cxn>
                  <a:cxn ang="0">
                    <a:pos x="6" y="7"/>
                  </a:cxn>
                  <a:cxn ang="0">
                    <a:pos x="5" y="9"/>
                  </a:cxn>
                  <a:cxn ang="0">
                    <a:pos x="5" y="9"/>
                  </a:cxn>
                  <a:cxn ang="0">
                    <a:pos x="5" y="11"/>
                  </a:cxn>
                  <a:cxn ang="0">
                    <a:pos x="5" y="11"/>
                  </a:cxn>
                  <a:cxn ang="0">
                    <a:pos x="4" y="11"/>
                  </a:cxn>
                  <a:cxn ang="0">
                    <a:pos x="3" y="11"/>
                  </a:cxn>
                  <a:cxn ang="0">
                    <a:pos x="2" y="11"/>
                  </a:cxn>
                  <a:cxn ang="0">
                    <a:pos x="2" y="12"/>
                  </a:cxn>
                  <a:cxn ang="0">
                    <a:pos x="1" y="13"/>
                  </a:cxn>
                  <a:cxn ang="0">
                    <a:pos x="0" y="13"/>
                  </a:cxn>
                  <a:cxn ang="0">
                    <a:pos x="1" y="14"/>
                  </a:cxn>
                  <a:cxn ang="0">
                    <a:pos x="2" y="14"/>
                  </a:cxn>
                  <a:cxn ang="0">
                    <a:pos x="2" y="13"/>
                  </a:cxn>
                  <a:cxn ang="0">
                    <a:pos x="3" y="13"/>
                  </a:cxn>
                  <a:cxn ang="0">
                    <a:pos x="4" y="13"/>
                  </a:cxn>
                  <a:cxn ang="0">
                    <a:pos x="4" y="12"/>
                  </a:cxn>
                  <a:cxn ang="0">
                    <a:pos x="5" y="12"/>
                  </a:cxn>
                  <a:cxn ang="0">
                    <a:pos x="5" y="13"/>
                  </a:cxn>
                  <a:cxn ang="0">
                    <a:pos x="6" y="13"/>
                  </a:cxn>
                </a:cxnLst>
                <a:rect l="0" t="0" r="r" b="b"/>
                <a:pathLst>
                  <a:path w="11" h="14">
                    <a:moveTo>
                      <a:pt x="6" y="14"/>
                    </a:move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3"/>
                      <a:pt x="7" y="13"/>
                      <a:pt x="7" y="13"/>
                    </a:cubicBezTo>
                    <a:cubicBezTo>
                      <a:pt x="7" y="12"/>
                      <a:pt x="7" y="12"/>
                      <a:pt x="7" y="12"/>
                    </a:cubicBezTo>
                    <a:cubicBezTo>
                      <a:pt x="7" y="12"/>
                      <a:pt x="7" y="12"/>
                      <a:pt x="7" y="12"/>
                    </a:cubicBezTo>
                    <a:cubicBezTo>
                      <a:pt x="7" y="12"/>
                      <a:pt x="7" y="12"/>
                      <a:pt x="7" y="11"/>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8" y="12"/>
                    </a:cubicBezTo>
                    <a:cubicBezTo>
                      <a:pt x="7" y="12"/>
                      <a:pt x="7" y="12"/>
                      <a:pt x="7" y="12"/>
                    </a:cubicBezTo>
                    <a:cubicBezTo>
                      <a:pt x="7" y="12"/>
                      <a:pt x="7" y="12"/>
                      <a:pt x="7" y="12"/>
                    </a:cubicBezTo>
                    <a:cubicBezTo>
                      <a:pt x="7" y="12"/>
                      <a:pt x="7" y="12"/>
                      <a:pt x="7" y="12"/>
                    </a:cubicBezTo>
                    <a:cubicBezTo>
                      <a:pt x="7" y="12"/>
                      <a:pt x="7" y="12"/>
                      <a:pt x="7" y="12"/>
                    </a:cubicBezTo>
                    <a:cubicBezTo>
                      <a:pt x="7" y="12"/>
                      <a:pt x="8" y="12"/>
                      <a:pt x="8" y="12"/>
                    </a:cubicBezTo>
                    <a:cubicBezTo>
                      <a:pt x="8" y="12"/>
                      <a:pt x="8" y="12"/>
                      <a:pt x="8" y="12"/>
                    </a:cubicBezTo>
                    <a:cubicBezTo>
                      <a:pt x="8" y="12"/>
                      <a:pt x="8" y="12"/>
                      <a:pt x="8" y="12"/>
                    </a:cubicBezTo>
                    <a:cubicBezTo>
                      <a:pt x="8" y="12"/>
                      <a:pt x="8"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1"/>
                      <a:pt x="9" y="11"/>
                      <a:pt x="9" y="11"/>
                    </a:cubicBezTo>
                    <a:cubicBezTo>
                      <a:pt x="9" y="11"/>
                      <a:pt x="10" y="11"/>
                      <a:pt x="10" y="11"/>
                    </a:cubicBezTo>
                    <a:cubicBezTo>
                      <a:pt x="10" y="11"/>
                      <a:pt x="10" y="11"/>
                      <a:pt x="10" y="11"/>
                    </a:cubicBezTo>
                    <a:cubicBezTo>
                      <a:pt x="10" y="11"/>
                      <a:pt x="10" y="11"/>
                      <a:pt x="10" y="11"/>
                    </a:cubicBezTo>
                    <a:cubicBezTo>
                      <a:pt x="10" y="11"/>
                      <a:pt x="10" y="11"/>
                      <a:pt x="10" y="12"/>
                    </a:cubicBezTo>
                    <a:cubicBezTo>
                      <a:pt x="10" y="12"/>
                      <a:pt x="10" y="12"/>
                      <a:pt x="10" y="12"/>
                    </a:cubicBezTo>
                    <a:cubicBezTo>
                      <a:pt x="10" y="12"/>
                      <a:pt x="10" y="12"/>
                      <a:pt x="10" y="12"/>
                    </a:cubicBezTo>
                    <a:cubicBezTo>
                      <a:pt x="10" y="12"/>
                      <a:pt x="10" y="12"/>
                      <a:pt x="10" y="12"/>
                    </a:cubicBezTo>
                    <a:cubicBezTo>
                      <a:pt x="10" y="12"/>
                      <a:pt x="10" y="12"/>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2"/>
                      <a:pt x="10" y="12"/>
                    </a:cubicBezTo>
                    <a:cubicBezTo>
                      <a:pt x="10" y="12"/>
                      <a:pt x="10" y="12"/>
                      <a:pt x="10" y="12"/>
                    </a:cubicBezTo>
                    <a:cubicBezTo>
                      <a:pt x="10" y="12"/>
                      <a:pt x="10" y="12"/>
                      <a:pt x="10" y="12"/>
                    </a:cubicBezTo>
                    <a:cubicBezTo>
                      <a:pt x="10" y="12"/>
                      <a:pt x="10" y="11"/>
                      <a:pt x="10" y="11"/>
                    </a:cubicBezTo>
                    <a:cubicBezTo>
                      <a:pt x="10" y="11"/>
                      <a:pt x="10" y="11"/>
                      <a:pt x="11" y="11"/>
                    </a:cubicBezTo>
                    <a:cubicBezTo>
                      <a:pt x="11" y="11"/>
                      <a:pt x="11" y="11"/>
                      <a:pt x="11" y="11"/>
                    </a:cubicBezTo>
                    <a:cubicBezTo>
                      <a:pt x="11" y="11"/>
                      <a:pt x="11" y="11"/>
                      <a:pt x="11" y="11"/>
                    </a:cubicBezTo>
                    <a:cubicBezTo>
                      <a:pt x="11" y="11"/>
                      <a:pt x="11" y="11"/>
                      <a:pt x="11" y="11"/>
                    </a:cubicBezTo>
                    <a:cubicBezTo>
                      <a:pt x="11" y="10"/>
                      <a:pt x="11" y="10"/>
                      <a:pt x="11" y="10"/>
                    </a:cubicBezTo>
                    <a:cubicBezTo>
                      <a:pt x="11" y="10"/>
                      <a:pt x="11" y="10"/>
                      <a:pt x="11" y="10"/>
                    </a:cubicBezTo>
                    <a:cubicBezTo>
                      <a:pt x="11" y="10"/>
                      <a:pt x="11" y="10"/>
                      <a:pt x="11" y="10"/>
                    </a:cubicBezTo>
                    <a:cubicBezTo>
                      <a:pt x="11" y="9"/>
                      <a:pt x="11" y="9"/>
                      <a:pt x="11" y="9"/>
                    </a:cubicBezTo>
                    <a:cubicBezTo>
                      <a:pt x="11" y="9"/>
                      <a:pt x="11" y="9"/>
                      <a:pt x="10" y="9"/>
                    </a:cubicBezTo>
                    <a:cubicBezTo>
                      <a:pt x="10" y="9"/>
                      <a:pt x="10" y="9"/>
                      <a:pt x="10" y="9"/>
                    </a:cubicBezTo>
                    <a:cubicBezTo>
                      <a:pt x="10" y="9"/>
                      <a:pt x="10" y="9"/>
                      <a:pt x="10" y="8"/>
                    </a:cubicBezTo>
                    <a:cubicBezTo>
                      <a:pt x="10" y="8"/>
                      <a:pt x="10" y="8"/>
                      <a:pt x="10" y="8"/>
                    </a:cubicBezTo>
                    <a:cubicBezTo>
                      <a:pt x="10" y="8"/>
                      <a:pt x="10" y="8"/>
                      <a:pt x="10" y="8"/>
                    </a:cubicBezTo>
                    <a:cubicBezTo>
                      <a:pt x="10" y="8"/>
                      <a:pt x="10" y="8"/>
                      <a:pt x="10" y="7"/>
                    </a:cubicBezTo>
                    <a:cubicBezTo>
                      <a:pt x="10" y="7"/>
                      <a:pt x="10" y="7"/>
                      <a:pt x="10" y="7"/>
                    </a:cubicBezTo>
                    <a:cubicBezTo>
                      <a:pt x="10" y="7"/>
                      <a:pt x="10" y="7"/>
                      <a:pt x="10" y="7"/>
                    </a:cubicBezTo>
                    <a:cubicBezTo>
                      <a:pt x="10" y="6"/>
                      <a:pt x="9" y="6"/>
                      <a:pt x="9" y="6"/>
                    </a:cubicBezTo>
                    <a:cubicBezTo>
                      <a:pt x="9" y="5"/>
                      <a:pt x="9" y="5"/>
                      <a:pt x="9" y="5"/>
                    </a:cubicBezTo>
                    <a:cubicBezTo>
                      <a:pt x="9" y="5"/>
                      <a:pt x="9" y="5"/>
                      <a:pt x="9" y="5"/>
                    </a:cubicBezTo>
                    <a:cubicBezTo>
                      <a:pt x="9" y="5"/>
                      <a:pt x="9" y="5"/>
                      <a:pt x="9" y="5"/>
                    </a:cubicBezTo>
                    <a:cubicBezTo>
                      <a:pt x="10" y="5"/>
                      <a:pt x="10" y="5"/>
                      <a:pt x="10" y="5"/>
                    </a:cubicBezTo>
                    <a:cubicBezTo>
                      <a:pt x="10" y="5"/>
                      <a:pt x="10" y="5"/>
                      <a:pt x="10" y="5"/>
                    </a:cubicBezTo>
                    <a:cubicBezTo>
                      <a:pt x="10" y="5"/>
                      <a:pt x="10" y="5"/>
                      <a:pt x="10" y="5"/>
                    </a:cubicBezTo>
                    <a:cubicBezTo>
                      <a:pt x="10" y="5"/>
                      <a:pt x="10" y="5"/>
                      <a:pt x="10" y="5"/>
                    </a:cubicBezTo>
                    <a:cubicBezTo>
                      <a:pt x="10" y="5"/>
                      <a:pt x="10" y="6"/>
                      <a:pt x="10" y="6"/>
                    </a:cubicBezTo>
                    <a:cubicBezTo>
                      <a:pt x="10" y="6"/>
                      <a:pt x="10" y="6"/>
                      <a:pt x="10" y="6"/>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3"/>
                      <a:pt x="10" y="3"/>
                    </a:cubicBezTo>
                    <a:cubicBezTo>
                      <a:pt x="10" y="3"/>
                      <a:pt x="10" y="3"/>
                      <a:pt x="10" y="3"/>
                    </a:cubicBezTo>
                    <a:cubicBezTo>
                      <a:pt x="10" y="3"/>
                      <a:pt x="10"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2"/>
                    </a:cubicBezTo>
                    <a:cubicBezTo>
                      <a:pt x="9" y="2"/>
                      <a:pt x="9" y="2"/>
                      <a:pt x="8" y="2"/>
                    </a:cubicBezTo>
                    <a:cubicBezTo>
                      <a:pt x="8" y="1"/>
                      <a:pt x="8" y="1"/>
                      <a:pt x="8" y="1"/>
                    </a:cubicBezTo>
                    <a:cubicBezTo>
                      <a:pt x="8" y="1"/>
                      <a:pt x="8" y="1"/>
                      <a:pt x="8" y="1"/>
                    </a:cubicBezTo>
                    <a:cubicBezTo>
                      <a:pt x="8" y="0"/>
                      <a:pt x="8" y="0"/>
                      <a:pt x="8"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1"/>
                      <a:pt x="7" y="1"/>
                    </a:cubicBezTo>
                    <a:cubicBezTo>
                      <a:pt x="7" y="1"/>
                      <a:pt x="7" y="1"/>
                      <a:pt x="7" y="1"/>
                    </a:cubicBezTo>
                    <a:cubicBezTo>
                      <a:pt x="7" y="1"/>
                      <a:pt x="7" y="0"/>
                      <a:pt x="7" y="0"/>
                    </a:cubicBezTo>
                    <a:cubicBezTo>
                      <a:pt x="7" y="0"/>
                      <a:pt x="7" y="0"/>
                      <a:pt x="7" y="0"/>
                    </a:cubicBezTo>
                    <a:cubicBezTo>
                      <a:pt x="7" y="0"/>
                      <a:pt x="7" y="0"/>
                      <a:pt x="7" y="0"/>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6" y="1"/>
                      <a:pt x="6" y="1"/>
                    </a:cubicBezTo>
                    <a:cubicBezTo>
                      <a:pt x="6" y="1"/>
                      <a:pt x="6" y="1"/>
                      <a:pt x="6" y="1"/>
                    </a:cubicBezTo>
                    <a:cubicBezTo>
                      <a:pt x="6" y="1"/>
                      <a:pt x="6" y="1"/>
                      <a:pt x="6" y="1"/>
                    </a:cubicBezTo>
                    <a:cubicBezTo>
                      <a:pt x="7" y="1"/>
                      <a:pt x="7" y="1"/>
                      <a:pt x="6" y="1"/>
                    </a:cubicBezTo>
                    <a:cubicBezTo>
                      <a:pt x="6" y="1"/>
                      <a:pt x="6" y="2"/>
                      <a:pt x="6" y="2"/>
                    </a:cubicBezTo>
                    <a:cubicBezTo>
                      <a:pt x="6" y="2"/>
                      <a:pt x="6" y="2"/>
                      <a:pt x="6" y="2"/>
                    </a:cubicBezTo>
                    <a:cubicBezTo>
                      <a:pt x="7" y="2"/>
                      <a:pt x="7" y="2"/>
                      <a:pt x="7" y="2"/>
                    </a:cubicBezTo>
                    <a:cubicBezTo>
                      <a:pt x="7" y="2"/>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4"/>
                    </a:cubicBezTo>
                    <a:cubicBezTo>
                      <a:pt x="7" y="4"/>
                      <a:pt x="7" y="4"/>
                      <a:pt x="7" y="4"/>
                    </a:cubicBezTo>
                    <a:cubicBezTo>
                      <a:pt x="7" y="4"/>
                      <a:pt x="7" y="4"/>
                      <a:pt x="7" y="4"/>
                    </a:cubicBezTo>
                    <a:cubicBezTo>
                      <a:pt x="7" y="5"/>
                      <a:pt x="7" y="5"/>
                      <a:pt x="7" y="5"/>
                    </a:cubicBezTo>
                    <a:cubicBezTo>
                      <a:pt x="7" y="5"/>
                      <a:pt x="7" y="5"/>
                      <a:pt x="7" y="5"/>
                    </a:cubicBezTo>
                    <a:cubicBezTo>
                      <a:pt x="8" y="6"/>
                      <a:pt x="8" y="6"/>
                      <a:pt x="7" y="6"/>
                    </a:cubicBezTo>
                    <a:cubicBezTo>
                      <a:pt x="7" y="7"/>
                      <a:pt x="7" y="7"/>
                      <a:pt x="7" y="7"/>
                    </a:cubicBezTo>
                    <a:cubicBezTo>
                      <a:pt x="7" y="7"/>
                      <a:pt x="7" y="7"/>
                      <a:pt x="7" y="7"/>
                    </a:cubicBezTo>
                    <a:cubicBezTo>
                      <a:pt x="7" y="7"/>
                      <a:pt x="7" y="7"/>
                      <a:pt x="7" y="7"/>
                    </a:cubicBezTo>
                    <a:cubicBezTo>
                      <a:pt x="7" y="7"/>
                      <a:pt x="7" y="7"/>
                      <a:pt x="7" y="7"/>
                    </a:cubicBezTo>
                    <a:cubicBezTo>
                      <a:pt x="7" y="8"/>
                      <a:pt x="7" y="8"/>
                      <a:pt x="7" y="8"/>
                    </a:cubicBezTo>
                    <a:cubicBezTo>
                      <a:pt x="7" y="8"/>
                      <a:pt x="7" y="8"/>
                      <a:pt x="7" y="8"/>
                    </a:cubicBezTo>
                    <a:cubicBezTo>
                      <a:pt x="7" y="8"/>
                      <a:pt x="6" y="8"/>
                      <a:pt x="6" y="9"/>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7"/>
                      <a:pt x="6" y="7"/>
                      <a:pt x="6" y="7"/>
                    </a:cubicBezTo>
                    <a:cubicBezTo>
                      <a:pt x="6" y="7"/>
                      <a:pt x="6" y="7"/>
                      <a:pt x="6" y="7"/>
                    </a:cubicBezTo>
                    <a:cubicBezTo>
                      <a:pt x="6" y="7"/>
                      <a:pt x="6" y="7"/>
                      <a:pt x="6" y="7"/>
                    </a:cubicBezTo>
                    <a:cubicBezTo>
                      <a:pt x="6" y="7"/>
                      <a:pt x="5" y="8"/>
                      <a:pt x="5" y="8"/>
                    </a:cubicBezTo>
                    <a:cubicBezTo>
                      <a:pt x="5" y="8"/>
                      <a:pt x="5" y="8"/>
                      <a:pt x="5" y="8"/>
                    </a:cubicBezTo>
                    <a:cubicBezTo>
                      <a:pt x="5" y="8"/>
                      <a:pt x="5" y="8"/>
                      <a:pt x="5" y="8"/>
                    </a:cubicBezTo>
                    <a:cubicBezTo>
                      <a:pt x="5" y="8"/>
                      <a:pt x="5" y="8"/>
                      <a:pt x="5" y="8"/>
                    </a:cubicBezTo>
                    <a:cubicBezTo>
                      <a:pt x="5" y="8"/>
                      <a:pt x="5" y="9"/>
                      <a:pt x="5" y="9"/>
                    </a:cubicBezTo>
                    <a:cubicBezTo>
                      <a:pt x="6" y="9"/>
                      <a:pt x="6" y="9"/>
                      <a:pt x="6" y="9"/>
                    </a:cubicBezTo>
                    <a:cubicBezTo>
                      <a:pt x="6" y="9"/>
                      <a:pt x="6" y="9"/>
                      <a:pt x="6" y="9"/>
                    </a:cubicBezTo>
                    <a:cubicBezTo>
                      <a:pt x="5" y="9"/>
                      <a:pt x="5" y="9"/>
                      <a:pt x="5" y="9"/>
                    </a:cubicBezTo>
                    <a:cubicBezTo>
                      <a:pt x="5" y="9"/>
                      <a:pt x="5" y="9"/>
                      <a:pt x="5" y="9"/>
                    </a:cubicBezTo>
                    <a:cubicBezTo>
                      <a:pt x="5" y="9"/>
                      <a:pt x="5" y="9"/>
                      <a:pt x="5" y="9"/>
                    </a:cubicBezTo>
                    <a:cubicBezTo>
                      <a:pt x="5" y="10"/>
                      <a:pt x="5" y="10"/>
                      <a:pt x="5" y="10"/>
                    </a:cubicBezTo>
                    <a:cubicBezTo>
                      <a:pt x="5" y="10"/>
                      <a:pt x="5" y="10"/>
                      <a:pt x="5" y="10"/>
                    </a:cubicBezTo>
                    <a:cubicBezTo>
                      <a:pt x="5" y="10"/>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2"/>
                      <a:pt x="2" y="12"/>
                    </a:cubicBezTo>
                    <a:cubicBezTo>
                      <a:pt x="2" y="12"/>
                      <a:pt x="2" y="12"/>
                      <a:pt x="2" y="12"/>
                    </a:cubicBezTo>
                    <a:cubicBezTo>
                      <a:pt x="2" y="12"/>
                      <a:pt x="1" y="12"/>
                      <a:pt x="1" y="12"/>
                    </a:cubicBezTo>
                    <a:cubicBezTo>
                      <a:pt x="1" y="12"/>
                      <a:pt x="1" y="12"/>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0" y="13"/>
                      <a:pt x="0" y="13"/>
                      <a:pt x="0" y="13"/>
                    </a:cubicBezTo>
                    <a:cubicBezTo>
                      <a:pt x="0" y="13"/>
                      <a:pt x="0" y="13"/>
                      <a:pt x="0" y="13"/>
                    </a:cubicBezTo>
                    <a:cubicBezTo>
                      <a:pt x="0" y="14"/>
                      <a:pt x="0" y="14"/>
                      <a:pt x="1" y="14"/>
                    </a:cubicBezTo>
                    <a:cubicBezTo>
                      <a:pt x="1" y="14"/>
                      <a:pt x="1" y="14"/>
                      <a:pt x="1" y="14"/>
                    </a:cubicBezTo>
                    <a:cubicBezTo>
                      <a:pt x="1" y="14"/>
                      <a:pt x="1" y="14"/>
                      <a:pt x="1" y="14"/>
                    </a:cubicBezTo>
                    <a:cubicBezTo>
                      <a:pt x="1" y="14"/>
                      <a:pt x="1" y="14"/>
                      <a:pt x="1" y="14"/>
                    </a:cubicBezTo>
                    <a:cubicBezTo>
                      <a:pt x="1" y="14"/>
                      <a:pt x="1" y="14"/>
                      <a:pt x="1" y="14"/>
                    </a:cubicBezTo>
                    <a:cubicBezTo>
                      <a:pt x="1" y="14"/>
                      <a:pt x="1" y="14"/>
                      <a:pt x="1" y="14"/>
                    </a:cubicBezTo>
                    <a:cubicBezTo>
                      <a:pt x="1" y="14"/>
                      <a:pt x="1" y="14"/>
                      <a:pt x="1" y="14"/>
                    </a:cubicBezTo>
                    <a:cubicBezTo>
                      <a:pt x="1" y="14"/>
                      <a:pt x="1" y="14"/>
                      <a:pt x="2" y="14"/>
                    </a:cubicBezTo>
                    <a:cubicBezTo>
                      <a:pt x="2" y="14"/>
                      <a:pt x="2" y="14"/>
                      <a:pt x="2" y="14"/>
                    </a:cubicBezTo>
                    <a:cubicBezTo>
                      <a:pt x="2" y="14"/>
                      <a:pt x="2" y="14"/>
                      <a:pt x="2" y="14"/>
                    </a:cubicBezTo>
                    <a:cubicBezTo>
                      <a:pt x="2" y="14"/>
                      <a:pt x="2" y="14"/>
                      <a:pt x="2" y="14"/>
                    </a:cubicBezTo>
                    <a:cubicBezTo>
                      <a:pt x="2" y="14"/>
                      <a:pt x="2" y="14"/>
                      <a:pt x="2" y="14"/>
                    </a:cubicBezTo>
                    <a:cubicBezTo>
                      <a:pt x="2" y="14"/>
                      <a:pt x="2" y="14"/>
                      <a:pt x="2" y="14"/>
                    </a:cubicBezTo>
                    <a:cubicBezTo>
                      <a:pt x="2" y="14"/>
                      <a:pt x="2" y="13"/>
                      <a:pt x="2" y="13"/>
                    </a:cubicBezTo>
                    <a:cubicBezTo>
                      <a:pt x="2" y="13"/>
                      <a:pt x="2" y="13"/>
                      <a:pt x="2" y="13"/>
                    </a:cubicBezTo>
                    <a:cubicBezTo>
                      <a:pt x="2" y="13"/>
                      <a:pt x="2" y="13"/>
                      <a:pt x="2" y="13"/>
                    </a:cubicBezTo>
                    <a:cubicBezTo>
                      <a:pt x="2" y="13"/>
                      <a:pt x="2"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4" y="13"/>
                      <a:pt x="4" y="13"/>
                    </a:cubicBezTo>
                    <a:cubicBezTo>
                      <a:pt x="4" y="13"/>
                      <a:pt x="4" y="13"/>
                      <a:pt x="4" y="13"/>
                    </a:cubicBezTo>
                    <a:cubicBezTo>
                      <a:pt x="4" y="13"/>
                      <a:pt x="4" y="13"/>
                      <a:pt x="4" y="13"/>
                    </a:cubicBezTo>
                    <a:cubicBezTo>
                      <a:pt x="4" y="13"/>
                      <a:pt x="4" y="13"/>
                      <a:pt x="4" y="13"/>
                    </a:cubicBezTo>
                    <a:cubicBezTo>
                      <a:pt x="4" y="13"/>
                      <a:pt x="4" y="13"/>
                      <a:pt x="4" y="13"/>
                    </a:cubicBezTo>
                    <a:cubicBezTo>
                      <a:pt x="4" y="13"/>
                      <a:pt x="4" y="13"/>
                      <a:pt x="4" y="13"/>
                    </a:cubicBezTo>
                    <a:cubicBezTo>
                      <a:pt x="4" y="13"/>
                      <a:pt x="4" y="12"/>
                      <a:pt x="4" y="12"/>
                    </a:cubicBezTo>
                    <a:cubicBezTo>
                      <a:pt x="4" y="12"/>
                      <a:pt x="4" y="12"/>
                      <a:pt x="4" y="12"/>
                    </a:cubicBezTo>
                    <a:cubicBezTo>
                      <a:pt x="4" y="12"/>
                      <a:pt x="5" y="12"/>
                      <a:pt x="5" y="12"/>
                    </a:cubicBezTo>
                    <a:cubicBezTo>
                      <a:pt x="5" y="12"/>
                      <a:pt x="5" y="12"/>
                      <a:pt x="5" y="12"/>
                    </a:cubicBezTo>
                    <a:cubicBezTo>
                      <a:pt x="5" y="12"/>
                      <a:pt x="5" y="12"/>
                      <a:pt x="5" y="12"/>
                    </a:cubicBezTo>
                    <a:cubicBezTo>
                      <a:pt x="5" y="12"/>
                      <a:pt x="5" y="12"/>
                      <a:pt x="5" y="12"/>
                    </a:cubicBezTo>
                    <a:cubicBezTo>
                      <a:pt x="5" y="12"/>
                      <a:pt x="5" y="12"/>
                      <a:pt x="5" y="12"/>
                    </a:cubicBezTo>
                    <a:cubicBezTo>
                      <a:pt x="5" y="12"/>
                      <a:pt x="5" y="12"/>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5" y="13"/>
                    </a:cubicBezTo>
                    <a:cubicBezTo>
                      <a:pt x="5" y="13"/>
                      <a:pt x="5" y="13"/>
                      <a:pt x="6" y="13"/>
                    </a:cubicBezTo>
                    <a:cubicBezTo>
                      <a:pt x="6" y="13"/>
                      <a:pt x="6" y="13"/>
                      <a:pt x="6" y="13"/>
                    </a:cubicBezTo>
                    <a:cubicBezTo>
                      <a:pt x="6" y="13"/>
                      <a:pt x="6" y="13"/>
                      <a:pt x="6" y="13"/>
                    </a:cubicBezTo>
                    <a:cubicBezTo>
                      <a:pt x="5" y="14"/>
                      <a:pt x="5" y="14"/>
                      <a:pt x="6" y="14"/>
                    </a:cubicBezTo>
                    <a:cubicBezTo>
                      <a:pt x="6" y="14"/>
                      <a:pt x="6" y="14"/>
                      <a:pt x="6" y="14"/>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3" name="Freeform 313"/>
              <p:cNvSpPr>
                <a:spLocks/>
              </p:cNvSpPr>
              <p:nvPr/>
            </p:nvSpPr>
            <p:spPr bwMode="auto">
              <a:xfrm>
                <a:off x="5001816" y="2493170"/>
                <a:ext cx="9525" cy="8335"/>
              </a:xfrm>
              <a:custGeom>
                <a:avLst/>
                <a:gdLst/>
                <a:ahLst/>
                <a:cxnLst>
                  <a:cxn ang="0">
                    <a:pos x="1" y="2"/>
                  </a:cxn>
                  <a:cxn ang="0">
                    <a:pos x="0" y="2"/>
                  </a:cxn>
                  <a:cxn ang="0">
                    <a:pos x="0" y="2"/>
                  </a:cxn>
                  <a:cxn ang="0">
                    <a:pos x="1" y="2"/>
                  </a:cxn>
                  <a:cxn ang="0">
                    <a:pos x="1" y="2"/>
                  </a:cxn>
                  <a:cxn ang="0">
                    <a:pos x="1" y="2"/>
                  </a:cxn>
                  <a:cxn ang="0">
                    <a:pos x="1" y="2"/>
                  </a:cxn>
                  <a:cxn ang="0">
                    <a:pos x="1" y="2"/>
                  </a:cxn>
                  <a:cxn ang="0">
                    <a:pos x="1" y="2"/>
                  </a:cxn>
                  <a:cxn ang="0">
                    <a:pos x="1" y="3"/>
                  </a:cxn>
                  <a:cxn ang="0">
                    <a:pos x="1" y="3"/>
                  </a:cxn>
                  <a:cxn ang="0">
                    <a:pos x="1" y="3"/>
                  </a:cxn>
                  <a:cxn ang="0">
                    <a:pos x="1" y="3"/>
                  </a:cxn>
                  <a:cxn ang="0">
                    <a:pos x="1" y="3"/>
                  </a:cxn>
                  <a:cxn ang="0">
                    <a:pos x="2" y="3"/>
                  </a:cxn>
                  <a:cxn ang="0">
                    <a:pos x="2" y="3"/>
                  </a:cxn>
                  <a:cxn ang="0">
                    <a:pos x="2" y="3"/>
                  </a:cxn>
                  <a:cxn ang="0">
                    <a:pos x="2" y="2"/>
                  </a:cxn>
                  <a:cxn ang="0">
                    <a:pos x="2" y="2"/>
                  </a:cxn>
                  <a:cxn ang="0">
                    <a:pos x="2" y="2"/>
                  </a:cxn>
                  <a:cxn ang="0">
                    <a:pos x="2" y="2"/>
                  </a:cxn>
                  <a:cxn ang="0">
                    <a:pos x="2" y="2"/>
                  </a:cxn>
                  <a:cxn ang="0">
                    <a:pos x="2" y="2"/>
                  </a:cxn>
                  <a:cxn ang="0">
                    <a:pos x="2" y="2"/>
                  </a:cxn>
                  <a:cxn ang="0">
                    <a:pos x="2" y="2"/>
                  </a:cxn>
                  <a:cxn ang="0">
                    <a:pos x="2" y="2"/>
                  </a:cxn>
                  <a:cxn ang="0">
                    <a:pos x="2" y="2"/>
                  </a:cxn>
                  <a:cxn ang="0">
                    <a:pos x="3" y="2"/>
                  </a:cxn>
                  <a:cxn ang="0">
                    <a:pos x="3" y="2"/>
                  </a:cxn>
                  <a:cxn ang="0">
                    <a:pos x="3" y="2"/>
                  </a:cxn>
                  <a:cxn ang="0">
                    <a:pos x="3" y="2"/>
                  </a:cxn>
                  <a:cxn ang="0">
                    <a:pos x="3" y="2"/>
                  </a:cxn>
                  <a:cxn ang="0">
                    <a:pos x="3" y="1"/>
                  </a:cxn>
                  <a:cxn ang="0">
                    <a:pos x="3" y="1"/>
                  </a:cxn>
                  <a:cxn ang="0">
                    <a:pos x="3" y="1"/>
                  </a:cxn>
                  <a:cxn ang="0">
                    <a:pos x="3" y="1"/>
                  </a:cxn>
                  <a:cxn ang="0">
                    <a:pos x="3" y="0"/>
                  </a:cxn>
                  <a:cxn ang="0">
                    <a:pos x="3" y="0"/>
                  </a:cxn>
                  <a:cxn ang="0">
                    <a:pos x="3" y="0"/>
                  </a:cxn>
                  <a:cxn ang="0">
                    <a:pos x="2" y="0"/>
                  </a:cxn>
                  <a:cxn ang="0">
                    <a:pos x="2" y="0"/>
                  </a:cxn>
                  <a:cxn ang="0">
                    <a:pos x="2" y="0"/>
                  </a:cxn>
                  <a:cxn ang="0">
                    <a:pos x="2" y="0"/>
                  </a:cxn>
                  <a:cxn ang="0">
                    <a:pos x="2" y="0"/>
                  </a:cxn>
                  <a:cxn ang="0">
                    <a:pos x="2" y="0"/>
                  </a:cxn>
                  <a:cxn ang="0">
                    <a:pos x="2" y="0"/>
                  </a:cxn>
                  <a:cxn ang="0">
                    <a:pos x="2" y="0"/>
                  </a:cxn>
                  <a:cxn ang="0">
                    <a:pos x="1" y="1"/>
                  </a:cxn>
                  <a:cxn ang="0">
                    <a:pos x="1" y="1"/>
                  </a:cxn>
                  <a:cxn ang="0">
                    <a:pos x="1" y="1"/>
                  </a:cxn>
                  <a:cxn ang="0">
                    <a:pos x="1" y="1"/>
                  </a:cxn>
                  <a:cxn ang="0">
                    <a:pos x="1" y="1"/>
                  </a:cxn>
                  <a:cxn ang="0">
                    <a:pos x="1" y="0"/>
                  </a:cxn>
                  <a:cxn ang="0">
                    <a:pos x="1" y="0"/>
                  </a:cxn>
                  <a:cxn ang="0">
                    <a:pos x="1" y="0"/>
                  </a:cxn>
                  <a:cxn ang="0">
                    <a:pos x="1" y="1"/>
                  </a:cxn>
                  <a:cxn ang="0">
                    <a:pos x="1" y="1"/>
                  </a:cxn>
                  <a:cxn ang="0">
                    <a:pos x="1" y="1"/>
                  </a:cxn>
                  <a:cxn ang="0">
                    <a:pos x="1" y="1"/>
                  </a:cxn>
                  <a:cxn ang="0">
                    <a:pos x="1" y="1"/>
                  </a:cxn>
                </a:cxnLst>
                <a:rect l="0" t="0" r="r" b="b"/>
                <a:pathLst>
                  <a:path w="3" h="3">
                    <a:moveTo>
                      <a:pt x="1" y="1"/>
                    </a:moveTo>
                    <a:cubicBezTo>
                      <a:pt x="1" y="1"/>
                      <a:pt x="1" y="2"/>
                      <a:pt x="1"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4" name="Freeform 314"/>
              <p:cNvSpPr>
                <a:spLocks/>
              </p:cNvSpPr>
              <p:nvPr/>
            </p:nvSpPr>
            <p:spPr bwMode="auto">
              <a:xfrm>
                <a:off x="4993483" y="2495551"/>
                <a:ext cx="11906" cy="14288"/>
              </a:xfrm>
              <a:custGeom>
                <a:avLst/>
                <a:gdLst/>
                <a:ahLst/>
                <a:cxnLst>
                  <a:cxn ang="0">
                    <a:pos x="1" y="1"/>
                  </a:cxn>
                  <a:cxn ang="0">
                    <a:pos x="0" y="1"/>
                  </a:cxn>
                  <a:cxn ang="0">
                    <a:pos x="0" y="1"/>
                  </a:cxn>
                  <a:cxn ang="0">
                    <a:pos x="1" y="2"/>
                  </a:cxn>
                  <a:cxn ang="0">
                    <a:pos x="1" y="2"/>
                  </a:cxn>
                  <a:cxn ang="0">
                    <a:pos x="1" y="2"/>
                  </a:cxn>
                  <a:cxn ang="0">
                    <a:pos x="1" y="3"/>
                  </a:cxn>
                  <a:cxn ang="0">
                    <a:pos x="1" y="2"/>
                  </a:cxn>
                  <a:cxn ang="0">
                    <a:pos x="1" y="2"/>
                  </a:cxn>
                  <a:cxn ang="0">
                    <a:pos x="2" y="2"/>
                  </a:cxn>
                  <a:cxn ang="0">
                    <a:pos x="1" y="2"/>
                  </a:cxn>
                  <a:cxn ang="0">
                    <a:pos x="1" y="1"/>
                  </a:cxn>
                  <a:cxn ang="0">
                    <a:pos x="2" y="2"/>
                  </a:cxn>
                  <a:cxn ang="0">
                    <a:pos x="2" y="3"/>
                  </a:cxn>
                  <a:cxn ang="0">
                    <a:pos x="2" y="4"/>
                  </a:cxn>
                  <a:cxn ang="0">
                    <a:pos x="2" y="4"/>
                  </a:cxn>
                  <a:cxn ang="0">
                    <a:pos x="2" y="5"/>
                  </a:cxn>
                  <a:cxn ang="0">
                    <a:pos x="2" y="5"/>
                  </a:cxn>
                  <a:cxn ang="0">
                    <a:pos x="3" y="5"/>
                  </a:cxn>
                  <a:cxn ang="0">
                    <a:pos x="3" y="4"/>
                  </a:cxn>
                  <a:cxn ang="0">
                    <a:pos x="3" y="4"/>
                  </a:cxn>
                  <a:cxn ang="0">
                    <a:pos x="3" y="4"/>
                  </a:cxn>
                  <a:cxn ang="0">
                    <a:pos x="3" y="4"/>
                  </a:cxn>
                  <a:cxn ang="0">
                    <a:pos x="3" y="5"/>
                  </a:cxn>
                  <a:cxn ang="0">
                    <a:pos x="3" y="5"/>
                  </a:cxn>
                  <a:cxn ang="0">
                    <a:pos x="3" y="5"/>
                  </a:cxn>
                  <a:cxn ang="0">
                    <a:pos x="3" y="4"/>
                  </a:cxn>
                  <a:cxn ang="0">
                    <a:pos x="4" y="4"/>
                  </a:cxn>
                  <a:cxn ang="0">
                    <a:pos x="3" y="3"/>
                  </a:cxn>
                  <a:cxn ang="0">
                    <a:pos x="3" y="3"/>
                  </a:cxn>
                  <a:cxn ang="0">
                    <a:pos x="4" y="3"/>
                  </a:cxn>
                  <a:cxn ang="0">
                    <a:pos x="4" y="2"/>
                  </a:cxn>
                  <a:cxn ang="0">
                    <a:pos x="3" y="2"/>
                  </a:cxn>
                  <a:cxn ang="0">
                    <a:pos x="4" y="2"/>
                  </a:cxn>
                  <a:cxn ang="0">
                    <a:pos x="4" y="2"/>
                  </a:cxn>
                  <a:cxn ang="0">
                    <a:pos x="3" y="1"/>
                  </a:cxn>
                  <a:cxn ang="0">
                    <a:pos x="3" y="1"/>
                  </a:cxn>
                  <a:cxn ang="0">
                    <a:pos x="3" y="1"/>
                  </a:cxn>
                  <a:cxn ang="0">
                    <a:pos x="3" y="1"/>
                  </a:cxn>
                  <a:cxn ang="0">
                    <a:pos x="2" y="1"/>
                  </a:cxn>
                  <a:cxn ang="0">
                    <a:pos x="3" y="1"/>
                  </a:cxn>
                  <a:cxn ang="0">
                    <a:pos x="3" y="1"/>
                  </a:cxn>
                  <a:cxn ang="0">
                    <a:pos x="2" y="0"/>
                  </a:cxn>
                  <a:cxn ang="0">
                    <a:pos x="2" y="0"/>
                  </a:cxn>
                  <a:cxn ang="0">
                    <a:pos x="2" y="0"/>
                  </a:cxn>
                  <a:cxn ang="0">
                    <a:pos x="2" y="0"/>
                  </a:cxn>
                  <a:cxn ang="0">
                    <a:pos x="1" y="0"/>
                  </a:cxn>
                  <a:cxn ang="0">
                    <a:pos x="1" y="0"/>
                  </a:cxn>
                  <a:cxn ang="0">
                    <a:pos x="1" y="1"/>
                  </a:cxn>
                </a:cxnLst>
                <a:rect l="0" t="0" r="r" b="b"/>
                <a:pathLst>
                  <a:path w="4" h="5">
                    <a:moveTo>
                      <a:pt x="1" y="1"/>
                    </a:move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2"/>
                      <a:pt x="1" y="2"/>
                    </a:cubicBezTo>
                    <a:cubicBezTo>
                      <a:pt x="1" y="2"/>
                      <a:pt x="1" y="2"/>
                      <a:pt x="1" y="2"/>
                    </a:cubicBezTo>
                    <a:cubicBezTo>
                      <a:pt x="1" y="2"/>
                      <a:pt x="1" y="2"/>
                      <a:pt x="1" y="2"/>
                    </a:cubicBezTo>
                    <a:cubicBezTo>
                      <a:pt x="1" y="2"/>
                      <a:pt x="1" y="2"/>
                      <a:pt x="1" y="2"/>
                    </a:cubicBezTo>
                    <a:cubicBezTo>
                      <a:pt x="1"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2" y="2"/>
                    </a:cubicBezTo>
                    <a:cubicBezTo>
                      <a:pt x="2" y="2"/>
                      <a:pt x="2" y="2"/>
                      <a:pt x="2" y="2"/>
                    </a:cubicBezTo>
                    <a:cubicBezTo>
                      <a:pt x="2" y="2"/>
                      <a:pt x="2" y="2"/>
                      <a:pt x="2" y="2"/>
                    </a:cubicBezTo>
                    <a:cubicBezTo>
                      <a:pt x="2" y="2"/>
                      <a:pt x="2" y="2"/>
                      <a:pt x="1"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ubicBezTo>
                      <a:pt x="1" y="1"/>
                      <a:pt x="1" y="2"/>
                      <a:pt x="2" y="2"/>
                    </a:cubicBezTo>
                    <a:cubicBezTo>
                      <a:pt x="2" y="2"/>
                      <a:pt x="2" y="2"/>
                      <a:pt x="2" y="2"/>
                    </a:cubicBezTo>
                    <a:cubicBezTo>
                      <a:pt x="2" y="2"/>
                      <a:pt x="2" y="2"/>
                      <a:pt x="2" y="2"/>
                    </a:cubicBezTo>
                    <a:cubicBezTo>
                      <a:pt x="2" y="2"/>
                      <a:pt x="2" y="2"/>
                      <a:pt x="2" y="2"/>
                    </a:cubicBezTo>
                    <a:cubicBezTo>
                      <a:pt x="2" y="2"/>
                      <a:pt x="2" y="2"/>
                      <a:pt x="2" y="2"/>
                    </a:cubicBezTo>
                    <a:cubicBezTo>
                      <a:pt x="2" y="3"/>
                      <a:pt x="2" y="3"/>
                      <a:pt x="2" y="3"/>
                    </a:cubicBezTo>
                    <a:cubicBezTo>
                      <a:pt x="2" y="3"/>
                      <a:pt x="2" y="3"/>
                      <a:pt x="2" y="3"/>
                    </a:cubicBezTo>
                    <a:cubicBezTo>
                      <a:pt x="2" y="3"/>
                      <a:pt x="2" y="3"/>
                      <a:pt x="2" y="3"/>
                    </a:cubicBezTo>
                    <a:cubicBezTo>
                      <a:pt x="2" y="3"/>
                      <a:pt x="2" y="3"/>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5"/>
                      <a:pt x="2" y="5"/>
                    </a:cubicBezTo>
                    <a:cubicBezTo>
                      <a:pt x="2" y="5"/>
                      <a:pt x="2" y="5"/>
                      <a:pt x="2" y="5"/>
                    </a:cubicBezTo>
                    <a:cubicBezTo>
                      <a:pt x="2" y="5"/>
                      <a:pt x="2" y="5"/>
                      <a:pt x="2" y="5"/>
                    </a:cubicBezTo>
                    <a:cubicBezTo>
                      <a:pt x="2" y="5"/>
                      <a:pt x="2" y="5"/>
                      <a:pt x="2" y="5"/>
                    </a:cubicBezTo>
                    <a:cubicBezTo>
                      <a:pt x="2" y="5"/>
                      <a:pt x="3" y="5"/>
                      <a:pt x="3" y="5"/>
                    </a:cubicBezTo>
                    <a:cubicBezTo>
                      <a:pt x="3" y="5"/>
                      <a:pt x="3" y="5"/>
                      <a:pt x="3" y="5"/>
                    </a:cubicBezTo>
                    <a:cubicBezTo>
                      <a:pt x="3" y="5"/>
                      <a:pt x="3" y="5"/>
                      <a:pt x="3" y="5"/>
                    </a:cubicBezTo>
                    <a:cubicBezTo>
                      <a:pt x="3" y="5"/>
                      <a:pt x="3" y="5"/>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4"/>
                    </a:cubicBezTo>
                    <a:cubicBezTo>
                      <a:pt x="3" y="4"/>
                      <a:pt x="3" y="4"/>
                      <a:pt x="3" y="4"/>
                    </a:cubicBezTo>
                    <a:cubicBezTo>
                      <a:pt x="3" y="4"/>
                      <a:pt x="3" y="4"/>
                      <a:pt x="3" y="4"/>
                    </a:cubicBezTo>
                    <a:cubicBezTo>
                      <a:pt x="3" y="4"/>
                      <a:pt x="3" y="4"/>
                      <a:pt x="3" y="4"/>
                    </a:cubicBezTo>
                    <a:cubicBezTo>
                      <a:pt x="3" y="4"/>
                      <a:pt x="3" y="4"/>
                      <a:pt x="3" y="4"/>
                    </a:cubicBezTo>
                    <a:cubicBezTo>
                      <a:pt x="4" y="4"/>
                      <a:pt x="4" y="4"/>
                      <a:pt x="4" y="4"/>
                    </a:cubicBezTo>
                    <a:cubicBezTo>
                      <a:pt x="4" y="4"/>
                      <a:pt x="4" y="4"/>
                      <a:pt x="4" y="4"/>
                    </a:cubicBezTo>
                    <a:cubicBezTo>
                      <a:pt x="4" y="4"/>
                      <a:pt x="4" y="4"/>
                      <a:pt x="4" y="4"/>
                    </a:cubicBezTo>
                    <a:cubicBezTo>
                      <a:pt x="3" y="4"/>
                      <a:pt x="3" y="4"/>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4" y="3"/>
                      <a:pt x="4" y="3"/>
                    </a:cubicBezTo>
                    <a:cubicBezTo>
                      <a:pt x="4" y="2"/>
                      <a:pt x="4" y="2"/>
                      <a:pt x="4" y="2"/>
                    </a:cubicBezTo>
                    <a:cubicBezTo>
                      <a:pt x="4" y="2"/>
                      <a:pt x="4" y="2"/>
                      <a:pt x="4" y="2"/>
                    </a:cubicBezTo>
                    <a:cubicBezTo>
                      <a:pt x="4" y="2"/>
                      <a:pt x="4" y="2"/>
                      <a:pt x="4" y="2"/>
                    </a:cubicBezTo>
                    <a:cubicBezTo>
                      <a:pt x="3" y="2"/>
                      <a:pt x="3" y="2"/>
                      <a:pt x="3" y="2"/>
                    </a:cubicBezTo>
                    <a:cubicBezTo>
                      <a:pt x="3" y="2"/>
                      <a:pt x="3" y="2"/>
                      <a:pt x="3" y="2"/>
                    </a:cubicBezTo>
                    <a:cubicBezTo>
                      <a:pt x="3" y="2"/>
                      <a:pt x="3" y="2"/>
                      <a:pt x="3" y="2"/>
                    </a:cubicBezTo>
                    <a:cubicBezTo>
                      <a:pt x="3" y="2"/>
                      <a:pt x="3" y="2"/>
                      <a:pt x="3" y="2"/>
                    </a:cubicBezTo>
                    <a:cubicBezTo>
                      <a:pt x="3"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1"/>
                      <a:pt x="4"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0"/>
                    </a:cubicBezTo>
                    <a:cubicBezTo>
                      <a:pt x="3" y="0"/>
                      <a:pt x="3" y="0"/>
                      <a:pt x="2" y="0"/>
                    </a:cubicBezTo>
                    <a:cubicBezTo>
                      <a:pt x="2" y="0"/>
                      <a:pt x="2" y="0"/>
                      <a:pt x="2" y="0"/>
                    </a:cubicBezTo>
                    <a:cubicBezTo>
                      <a:pt x="2" y="0"/>
                      <a:pt x="2" y="0"/>
                      <a:pt x="2" y="0"/>
                    </a:cubicBezTo>
                    <a:cubicBezTo>
                      <a:pt x="2" y="0"/>
                      <a:pt x="2" y="1"/>
                      <a:pt x="2" y="1"/>
                    </a:cubicBezTo>
                    <a:cubicBezTo>
                      <a:pt x="2" y="1"/>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5" name="Freeform 315"/>
              <p:cNvSpPr>
                <a:spLocks/>
              </p:cNvSpPr>
              <p:nvPr/>
            </p:nvSpPr>
            <p:spPr bwMode="auto">
              <a:xfrm>
                <a:off x="5007770" y="2436020"/>
                <a:ext cx="20241" cy="20241"/>
              </a:xfrm>
              <a:custGeom>
                <a:avLst/>
                <a:gdLst/>
                <a:ahLst/>
                <a:cxnLst>
                  <a:cxn ang="0">
                    <a:pos x="5" y="2"/>
                  </a:cxn>
                  <a:cxn ang="0">
                    <a:pos x="4" y="2"/>
                  </a:cxn>
                  <a:cxn ang="0">
                    <a:pos x="4" y="2"/>
                  </a:cxn>
                  <a:cxn ang="0">
                    <a:pos x="4" y="2"/>
                  </a:cxn>
                  <a:cxn ang="0">
                    <a:pos x="3" y="2"/>
                  </a:cxn>
                  <a:cxn ang="0">
                    <a:pos x="1" y="0"/>
                  </a:cxn>
                  <a:cxn ang="0">
                    <a:pos x="1" y="0"/>
                  </a:cxn>
                  <a:cxn ang="0">
                    <a:pos x="0" y="0"/>
                  </a:cxn>
                  <a:cxn ang="0">
                    <a:pos x="1" y="1"/>
                  </a:cxn>
                  <a:cxn ang="0">
                    <a:pos x="1" y="3"/>
                  </a:cxn>
                  <a:cxn ang="0">
                    <a:pos x="1" y="3"/>
                  </a:cxn>
                  <a:cxn ang="0">
                    <a:pos x="2" y="4"/>
                  </a:cxn>
                  <a:cxn ang="0">
                    <a:pos x="1" y="4"/>
                  </a:cxn>
                  <a:cxn ang="0">
                    <a:pos x="1" y="4"/>
                  </a:cxn>
                  <a:cxn ang="0">
                    <a:pos x="1" y="4"/>
                  </a:cxn>
                  <a:cxn ang="0">
                    <a:pos x="1" y="4"/>
                  </a:cxn>
                  <a:cxn ang="0">
                    <a:pos x="1" y="4"/>
                  </a:cxn>
                  <a:cxn ang="0">
                    <a:pos x="1" y="5"/>
                  </a:cxn>
                  <a:cxn ang="0">
                    <a:pos x="1" y="5"/>
                  </a:cxn>
                  <a:cxn ang="0">
                    <a:pos x="1" y="6"/>
                  </a:cxn>
                  <a:cxn ang="0">
                    <a:pos x="2" y="6"/>
                  </a:cxn>
                  <a:cxn ang="0">
                    <a:pos x="2" y="7"/>
                  </a:cxn>
                  <a:cxn ang="0">
                    <a:pos x="2" y="7"/>
                  </a:cxn>
                  <a:cxn ang="0">
                    <a:pos x="2" y="7"/>
                  </a:cxn>
                  <a:cxn ang="0">
                    <a:pos x="2" y="7"/>
                  </a:cxn>
                  <a:cxn ang="0">
                    <a:pos x="3" y="7"/>
                  </a:cxn>
                  <a:cxn ang="0">
                    <a:pos x="2" y="6"/>
                  </a:cxn>
                  <a:cxn ang="0">
                    <a:pos x="2" y="6"/>
                  </a:cxn>
                  <a:cxn ang="0">
                    <a:pos x="2" y="5"/>
                  </a:cxn>
                  <a:cxn ang="0">
                    <a:pos x="2" y="6"/>
                  </a:cxn>
                  <a:cxn ang="0">
                    <a:pos x="3" y="5"/>
                  </a:cxn>
                  <a:cxn ang="0">
                    <a:pos x="3" y="5"/>
                  </a:cxn>
                  <a:cxn ang="0">
                    <a:pos x="4" y="6"/>
                  </a:cxn>
                  <a:cxn ang="0">
                    <a:pos x="5" y="6"/>
                  </a:cxn>
                  <a:cxn ang="0">
                    <a:pos x="5" y="6"/>
                  </a:cxn>
                  <a:cxn ang="0">
                    <a:pos x="5" y="6"/>
                  </a:cxn>
                  <a:cxn ang="0">
                    <a:pos x="5" y="5"/>
                  </a:cxn>
                  <a:cxn ang="0">
                    <a:pos x="5" y="4"/>
                  </a:cxn>
                  <a:cxn ang="0">
                    <a:pos x="6" y="4"/>
                  </a:cxn>
                  <a:cxn ang="0">
                    <a:pos x="6" y="4"/>
                  </a:cxn>
                  <a:cxn ang="0">
                    <a:pos x="6" y="4"/>
                  </a:cxn>
                  <a:cxn ang="0">
                    <a:pos x="6" y="4"/>
                  </a:cxn>
                  <a:cxn ang="0">
                    <a:pos x="6" y="4"/>
                  </a:cxn>
                  <a:cxn ang="0">
                    <a:pos x="6" y="3"/>
                  </a:cxn>
                  <a:cxn ang="0">
                    <a:pos x="6" y="3"/>
                  </a:cxn>
                  <a:cxn ang="0">
                    <a:pos x="6" y="3"/>
                  </a:cxn>
                  <a:cxn ang="0">
                    <a:pos x="5" y="2"/>
                  </a:cxn>
                  <a:cxn ang="0">
                    <a:pos x="5" y="2"/>
                  </a:cxn>
                  <a:cxn ang="0">
                    <a:pos x="5" y="2"/>
                  </a:cxn>
                </a:cxnLst>
                <a:rect l="0" t="0" r="r" b="b"/>
                <a:pathLst>
                  <a:path w="7" h="7">
                    <a:moveTo>
                      <a:pt x="5" y="2"/>
                    </a:moveTo>
                    <a:cubicBezTo>
                      <a:pt x="5" y="2"/>
                      <a:pt x="5" y="2"/>
                      <a:pt x="5"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3" y="2"/>
                    </a:cubicBezTo>
                    <a:cubicBezTo>
                      <a:pt x="3" y="2"/>
                      <a:pt x="3" y="2"/>
                      <a:pt x="3" y="2"/>
                    </a:cubicBezTo>
                    <a:cubicBezTo>
                      <a:pt x="3" y="2"/>
                      <a:pt x="2" y="2"/>
                      <a:pt x="2" y="1"/>
                    </a:cubicBezTo>
                    <a:cubicBezTo>
                      <a:pt x="2" y="1"/>
                      <a:pt x="1" y="1"/>
                      <a:pt x="1" y="0"/>
                    </a:cubicBezTo>
                    <a:cubicBezTo>
                      <a:pt x="1" y="0"/>
                      <a:pt x="1" y="0"/>
                      <a:pt x="1" y="0"/>
                    </a:cubicBezTo>
                    <a:cubicBezTo>
                      <a:pt x="1" y="0"/>
                      <a:pt x="1" y="0"/>
                      <a:pt x="1" y="0"/>
                    </a:cubicBezTo>
                    <a:cubicBezTo>
                      <a:pt x="1" y="0"/>
                      <a:pt x="1" y="0"/>
                      <a:pt x="0" y="0"/>
                    </a:cubicBezTo>
                    <a:cubicBezTo>
                      <a:pt x="0" y="0"/>
                      <a:pt x="0" y="0"/>
                      <a:pt x="0" y="0"/>
                    </a:cubicBezTo>
                    <a:cubicBezTo>
                      <a:pt x="0" y="0"/>
                      <a:pt x="0" y="1"/>
                      <a:pt x="1" y="1"/>
                    </a:cubicBezTo>
                    <a:cubicBezTo>
                      <a:pt x="1" y="1"/>
                      <a:pt x="1" y="1"/>
                      <a:pt x="1" y="1"/>
                    </a:cubicBezTo>
                    <a:cubicBezTo>
                      <a:pt x="1" y="2"/>
                      <a:pt x="1" y="2"/>
                      <a:pt x="1" y="2"/>
                    </a:cubicBezTo>
                    <a:cubicBezTo>
                      <a:pt x="1" y="2"/>
                      <a:pt x="1" y="3"/>
                      <a:pt x="1" y="3"/>
                    </a:cubicBezTo>
                    <a:cubicBezTo>
                      <a:pt x="1" y="3"/>
                      <a:pt x="1" y="3"/>
                      <a:pt x="1" y="3"/>
                    </a:cubicBezTo>
                    <a:cubicBezTo>
                      <a:pt x="1" y="3"/>
                      <a:pt x="1" y="3"/>
                      <a:pt x="1" y="3"/>
                    </a:cubicBezTo>
                    <a:cubicBezTo>
                      <a:pt x="2" y="3"/>
                      <a:pt x="2" y="4"/>
                      <a:pt x="2" y="4"/>
                    </a:cubicBezTo>
                    <a:cubicBezTo>
                      <a:pt x="2" y="4"/>
                      <a:pt x="2" y="4"/>
                      <a:pt x="2" y="4"/>
                    </a:cubicBezTo>
                    <a:cubicBezTo>
                      <a:pt x="2" y="4"/>
                      <a:pt x="2" y="4"/>
                      <a:pt x="2"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5"/>
                      <a:pt x="1" y="5"/>
                      <a:pt x="1" y="5"/>
                    </a:cubicBezTo>
                    <a:cubicBezTo>
                      <a:pt x="1" y="5"/>
                      <a:pt x="1" y="5"/>
                      <a:pt x="1" y="5"/>
                    </a:cubicBezTo>
                    <a:cubicBezTo>
                      <a:pt x="1" y="5"/>
                      <a:pt x="1" y="5"/>
                      <a:pt x="1" y="5"/>
                    </a:cubicBezTo>
                    <a:cubicBezTo>
                      <a:pt x="1" y="5"/>
                      <a:pt x="1" y="5"/>
                      <a:pt x="1" y="5"/>
                    </a:cubicBezTo>
                    <a:cubicBezTo>
                      <a:pt x="1" y="5"/>
                      <a:pt x="1" y="6"/>
                      <a:pt x="1" y="6"/>
                    </a:cubicBezTo>
                    <a:cubicBezTo>
                      <a:pt x="1" y="6"/>
                      <a:pt x="1" y="6"/>
                      <a:pt x="1" y="6"/>
                    </a:cubicBezTo>
                    <a:cubicBezTo>
                      <a:pt x="1" y="6"/>
                      <a:pt x="1" y="6"/>
                      <a:pt x="1" y="6"/>
                    </a:cubicBezTo>
                    <a:cubicBezTo>
                      <a:pt x="2" y="6"/>
                      <a:pt x="2" y="6"/>
                      <a:pt x="2" y="6"/>
                    </a:cubicBezTo>
                    <a:cubicBezTo>
                      <a:pt x="2" y="6"/>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3" y="7"/>
                      <a:pt x="3" y="7"/>
                      <a:pt x="3" y="7"/>
                    </a:cubicBezTo>
                    <a:cubicBezTo>
                      <a:pt x="3" y="7"/>
                      <a:pt x="3" y="7"/>
                      <a:pt x="3" y="7"/>
                    </a:cubicBezTo>
                    <a:cubicBezTo>
                      <a:pt x="3" y="7"/>
                      <a:pt x="3" y="7"/>
                      <a:pt x="3" y="7"/>
                    </a:cubicBezTo>
                    <a:cubicBezTo>
                      <a:pt x="3" y="6"/>
                      <a:pt x="2" y="6"/>
                      <a:pt x="2" y="6"/>
                    </a:cubicBezTo>
                    <a:cubicBezTo>
                      <a:pt x="2" y="6"/>
                      <a:pt x="2" y="6"/>
                      <a:pt x="2" y="6"/>
                    </a:cubicBezTo>
                    <a:cubicBezTo>
                      <a:pt x="2" y="6"/>
                      <a:pt x="2" y="6"/>
                      <a:pt x="2" y="6"/>
                    </a:cubicBezTo>
                    <a:cubicBezTo>
                      <a:pt x="1" y="5"/>
                      <a:pt x="2" y="5"/>
                      <a:pt x="2" y="5"/>
                    </a:cubicBezTo>
                    <a:cubicBezTo>
                      <a:pt x="2" y="5"/>
                      <a:pt x="2" y="5"/>
                      <a:pt x="2" y="5"/>
                    </a:cubicBezTo>
                    <a:cubicBezTo>
                      <a:pt x="2" y="5"/>
                      <a:pt x="2" y="5"/>
                      <a:pt x="2" y="5"/>
                    </a:cubicBezTo>
                    <a:cubicBezTo>
                      <a:pt x="2" y="5"/>
                      <a:pt x="2" y="6"/>
                      <a:pt x="2" y="6"/>
                    </a:cubicBezTo>
                    <a:cubicBezTo>
                      <a:pt x="2" y="6"/>
                      <a:pt x="2" y="6"/>
                      <a:pt x="2" y="5"/>
                    </a:cubicBezTo>
                    <a:cubicBezTo>
                      <a:pt x="3" y="5"/>
                      <a:pt x="3" y="5"/>
                      <a:pt x="3" y="5"/>
                    </a:cubicBezTo>
                    <a:cubicBezTo>
                      <a:pt x="3" y="5"/>
                      <a:pt x="3" y="5"/>
                      <a:pt x="3" y="5"/>
                    </a:cubicBezTo>
                    <a:cubicBezTo>
                      <a:pt x="3" y="5"/>
                      <a:pt x="3" y="5"/>
                      <a:pt x="3" y="5"/>
                    </a:cubicBezTo>
                    <a:cubicBezTo>
                      <a:pt x="3" y="5"/>
                      <a:pt x="4" y="6"/>
                      <a:pt x="4" y="6"/>
                    </a:cubicBezTo>
                    <a:cubicBezTo>
                      <a:pt x="4" y="6"/>
                      <a:pt x="4" y="6"/>
                      <a:pt x="4" y="6"/>
                    </a:cubicBezTo>
                    <a:cubicBezTo>
                      <a:pt x="4" y="6"/>
                      <a:pt x="4" y="6"/>
                      <a:pt x="4" y="6"/>
                    </a:cubicBezTo>
                    <a:cubicBezTo>
                      <a:pt x="4" y="6"/>
                      <a:pt x="5" y="6"/>
                      <a:pt x="5" y="6"/>
                    </a:cubicBezTo>
                    <a:cubicBezTo>
                      <a:pt x="5" y="6"/>
                      <a:pt x="5" y="6"/>
                      <a:pt x="5" y="6"/>
                    </a:cubicBezTo>
                    <a:cubicBezTo>
                      <a:pt x="5" y="6"/>
                      <a:pt x="5" y="6"/>
                      <a:pt x="5" y="6"/>
                    </a:cubicBezTo>
                    <a:cubicBezTo>
                      <a:pt x="5" y="6"/>
                      <a:pt x="5" y="6"/>
                      <a:pt x="5" y="6"/>
                    </a:cubicBezTo>
                    <a:cubicBezTo>
                      <a:pt x="5" y="6"/>
                      <a:pt x="5" y="6"/>
                      <a:pt x="5" y="6"/>
                    </a:cubicBezTo>
                    <a:cubicBezTo>
                      <a:pt x="5" y="5"/>
                      <a:pt x="5" y="5"/>
                      <a:pt x="5" y="5"/>
                    </a:cubicBezTo>
                    <a:cubicBezTo>
                      <a:pt x="5" y="5"/>
                      <a:pt x="5" y="5"/>
                      <a:pt x="5" y="5"/>
                    </a:cubicBezTo>
                    <a:cubicBezTo>
                      <a:pt x="5" y="5"/>
                      <a:pt x="5" y="4"/>
                      <a:pt x="5" y="4"/>
                    </a:cubicBezTo>
                    <a:cubicBezTo>
                      <a:pt x="5" y="4"/>
                      <a:pt x="5" y="4"/>
                      <a:pt x="5" y="4"/>
                    </a:cubicBezTo>
                    <a:cubicBezTo>
                      <a:pt x="5" y="4"/>
                      <a:pt x="5" y="4"/>
                      <a:pt x="5"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7" y="4"/>
                      <a:pt x="7" y="4"/>
                      <a:pt x="7" y="4"/>
                    </a:cubicBezTo>
                    <a:cubicBezTo>
                      <a:pt x="7" y="4"/>
                      <a:pt x="6" y="3"/>
                      <a:pt x="6" y="3"/>
                    </a:cubicBezTo>
                    <a:cubicBezTo>
                      <a:pt x="6" y="3"/>
                      <a:pt x="6" y="3"/>
                      <a:pt x="6" y="3"/>
                    </a:cubicBezTo>
                    <a:cubicBezTo>
                      <a:pt x="6" y="3"/>
                      <a:pt x="6" y="3"/>
                      <a:pt x="6" y="3"/>
                    </a:cubicBezTo>
                    <a:cubicBezTo>
                      <a:pt x="6" y="3"/>
                      <a:pt x="6" y="3"/>
                      <a:pt x="6" y="3"/>
                    </a:cubicBezTo>
                    <a:cubicBezTo>
                      <a:pt x="6" y="3"/>
                      <a:pt x="6" y="3"/>
                      <a:pt x="6" y="3"/>
                    </a:cubicBezTo>
                    <a:cubicBezTo>
                      <a:pt x="5" y="3"/>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6" name="Freeform 316"/>
              <p:cNvSpPr>
                <a:spLocks/>
              </p:cNvSpPr>
              <p:nvPr/>
            </p:nvSpPr>
            <p:spPr bwMode="auto">
              <a:xfrm>
                <a:off x="5036345" y="2425304"/>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7" name="Freeform 317"/>
              <p:cNvSpPr>
                <a:spLocks/>
              </p:cNvSpPr>
              <p:nvPr/>
            </p:nvSpPr>
            <p:spPr bwMode="auto">
              <a:xfrm>
                <a:off x="5030392" y="2431258"/>
                <a:ext cx="2381" cy="2381"/>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1"/>
                  </a:cxn>
                  <a:cxn ang="0">
                    <a:pos x="0" y="1"/>
                  </a:cxn>
                  <a:cxn ang="0">
                    <a:pos x="0" y="1"/>
                  </a:cxn>
                  <a:cxn ang="0">
                    <a:pos x="1" y="0"/>
                  </a:cxn>
                </a:cxnLst>
                <a:rect l="0" t="0" r="r" b="b"/>
                <a:pathLst>
                  <a:path w="1" h="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1"/>
                      <a:pt x="0" y="1"/>
                      <a:pt x="0" y="1"/>
                    </a:cubicBezTo>
                    <a:cubicBezTo>
                      <a:pt x="0" y="1"/>
                      <a:pt x="0" y="1"/>
                      <a:pt x="0" y="1"/>
                    </a:cubicBezTo>
                    <a:cubicBezTo>
                      <a:pt x="0" y="1"/>
                      <a:pt x="0" y="1"/>
                      <a:pt x="0" y="1"/>
                    </a:cubicBezTo>
                    <a:cubicBezTo>
                      <a:pt x="1" y="1"/>
                      <a:pt x="1" y="1"/>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8" name="Freeform 318"/>
              <p:cNvSpPr>
                <a:spLocks/>
              </p:cNvSpPr>
              <p:nvPr/>
            </p:nvSpPr>
            <p:spPr bwMode="auto">
              <a:xfrm>
                <a:off x="4985147" y="2391967"/>
                <a:ext cx="28575" cy="41672"/>
              </a:xfrm>
              <a:custGeom>
                <a:avLst/>
                <a:gdLst/>
                <a:ahLst/>
                <a:cxnLst>
                  <a:cxn ang="0">
                    <a:pos x="1" y="2"/>
                  </a:cxn>
                  <a:cxn ang="0">
                    <a:pos x="1" y="3"/>
                  </a:cxn>
                  <a:cxn ang="0">
                    <a:pos x="1" y="3"/>
                  </a:cxn>
                  <a:cxn ang="0">
                    <a:pos x="1" y="4"/>
                  </a:cxn>
                  <a:cxn ang="0">
                    <a:pos x="2" y="4"/>
                  </a:cxn>
                  <a:cxn ang="0">
                    <a:pos x="2" y="5"/>
                  </a:cxn>
                  <a:cxn ang="0">
                    <a:pos x="2" y="5"/>
                  </a:cxn>
                  <a:cxn ang="0">
                    <a:pos x="3" y="6"/>
                  </a:cxn>
                  <a:cxn ang="0">
                    <a:pos x="3" y="7"/>
                  </a:cxn>
                  <a:cxn ang="0">
                    <a:pos x="4" y="7"/>
                  </a:cxn>
                  <a:cxn ang="0">
                    <a:pos x="5" y="9"/>
                  </a:cxn>
                  <a:cxn ang="0">
                    <a:pos x="5" y="10"/>
                  </a:cxn>
                  <a:cxn ang="0">
                    <a:pos x="5" y="10"/>
                  </a:cxn>
                  <a:cxn ang="0">
                    <a:pos x="6" y="11"/>
                  </a:cxn>
                  <a:cxn ang="0">
                    <a:pos x="6" y="12"/>
                  </a:cxn>
                  <a:cxn ang="0">
                    <a:pos x="7" y="14"/>
                  </a:cxn>
                  <a:cxn ang="0">
                    <a:pos x="8" y="15"/>
                  </a:cxn>
                  <a:cxn ang="0">
                    <a:pos x="8" y="15"/>
                  </a:cxn>
                  <a:cxn ang="0">
                    <a:pos x="8" y="15"/>
                  </a:cxn>
                  <a:cxn ang="0">
                    <a:pos x="8" y="14"/>
                  </a:cxn>
                  <a:cxn ang="0">
                    <a:pos x="9" y="14"/>
                  </a:cxn>
                  <a:cxn ang="0">
                    <a:pos x="9" y="14"/>
                  </a:cxn>
                  <a:cxn ang="0">
                    <a:pos x="9" y="15"/>
                  </a:cxn>
                  <a:cxn ang="0">
                    <a:pos x="10" y="15"/>
                  </a:cxn>
                  <a:cxn ang="0">
                    <a:pos x="9" y="14"/>
                  </a:cxn>
                  <a:cxn ang="0">
                    <a:pos x="9" y="14"/>
                  </a:cxn>
                  <a:cxn ang="0">
                    <a:pos x="9" y="13"/>
                  </a:cxn>
                  <a:cxn ang="0">
                    <a:pos x="8" y="13"/>
                  </a:cxn>
                  <a:cxn ang="0">
                    <a:pos x="7" y="12"/>
                  </a:cxn>
                  <a:cxn ang="0">
                    <a:pos x="7" y="12"/>
                  </a:cxn>
                  <a:cxn ang="0">
                    <a:pos x="6" y="10"/>
                  </a:cxn>
                  <a:cxn ang="0">
                    <a:pos x="6" y="9"/>
                  </a:cxn>
                  <a:cxn ang="0">
                    <a:pos x="7" y="9"/>
                  </a:cxn>
                  <a:cxn ang="0">
                    <a:pos x="7" y="9"/>
                  </a:cxn>
                  <a:cxn ang="0">
                    <a:pos x="7" y="9"/>
                  </a:cxn>
                  <a:cxn ang="0">
                    <a:pos x="8" y="10"/>
                  </a:cxn>
                  <a:cxn ang="0">
                    <a:pos x="8" y="10"/>
                  </a:cxn>
                  <a:cxn ang="0">
                    <a:pos x="8" y="9"/>
                  </a:cxn>
                  <a:cxn ang="0">
                    <a:pos x="7" y="8"/>
                  </a:cxn>
                  <a:cxn ang="0">
                    <a:pos x="6" y="8"/>
                  </a:cxn>
                  <a:cxn ang="0">
                    <a:pos x="5" y="7"/>
                  </a:cxn>
                  <a:cxn ang="0">
                    <a:pos x="4" y="6"/>
                  </a:cxn>
                  <a:cxn ang="0">
                    <a:pos x="4" y="5"/>
                  </a:cxn>
                  <a:cxn ang="0">
                    <a:pos x="3" y="4"/>
                  </a:cxn>
                  <a:cxn ang="0">
                    <a:pos x="3" y="4"/>
                  </a:cxn>
                  <a:cxn ang="0">
                    <a:pos x="3" y="4"/>
                  </a:cxn>
                  <a:cxn ang="0">
                    <a:pos x="3" y="3"/>
                  </a:cxn>
                  <a:cxn ang="0">
                    <a:pos x="2" y="3"/>
                  </a:cxn>
                  <a:cxn ang="0">
                    <a:pos x="2" y="3"/>
                  </a:cxn>
                  <a:cxn ang="0">
                    <a:pos x="3" y="3"/>
                  </a:cxn>
                  <a:cxn ang="0">
                    <a:pos x="2" y="2"/>
                  </a:cxn>
                  <a:cxn ang="0">
                    <a:pos x="0" y="0"/>
                  </a:cxn>
                  <a:cxn ang="0">
                    <a:pos x="0" y="1"/>
                  </a:cxn>
                  <a:cxn ang="0">
                    <a:pos x="1" y="2"/>
                  </a:cxn>
                  <a:cxn ang="0">
                    <a:pos x="1" y="2"/>
                  </a:cxn>
                  <a:cxn ang="0">
                    <a:pos x="1" y="2"/>
                  </a:cxn>
                </a:cxnLst>
                <a:rect l="0" t="0" r="r" b="b"/>
                <a:pathLst>
                  <a:path w="10" h="15">
                    <a:moveTo>
                      <a:pt x="1" y="2"/>
                    </a:moveTo>
                    <a:cubicBezTo>
                      <a:pt x="1" y="2"/>
                      <a:pt x="1" y="2"/>
                      <a:pt x="1" y="2"/>
                    </a:cubicBezTo>
                    <a:cubicBezTo>
                      <a:pt x="1" y="2"/>
                      <a:pt x="1" y="2"/>
                      <a:pt x="1" y="2"/>
                    </a:cubicBezTo>
                    <a:cubicBezTo>
                      <a:pt x="1" y="2"/>
                      <a:pt x="1" y="2"/>
                      <a:pt x="1" y="2"/>
                    </a:cubicBezTo>
                    <a:cubicBezTo>
                      <a:pt x="1" y="2"/>
                      <a:pt x="1" y="2"/>
                      <a:pt x="0" y="2"/>
                    </a:cubicBezTo>
                    <a:cubicBezTo>
                      <a:pt x="0" y="2"/>
                      <a:pt x="1" y="2"/>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2" y="4"/>
                      <a:pt x="2" y="4"/>
                    </a:cubicBezTo>
                    <a:cubicBezTo>
                      <a:pt x="2" y="4"/>
                      <a:pt x="2" y="4"/>
                      <a:pt x="2" y="4"/>
                    </a:cubicBezTo>
                    <a:cubicBezTo>
                      <a:pt x="2" y="4"/>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3" y="5"/>
                      <a:pt x="3" y="6"/>
                      <a:pt x="3" y="6"/>
                    </a:cubicBezTo>
                    <a:cubicBezTo>
                      <a:pt x="3" y="6"/>
                      <a:pt x="3" y="6"/>
                      <a:pt x="3" y="6"/>
                    </a:cubicBezTo>
                    <a:cubicBezTo>
                      <a:pt x="3" y="6"/>
                      <a:pt x="3" y="6"/>
                      <a:pt x="3" y="6"/>
                    </a:cubicBezTo>
                    <a:cubicBezTo>
                      <a:pt x="3" y="6"/>
                      <a:pt x="3" y="6"/>
                      <a:pt x="3" y="7"/>
                    </a:cubicBezTo>
                    <a:cubicBezTo>
                      <a:pt x="3" y="7"/>
                      <a:pt x="3" y="7"/>
                      <a:pt x="3" y="7"/>
                    </a:cubicBezTo>
                    <a:cubicBezTo>
                      <a:pt x="3" y="7"/>
                      <a:pt x="4" y="7"/>
                      <a:pt x="4" y="7"/>
                    </a:cubicBezTo>
                    <a:cubicBezTo>
                      <a:pt x="4" y="7"/>
                      <a:pt x="4" y="7"/>
                      <a:pt x="4" y="7"/>
                    </a:cubicBezTo>
                    <a:cubicBezTo>
                      <a:pt x="4" y="7"/>
                      <a:pt x="4" y="7"/>
                      <a:pt x="4" y="7"/>
                    </a:cubicBezTo>
                    <a:cubicBezTo>
                      <a:pt x="4" y="8"/>
                      <a:pt x="4" y="8"/>
                      <a:pt x="4" y="8"/>
                    </a:cubicBezTo>
                    <a:cubicBezTo>
                      <a:pt x="4" y="8"/>
                      <a:pt x="4" y="8"/>
                      <a:pt x="4" y="8"/>
                    </a:cubicBezTo>
                    <a:cubicBezTo>
                      <a:pt x="5" y="8"/>
                      <a:pt x="5" y="9"/>
                      <a:pt x="5" y="9"/>
                    </a:cubicBezTo>
                    <a:cubicBezTo>
                      <a:pt x="5" y="9"/>
                      <a:pt x="5" y="9"/>
                      <a:pt x="5" y="9"/>
                    </a:cubicBezTo>
                    <a:cubicBezTo>
                      <a:pt x="5" y="9"/>
                      <a:pt x="5" y="9"/>
                      <a:pt x="5" y="9"/>
                    </a:cubicBezTo>
                    <a:cubicBezTo>
                      <a:pt x="5" y="9"/>
                      <a:pt x="5" y="9"/>
                      <a:pt x="5" y="10"/>
                    </a:cubicBezTo>
                    <a:cubicBezTo>
                      <a:pt x="5" y="10"/>
                      <a:pt x="5" y="10"/>
                      <a:pt x="5" y="10"/>
                    </a:cubicBezTo>
                    <a:cubicBezTo>
                      <a:pt x="5" y="10"/>
                      <a:pt x="5" y="10"/>
                      <a:pt x="5" y="10"/>
                    </a:cubicBezTo>
                    <a:cubicBezTo>
                      <a:pt x="5" y="10"/>
                      <a:pt x="5" y="10"/>
                      <a:pt x="5" y="10"/>
                    </a:cubicBezTo>
                    <a:cubicBezTo>
                      <a:pt x="5" y="10"/>
                      <a:pt x="5" y="10"/>
                      <a:pt x="5" y="10"/>
                    </a:cubicBezTo>
                    <a:cubicBezTo>
                      <a:pt x="6" y="11"/>
                      <a:pt x="6" y="11"/>
                      <a:pt x="6" y="11"/>
                    </a:cubicBezTo>
                    <a:cubicBezTo>
                      <a:pt x="6" y="11"/>
                      <a:pt x="6" y="11"/>
                      <a:pt x="6" y="11"/>
                    </a:cubicBezTo>
                    <a:cubicBezTo>
                      <a:pt x="6" y="11"/>
                      <a:pt x="6" y="12"/>
                      <a:pt x="6" y="12"/>
                    </a:cubicBezTo>
                    <a:cubicBezTo>
                      <a:pt x="6" y="12"/>
                      <a:pt x="6" y="12"/>
                      <a:pt x="6" y="12"/>
                    </a:cubicBezTo>
                    <a:cubicBezTo>
                      <a:pt x="6" y="12"/>
                      <a:pt x="6" y="12"/>
                      <a:pt x="6" y="12"/>
                    </a:cubicBezTo>
                    <a:cubicBezTo>
                      <a:pt x="6" y="13"/>
                      <a:pt x="6" y="13"/>
                      <a:pt x="7" y="13"/>
                    </a:cubicBezTo>
                    <a:cubicBezTo>
                      <a:pt x="7" y="13"/>
                      <a:pt x="7" y="13"/>
                      <a:pt x="7" y="13"/>
                    </a:cubicBezTo>
                    <a:cubicBezTo>
                      <a:pt x="7" y="13"/>
                      <a:pt x="7" y="14"/>
                      <a:pt x="7" y="14"/>
                    </a:cubicBezTo>
                    <a:cubicBezTo>
                      <a:pt x="7" y="14"/>
                      <a:pt x="7" y="14"/>
                      <a:pt x="7" y="14"/>
                    </a:cubicBezTo>
                    <a:cubicBezTo>
                      <a:pt x="7" y="14"/>
                      <a:pt x="7" y="14"/>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4"/>
                    </a:cubicBezTo>
                    <a:cubicBezTo>
                      <a:pt x="8" y="14"/>
                      <a:pt x="8" y="14"/>
                      <a:pt x="8" y="14"/>
                    </a:cubicBezTo>
                    <a:cubicBezTo>
                      <a:pt x="8" y="14"/>
                      <a:pt x="8" y="14"/>
                      <a:pt x="8" y="14"/>
                    </a:cubicBezTo>
                    <a:cubicBezTo>
                      <a:pt x="8" y="14"/>
                      <a:pt x="8" y="14"/>
                      <a:pt x="8" y="14"/>
                    </a:cubicBezTo>
                    <a:cubicBezTo>
                      <a:pt x="8" y="14"/>
                      <a:pt x="8" y="14"/>
                      <a:pt x="8" y="14"/>
                    </a:cubicBezTo>
                    <a:cubicBezTo>
                      <a:pt x="9" y="14"/>
                      <a:pt x="9" y="14"/>
                      <a:pt x="9" y="14"/>
                    </a:cubicBezTo>
                    <a:cubicBezTo>
                      <a:pt x="9" y="14"/>
                      <a:pt x="9" y="14"/>
                      <a:pt x="9" y="14"/>
                    </a:cubicBezTo>
                    <a:cubicBezTo>
                      <a:pt x="9" y="14"/>
                      <a:pt x="9" y="14"/>
                      <a:pt x="9" y="14"/>
                    </a:cubicBezTo>
                    <a:cubicBezTo>
                      <a:pt x="9" y="14"/>
                      <a:pt x="9" y="14"/>
                      <a:pt x="9" y="14"/>
                    </a:cubicBezTo>
                    <a:cubicBezTo>
                      <a:pt x="9" y="14"/>
                      <a:pt x="9" y="14"/>
                      <a:pt x="9" y="15"/>
                    </a:cubicBezTo>
                    <a:cubicBezTo>
                      <a:pt x="9" y="15"/>
                      <a:pt x="9" y="15"/>
                      <a:pt x="9" y="15"/>
                    </a:cubicBezTo>
                    <a:cubicBezTo>
                      <a:pt x="9" y="15"/>
                      <a:pt x="9" y="15"/>
                      <a:pt x="9" y="15"/>
                    </a:cubicBezTo>
                    <a:cubicBezTo>
                      <a:pt x="9" y="15"/>
                      <a:pt x="9" y="15"/>
                      <a:pt x="9" y="15"/>
                    </a:cubicBezTo>
                    <a:cubicBezTo>
                      <a:pt x="9" y="15"/>
                      <a:pt x="9" y="15"/>
                      <a:pt x="9" y="15"/>
                    </a:cubicBezTo>
                    <a:cubicBezTo>
                      <a:pt x="10" y="15"/>
                      <a:pt x="10" y="15"/>
                      <a:pt x="10" y="15"/>
                    </a:cubicBezTo>
                    <a:cubicBezTo>
                      <a:pt x="10" y="15"/>
                      <a:pt x="10" y="15"/>
                      <a:pt x="10" y="15"/>
                    </a:cubicBezTo>
                    <a:cubicBezTo>
                      <a:pt x="10" y="15"/>
                      <a:pt x="10" y="15"/>
                      <a:pt x="10" y="15"/>
                    </a:cubicBezTo>
                    <a:cubicBezTo>
                      <a:pt x="9" y="14"/>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9" y="13"/>
                      <a:pt x="9" y="13"/>
                      <a:pt x="9" y="13"/>
                    </a:cubicBezTo>
                    <a:cubicBezTo>
                      <a:pt x="8" y="13"/>
                      <a:pt x="8" y="13"/>
                      <a:pt x="8" y="13"/>
                    </a:cubicBezTo>
                    <a:cubicBezTo>
                      <a:pt x="8" y="13"/>
                      <a:pt x="8" y="13"/>
                      <a:pt x="8" y="13"/>
                    </a:cubicBezTo>
                    <a:cubicBezTo>
                      <a:pt x="8" y="13"/>
                      <a:pt x="8" y="13"/>
                      <a:pt x="8" y="13"/>
                    </a:cubicBezTo>
                    <a:cubicBezTo>
                      <a:pt x="8" y="13"/>
                      <a:pt x="8" y="13"/>
                      <a:pt x="8" y="13"/>
                    </a:cubicBezTo>
                    <a:cubicBezTo>
                      <a:pt x="8" y="13"/>
                      <a:pt x="7"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7" y="11"/>
                    </a:cubicBezTo>
                    <a:cubicBezTo>
                      <a:pt x="7" y="11"/>
                      <a:pt x="7" y="11"/>
                      <a:pt x="7" y="11"/>
                    </a:cubicBezTo>
                    <a:cubicBezTo>
                      <a:pt x="7" y="11"/>
                      <a:pt x="7" y="10"/>
                      <a:pt x="6" y="10"/>
                    </a:cubicBezTo>
                    <a:cubicBezTo>
                      <a:pt x="6" y="10"/>
                      <a:pt x="6" y="10"/>
                      <a:pt x="6" y="10"/>
                    </a:cubicBezTo>
                    <a:cubicBezTo>
                      <a:pt x="6" y="9"/>
                      <a:pt x="6" y="9"/>
                      <a:pt x="6" y="9"/>
                    </a:cubicBezTo>
                    <a:cubicBezTo>
                      <a:pt x="6" y="9"/>
                      <a:pt x="6" y="9"/>
                      <a:pt x="6"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8" y="9"/>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9"/>
                    </a:cubicBezTo>
                    <a:cubicBezTo>
                      <a:pt x="8" y="9"/>
                      <a:pt x="8" y="9"/>
                      <a:pt x="8" y="9"/>
                    </a:cubicBezTo>
                    <a:cubicBezTo>
                      <a:pt x="8" y="9"/>
                      <a:pt x="8" y="9"/>
                      <a:pt x="7" y="9"/>
                    </a:cubicBezTo>
                    <a:cubicBezTo>
                      <a:pt x="7" y="9"/>
                      <a:pt x="7" y="9"/>
                      <a:pt x="7" y="9"/>
                    </a:cubicBezTo>
                    <a:cubicBezTo>
                      <a:pt x="7" y="9"/>
                      <a:pt x="7" y="9"/>
                      <a:pt x="7" y="8"/>
                    </a:cubicBezTo>
                    <a:cubicBezTo>
                      <a:pt x="7" y="8"/>
                      <a:pt x="7" y="8"/>
                      <a:pt x="7" y="8"/>
                    </a:cubicBezTo>
                    <a:cubicBezTo>
                      <a:pt x="7" y="8"/>
                      <a:pt x="7" y="8"/>
                      <a:pt x="6" y="8"/>
                    </a:cubicBezTo>
                    <a:cubicBezTo>
                      <a:pt x="6" y="8"/>
                      <a:pt x="6" y="8"/>
                      <a:pt x="6" y="8"/>
                    </a:cubicBezTo>
                    <a:cubicBezTo>
                      <a:pt x="6" y="8"/>
                      <a:pt x="6" y="7"/>
                      <a:pt x="6" y="7"/>
                    </a:cubicBezTo>
                    <a:cubicBezTo>
                      <a:pt x="6" y="7"/>
                      <a:pt x="6" y="7"/>
                      <a:pt x="6" y="7"/>
                    </a:cubicBezTo>
                    <a:cubicBezTo>
                      <a:pt x="6" y="7"/>
                      <a:pt x="6" y="7"/>
                      <a:pt x="5" y="7"/>
                    </a:cubicBezTo>
                    <a:cubicBezTo>
                      <a:pt x="5" y="7"/>
                      <a:pt x="5" y="7"/>
                      <a:pt x="5" y="6"/>
                    </a:cubicBezTo>
                    <a:cubicBezTo>
                      <a:pt x="5" y="6"/>
                      <a:pt x="5" y="6"/>
                      <a:pt x="5" y="6"/>
                    </a:cubicBezTo>
                    <a:cubicBezTo>
                      <a:pt x="5" y="6"/>
                      <a:pt x="5" y="6"/>
                      <a:pt x="4" y="6"/>
                    </a:cubicBezTo>
                    <a:cubicBezTo>
                      <a:pt x="4" y="6"/>
                      <a:pt x="4" y="5"/>
                      <a:pt x="4" y="5"/>
                    </a:cubicBezTo>
                    <a:cubicBezTo>
                      <a:pt x="4" y="5"/>
                      <a:pt x="4" y="5"/>
                      <a:pt x="4" y="5"/>
                    </a:cubicBezTo>
                    <a:cubicBezTo>
                      <a:pt x="4" y="5"/>
                      <a:pt x="4" y="5"/>
                      <a:pt x="4" y="5"/>
                    </a:cubicBezTo>
                    <a:cubicBezTo>
                      <a:pt x="4" y="5"/>
                      <a:pt x="3" y="5"/>
                      <a:pt x="3" y="5"/>
                    </a:cubicBezTo>
                    <a:cubicBezTo>
                      <a:pt x="3" y="5"/>
                      <a:pt x="3" y="5"/>
                      <a:pt x="3" y="5"/>
                    </a:cubicBezTo>
                    <a:cubicBezTo>
                      <a:pt x="3" y="5"/>
                      <a:pt x="3" y="5"/>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2"/>
                    </a:cubicBezTo>
                    <a:cubicBezTo>
                      <a:pt x="2" y="2"/>
                      <a:pt x="2" y="3"/>
                      <a:pt x="2" y="3"/>
                    </a:cubicBezTo>
                    <a:cubicBezTo>
                      <a:pt x="2" y="3"/>
                      <a:pt x="2" y="3"/>
                      <a:pt x="2" y="3"/>
                    </a:cubicBezTo>
                    <a:cubicBezTo>
                      <a:pt x="2" y="3"/>
                      <a:pt x="3" y="3"/>
                      <a:pt x="3" y="3"/>
                    </a:cubicBezTo>
                    <a:cubicBezTo>
                      <a:pt x="3" y="3"/>
                      <a:pt x="3" y="3"/>
                      <a:pt x="3" y="3"/>
                    </a:cubicBezTo>
                    <a:cubicBezTo>
                      <a:pt x="3" y="3"/>
                      <a:pt x="3" y="3"/>
                      <a:pt x="3" y="3"/>
                    </a:cubicBezTo>
                    <a:cubicBezTo>
                      <a:pt x="2" y="2"/>
                      <a:pt x="2" y="2"/>
                      <a:pt x="2" y="2"/>
                    </a:cubicBezTo>
                    <a:cubicBezTo>
                      <a:pt x="2" y="2"/>
                      <a:pt x="2" y="2"/>
                      <a:pt x="2" y="2"/>
                    </a:cubicBezTo>
                    <a:cubicBezTo>
                      <a:pt x="2" y="2"/>
                      <a:pt x="2" y="2"/>
                      <a:pt x="1" y="1"/>
                    </a:cubicBezTo>
                    <a:cubicBezTo>
                      <a:pt x="1" y="1"/>
                      <a:pt x="1" y="1"/>
                      <a:pt x="1" y="1"/>
                    </a:cubicBezTo>
                    <a:cubicBezTo>
                      <a:pt x="1" y="1"/>
                      <a:pt x="1" y="0"/>
                      <a:pt x="0" y="0"/>
                    </a:cubicBezTo>
                    <a:cubicBezTo>
                      <a:pt x="0" y="0"/>
                      <a:pt x="0" y="0"/>
                      <a:pt x="0" y="0"/>
                    </a:cubicBezTo>
                    <a:cubicBezTo>
                      <a:pt x="0" y="1"/>
                      <a:pt x="0" y="1"/>
                      <a:pt x="0" y="1"/>
                    </a:cubicBezTo>
                    <a:cubicBezTo>
                      <a:pt x="0" y="1"/>
                      <a:pt x="0" y="1"/>
                      <a:pt x="0" y="1"/>
                    </a:cubicBezTo>
                    <a:cubicBezTo>
                      <a:pt x="1" y="1"/>
                      <a:pt x="1" y="1"/>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39" name="Freeform 319"/>
              <p:cNvSpPr>
                <a:spLocks/>
              </p:cNvSpPr>
              <p:nvPr/>
            </p:nvSpPr>
            <p:spPr bwMode="auto">
              <a:xfrm>
                <a:off x="5028010" y="2433638"/>
                <a:ext cx="2381" cy="5954"/>
              </a:xfrm>
              <a:custGeom>
                <a:avLst/>
                <a:gdLst/>
                <a:ahLst/>
                <a:cxnLst>
                  <a:cxn ang="0">
                    <a:pos x="0" y="2"/>
                  </a:cxn>
                  <a:cxn ang="0">
                    <a:pos x="0" y="2"/>
                  </a:cxn>
                  <a:cxn ang="0">
                    <a:pos x="0" y="2"/>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0" y="1"/>
                  </a:cxn>
                  <a:cxn ang="0">
                    <a:pos x="1" y="1"/>
                  </a:cxn>
                  <a:cxn ang="0">
                    <a:pos x="1" y="1"/>
                  </a:cxn>
                  <a:cxn ang="0">
                    <a:pos x="1" y="1"/>
                  </a:cxn>
                  <a:cxn ang="0">
                    <a:pos x="1" y="0"/>
                  </a:cxn>
                  <a:cxn ang="0">
                    <a:pos x="1" y="0"/>
                  </a:cxn>
                  <a:cxn ang="0">
                    <a:pos x="1" y="0"/>
                  </a:cxn>
                  <a:cxn ang="0">
                    <a:pos x="1" y="0"/>
                  </a:cxn>
                  <a:cxn ang="0">
                    <a:pos x="1"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2"/>
                  </a:cxn>
                  <a:cxn ang="0">
                    <a:pos x="0" y="2"/>
                  </a:cxn>
                </a:cxnLst>
                <a:rect l="0" t="0" r="r" b="b"/>
                <a:pathLst>
                  <a:path w="1" h="2">
                    <a:moveTo>
                      <a:pt x="0" y="2"/>
                    </a:move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0" y="1"/>
                      <a:pt x="0" y="1"/>
                      <a:pt x="0"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0" name="Freeform 320"/>
              <p:cNvSpPr>
                <a:spLocks/>
              </p:cNvSpPr>
              <p:nvPr/>
            </p:nvSpPr>
            <p:spPr bwMode="auto">
              <a:xfrm>
                <a:off x="5024438" y="2439591"/>
                <a:ext cx="1191" cy="4763"/>
              </a:xfrm>
              <a:custGeom>
                <a:avLst/>
                <a:gdLst/>
                <a:ahLst/>
                <a:cxnLst>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2"/>
                  </a:cxn>
                  <a:cxn ang="0">
                    <a:pos x="0" y="2"/>
                  </a:cxn>
                  <a:cxn ang="0">
                    <a:pos x="0" y="2"/>
                  </a:cxn>
                  <a:cxn ang="0">
                    <a:pos x="0" y="1"/>
                  </a:cxn>
                  <a:cxn ang="0">
                    <a:pos x="0" y="1"/>
                  </a:cxn>
                  <a:cxn ang="0">
                    <a:pos x="0" y="1"/>
                  </a:cxn>
                  <a:cxn ang="0">
                    <a:pos x="0" y="1"/>
                  </a:cxn>
                  <a:cxn ang="0">
                    <a:pos x="0" y="1"/>
                  </a:cxn>
                  <a:cxn ang="0">
                    <a:pos x="0" y="0"/>
                  </a:cxn>
                </a:cxnLst>
                <a:rect l="0" t="0" r="r" b="b"/>
                <a:pathLst>
                  <a:path h="2">
                    <a:moveTo>
                      <a:pt x="0" y="0"/>
                    </a:move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2"/>
                    </a:cubicBezTo>
                    <a:cubicBezTo>
                      <a:pt x="0" y="2"/>
                      <a:pt x="0" y="2"/>
                      <a:pt x="0" y="2"/>
                    </a:cubicBezTo>
                    <a:cubicBezTo>
                      <a:pt x="0" y="2"/>
                      <a:pt x="0" y="2"/>
                      <a:pt x="0" y="2"/>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1" name="Freeform 321"/>
              <p:cNvSpPr>
                <a:spLocks/>
              </p:cNvSpPr>
              <p:nvPr/>
            </p:nvSpPr>
            <p:spPr bwMode="auto">
              <a:xfrm>
                <a:off x="5001817" y="2692004"/>
                <a:ext cx="3572" cy="1191"/>
              </a:xfrm>
              <a:custGeom>
                <a:avLst/>
                <a:gdLst/>
                <a:ahLst/>
                <a:cxnLst>
                  <a:cxn ang="0">
                    <a:pos x="0" y="0"/>
                  </a:cxn>
                  <a:cxn ang="0">
                    <a:pos x="0" y="0"/>
                  </a:cxn>
                  <a:cxn ang="0">
                    <a:pos x="0" y="0"/>
                  </a:cxn>
                  <a:cxn ang="0">
                    <a:pos x="0" y="0"/>
                  </a:cxn>
                  <a:cxn ang="0">
                    <a:pos x="0" y="0"/>
                  </a:cxn>
                  <a:cxn ang="0">
                    <a:pos x="0"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2" name="Freeform 322"/>
              <p:cNvSpPr>
                <a:spLocks/>
              </p:cNvSpPr>
              <p:nvPr/>
            </p:nvSpPr>
            <p:spPr bwMode="auto">
              <a:xfrm>
                <a:off x="5024439" y="2687241"/>
                <a:ext cx="3572" cy="4763"/>
              </a:xfrm>
              <a:custGeom>
                <a:avLst/>
                <a:gdLst/>
                <a:ahLst/>
                <a:cxnLst>
                  <a:cxn ang="0">
                    <a:pos x="1" y="1"/>
                  </a:cxn>
                  <a:cxn ang="0">
                    <a:pos x="1" y="1"/>
                  </a:cxn>
                  <a:cxn ang="0">
                    <a:pos x="1" y="1"/>
                  </a:cxn>
                  <a:cxn ang="0">
                    <a:pos x="1" y="1"/>
                  </a:cxn>
                  <a:cxn ang="0">
                    <a:pos x="1" y="1"/>
                  </a:cxn>
                  <a:cxn ang="0">
                    <a:pos x="1" y="0"/>
                  </a:cxn>
                  <a:cxn ang="0">
                    <a:pos x="1" y="0"/>
                  </a:cxn>
                  <a:cxn ang="0">
                    <a:pos x="1" y="1"/>
                  </a:cxn>
                  <a:cxn ang="0">
                    <a:pos x="1" y="1"/>
                  </a:cxn>
                  <a:cxn ang="0">
                    <a:pos x="0" y="1"/>
                  </a:cxn>
                  <a:cxn ang="0">
                    <a:pos x="0" y="1"/>
                  </a:cxn>
                  <a:cxn ang="0">
                    <a:pos x="0" y="1"/>
                  </a:cxn>
                  <a:cxn ang="0">
                    <a:pos x="0" y="1"/>
                  </a:cxn>
                  <a:cxn ang="0">
                    <a:pos x="0" y="1"/>
                  </a:cxn>
                  <a:cxn ang="0">
                    <a:pos x="0" y="2"/>
                  </a:cxn>
                  <a:cxn ang="0">
                    <a:pos x="0" y="2"/>
                  </a:cxn>
                  <a:cxn ang="0">
                    <a:pos x="0" y="2"/>
                  </a:cxn>
                  <a:cxn ang="0">
                    <a:pos x="0" y="2"/>
                  </a:cxn>
                  <a:cxn ang="0">
                    <a:pos x="1" y="1"/>
                  </a:cxn>
                </a:cxnLst>
                <a:rect l="0" t="0" r="r" b="b"/>
                <a:pathLst>
                  <a:path w="1" h="2">
                    <a:moveTo>
                      <a:pt x="1" y="1"/>
                    </a:move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3" name="Freeform 323"/>
              <p:cNvSpPr>
                <a:spLocks/>
              </p:cNvSpPr>
              <p:nvPr/>
            </p:nvSpPr>
            <p:spPr bwMode="auto">
              <a:xfrm>
                <a:off x="5036345" y="2681289"/>
                <a:ext cx="2381" cy="2381"/>
              </a:xfrm>
              <a:custGeom>
                <a:avLst/>
                <a:gdLst/>
                <a:ahLst/>
                <a:cxnLst>
                  <a:cxn ang="0">
                    <a:pos x="1" y="1"/>
                  </a:cxn>
                  <a:cxn ang="0">
                    <a:pos x="1" y="1"/>
                  </a:cxn>
                  <a:cxn ang="0">
                    <a:pos x="1" y="1"/>
                  </a:cxn>
                  <a:cxn ang="0">
                    <a:pos x="1" y="0"/>
                  </a:cxn>
                  <a:cxn ang="0">
                    <a:pos x="1" y="0"/>
                  </a:cxn>
                  <a:cxn ang="0">
                    <a:pos x="1" y="0"/>
                  </a:cxn>
                  <a:cxn ang="0">
                    <a:pos x="0" y="0"/>
                  </a:cxn>
                  <a:cxn ang="0">
                    <a:pos x="0" y="1"/>
                  </a:cxn>
                  <a:cxn ang="0">
                    <a:pos x="1" y="1"/>
                  </a:cxn>
                  <a:cxn ang="0">
                    <a:pos x="1" y="1"/>
                  </a:cxn>
                  <a:cxn ang="0">
                    <a:pos x="1" y="1"/>
                  </a:cxn>
                  <a:cxn ang="0">
                    <a:pos x="1" y="1"/>
                  </a:cxn>
                  <a:cxn ang="0">
                    <a:pos x="1" y="1"/>
                  </a:cxn>
                </a:cxnLst>
                <a:rect l="0" t="0" r="r" b="b"/>
                <a:pathLst>
                  <a:path w="1" h="1">
                    <a:moveTo>
                      <a:pt x="1" y="1"/>
                    </a:move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0" y="0"/>
                    </a:cubicBezTo>
                    <a:cubicBezTo>
                      <a:pt x="0" y="0"/>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4" name="Freeform 324"/>
              <p:cNvSpPr>
                <a:spLocks/>
              </p:cNvSpPr>
              <p:nvPr/>
            </p:nvSpPr>
            <p:spPr bwMode="auto">
              <a:xfrm>
                <a:off x="5024438" y="2692004"/>
                <a:ext cx="1191" cy="1191"/>
              </a:xfrm>
              <a:custGeom>
                <a:avLst/>
                <a:gdLst/>
                <a:ahLst/>
                <a:cxnLst>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5" name="Freeform 325"/>
              <p:cNvSpPr>
                <a:spLocks/>
              </p:cNvSpPr>
              <p:nvPr/>
            </p:nvSpPr>
            <p:spPr bwMode="auto">
              <a:xfrm>
                <a:off x="5005388" y="2689623"/>
                <a:ext cx="5954" cy="2381"/>
              </a:xfrm>
              <a:custGeom>
                <a:avLst/>
                <a:gdLst/>
                <a:ahLst/>
                <a:cxnLst>
                  <a:cxn ang="0">
                    <a:pos x="1" y="0"/>
                  </a:cxn>
                  <a:cxn ang="0">
                    <a:pos x="1" y="0"/>
                  </a:cxn>
                  <a:cxn ang="0">
                    <a:pos x="1" y="0"/>
                  </a:cxn>
                  <a:cxn ang="0">
                    <a:pos x="0" y="0"/>
                  </a:cxn>
                  <a:cxn ang="0">
                    <a:pos x="0" y="1"/>
                  </a:cxn>
                  <a:cxn ang="0">
                    <a:pos x="0" y="1"/>
                  </a:cxn>
                  <a:cxn ang="0">
                    <a:pos x="1" y="1"/>
                  </a:cxn>
                  <a:cxn ang="0">
                    <a:pos x="1" y="0"/>
                  </a:cxn>
                  <a:cxn ang="0">
                    <a:pos x="1" y="0"/>
                  </a:cxn>
                  <a:cxn ang="0">
                    <a:pos x="1" y="1"/>
                  </a:cxn>
                  <a:cxn ang="0">
                    <a:pos x="1" y="1"/>
                  </a:cxn>
                  <a:cxn ang="0">
                    <a:pos x="1" y="1"/>
                  </a:cxn>
                  <a:cxn ang="0">
                    <a:pos x="1"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Lst>
                <a:rect l="0" t="0" r="r" b="b"/>
                <a:pathLst>
                  <a:path w="2" h="1">
                    <a:moveTo>
                      <a:pt x="1" y="0"/>
                    </a:moveTo>
                    <a:cubicBezTo>
                      <a:pt x="1" y="0"/>
                      <a:pt x="1" y="0"/>
                      <a:pt x="1" y="0"/>
                    </a:cubicBezTo>
                    <a:cubicBezTo>
                      <a:pt x="1" y="0"/>
                      <a:pt x="1" y="0"/>
                      <a:pt x="1" y="0"/>
                    </a:cubicBezTo>
                    <a:cubicBezTo>
                      <a:pt x="1" y="0"/>
                      <a:pt x="0" y="0"/>
                      <a:pt x="0" y="0"/>
                    </a:cubicBezTo>
                    <a:cubicBezTo>
                      <a:pt x="0" y="0"/>
                      <a:pt x="0" y="0"/>
                      <a:pt x="0" y="1"/>
                    </a:cubicBezTo>
                    <a:cubicBezTo>
                      <a:pt x="0" y="1"/>
                      <a:pt x="0" y="1"/>
                      <a:pt x="0" y="1"/>
                    </a:cubicBezTo>
                    <a:cubicBezTo>
                      <a:pt x="1" y="1"/>
                      <a:pt x="1" y="1"/>
                      <a:pt x="1" y="1"/>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0"/>
                      <a:pt x="1" y="0"/>
                    </a:cubicBezTo>
                    <a:cubicBezTo>
                      <a:pt x="1" y="0"/>
                      <a:pt x="1"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6" name="Freeform 326"/>
              <p:cNvSpPr>
                <a:spLocks/>
              </p:cNvSpPr>
              <p:nvPr/>
            </p:nvSpPr>
            <p:spPr bwMode="auto">
              <a:xfrm>
                <a:off x="4997054" y="2692004"/>
                <a:ext cx="2381" cy="3572"/>
              </a:xfrm>
              <a:custGeom>
                <a:avLst/>
                <a:gdLst/>
                <a:ahLst/>
                <a:cxnLst>
                  <a:cxn ang="0">
                    <a:pos x="0" y="1"/>
                  </a:cxn>
                  <a:cxn ang="0">
                    <a:pos x="0" y="1"/>
                  </a:cxn>
                  <a:cxn ang="0">
                    <a:pos x="0" y="1"/>
                  </a:cxn>
                  <a:cxn ang="0">
                    <a:pos x="0" y="1"/>
                  </a:cxn>
                  <a:cxn ang="0">
                    <a:pos x="0" y="1"/>
                  </a:cxn>
                  <a:cxn ang="0">
                    <a:pos x="0" y="1"/>
                  </a:cxn>
                  <a:cxn ang="0">
                    <a:pos x="0"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7" name="Freeform 327"/>
              <p:cNvSpPr>
                <a:spLocks/>
              </p:cNvSpPr>
              <p:nvPr/>
            </p:nvSpPr>
            <p:spPr bwMode="auto">
              <a:xfrm>
                <a:off x="4985148" y="2692004"/>
                <a:ext cx="11906" cy="3572"/>
              </a:xfrm>
              <a:custGeom>
                <a:avLst/>
                <a:gdLst/>
                <a:ahLst/>
                <a:cxnLst>
                  <a:cxn ang="0">
                    <a:pos x="1" y="1"/>
                  </a:cxn>
                  <a:cxn ang="0">
                    <a:pos x="2" y="1"/>
                  </a:cxn>
                  <a:cxn ang="0">
                    <a:pos x="2" y="1"/>
                  </a:cxn>
                  <a:cxn ang="0">
                    <a:pos x="2" y="1"/>
                  </a:cxn>
                  <a:cxn ang="0">
                    <a:pos x="2" y="1"/>
                  </a:cxn>
                  <a:cxn ang="0">
                    <a:pos x="3" y="1"/>
                  </a:cxn>
                  <a:cxn ang="0">
                    <a:pos x="3" y="1"/>
                  </a:cxn>
                  <a:cxn ang="0">
                    <a:pos x="3" y="1"/>
                  </a:cxn>
                  <a:cxn ang="0">
                    <a:pos x="3" y="1"/>
                  </a:cxn>
                  <a:cxn ang="0">
                    <a:pos x="3" y="1"/>
                  </a:cxn>
                  <a:cxn ang="0">
                    <a:pos x="4" y="0"/>
                  </a:cxn>
                  <a:cxn ang="0">
                    <a:pos x="4" y="0"/>
                  </a:cxn>
                  <a:cxn ang="0">
                    <a:pos x="4" y="0"/>
                  </a:cxn>
                  <a:cxn ang="0">
                    <a:pos x="3" y="0"/>
                  </a:cxn>
                  <a:cxn ang="0">
                    <a:pos x="3" y="0"/>
                  </a:cxn>
                  <a:cxn ang="0">
                    <a:pos x="3" y="0"/>
                  </a:cxn>
                  <a:cxn ang="0">
                    <a:pos x="3" y="0"/>
                  </a:cxn>
                  <a:cxn ang="0">
                    <a:pos x="3" y="1"/>
                  </a:cxn>
                  <a:cxn ang="0">
                    <a:pos x="3" y="0"/>
                  </a:cxn>
                  <a:cxn ang="0">
                    <a:pos x="2" y="0"/>
                  </a:cxn>
                  <a:cxn ang="0">
                    <a:pos x="2" y="0"/>
                  </a:cxn>
                  <a:cxn ang="0">
                    <a:pos x="2" y="0"/>
                  </a:cxn>
                  <a:cxn ang="0">
                    <a:pos x="2" y="0"/>
                  </a:cxn>
                  <a:cxn ang="0">
                    <a:pos x="2" y="1"/>
                  </a:cxn>
                  <a:cxn ang="0">
                    <a:pos x="2" y="0"/>
                  </a:cxn>
                  <a:cxn ang="0">
                    <a:pos x="1" y="0"/>
                  </a:cxn>
                  <a:cxn ang="0">
                    <a:pos x="1" y="0"/>
                  </a:cxn>
                  <a:cxn ang="0">
                    <a:pos x="1" y="0"/>
                  </a:cxn>
                  <a:cxn ang="0">
                    <a:pos x="1" y="0"/>
                  </a:cxn>
                  <a:cxn ang="0">
                    <a:pos x="0" y="0"/>
                  </a:cxn>
                  <a:cxn ang="0">
                    <a:pos x="0" y="0"/>
                  </a:cxn>
                  <a:cxn ang="0">
                    <a:pos x="0" y="1"/>
                  </a:cxn>
                  <a:cxn ang="0">
                    <a:pos x="0" y="1"/>
                  </a:cxn>
                  <a:cxn ang="0">
                    <a:pos x="0" y="1"/>
                  </a:cxn>
                  <a:cxn ang="0">
                    <a:pos x="0" y="1"/>
                  </a:cxn>
                  <a:cxn ang="0">
                    <a:pos x="1" y="1"/>
                  </a:cxn>
                  <a:cxn ang="0">
                    <a:pos x="1" y="1"/>
                  </a:cxn>
                  <a:cxn ang="0">
                    <a:pos x="1" y="1"/>
                  </a:cxn>
                </a:cxnLst>
                <a:rect l="0" t="0" r="r" b="b"/>
                <a:pathLst>
                  <a:path w="4" h="1">
                    <a:moveTo>
                      <a:pt x="1" y="1"/>
                    </a:move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1"/>
                      <a:pt x="3" y="1"/>
                      <a:pt x="3" y="1"/>
                    </a:cubicBezTo>
                    <a:cubicBezTo>
                      <a:pt x="3" y="1"/>
                      <a:pt x="3" y="1"/>
                      <a:pt x="3" y="0"/>
                    </a:cubicBezTo>
                    <a:cubicBezTo>
                      <a:pt x="3" y="0"/>
                      <a:pt x="3" y="0"/>
                      <a:pt x="3" y="0"/>
                    </a:cubicBezTo>
                    <a:cubicBezTo>
                      <a:pt x="3" y="0"/>
                      <a:pt x="3" y="0"/>
                      <a:pt x="3"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8" name="Freeform 328"/>
              <p:cNvSpPr>
                <a:spLocks/>
              </p:cNvSpPr>
              <p:nvPr/>
            </p:nvSpPr>
            <p:spPr bwMode="auto">
              <a:xfrm>
                <a:off x="4991101" y="2678907"/>
                <a:ext cx="2381" cy="1191"/>
              </a:xfrm>
              <a:custGeom>
                <a:avLst/>
                <a:gdLst/>
                <a:ahLst/>
                <a:cxnLst>
                  <a:cxn ang="0">
                    <a:pos x="1" y="0"/>
                  </a:cxn>
                  <a:cxn ang="0">
                    <a:pos x="0" y="0"/>
                  </a:cxn>
                  <a:cxn ang="0">
                    <a:pos x="0" y="0"/>
                  </a:cxn>
                  <a:cxn ang="0">
                    <a:pos x="1" y="0"/>
                  </a:cxn>
                  <a:cxn ang="0">
                    <a:pos x="1" y="0"/>
                  </a:cxn>
                  <a:cxn ang="0">
                    <a:pos x="1" y="0"/>
                  </a:cxn>
                  <a:cxn ang="0">
                    <a:pos x="1" y="0"/>
                  </a:cxn>
                  <a:cxn ang="0">
                    <a:pos x="1" y="0"/>
                  </a:cxn>
                  <a:cxn ang="0">
                    <a:pos x="1" y="0"/>
                  </a:cxn>
                  <a:cxn ang="0">
                    <a:pos x="1" y="0"/>
                  </a:cxn>
                  <a:cxn ang="0">
                    <a:pos x="1"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49" name="Freeform 329"/>
              <p:cNvSpPr>
                <a:spLocks/>
              </p:cNvSpPr>
              <p:nvPr/>
            </p:nvSpPr>
            <p:spPr bwMode="auto">
              <a:xfrm>
                <a:off x="5024439" y="2652714"/>
                <a:ext cx="3572" cy="3572"/>
              </a:xfrm>
              <a:custGeom>
                <a:avLst/>
                <a:gdLst/>
                <a:ahLst/>
                <a:cxnLst>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Lst>
                <a:rect l="0" t="0" r="r" b="b"/>
                <a:pathLst>
                  <a:path w="1" h="1">
                    <a:moveTo>
                      <a:pt x="0" y="1"/>
                    </a:move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0" name="Freeform 330"/>
              <p:cNvSpPr>
                <a:spLocks/>
              </p:cNvSpPr>
              <p:nvPr/>
            </p:nvSpPr>
            <p:spPr bwMode="auto">
              <a:xfrm>
                <a:off x="5016104" y="2644379"/>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1" name="Freeform 331"/>
              <p:cNvSpPr>
                <a:spLocks/>
              </p:cNvSpPr>
              <p:nvPr/>
            </p:nvSpPr>
            <p:spPr bwMode="auto">
              <a:xfrm>
                <a:off x="5013722" y="2644378"/>
                <a:ext cx="5954" cy="14288"/>
              </a:xfrm>
              <a:custGeom>
                <a:avLst/>
                <a:gdLst/>
                <a:ahLst/>
                <a:cxnLst>
                  <a:cxn ang="0">
                    <a:pos x="1" y="3"/>
                  </a:cxn>
                  <a:cxn ang="0">
                    <a:pos x="1" y="3"/>
                  </a:cxn>
                  <a:cxn ang="0">
                    <a:pos x="1" y="3"/>
                  </a:cxn>
                  <a:cxn ang="0">
                    <a:pos x="1" y="3"/>
                  </a:cxn>
                  <a:cxn ang="0">
                    <a:pos x="2" y="3"/>
                  </a:cxn>
                  <a:cxn ang="0">
                    <a:pos x="2" y="3"/>
                  </a:cxn>
                  <a:cxn ang="0">
                    <a:pos x="2" y="3"/>
                  </a:cxn>
                  <a:cxn ang="0">
                    <a:pos x="2" y="3"/>
                  </a:cxn>
                  <a:cxn ang="0">
                    <a:pos x="1" y="2"/>
                  </a:cxn>
                  <a:cxn ang="0">
                    <a:pos x="1" y="2"/>
                  </a:cxn>
                  <a:cxn ang="0">
                    <a:pos x="1" y="2"/>
                  </a:cxn>
                  <a:cxn ang="0">
                    <a:pos x="1" y="2"/>
                  </a:cxn>
                  <a:cxn ang="0">
                    <a:pos x="2" y="1"/>
                  </a:cxn>
                  <a:cxn ang="0">
                    <a:pos x="1" y="1"/>
                  </a:cxn>
                  <a:cxn ang="0">
                    <a:pos x="1" y="1"/>
                  </a:cxn>
                  <a:cxn ang="0">
                    <a:pos x="1" y="2"/>
                  </a:cxn>
                  <a:cxn ang="0">
                    <a:pos x="0" y="2"/>
                  </a:cxn>
                  <a:cxn ang="0">
                    <a:pos x="0" y="2"/>
                  </a:cxn>
                  <a:cxn ang="0">
                    <a:pos x="1" y="1"/>
                  </a:cxn>
                  <a:cxn ang="0">
                    <a:pos x="1" y="0"/>
                  </a:cxn>
                  <a:cxn ang="0">
                    <a:pos x="1" y="0"/>
                  </a:cxn>
                  <a:cxn ang="0">
                    <a:pos x="1" y="0"/>
                  </a:cxn>
                  <a:cxn ang="0">
                    <a:pos x="0" y="0"/>
                  </a:cxn>
                  <a:cxn ang="0">
                    <a:pos x="0" y="1"/>
                  </a:cxn>
                  <a:cxn ang="0">
                    <a:pos x="0" y="1"/>
                  </a:cxn>
                  <a:cxn ang="0">
                    <a:pos x="0" y="1"/>
                  </a:cxn>
                  <a:cxn ang="0">
                    <a:pos x="0" y="1"/>
                  </a:cxn>
                  <a:cxn ang="0">
                    <a:pos x="0" y="2"/>
                  </a:cxn>
                  <a:cxn ang="0">
                    <a:pos x="0" y="2"/>
                  </a:cxn>
                  <a:cxn ang="0">
                    <a:pos x="0" y="3"/>
                  </a:cxn>
                  <a:cxn ang="0">
                    <a:pos x="0" y="3"/>
                  </a:cxn>
                  <a:cxn ang="0">
                    <a:pos x="0" y="3"/>
                  </a:cxn>
                  <a:cxn ang="0">
                    <a:pos x="0" y="4"/>
                  </a:cxn>
                  <a:cxn ang="0">
                    <a:pos x="1" y="4"/>
                  </a:cxn>
                  <a:cxn ang="0">
                    <a:pos x="1" y="5"/>
                  </a:cxn>
                  <a:cxn ang="0">
                    <a:pos x="1" y="5"/>
                  </a:cxn>
                  <a:cxn ang="0">
                    <a:pos x="1" y="4"/>
                  </a:cxn>
                  <a:cxn ang="0">
                    <a:pos x="1" y="4"/>
                  </a:cxn>
                  <a:cxn ang="0">
                    <a:pos x="1" y="3"/>
                  </a:cxn>
                  <a:cxn ang="0">
                    <a:pos x="1" y="3"/>
                  </a:cxn>
                </a:cxnLst>
                <a:rect l="0" t="0" r="r" b="b"/>
                <a:pathLst>
                  <a:path w="2" h="5">
                    <a:moveTo>
                      <a:pt x="1" y="3"/>
                    </a:move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2"/>
                      <a:pt x="2"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1"/>
                    </a:cubicBezTo>
                    <a:cubicBezTo>
                      <a:pt x="2" y="1"/>
                      <a:pt x="2" y="1"/>
                      <a:pt x="2" y="1"/>
                    </a:cubicBezTo>
                    <a:cubicBezTo>
                      <a:pt x="2" y="1"/>
                      <a:pt x="1" y="1"/>
                      <a:pt x="1" y="1"/>
                    </a:cubicBezTo>
                    <a:cubicBezTo>
                      <a:pt x="1" y="1"/>
                      <a:pt x="1" y="1"/>
                      <a:pt x="1" y="1"/>
                    </a:cubicBezTo>
                    <a:cubicBezTo>
                      <a:pt x="1" y="1"/>
                      <a:pt x="1" y="1"/>
                      <a:pt x="1" y="1"/>
                    </a:cubicBezTo>
                    <a:cubicBezTo>
                      <a:pt x="1" y="1"/>
                      <a:pt x="1" y="1"/>
                      <a:pt x="1" y="1"/>
                    </a:cubicBezTo>
                    <a:cubicBezTo>
                      <a:pt x="1" y="1"/>
                      <a:pt x="1" y="1"/>
                      <a:pt x="1" y="2"/>
                    </a:cubicBezTo>
                    <a:cubicBezTo>
                      <a:pt x="1" y="2"/>
                      <a:pt x="1" y="2"/>
                      <a:pt x="1" y="2"/>
                    </a:cubicBezTo>
                    <a:cubicBezTo>
                      <a:pt x="1" y="2"/>
                      <a:pt x="1" y="2"/>
                      <a:pt x="1" y="2"/>
                    </a:cubicBezTo>
                    <a:cubicBezTo>
                      <a:pt x="0" y="2"/>
                      <a:pt x="0" y="2"/>
                      <a:pt x="0" y="2"/>
                    </a:cubicBezTo>
                    <a:cubicBezTo>
                      <a:pt x="0" y="2"/>
                      <a:pt x="0" y="2"/>
                      <a:pt x="0" y="2"/>
                    </a:cubicBezTo>
                    <a:cubicBezTo>
                      <a:pt x="0" y="2"/>
                      <a:pt x="0" y="2"/>
                      <a:pt x="0" y="2"/>
                    </a:cubicBezTo>
                    <a:cubicBezTo>
                      <a:pt x="1" y="2"/>
                      <a:pt x="1" y="1"/>
                      <a:pt x="1" y="1"/>
                    </a:cubicBezTo>
                    <a:cubicBezTo>
                      <a:pt x="1" y="1"/>
                      <a:pt x="1" y="1"/>
                      <a:pt x="1" y="1"/>
                    </a:cubicBezTo>
                    <a:cubicBezTo>
                      <a:pt x="1" y="1"/>
                      <a:pt x="1" y="1"/>
                      <a:pt x="1" y="1"/>
                    </a:cubicBezTo>
                    <a:cubicBezTo>
                      <a:pt x="1" y="1"/>
                      <a:pt x="0"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4"/>
                      <a:pt x="0" y="4"/>
                      <a:pt x="0" y="4"/>
                    </a:cubicBezTo>
                    <a:cubicBezTo>
                      <a:pt x="0" y="4"/>
                      <a:pt x="0" y="4"/>
                      <a:pt x="0" y="4"/>
                    </a:cubicBezTo>
                    <a:cubicBezTo>
                      <a:pt x="0" y="4"/>
                      <a:pt x="0" y="4"/>
                      <a:pt x="0" y="4"/>
                    </a:cubicBezTo>
                    <a:cubicBezTo>
                      <a:pt x="0" y="4"/>
                      <a:pt x="0" y="4"/>
                      <a:pt x="1" y="4"/>
                    </a:cubicBezTo>
                    <a:cubicBezTo>
                      <a:pt x="1" y="4"/>
                      <a:pt x="1" y="4"/>
                      <a:pt x="1" y="4"/>
                    </a:cubicBezTo>
                    <a:cubicBezTo>
                      <a:pt x="1" y="4"/>
                      <a:pt x="1" y="4"/>
                      <a:pt x="1" y="5"/>
                    </a:cubicBezTo>
                    <a:cubicBezTo>
                      <a:pt x="1" y="5"/>
                      <a:pt x="1" y="5"/>
                      <a:pt x="1" y="5"/>
                    </a:cubicBezTo>
                    <a:cubicBezTo>
                      <a:pt x="1" y="5"/>
                      <a:pt x="1" y="5"/>
                      <a:pt x="1" y="5"/>
                    </a:cubicBezTo>
                    <a:cubicBezTo>
                      <a:pt x="1" y="5"/>
                      <a:pt x="1" y="5"/>
                      <a:pt x="1" y="5"/>
                    </a:cubicBezTo>
                    <a:cubicBezTo>
                      <a:pt x="1" y="5"/>
                      <a:pt x="1" y="5"/>
                      <a:pt x="1" y="4"/>
                    </a:cubicBezTo>
                    <a:cubicBezTo>
                      <a:pt x="1" y="4"/>
                      <a:pt x="1" y="4"/>
                      <a:pt x="1" y="4"/>
                    </a:cubicBezTo>
                    <a:cubicBezTo>
                      <a:pt x="1" y="4"/>
                      <a:pt x="1" y="4"/>
                      <a:pt x="1" y="4"/>
                    </a:cubicBezTo>
                    <a:cubicBezTo>
                      <a:pt x="1" y="4"/>
                      <a:pt x="1" y="3"/>
                      <a:pt x="1" y="3"/>
                    </a:cubicBezTo>
                    <a:cubicBezTo>
                      <a:pt x="1" y="3"/>
                      <a:pt x="1" y="3"/>
                      <a:pt x="1" y="3"/>
                    </a:cubicBezTo>
                    <a:cubicBezTo>
                      <a:pt x="1" y="3"/>
                      <a:pt x="1" y="3"/>
                      <a:pt x="1" y="3"/>
                    </a:cubicBezTo>
                    <a:cubicBezTo>
                      <a:pt x="1" y="3"/>
                      <a:pt x="1" y="3"/>
                      <a:pt x="1" y="3"/>
                    </a:cubicBezTo>
                    <a:cubicBezTo>
                      <a:pt x="1" y="3"/>
                      <a:pt x="1" y="3"/>
                      <a:pt x="1"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2" name="Freeform 332"/>
              <p:cNvSpPr>
                <a:spLocks/>
              </p:cNvSpPr>
              <p:nvPr/>
            </p:nvSpPr>
            <p:spPr bwMode="auto">
              <a:xfrm>
                <a:off x="4997054" y="2658667"/>
                <a:ext cx="2381" cy="2381"/>
              </a:xfrm>
              <a:custGeom>
                <a:avLst/>
                <a:gdLst/>
                <a:ahLst/>
                <a:cxnLst>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0" y="1"/>
                  </a:cxn>
                  <a:cxn ang="0">
                    <a:pos x="0" y="1"/>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1"/>
                      <a:pt x="0" y="1"/>
                      <a:pt x="0" y="1"/>
                    </a:cubicBezTo>
                    <a:cubicBezTo>
                      <a:pt x="0" y="1"/>
                      <a:pt x="0" y="1"/>
                      <a:pt x="0" y="1"/>
                    </a:cubicBezTo>
                    <a:cubicBezTo>
                      <a:pt x="0" y="1"/>
                      <a:pt x="0" y="1"/>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3" name="Freeform 333"/>
              <p:cNvSpPr>
                <a:spLocks/>
              </p:cNvSpPr>
              <p:nvPr/>
            </p:nvSpPr>
            <p:spPr bwMode="auto">
              <a:xfrm>
                <a:off x="5001817" y="2661048"/>
                <a:ext cx="3572" cy="3572"/>
              </a:xfrm>
              <a:custGeom>
                <a:avLst/>
                <a:gdLst/>
                <a:ahLst/>
                <a:cxnLst>
                  <a:cxn ang="0">
                    <a:pos x="1" y="1"/>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1" y="1"/>
                  </a:cxn>
                  <a:cxn ang="0">
                    <a:pos x="1" y="1"/>
                  </a:cxn>
                  <a:cxn ang="0">
                    <a:pos x="1" y="1"/>
                  </a:cxn>
                </a:cxnLst>
                <a:rect l="0" t="0" r="r" b="b"/>
                <a:pathLst>
                  <a:path w="1" h="1">
                    <a:moveTo>
                      <a:pt x="1" y="1"/>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4" name="Freeform 334"/>
              <p:cNvSpPr>
                <a:spLocks/>
              </p:cNvSpPr>
              <p:nvPr/>
            </p:nvSpPr>
            <p:spPr bwMode="auto">
              <a:xfrm>
                <a:off x="4970860" y="2669383"/>
                <a:ext cx="3572" cy="3572"/>
              </a:xfrm>
              <a:custGeom>
                <a:avLst/>
                <a:gdLst/>
                <a:ahLst/>
                <a:cxnLst>
                  <a:cxn ang="0">
                    <a:pos x="1" y="0"/>
                  </a:cxn>
                  <a:cxn ang="0">
                    <a:pos x="1" y="0"/>
                  </a:cxn>
                  <a:cxn ang="0">
                    <a:pos x="0" y="0"/>
                  </a:cxn>
                  <a:cxn ang="0">
                    <a:pos x="0" y="0"/>
                  </a:cxn>
                  <a:cxn ang="0">
                    <a:pos x="0" y="0"/>
                  </a:cxn>
                  <a:cxn ang="0">
                    <a:pos x="0" y="0"/>
                  </a:cxn>
                  <a:cxn ang="0">
                    <a:pos x="0" y="1"/>
                  </a:cxn>
                  <a:cxn ang="0">
                    <a:pos x="0" y="1"/>
                  </a:cxn>
                  <a:cxn ang="0">
                    <a:pos x="0" y="1"/>
                  </a:cxn>
                  <a:cxn ang="0">
                    <a:pos x="0" y="1"/>
                  </a:cxn>
                  <a:cxn ang="0">
                    <a:pos x="0" y="1"/>
                  </a:cxn>
                  <a:cxn ang="0">
                    <a:pos x="1" y="1"/>
                  </a:cxn>
                  <a:cxn ang="0">
                    <a:pos x="1" y="0"/>
                  </a:cxn>
                  <a:cxn ang="0">
                    <a:pos x="1" y="0"/>
                  </a:cxn>
                </a:cxnLst>
                <a:rect l="0" t="0" r="r" b="b"/>
                <a:pathLst>
                  <a:path w="1" h="1">
                    <a:moveTo>
                      <a:pt x="1" y="0"/>
                    </a:move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5" name="Freeform 335"/>
              <p:cNvSpPr>
                <a:spLocks/>
              </p:cNvSpPr>
              <p:nvPr/>
            </p:nvSpPr>
            <p:spPr bwMode="auto">
              <a:xfrm>
                <a:off x="4945857" y="2621758"/>
                <a:ext cx="36910" cy="51197"/>
              </a:xfrm>
              <a:custGeom>
                <a:avLst/>
                <a:gdLst/>
                <a:ahLst/>
                <a:cxnLst>
                  <a:cxn ang="0">
                    <a:pos x="10" y="15"/>
                  </a:cxn>
                  <a:cxn ang="0">
                    <a:pos x="10" y="14"/>
                  </a:cxn>
                  <a:cxn ang="0">
                    <a:pos x="11" y="13"/>
                  </a:cxn>
                  <a:cxn ang="0">
                    <a:pos x="11" y="13"/>
                  </a:cxn>
                  <a:cxn ang="0">
                    <a:pos x="11" y="12"/>
                  </a:cxn>
                  <a:cxn ang="0">
                    <a:pos x="11" y="11"/>
                  </a:cxn>
                  <a:cxn ang="0">
                    <a:pos x="12" y="10"/>
                  </a:cxn>
                  <a:cxn ang="0">
                    <a:pos x="12" y="10"/>
                  </a:cxn>
                  <a:cxn ang="0">
                    <a:pos x="13" y="10"/>
                  </a:cxn>
                  <a:cxn ang="0">
                    <a:pos x="12" y="8"/>
                  </a:cxn>
                  <a:cxn ang="0">
                    <a:pos x="11" y="8"/>
                  </a:cxn>
                  <a:cxn ang="0">
                    <a:pos x="12" y="7"/>
                  </a:cxn>
                  <a:cxn ang="0">
                    <a:pos x="11" y="6"/>
                  </a:cxn>
                  <a:cxn ang="0">
                    <a:pos x="10" y="6"/>
                  </a:cxn>
                  <a:cxn ang="0">
                    <a:pos x="11" y="5"/>
                  </a:cxn>
                  <a:cxn ang="0">
                    <a:pos x="11" y="5"/>
                  </a:cxn>
                  <a:cxn ang="0">
                    <a:pos x="12" y="5"/>
                  </a:cxn>
                  <a:cxn ang="0">
                    <a:pos x="12" y="3"/>
                  </a:cxn>
                  <a:cxn ang="0">
                    <a:pos x="13" y="3"/>
                  </a:cxn>
                  <a:cxn ang="0">
                    <a:pos x="13" y="3"/>
                  </a:cxn>
                  <a:cxn ang="0">
                    <a:pos x="12" y="2"/>
                  </a:cxn>
                  <a:cxn ang="0">
                    <a:pos x="11" y="2"/>
                  </a:cxn>
                  <a:cxn ang="0">
                    <a:pos x="11" y="2"/>
                  </a:cxn>
                  <a:cxn ang="0">
                    <a:pos x="11" y="1"/>
                  </a:cxn>
                  <a:cxn ang="0">
                    <a:pos x="10" y="0"/>
                  </a:cxn>
                  <a:cxn ang="0">
                    <a:pos x="10" y="0"/>
                  </a:cxn>
                  <a:cxn ang="0">
                    <a:pos x="9" y="2"/>
                  </a:cxn>
                  <a:cxn ang="0">
                    <a:pos x="8" y="2"/>
                  </a:cxn>
                  <a:cxn ang="0">
                    <a:pos x="8" y="3"/>
                  </a:cxn>
                  <a:cxn ang="0">
                    <a:pos x="8" y="3"/>
                  </a:cxn>
                  <a:cxn ang="0">
                    <a:pos x="7" y="4"/>
                  </a:cxn>
                  <a:cxn ang="0">
                    <a:pos x="6" y="4"/>
                  </a:cxn>
                  <a:cxn ang="0">
                    <a:pos x="5" y="6"/>
                  </a:cxn>
                  <a:cxn ang="0">
                    <a:pos x="4" y="7"/>
                  </a:cxn>
                  <a:cxn ang="0">
                    <a:pos x="3" y="8"/>
                  </a:cxn>
                  <a:cxn ang="0">
                    <a:pos x="3" y="9"/>
                  </a:cxn>
                  <a:cxn ang="0">
                    <a:pos x="3" y="9"/>
                  </a:cxn>
                  <a:cxn ang="0">
                    <a:pos x="2" y="9"/>
                  </a:cxn>
                  <a:cxn ang="0">
                    <a:pos x="1" y="8"/>
                  </a:cxn>
                  <a:cxn ang="0">
                    <a:pos x="0" y="10"/>
                  </a:cxn>
                  <a:cxn ang="0">
                    <a:pos x="0" y="11"/>
                  </a:cxn>
                  <a:cxn ang="0">
                    <a:pos x="1" y="13"/>
                  </a:cxn>
                  <a:cxn ang="0">
                    <a:pos x="1" y="13"/>
                  </a:cxn>
                  <a:cxn ang="0">
                    <a:pos x="1" y="13"/>
                  </a:cxn>
                  <a:cxn ang="0">
                    <a:pos x="2" y="15"/>
                  </a:cxn>
                  <a:cxn ang="0">
                    <a:pos x="2" y="16"/>
                  </a:cxn>
                  <a:cxn ang="0">
                    <a:pos x="3" y="16"/>
                  </a:cxn>
                  <a:cxn ang="0">
                    <a:pos x="4" y="16"/>
                  </a:cxn>
                  <a:cxn ang="0">
                    <a:pos x="4" y="17"/>
                  </a:cxn>
                  <a:cxn ang="0">
                    <a:pos x="5" y="17"/>
                  </a:cxn>
                  <a:cxn ang="0">
                    <a:pos x="6" y="17"/>
                  </a:cxn>
                  <a:cxn ang="0">
                    <a:pos x="7" y="17"/>
                  </a:cxn>
                  <a:cxn ang="0">
                    <a:pos x="7" y="18"/>
                  </a:cxn>
                  <a:cxn ang="0">
                    <a:pos x="8" y="18"/>
                  </a:cxn>
                  <a:cxn ang="0">
                    <a:pos x="10" y="17"/>
                  </a:cxn>
                  <a:cxn ang="0">
                    <a:pos x="10" y="16"/>
                  </a:cxn>
                </a:cxnLst>
                <a:rect l="0" t="0" r="r" b="b"/>
                <a:pathLst>
                  <a:path w="13" h="18">
                    <a:moveTo>
                      <a:pt x="10" y="16"/>
                    </a:moveTo>
                    <a:cubicBezTo>
                      <a:pt x="10" y="16"/>
                      <a:pt x="10" y="16"/>
                      <a:pt x="10" y="16"/>
                    </a:cubicBezTo>
                    <a:cubicBezTo>
                      <a:pt x="10" y="15"/>
                      <a:pt x="10" y="15"/>
                      <a:pt x="10" y="15"/>
                    </a:cubicBezTo>
                    <a:cubicBezTo>
                      <a:pt x="10" y="15"/>
                      <a:pt x="10" y="15"/>
                      <a:pt x="10" y="15"/>
                    </a:cubicBezTo>
                    <a:cubicBezTo>
                      <a:pt x="10" y="15"/>
                      <a:pt x="10" y="15"/>
                      <a:pt x="10" y="15"/>
                    </a:cubicBezTo>
                    <a:cubicBezTo>
                      <a:pt x="10" y="15"/>
                      <a:pt x="10" y="15"/>
                      <a:pt x="10" y="15"/>
                    </a:cubicBezTo>
                    <a:cubicBezTo>
                      <a:pt x="10" y="15"/>
                      <a:pt x="10" y="15"/>
                      <a:pt x="10" y="15"/>
                    </a:cubicBezTo>
                    <a:cubicBezTo>
                      <a:pt x="10" y="15"/>
                      <a:pt x="10" y="15"/>
                      <a:pt x="10" y="15"/>
                    </a:cubicBezTo>
                    <a:cubicBezTo>
                      <a:pt x="10" y="15"/>
                      <a:pt x="10" y="15"/>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4"/>
                      <a:pt x="10" y="14"/>
                    </a:cubicBezTo>
                    <a:cubicBezTo>
                      <a:pt x="10" y="14"/>
                      <a:pt x="10" y="13"/>
                      <a:pt x="10" y="13"/>
                    </a:cubicBezTo>
                    <a:cubicBezTo>
                      <a:pt x="10" y="13"/>
                      <a:pt x="10" y="13"/>
                      <a:pt x="10" y="13"/>
                    </a:cubicBezTo>
                    <a:cubicBezTo>
                      <a:pt x="10" y="13"/>
                      <a:pt x="10"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3"/>
                      <a:pt x="11" y="13"/>
                      <a:pt x="11" y="13"/>
                    </a:cubicBezTo>
                    <a:cubicBezTo>
                      <a:pt x="11" y="13"/>
                      <a:pt x="11" y="13"/>
                      <a:pt x="11" y="13"/>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1"/>
                    </a:cubicBezTo>
                    <a:cubicBezTo>
                      <a:pt x="11" y="11"/>
                      <a:pt x="11" y="11"/>
                      <a:pt x="11" y="11"/>
                    </a:cubicBezTo>
                    <a:cubicBezTo>
                      <a:pt x="11" y="11"/>
                      <a:pt x="11" y="11"/>
                      <a:pt x="11" y="11"/>
                    </a:cubicBezTo>
                    <a:cubicBezTo>
                      <a:pt x="11" y="11"/>
                      <a:pt x="11" y="11"/>
                      <a:pt x="11" y="11"/>
                    </a:cubicBezTo>
                    <a:cubicBezTo>
                      <a:pt x="11" y="11"/>
                      <a:pt x="11" y="11"/>
                      <a:pt x="11" y="11"/>
                    </a:cubicBezTo>
                    <a:cubicBezTo>
                      <a:pt x="11" y="11"/>
                      <a:pt x="11" y="11"/>
                      <a:pt x="11" y="11"/>
                    </a:cubicBezTo>
                    <a:cubicBezTo>
                      <a:pt x="11" y="11"/>
                      <a:pt x="11"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3" y="10"/>
                      <a:pt x="13" y="10"/>
                    </a:cubicBezTo>
                    <a:cubicBezTo>
                      <a:pt x="13" y="10"/>
                      <a:pt x="13" y="10"/>
                      <a:pt x="13" y="10"/>
                    </a:cubicBezTo>
                    <a:cubicBezTo>
                      <a:pt x="13" y="10"/>
                      <a:pt x="13" y="10"/>
                      <a:pt x="13" y="10"/>
                    </a:cubicBezTo>
                    <a:cubicBezTo>
                      <a:pt x="13" y="10"/>
                      <a:pt x="13" y="10"/>
                      <a:pt x="13" y="10"/>
                    </a:cubicBezTo>
                    <a:cubicBezTo>
                      <a:pt x="13" y="10"/>
                      <a:pt x="13" y="10"/>
                      <a:pt x="13" y="10"/>
                    </a:cubicBezTo>
                    <a:cubicBezTo>
                      <a:pt x="13" y="10"/>
                      <a:pt x="13" y="10"/>
                      <a:pt x="13" y="10"/>
                    </a:cubicBezTo>
                    <a:cubicBezTo>
                      <a:pt x="13" y="10"/>
                      <a:pt x="13" y="9"/>
                      <a:pt x="13" y="9"/>
                    </a:cubicBezTo>
                    <a:cubicBezTo>
                      <a:pt x="13" y="9"/>
                      <a:pt x="12" y="9"/>
                      <a:pt x="12" y="9"/>
                    </a:cubicBezTo>
                    <a:cubicBezTo>
                      <a:pt x="12" y="9"/>
                      <a:pt x="12" y="9"/>
                      <a:pt x="12" y="9"/>
                    </a:cubicBezTo>
                    <a:cubicBezTo>
                      <a:pt x="12" y="9"/>
                      <a:pt x="12" y="9"/>
                      <a:pt x="12" y="9"/>
                    </a:cubicBezTo>
                    <a:cubicBezTo>
                      <a:pt x="12" y="9"/>
                      <a:pt x="12" y="9"/>
                      <a:pt x="12" y="9"/>
                    </a:cubicBezTo>
                    <a:cubicBezTo>
                      <a:pt x="12" y="9"/>
                      <a:pt x="12" y="9"/>
                      <a:pt x="12" y="8"/>
                    </a:cubicBezTo>
                    <a:cubicBezTo>
                      <a:pt x="12" y="8"/>
                      <a:pt x="12" y="8"/>
                      <a:pt x="12" y="8"/>
                    </a:cubicBezTo>
                    <a:cubicBezTo>
                      <a:pt x="12" y="8"/>
                      <a:pt x="12" y="8"/>
                      <a:pt x="12" y="8"/>
                    </a:cubicBezTo>
                    <a:cubicBezTo>
                      <a:pt x="12" y="8"/>
                      <a:pt x="12"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2" y="8"/>
                    </a:cubicBezTo>
                    <a:cubicBezTo>
                      <a:pt x="12" y="8"/>
                      <a:pt x="12" y="8"/>
                      <a:pt x="12" y="8"/>
                    </a:cubicBezTo>
                    <a:cubicBezTo>
                      <a:pt x="12" y="8"/>
                      <a:pt x="12" y="8"/>
                      <a:pt x="12" y="8"/>
                    </a:cubicBezTo>
                    <a:cubicBezTo>
                      <a:pt x="12" y="8"/>
                      <a:pt x="12" y="7"/>
                      <a:pt x="12" y="7"/>
                    </a:cubicBezTo>
                    <a:cubicBezTo>
                      <a:pt x="12" y="7"/>
                      <a:pt x="12" y="7"/>
                      <a:pt x="12" y="7"/>
                    </a:cubicBezTo>
                    <a:cubicBezTo>
                      <a:pt x="12" y="7"/>
                      <a:pt x="12" y="7"/>
                      <a:pt x="12" y="7"/>
                    </a:cubicBezTo>
                    <a:cubicBezTo>
                      <a:pt x="12" y="7"/>
                      <a:pt x="12" y="7"/>
                      <a:pt x="12" y="7"/>
                    </a:cubicBezTo>
                    <a:cubicBezTo>
                      <a:pt x="11" y="7"/>
                      <a:pt x="11" y="7"/>
                      <a:pt x="11" y="7"/>
                    </a:cubicBezTo>
                    <a:cubicBezTo>
                      <a:pt x="11" y="7"/>
                      <a:pt x="11" y="7"/>
                      <a:pt x="11" y="7"/>
                    </a:cubicBezTo>
                    <a:cubicBezTo>
                      <a:pt x="11" y="7"/>
                      <a:pt x="11" y="7"/>
                      <a:pt x="11" y="7"/>
                    </a:cubicBezTo>
                    <a:cubicBezTo>
                      <a:pt x="11" y="7"/>
                      <a:pt x="11" y="7"/>
                      <a:pt x="11" y="7"/>
                    </a:cubicBezTo>
                    <a:cubicBezTo>
                      <a:pt x="11" y="7"/>
                      <a:pt x="11" y="7"/>
                      <a:pt x="11" y="7"/>
                    </a:cubicBezTo>
                    <a:cubicBezTo>
                      <a:pt x="11" y="7"/>
                      <a:pt x="11" y="7"/>
                      <a:pt x="11" y="7"/>
                    </a:cubicBezTo>
                    <a:cubicBezTo>
                      <a:pt x="11" y="7"/>
                      <a:pt x="11" y="7"/>
                      <a:pt x="11" y="7"/>
                    </a:cubicBezTo>
                    <a:cubicBezTo>
                      <a:pt x="11" y="7"/>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0" y="6"/>
                    </a:cubicBezTo>
                    <a:cubicBezTo>
                      <a:pt x="10" y="6"/>
                      <a:pt x="10" y="6"/>
                      <a:pt x="10" y="6"/>
                    </a:cubicBezTo>
                    <a:cubicBezTo>
                      <a:pt x="10" y="6"/>
                      <a:pt x="10" y="6"/>
                      <a:pt x="11" y="6"/>
                    </a:cubicBezTo>
                    <a:cubicBezTo>
                      <a:pt x="11" y="6"/>
                      <a:pt x="11" y="6"/>
                      <a:pt x="11" y="6"/>
                    </a:cubicBezTo>
                    <a:cubicBezTo>
                      <a:pt x="11" y="6"/>
                      <a:pt x="11" y="6"/>
                      <a:pt x="11" y="6"/>
                    </a:cubicBezTo>
                    <a:cubicBezTo>
                      <a:pt x="11" y="6"/>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5"/>
                      <a:pt x="11" y="5"/>
                    </a:cubicBezTo>
                    <a:cubicBezTo>
                      <a:pt x="11" y="5"/>
                      <a:pt x="11" y="4"/>
                      <a:pt x="11" y="4"/>
                    </a:cubicBezTo>
                    <a:cubicBezTo>
                      <a:pt x="11" y="4"/>
                      <a:pt x="11" y="5"/>
                      <a:pt x="11" y="5"/>
                    </a:cubicBezTo>
                    <a:cubicBezTo>
                      <a:pt x="11" y="5"/>
                      <a:pt x="12" y="5"/>
                      <a:pt x="12" y="5"/>
                    </a:cubicBezTo>
                    <a:cubicBezTo>
                      <a:pt x="12" y="5"/>
                      <a:pt x="12" y="5"/>
                      <a:pt x="12" y="5"/>
                    </a:cubicBezTo>
                    <a:cubicBezTo>
                      <a:pt x="12" y="5"/>
                      <a:pt x="12" y="5"/>
                      <a:pt x="12" y="5"/>
                    </a:cubicBezTo>
                    <a:cubicBezTo>
                      <a:pt x="12" y="5"/>
                      <a:pt x="12" y="5"/>
                      <a:pt x="12" y="5"/>
                    </a:cubicBezTo>
                    <a:cubicBezTo>
                      <a:pt x="12" y="5"/>
                      <a:pt x="12" y="5"/>
                      <a:pt x="12" y="5"/>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3"/>
                      <a:pt x="12" y="3"/>
                    </a:cubicBezTo>
                    <a:cubicBezTo>
                      <a:pt x="12" y="3"/>
                      <a:pt x="12" y="3"/>
                      <a:pt x="12" y="3"/>
                    </a:cubicBezTo>
                    <a:cubicBezTo>
                      <a:pt x="12" y="3"/>
                      <a:pt x="12" y="3"/>
                      <a:pt x="12" y="3"/>
                    </a:cubicBezTo>
                    <a:cubicBezTo>
                      <a:pt x="12" y="3"/>
                      <a:pt x="12" y="3"/>
                      <a:pt x="12" y="3"/>
                    </a:cubicBezTo>
                    <a:cubicBezTo>
                      <a:pt x="12" y="3"/>
                      <a:pt x="12" y="4"/>
                      <a:pt x="12" y="4"/>
                    </a:cubicBezTo>
                    <a:cubicBezTo>
                      <a:pt x="12" y="4"/>
                      <a:pt x="12" y="4"/>
                      <a:pt x="12" y="4"/>
                    </a:cubicBezTo>
                    <a:cubicBezTo>
                      <a:pt x="13" y="4"/>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3"/>
                      <a:pt x="13" y="2"/>
                      <a:pt x="13" y="2"/>
                    </a:cubicBezTo>
                    <a:cubicBezTo>
                      <a:pt x="13"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0"/>
                      <a:pt x="11" y="0"/>
                    </a:cubicBezTo>
                    <a:cubicBezTo>
                      <a:pt x="11" y="0"/>
                      <a:pt x="11" y="0"/>
                      <a:pt x="10" y="0"/>
                    </a:cubicBezTo>
                    <a:cubicBezTo>
                      <a:pt x="10" y="0"/>
                      <a:pt x="10" y="0"/>
                      <a:pt x="10" y="0"/>
                    </a:cubicBezTo>
                    <a:cubicBezTo>
                      <a:pt x="10" y="0"/>
                      <a:pt x="10" y="0"/>
                      <a:pt x="10" y="0"/>
                    </a:cubicBezTo>
                    <a:cubicBezTo>
                      <a:pt x="10" y="0"/>
                      <a:pt x="10" y="0"/>
                      <a:pt x="10" y="0"/>
                    </a:cubicBezTo>
                    <a:cubicBezTo>
                      <a:pt x="10" y="1"/>
                      <a:pt x="10" y="1"/>
                      <a:pt x="10" y="1"/>
                    </a:cubicBezTo>
                    <a:cubicBezTo>
                      <a:pt x="10" y="1"/>
                      <a:pt x="10" y="1"/>
                      <a:pt x="10" y="1"/>
                    </a:cubicBezTo>
                    <a:cubicBezTo>
                      <a:pt x="10" y="1"/>
                      <a:pt x="10" y="1"/>
                      <a:pt x="10" y="1"/>
                    </a:cubicBezTo>
                    <a:cubicBezTo>
                      <a:pt x="10" y="1"/>
                      <a:pt x="10" y="1"/>
                      <a:pt x="10" y="1"/>
                    </a:cubicBezTo>
                    <a:cubicBezTo>
                      <a:pt x="10" y="1"/>
                      <a:pt x="10" y="0"/>
                      <a:pt x="10" y="0"/>
                    </a:cubicBezTo>
                    <a:cubicBezTo>
                      <a:pt x="10" y="0"/>
                      <a:pt x="10" y="0"/>
                      <a:pt x="10" y="0"/>
                    </a:cubicBezTo>
                    <a:cubicBezTo>
                      <a:pt x="10" y="0"/>
                      <a:pt x="10" y="0"/>
                      <a:pt x="10" y="0"/>
                    </a:cubicBezTo>
                    <a:cubicBezTo>
                      <a:pt x="10" y="0"/>
                      <a:pt x="10" y="0"/>
                      <a:pt x="10" y="0"/>
                    </a:cubicBezTo>
                    <a:cubicBezTo>
                      <a:pt x="10" y="1"/>
                      <a:pt x="10" y="1"/>
                      <a:pt x="10" y="1"/>
                    </a:cubicBezTo>
                    <a:cubicBezTo>
                      <a:pt x="10" y="1"/>
                      <a:pt x="10" y="1"/>
                      <a:pt x="10" y="1"/>
                    </a:cubicBezTo>
                    <a:cubicBezTo>
                      <a:pt x="9" y="1"/>
                      <a:pt x="9" y="1"/>
                      <a:pt x="9" y="1"/>
                    </a:cubicBezTo>
                    <a:cubicBezTo>
                      <a:pt x="9" y="1"/>
                      <a:pt x="9" y="1"/>
                      <a:pt x="9" y="1"/>
                    </a:cubicBezTo>
                    <a:cubicBezTo>
                      <a:pt x="9" y="1"/>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8" y="2"/>
                      <a:pt x="8" y="2"/>
                    </a:cubicBezTo>
                    <a:cubicBezTo>
                      <a:pt x="8" y="2"/>
                      <a:pt x="8" y="2"/>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9" y="3"/>
                      <a:pt x="9" y="3"/>
                      <a:pt x="9"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7" y="3"/>
                      <a:pt x="7" y="3"/>
                    </a:cubicBezTo>
                    <a:cubicBezTo>
                      <a:pt x="7" y="3"/>
                      <a:pt x="7" y="3"/>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6" y="4"/>
                      <a:pt x="6" y="4"/>
                      <a:pt x="6" y="4"/>
                    </a:cubicBezTo>
                    <a:cubicBezTo>
                      <a:pt x="6" y="4"/>
                      <a:pt x="6" y="4"/>
                      <a:pt x="6" y="4"/>
                    </a:cubicBezTo>
                    <a:cubicBezTo>
                      <a:pt x="6" y="4"/>
                      <a:pt x="6" y="4"/>
                      <a:pt x="6" y="4"/>
                    </a:cubicBezTo>
                    <a:cubicBezTo>
                      <a:pt x="6" y="4"/>
                      <a:pt x="6" y="4"/>
                      <a:pt x="6" y="4"/>
                    </a:cubicBezTo>
                    <a:cubicBezTo>
                      <a:pt x="6" y="5"/>
                      <a:pt x="6" y="5"/>
                      <a:pt x="6" y="5"/>
                    </a:cubicBezTo>
                    <a:cubicBezTo>
                      <a:pt x="6" y="5"/>
                      <a:pt x="6" y="5"/>
                      <a:pt x="6" y="5"/>
                    </a:cubicBezTo>
                    <a:cubicBezTo>
                      <a:pt x="6" y="5"/>
                      <a:pt x="6" y="5"/>
                      <a:pt x="6" y="5"/>
                    </a:cubicBezTo>
                    <a:cubicBezTo>
                      <a:pt x="6" y="5"/>
                      <a:pt x="6" y="5"/>
                      <a:pt x="6" y="5"/>
                    </a:cubicBezTo>
                    <a:cubicBezTo>
                      <a:pt x="6" y="5"/>
                      <a:pt x="6" y="5"/>
                      <a:pt x="6" y="6"/>
                    </a:cubicBezTo>
                    <a:cubicBezTo>
                      <a:pt x="6" y="6"/>
                      <a:pt x="6" y="6"/>
                      <a:pt x="6" y="6"/>
                    </a:cubicBezTo>
                    <a:cubicBezTo>
                      <a:pt x="6" y="6"/>
                      <a:pt x="6" y="6"/>
                      <a:pt x="5" y="6"/>
                    </a:cubicBezTo>
                    <a:cubicBezTo>
                      <a:pt x="5" y="6"/>
                      <a:pt x="5" y="6"/>
                      <a:pt x="5" y="6"/>
                    </a:cubicBezTo>
                    <a:cubicBezTo>
                      <a:pt x="5" y="6"/>
                      <a:pt x="5" y="6"/>
                      <a:pt x="5" y="6"/>
                    </a:cubicBezTo>
                    <a:cubicBezTo>
                      <a:pt x="5" y="6"/>
                      <a:pt x="5" y="6"/>
                      <a:pt x="5" y="6"/>
                    </a:cubicBezTo>
                    <a:cubicBezTo>
                      <a:pt x="5" y="6"/>
                      <a:pt x="5" y="6"/>
                      <a:pt x="5" y="6"/>
                    </a:cubicBezTo>
                    <a:cubicBezTo>
                      <a:pt x="5" y="7"/>
                      <a:pt x="5" y="7"/>
                      <a:pt x="5" y="7"/>
                    </a:cubicBezTo>
                    <a:cubicBezTo>
                      <a:pt x="5" y="7"/>
                      <a:pt x="5" y="7"/>
                      <a:pt x="4" y="7"/>
                    </a:cubicBezTo>
                    <a:cubicBezTo>
                      <a:pt x="4" y="7"/>
                      <a:pt x="4" y="7"/>
                      <a:pt x="4" y="7"/>
                    </a:cubicBezTo>
                    <a:cubicBezTo>
                      <a:pt x="4" y="7"/>
                      <a:pt x="4" y="7"/>
                      <a:pt x="4" y="7"/>
                    </a:cubicBezTo>
                    <a:cubicBezTo>
                      <a:pt x="4" y="7"/>
                      <a:pt x="4" y="7"/>
                      <a:pt x="4" y="7"/>
                    </a:cubicBezTo>
                    <a:cubicBezTo>
                      <a:pt x="4" y="7"/>
                      <a:pt x="4" y="7"/>
                      <a:pt x="4" y="7"/>
                    </a:cubicBezTo>
                    <a:cubicBezTo>
                      <a:pt x="3" y="7"/>
                      <a:pt x="3" y="7"/>
                      <a:pt x="3" y="7"/>
                    </a:cubicBezTo>
                    <a:cubicBezTo>
                      <a:pt x="3" y="7"/>
                      <a:pt x="3" y="7"/>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2" y="9"/>
                      <a:pt x="2" y="9"/>
                      <a:pt x="2" y="9"/>
                    </a:cubicBezTo>
                    <a:cubicBezTo>
                      <a:pt x="2" y="9"/>
                      <a:pt x="2" y="9"/>
                      <a:pt x="2" y="9"/>
                    </a:cubicBezTo>
                    <a:cubicBezTo>
                      <a:pt x="2" y="9"/>
                      <a:pt x="2" y="9"/>
                      <a:pt x="2" y="9"/>
                    </a:cubicBezTo>
                    <a:cubicBezTo>
                      <a:pt x="2" y="9"/>
                      <a:pt x="2" y="9"/>
                      <a:pt x="2" y="9"/>
                    </a:cubicBezTo>
                    <a:cubicBezTo>
                      <a:pt x="2" y="9"/>
                      <a:pt x="2" y="9"/>
                      <a:pt x="2" y="9"/>
                    </a:cubicBezTo>
                    <a:cubicBezTo>
                      <a:pt x="2" y="9"/>
                      <a:pt x="2" y="9"/>
                      <a:pt x="2" y="9"/>
                    </a:cubicBezTo>
                    <a:cubicBezTo>
                      <a:pt x="2" y="9"/>
                      <a:pt x="2" y="9"/>
                      <a:pt x="2" y="9"/>
                    </a:cubicBezTo>
                    <a:cubicBezTo>
                      <a:pt x="2" y="9"/>
                      <a:pt x="2" y="9"/>
                      <a:pt x="2" y="9"/>
                    </a:cubicBezTo>
                    <a:cubicBezTo>
                      <a:pt x="1" y="9"/>
                      <a:pt x="1" y="9"/>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9"/>
                    </a:cubicBezTo>
                    <a:cubicBezTo>
                      <a:pt x="1" y="9"/>
                      <a:pt x="0" y="9"/>
                      <a:pt x="0" y="9"/>
                    </a:cubicBezTo>
                    <a:cubicBezTo>
                      <a:pt x="0" y="9"/>
                      <a:pt x="0" y="9"/>
                      <a:pt x="0" y="9"/>
                    </a:cubicBezTo>
                    <a:cubicBezTo>
                      <a:pt x="0" y="9"/>
                      <a:pt x="0" y="9"/>
                      <a:pt x="0" y="10"/>
                    </a:cubicBezTo>
                    <a:cubicBezTo>
                      <a:pt x="0" y="10"/>
                      <a:pt x="0" y="10"/>
                      <a:pt x="0" y="10"/>
                    </a:cubicBezTo>
                    <a:cubicBezTo>
                      <a:pt x="0" y="10"/>
                      <a:pt x="0" y="10"/>
                      <a:pt x="0" y="10"/>
                    </a:cubicBezTo>
                    <a:cubicBezTo>
                      <a:pt x="0" y="10"/>
                      <a:pt x="0" y="10"/>
                      <a:pt x="0" y="11"/>
                    </a:cubicBezTo>
                    <a:cubicBezTo>
                      <a:pt x="0" y="11"/>
                      <a:pt x="0" y="11"/>
                      <a:pt x="0" y="11"/>
                    </a:cubicBezTo>
                    <a:cubicBezTo>
                      <a:pt x="0" y="11"/>
                      <a:pt x="0" y="11"/>
                      <a:pt x="0" y="11"/>
                    </a:cubicBezTo>
                    <a:cubicBezTo>
                      <a:pt x="0" y="11"/>
                      <a:pt x="0" y="11"/>
                      <a:pt x="0" y="11"/>
                    </a:cubicBezTo>
                    <a:cubicBezTo>
                      <a:pt x="0" y="11"/>
                      <a:pt x="0" y="11"/>
                      <a:pt x="0" y="11"/>
                    </a:cubicBezTo>
                    <a:cubicBezTo>
                      <a:pt x="0" y="11"/>
                      <a:pt x="0" y="11"/>
                      <a:pt x="0" y="11"/>
                    </a:cubicBezTo>
                    <a:cubicBezTo>
                      <a:pt x="0" y="11"/>
                      <a:pt x="0" y="11"/>
                      <a:pt x="0" y="11"/>
                    </a:cubicBezTo>
                    <a:cubicBezTo>
                      <a:pt x="0" y="11"/>
                      <a:pt x="0" y="11"/>
                      <a:pt x="0" y="11"/>
                    </a:cubicBezTo>
                    <a:cubicBezTo>
                      <a:pt x="0" y="11"/>
                      <a:pt x="1" y="11"/>
                      <a:pt x="1" y="12"/>
                    </a:cubicBezTo>
                    <a:cubicBezTo>
                      <a:pt x="1" y="12"/>
                      <a:pt x="1" y="12"/>
                      <a:pt x="0" y="12"/>
                    </a:cubicBezTo>
                    <a:cubicBezTo>
                      <a:pt x="0" y="12"/>
                      <a:pt x="0" y="12"/>
                      <a:pt x="0" y="12"/>
                    </a:cubicBezTo>
                    <a:cubicBezTo>
                      <a:pt x="0" y="12"/>
                      <a:pt x="0" y="12"/>
                      <a:pt x="1" y="12"/>
                    </a:cubicBezTo>
                    <a:cubicBezTo>
                      <a:pt x="1" y="12"/>
                      <a:pt x="1" y="12"/>
                      <a:pt x="1" y="12"/>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1" y="14"/>
                      <a:pt x="1" y="14"/>
                    </a:cubicBezTo>
                    <a:cubicBezTo>
                      <a:pt x="1" y="14"/>
                      <a:pt x="1" y="14"/>
                      <a:pt x="1" y="14"/>
                    </a:cubicBezTo>
                    <a:cubicBezTo>
                      <a:pt x="1" y="14"/>
                      <a:pt x="1" y="14"/>
                      <a:pt x="1" y="14"/>
                    </a:cubicBezTo>
                    <a:cubicBezTo>
                      <a:pt x="1" y="14"/>
                      <a:pt x="1" y="14"/>
                      <a:pt x="1" y="13"/>
                    </a:cubicBezTo>
                    <a:cubicBezTo>
                      <a:pt x="1" y="13"/>
                      <a:pt x="1" y="13"/>
                      <a:pt x="1" y="13"/>
                    </a:cubicBezTo>
                    <a:cubicBezTo>
                      <a:pt x="1" y="13"/>
                      <a:pt x="1" y="13"/>
                      <a:pt x="1" y="13"/>
                    </a:cubicBezTo>
                    <a:cubicBezTo>
                      <a:pt x="1" y="13"/>
                      <a:pt x="1" y="13"/>
                      <a:pt x="1" y="13"/>
                    </a:cubicBezTo>
                    <a:cubicBezTo>
                      <a:pt x="1" y="13"/>
                      <a:pt x="1" y="13"/>
                      <a:pt x="1" y="13"/>
                    </a:cubicBezTo>
                    <a:cubicBezTo>
                      <a:pt x="1" y="13"/>
                      <a:pt x="2" y="13"/>
                      <a:pt x="2" y="13"/>
                    </a:cubicBezTo>
                    <a:cubicBezTo>
                      <a:pt x="2" y="13"/>
                      <a:pt x="2" y="13"/>
                      <a:pt x="2" y="14"/>
                    </a:cubicBezTo>
                    <a:cubicBezTo>
                      <a:pt x="2" y="14"/>
                      <a:pt x="2" y="14"/>
                      <a:pt x="2" y="14"/>
                    </a:cubicBezTo>
                    <a:cubicBezTo>
                      <a:pt x="2" y="14"/>
                      <a:pt x="2" y="14"/>
                      <a:pt x="2" y="14"/>
                    </a:cubicBezTo>
                    <a:cubicBezTo>
                      <a:pt x="2" y="14"/>
                      <a:pt x="2" y="14"/>
                      <a:pt x="2" y="14"/>
                    </a:cubicBezTo>
                    <a:cubicBezTo>
                      <a:pt x="2" y="14"/>
                      <a:pt x="1" y="14"/>
                      <a:pt x="2" y="14"/>
                    </a:cubicBezTo>
                    <a:cubicBezTo>
                      <a:pt x="2" y="14"/>
                      <a:pt x="2" y="14"/>
                      <a:pt x="2" y="14"/>
                    </a:cubicBezTo>
                    <a:cubicBezTo>
                      <a:pt x="2" y="15"/>
                      <a:pt x="2" y="15"/>
                      <a:pt x="2" y="15"/>
                    </a:cubicBezTo>
                    <a:cubicBezTo>
                      <a:pt x="2" y="15"/>
                      <a:pt x="2" y="15"/>
                      <a:pt x="2" y="15"/>
                    </a:cubicBezTo>
                    <a:cubicBezTo>
                      <a:pt x="2" y="15"/>
                      <a:pt x="2" y="15"/>
                      <a:pt x="2" y="15"/>
                    </a:cubicBezTo>
                    <a:cubicBezTo>
                      <a:pt x="2" y="15"/>
                      <a:pt x="2" y="15"/>
                      <a:pt x="2" y="15"/>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2" y="16"/>
                    </a:cubicBezTo>
                    <a:cubicBezTo>
                      <a:pt x="2" y="16"/>
                      <a:pt x="2" y="16"/>
                      <a:pt x="3" y="16"/>
                    </a:cubicBezTo>
                    <a:cubicBezTo>
                      <a:pt x="3" y="16"/>
                      <a:pt x="3" y="16"/>
                      <a:pt x="3" y="16"/>
                    </a:cubicBezTo>
                    <a:cubicBezTo>
                      <a:pt x="3" y="16"/>
                      <a:pt x="3" y="16"/>
                      <a:pt x="3" y="16"/>
                    </a:cubicBezTo>
                    <a:cubicBezTo>
                      <a:pt x="3" y="16"/>
                      <a:pt x="3" y="16"/>
                      <a:pt x="3" y="16"/>
                    </a:cubicBezTo>
                    <a:cubicBezTo>
                      <a:pt x="3" y="16"/>
                      <a:pt x="3" y="17"/>
                      <a:pt x="3" y="17"/>
                    </a:cubicBezTo>
                    <a:cubicBezTo>
                      <a:pt x="3" y="17"/>
                      <a:pt x="3" y="16"/>
                      <a:pt x="3" y="16"/>
                    </a:cubicBezTo>
                    <a:cubicBezTo>
                      <a:pt x="3" y="16"/>
                      <a:pt x="3" y="16"/>
                      <a:pt x="3" y="16"/>
                    </a:cubicBezTo>
                    <a:cubicBezTo>
                      <a:pt x="4" y="16"/>
                      <a:pt x="4" y="16"/>
                      <a:pt x="4" y="16"/>
                    </a:cubicBezTo>
                    <a:cubicBezTo>
                      <a:pt x="4" y="16"/>
                      <a:pt x="4" y="16"/>
                      <a:pt x="4" y="16"/>
                    </a:cubicBezTo>
                    <a:cubicBezTo>
                      <a:pt x="4" y="16"/>
                      <a:pt x="4" y="16"/>
                      <a:pt x="4" y="16"/>
                    </a:cubicBezTo>
                    <a:cubicBezTo>
                      <a:pt x="4" y="16"/>
                      <a:pt x="4" y="16"/>
                      <a:pt x="4" y="16"/>
                    </a:cubicBezTo>
                    <a:cubicBezTo>
                      <a:pt x="4" y="16"/>
                      <a:pt x="4" y="16"/>
                      <a:pt x="4" y="16"/>
                    </a:cubicBezTo>
                    <a:cubicBezTo>
                      <a:pt x="4" y="16"/>
                      <a:pt x="4" y="16"/>
                      <a:pt x="4" y="16"/>
                    </a:cubicBezTo>
                    <a:cubicBezTo>
                      <a:pt x="4" y="16"/>
                      <a:pt x="4" y="16"/>
                      <a:pt x="4" y="16"/>
                    </a:cubicBezTo>
                    <a:cubicBezTo>
                      <a:pt x="4" y="16"/>
                      <a:pt x="4" y="16"/>
                      <a:pt x="4" y="16"/>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5" y="17"/>
                      <a:pt x="5" y="17"/>
                      <a:pt x="5" y="17"/>
                    </a:cubicBezTo>
                    <a:cubicBezTo>
                      <a:pt x="5" y="17"/>
                      <a:pt x="5" y="17"/>
                      <a:pt x="5" y="17"/>
                    </a:cubicBezTo>
                    <a:cubicBezTo>
                      <a:pt x="5" y="17"/>
                      <a:pt x="5" y="17"/>
                      <a:pt x="5" y="17"/>
                    </a:cubicBezTo>
                    <a:cubicBezTo>
                      <a:pt x="5" y="17"/>
                      <a:pt x="5" y="17"/>
                      <a:pt x="5" y="17"/>
                    </a:cubicBezTo>
                    <a:cubicBezTo>
                      <a:pt x="5" y="17"/>
                      <a:pt x="5" y="17"/>
                      <a:pt x="5" y="17"/>
                    </a:cubicBezTo>
                    <a:cubicBezTo>
                      <a:pt x="5" y="17"/>
                      <a:pt x="5" y="17"/>
                      <a:pt x="5" y="17"/>
                    </a:cubicBezTo>
                    <a:cubicBezTo>
                      <a:pt x="5" y="17"/>
                      <a:pt x="5" y="17"/>
                      <a:pt x="5" y="17"/>
                    </a:cubicBezTo>
                    <a:cubicBezTo>
                      <a:pt x="5" y="17"/>
                      <a:pt x="5" y="16"/>
                      <a:pt x="5" y="16"/>
                    </a:cubicBezTo>
                    <a:cubicBezTo>
                      <a:pt x="5" y="16"/>
                      <a:pt x="5" y="16"/>
                      <a:pt x="5" y="16"/>
                    </a:cubicBezTo>
                    <a:cubicBezTo>
                      <a:pt x="5" y="16"/>
                      <a:pt x="6" y="17"/>
                      <a:pt x="6" y="17"/>
                    </a:cubicBezTo>
                    <a:cubicBezTo>
                      <a:pt x="6" y="17"/>
                      <a:pt x="6" y="17"/>
                      <a:pt x="6" y="17"/>
                    </a:cubicBezTo>
                    <a:cubicBezTo>
                      <a:pt x="6" y="17"/>
                      <a:pt x="6" y="17"/>
                      <a:pt x="6" y="17"/>
                    </a:cubicBezTo>
                    <a:cubicBezTo>
                      <a:pt x="6" y="17"/>
                      <a:pt x="6" y="17"/>
                      <a:pt x="6" y="17"/>
                    </a:cubicBezTo>
                    <a:cubicBezTo>
                      <a:pt x="6" y="17"/>
                      <a:pt x="6" y="17"/>
                      <a:pt x="6" y="17"/>
                    </a:cubicBezTo>
                    <a:cubicBezTo>
                      <a:pt x="6" y="17"/>
                      <a:pt x="6" y="17"/>
                      <a:pt x="6" y="17"/>
                    </a:cubicBezTo>
                    <a:cubicBezTo>
                      <a:pt x="6" y="17"/>
                      <a:pt x="6" y="17"/>
                      <a:pt x="6" y="17"/>
                    </a:cubicBezTo>
                    <a:cubicBezTo>
                      <a:pt x="6" y="17"/>
                      <a:pt x="6" y="17"/>
                      <a:pt x="6" y="17"/>
                    </a:cubicBezTo>
                    <a:cubicBezTo>
                      <a:pt x="6" y="17"/>
                      <a:pt x="6"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7"/>
                      <a:pt x="7" y="17"/>
                    </a:cubicBezTo>
                    <a:cubicBezTo>
                      <a:pt x="7" y="17"/>
                      <a:pt x="7" y="18"/>
                      <a:pt x="7" y="18"/>
                    </a:cubicBezTo>
                    <a:cubicBezTo>
                      <a:pt x="7" y="18"/>
                      <a:pt x="7" y="18"/>
                      <a:pt x="7" y="18"/>
                    </a:cubicBezTo>
                    <a:cubicBezTo>
                      <a:pt x="7" y="18"/>
                      <a:pt x="7" y="18"/>
                      <a:pt x="7" y="18"/>
                    </a:cubicBezTo>
                    <a:cubicBezTo>
                      <a:pt x="7" y="18"/>
                      <a:pt x="7" y="18"/>
                      <a:pt x="7" y="18"/>
                    </a:cubicBezTo>
                    <a:cubicBezTo>
                      <a:pt x="8" y="18"/>
                      <a:pt x="8" y="18"/>
                      <a:pt x="8" y="18"/>
                    </a:cubicBezTo>
                    <a:cubicBezTo>
                      <a:pt x="8" y="18"/>
                      <a:pt x="8" y="18"/>
                      <a:pt x="8" y="18"/>
                    </a:cubicBezTo>
                    <a:cubicBezTo>
                      <a:pt x="8" y="18"/>
                      <a:pt x="8" y="18"/>
                      <a:pt x="8" y="18"/>
                    </a:cubicBezTo>
                    <a:cubicBezTo>
                      <a:pt x="8" y="18"/>
                      <a:pt x="8" y="18"/>
                      <a:pt x="8" y="18"/>
                    </a:cubicBezTo>
                    <a:cubicBezTo>
                      <a:pt x="8" y="18"/>
                      <a:pt x="8" y="18"/>
                      <a:pt x="8" y="18"/>
                    </a:cubicBezTo>
                    <a:cubicBezTo>
                      <a:pt x="8" y="18"/>
                      <a:pt x="9" y="18"/>
                      <a:pt x="9" y="18"/>
                    </a:cubicBezTo>
                    <a:cubicBezTo>
                      <a:pt x="9" y="18"/>
                      <a:pt x="9" y="18"/>
                      <a:pt x="9" y="18"/>
                    </a:cubicBezTo>
                    <a:cubicBezTo>
                      <a:pt x="9" y="18"/>
                      <a:pt x="9" y="18"/>
                      <a:pt x="9" y="18"/>
                    </a:cubicBezTo>
                    <a:cubicBezTo>
                      <a:pt x="9" y="17"/>
                      <a:pt x="9" y="17"/>
                      <a:pt x="9" y="17"/>
                    </a:cubicBezTo>
                    <a:cubicBezTo>
                      <a:pt x="9" y="17"/>
                      <a:pt x="9" y="17"/>
                      <a:pt x="9" y="17"/>
                    </a:cubicBezTo>
                    <a:cubicBezTo>
                      <a:pt x="9" y="17"/>
                      <a:pt x="9" y="17"/>
                      <a:pt x="9" y="17"/>
                    </a:cubicBezTo>
                    <a:cubicBezTo>
                      <a:pt x="9" y="17"/>
                      <a:pt x="9" y="17"/>
                      <a:pt x="9" y="17"/>
                    </a:cubicBezTo>
                    <a:cubicBezTo>
                      <a:pt x="9" y="17"/>
                      <a:pt x="10" y="17"/>
                      <a:pt x="10" y="17"/>
                    </a:cubicBezTo>
                    <a:cubicBezTo>
                      <a:pt x="10" y="17"/>
                      <a:pt x="10" y="17"/>
                      <a:pt x="10" y="17"/>
                    </a:cubicBezTo>
                    <a:cubicBezTo>
                      <a:pt x="10" y="17"/>
                      <a:pt x="10" y="17"/>
                      <a:pt x="10" y="17"/>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10" y="16"/>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6" name="Freeform 336"/>
              <p:cNvSpPr>
                <a:spLocks/>
              </p:cNvSpPr>
              <p:nvPr/>
            </p:nvSpPr>
            <p:spPr bwMode="auto">
              <a:xfrm>
                <a:off x="4982767" y="2647951"/>
                <a:ext cx="22622" cy="33338"/>
              </a:xfrm>
              <a:custGeom>
                <a:avLst/>
                <a:gdLst/>
                <a:ahLst/>
                <a:cxnLst>
                  <a:cxn ang="0">
                    <a:pos x="8" y="0"/>
                  </a:cxn>
                  <a:cxn ang="0">
                    <a:pos x="6" y="1"/>
                  </a:cxn>
                  <a:cxn ang="0">
                    <a:pos x="6" y="1"/>
                  </a:cxn>
                  <a:cxn ang="0">
                    <a:pos x="5" y="1"/>
                  </a:cxn>
                  <a:cxn ang="0">
                    <a:pos x="4" y="1"/>
                  </a:cxn>
                  <a:cxn ang="0">
                    <a:pos x="3" y="0"/>
                  </a:cxn>
                  <a:cxn ang="0">
                    <a:pos x="3" y="0"/>
                  </a:cxn>
                  <a:cxn ang="0">
                    <a:pos x="2" y="1"/>
                  </a:cxn>
                  <a:cxn ang="0">
                    <a:pos x="2" y="1"/>
                  </a:cxn>
                  <a:cxn ang="0">
                    <a:pos x="1" y="2"/>
                  </a:cxn>
                  <a:cxn ang="0">
                    <a:pos x="1" y="2"/>
                  </a:cxn>
                  <a:cxn ang="0">
                    <a:pos x="1" y="3"/>
                  </a:cxn>
                  <a:cxn ang="0">
                    <a:pos x="1" y="4"/>
                  </a:cxn>
                  <a:cxn ang="0">
                    <a:pos x="0" y="5"/>
                  </a:cxn>
                  <a:cxn ang="0">
                    <a:pos x="0" y="6"/>
                  </a:cxn>
                  <a:cxn ang="0">
                    <a:pos x="0" y="7"/>
                  </a:cxn>
                  <a:cxn ang="0">
                    <a:pos x="0" y="7"/>
                  </a:cxn>
                  <a:cxn ang="0">
                    <a:pos x="0" y="8"/>
                  </a:cxn>
                  <a:cxn ang="0">
                    <a:pos x="1" y="9"/>
                  </a:cxn>
                  <a:cxn ang="0">
                    <a:pos x="1" y="10"/>
                  </a:cxn>
                  <a:cxn ang="0">
                    <a:pos x="1" y="12"/>
                  </a:cxn>
                  <a:cxn ang="0">
                    <a:pos x="2" y="12"/>
                  </a:cxn>
                  <a:cxn ang="0">
                    <a:pos x="2" y="10"/>
                  </a:cxn>
                  <a:cxn ang="0">
                    <a:pos x="2" y="10"/>
                  </a:cxn>
                  <a:cxn ang="0">
                    <a:pos x="2" y="8"/>
                  </a:cxn>
                  <a:cxn ang="0">
                    <a:pos x="2" y="7"/>
                  </a:cxn>
                  <a:cxn ang="0">
                    <a:pos x="3" y="7"/>
                  </a:cxn>
                  <a:cxn ang="0">
                    <a:pos x="3" y="9"/>
                  </a:cxn>
                  <a:cxn ang="0">
                    <a:pos x="3" y="10"/>
                  </a:cxn>
                  <a:cxn ang="0">
                    <a:pos x="4" y="10"/>
                  </a:cxn>
                  <a:cxn ang="0">
                    <a:pos x="4" y="10"/>
                  </a:cxn>
                  <a:cxn ang="0">
                    <a:pos x="5" y="10"/>
                  </a:cxn>
                  <a:cxn ang="0">
                    <a:pos x="5" y="9"/>
                  </a:cxn>
                  <a:cxn ang="0">
                    <a:pos x="4" y="8"/>
                  </a:cxn>
                  <a:cxn ang="0">
                    <a:pos x="4" y="7"/>
                  </a:cxn>
                  <a:cxn ang="0">
                    <a:pos x="3" y="6"/>
                  </a:cxn>
                  <a:cxn ang="0">
                    <a:pos x="4" y="5"/>
                  </a:cxn>
                  <a:cxn ang="0">
                    <a:pos x="4" y="5"/>
                  </a:cxn>
                  <a:cxn ang="0">
                    <a:pos x="5" y="5"/>
                  </a:cxn>
                  <a:cxn ang="0">
                    <a:pos x="5" y="4"/>
                  </a:cxn>
                  <a:cxn ang="0">
                    <a:pos x="6" y="4"/>
                  </a:cxn>
                  <a:cxn ang="0">
                    <a:pos x="5" y="3"/>
                  </a:cxn>
                  <a:cxn ang="0">
                    <a:pos x="5" y="4"/>
                  </a:cxn>
                  <a:cxn ang="0">
                    <a:pos x="4" y="4"/>
                  </a:cxn>
                  <a:cxn ang="0">
                    <a:pos x="3" y="4"/>
                  </a:cxn>
                  <a:cxn ang="0">
                    <a:pos x="3" y="5"/>
                  </a:cxn>
                  <a:cxn ang="0">
                    <a:pos x="2" y="5"/>
                  </a:cxn>
                  <a:cxn ang="0">
                    <a:pos x="2" y="4"/>
                  </a:cxn>
                  <a:cxn ang="0">
                    <a:pos x="2" y="3"/>
                  </a:cxn>
                  <a:cxn ang="0">
                    <a:pos x="2" y="2"/>
                  </a:cxn>
                  <a:cxn ang="0">
                    <a:pos x="3" y="2"/>
                  </a:cxn>
                  <a:cxn ang="0">
                    <a:pos x="3" y="2"/>
                  </a:cxn>
                  <a:cxn ang="0">
                    <a:pos x="4" y="2"/>
                  </a:cxn>
                  <a:cxn ang="0">
                    <a:pos x="5" y="2"/>
                  </a:cxn>
                  <a:cxn ang="0">
                    <a:pos x="6" y="2"/>
                  </a:cxn>
                  <a:cxn ang="0">
                    <a:pos x="6" y="2"/>
                  </a:cxn>
                  <a:cxn ang="0">
                    <a:pos x="7" y="2"/>
                  </a:cxn>
                  <a:cxn ang="0">
                    <a:pos x="7" y="1"/>
                  </a:cxn>
                </a:cxnLst>
                <a:rect l="0" t="0" r="r" b="b"/>
                <a:pathLst>
                  <a:path w="8" h="12">
                    <a:moveTo>
                      <a:pt x="8" y="1"/>
                    </a:moveTo>
                    <a:cubicBezTo>
                      <a:pt x="8" y="1"/>
                      <a:pt x="8" y="1"/>
                      <a:pt x="8" y="0"/>
                    </a:cubicBezTo>
                    <a:cubicBezTo>
                      <a:pt x="8" y="0"/>
                      <a:pt x="8" y="0"/>
                      <a:pt x="8" y="0"/>
                    </a:cubicBezTo>
                    <a:cubicBezTo>
                      <a:pt x="8" y="0"/>
                      <a:pt x="8" y="0"/>
                      <a:pt x="8" y="0"/>
                    </a:cubicBezTo>
                    <a:cubicBezTo>
                      <a:pt x="8" y="0"/>
                      <a:pt x="8" y="0"/>
                      <a:pt x="8" y="0"/>
                    </a:cubicBezTo>
                    <a:cubicBezTo>
                      <a:pt x="8" y="0"/>
                      <a:pt x="8" y="0"/>
                      <a:pt x="8" y="0"/>
                    </a:cubicBezTo>
                    <a:cubicBezTo>
                      <a:pt x="8" y="0"/>
                      <a:pt x="8" y="0"/>
                      <a:pt x="7" y="0"/>
                    </a:cubicBezTo>
                    <a:cubicBezTo>
                      <a:pt x="7" y="0"/>
                      <a:pt x="7" y="0"/>
                      <a:pt x="7" y="0"/>
                    </a:cubicBezTo>
                    <a:cubicBezTo>
                      <a:pt x="7" y="0"/>
                      <a:pt x="7" y="0"/>
                      <a:pt x="7" y="0"/>
                    </a:cubicBezTo>
                    <a:cubicBezTo>
                      <a:pt x="7" y="1"/>
                      <a:pt x="7"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3" y="1"/>
                      <a:pt x="3" y="1"/>
                      <a:pt x="3" y="1"/>
                    </a:cubicBezTo>
                    <a:cubicBezTo>
                      <a:pt x="3" y="1"/>
                      <a:pt x="3" y="1"/>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2" y="0"/>
                      <a:pt x="2" y="0"/>
                    </a:cubicBezTo>
                    <a:cubicBezTo>
                      <a:pt x="2" y="1"/>
                      <a:pt x="2" y="1"/>
                      <a:pt x="2" y="1"/>
                    </a:cubicBezTo>
                    <a:cubicBezTo>
                      <a:pt x="2" y="1"/>
                      <a:pt x="2" y="1"/>
                      <a:pt x="3" y="1"/>
                    </a:cubicBezTo>
                    <a:cubicBezTo>
                      <a:pt x="3" y="1"/>
                      <a:pt x="3"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2"/>
                      <a:pt x="2" y="2"/>
                      <a:pt x="2" y="2"/>
                    </a:cubicBezTo>
                    <a:cubicBezTo>
                      <a:pt x="2"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0" y="4"/>
                      <a:pt x="0" y="5"/>
                      <a:pt x="0" y="5"/>
                    </a:cubicBezTo>
                    <a:cubicBezTo>
                      <a:pt x="0" y="5"/>
                      <a:pt x="0" y="5"/>
                      <a:pt x="0" y="5"/>
                    </a:cubicBezTo>
                    <a:cubicBezTo>
                      <a:pt x="0" y="5"/>
                      <a:pt x="0" y="5"/>
                      <a:pt x="0" y="5"/>
                    </a:cubicBezTo>
                    <a:cubicBezTo>
                      <a:pt x="0" y="5"/>
                      <a:pt x="0" y="5"/>
                      <a:pt x="0" y="5"/>
                    </a:cubicBezTo>
                    <a:cubicBezTo>
                      <a:pt x="0" y="5"/>
                      <a:pt x="0" y="5"/>
                      <a:pt x="0" y="5"/>
                    </a:cubicBezTo>
                    <a:cubicBezTo>
                      <a:pt x="0" y="6"/>
                      <a:pt x="0" y="6"/>
                      <a:pt x="0" y="6"/>
                    </a:cubicBezTo>
                    <a:cubicBezTo>
                      <a:pt x="0" y="6"/>
                      <a:pt x="0" y="6"/>
                      <a:pt x="0" y="6"/>
                    </a:cubicBezTo>
                    <a:cubicBezTo>
                      <a:pt x="0" y="6"/>
                      <a:pt x="0" y="6"/>
                      <a:pt x="0" y="6"/>
                    </a:cubicBezTo>
                    <a:cubicBezTo>
                      <a:pt x="0" y="6"/>
                      <a:pt x="0" y="6"/>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0" y="8"/>
                    </a:cubicBezTo>
                    <a:cubicBezTo>
                      <a:pt x="0" y="8"/>
                      <a:pt x="0" y="8"/>
                      <a:pt x="1" y="8"/>
                    </a:cubicBezTo>
                    <a:cubicBezTo>
                      <a:pt x="1" y="8"/>
                      <a:pt x="1" y="8"/>
                      <a:pt x="1" y="8"/>
                    </a:cubicBezTo>
                    <a:cubicBezTo>
                      <a:pt x="1" y="8"/>
                      <a:pt x="1" y="9"/>
                      <a:pt x="1" y="9"/>
                    </a:cubicBezTo>
                    <a:cubicBezTo>
                      <a:pt x="1" y="9"/>
                      <a:pt x="1" y="9"/>
                      <a:pt x="1" y="9"/>
                    </a:cubicBezTo>
                    <a:cubicBezTo>
                      <a:pt x="1" y="9"/>
                      <a:pt x="1" y="9"/>
                      <a:pt x="1" y="9"/>
                    </a:cubicBezTo>
                    <a:cubicBezTo>
                      <a:pt x="1" y="9"/>
                      <a:pt x="1" y="9"/>
                      <a:pt x="1" y="9"/>
                    </a:cubicBezTo>
                    <a:cubicBezTo>
                      <a:pt x="1" y="9"/>
                      <a:pt x="1" y="9"/>
                      <a:pt x="1" y="9"/>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1" y="11"/>
                      <a:pt x="1" y="11"/>
                      <a:pt x="0" y="11"/>
                    </a:cubicBezTo>
                    <a:cubicBezTo>
                      <a:pt x="0" y="11"/>
                      <a:pt x="0" y="11"/>
                      <a:pt x="0" y="11"/>
                    </a:cubicBezTo>
                    <a:cubicBezTo>
                      <a:pt x="0" y="11"/>
                      <a:pt x="0" y="12"/>
                      <a:pt x="1" y="12"/>
                    </a:cubicBezTo>
                    <a:cubicBezTo>
                      <a:pt x="1" y="12"/>
                      <a:pt x="1" y="12"/>
                      <a:pt x="1" y="12"/>
                    </a:cubicBezTo>
                    <a:cubicBezTo>
                      <a:pt x="1" y="12"/>
                      <a:pt x="1" y="12"/>
                      <a:pt x="1" y="12"/>
                    </a:cubicBezTo>
                    <a:cubicBezTo>
                      <a:pt x="1" y="12"/>
                      <a:pt x="1" y="12"/>
                      <a:pt x="1" y="12"/>
                    </a:cubicBezTo>
                    <a:cubicBezTo>
                      <a:pt x="1" y="12"/>
                      <a:pt x="1" y="11"/>
                      <a:pt x="1" y="11"/>
                    </a:cubicBezTo>
                    <a:cubicBezTo>
                      <a:pt x="1" y="11"/>
                      <a:pt x="1" y="11"/>
                      <a:pt x="1" y="11"/>
                    </a:cubicBezTo>
                    <a:cubicBezTo>
                      <a:pt x="1" y="11"/>
                      <a:pt x="1" y="11"/>
                      <a:pt x="2" y="12"/>
                    </a:cubicBezTo>
                    <a:cubicBezTo>
                      <a:pt x="2" y="12"/>
                      <a:pt x="2" y="12"/>
                      <a:pt x="2" y="12"/>
                    </a:cubicBezTo>
                    <a:cubicBezTo>
                      <a:pt x="2" y="12"/>
                      <a:pt x="2" y="12"/>
                      <a:pt x="2" y="12"/>
                    </a:cubicBezTo>
                    <a:cubicBezTo>
                      <a:pt x="2" y="11"/>
                      <a:pt x="2" y="11"/>
                      <a:pt x="2" y="11"/>
                    </a:cubicBezTo>
                    <a:cubicBezTo>
                      <a:pt x="2" y="11"/>
                      <a:pt x="2" y="11"/>
                      <a:pt x="2" y="11"/>
                    </a:cubicBezTo>
                    <a:cubicBezTo>
                      <a:pt x="2" y="11"/>
                      <a:pt x="2" y="11"/>
                      <a:pt x="2" y="11"/>
                    </a:cubicBezTo>
                    <a:cubicBezTo>
                      <a:pt x="2" y="11"/>
                      <a:pt x="2" y="11"/>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10"/>
                      <a:pt x="2" y="10"/>
                    </a:cubicBezTo>
                    <a:cubicBezTo>
                      <a:pt x="2" y="10"/>
                      <a:pt x="2" y="9"/>
                      <a:pt x="2" y="9"/>
                    </a:cubicBezTo>
                    <a:cubicBezTo>
                      <a:pt x="2" y="9"/>
                      <a:pt x="2" y="9"/>
                      <a:pt x="2" y="9"/>
                    </a:cubicBezTo>
                    <a:cubicBezTo>
                      <a:pt x="2" y="9"/>
                      <a:pt x="2" y="8"/>
                      <a:pt x="2" y="8"/>
                    </a:cubicBezTo>
                    <a:cubicBezTo>
                      <a:pt x="2" y="8"/>
                      <a:pt x="2" y="8"/>
                      <a:pt x="2" y="8"/>
                    </a:cubicBezTo>
                    <a:cubicBezTo>
                      <a:pt x="2" y="8"/>
                      <a:pt x="2" y="8"/>
                      <a:pt x="2" y="8"/>
                    </a:cubicBezTo>
                    <a:cubicBezTo>
                      <a:pt x="2" y="8"/>
                      <a:pt x="2" y="8"/>
                      <a:pt x="2" y="8"/>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3" y="7"/>
                    </a:cubicBezTo>
                    <a:cubicBezTo>
                      <a:pt x="3" y="7"/>
                      <a:pt x="3" y="7"/>
                      <a:pt x="3" y="7"/>
                    </a:cubicBezTo>
                    <a:cubicBezTo>
                      <a:pt x="3" y="7"/>
                      <a:pt x="3" y="7"/>
                      <a:pt x="3" y="7"/>
                    </a:cubicBezTo>
                    <a:cubicBezTo>
                      <a:pt x="3" y="7"/>
                      <a:pt x="3" y="7"/>
                      <a:pt x="3" y="7"/>
                    </a:cubicBezTo>
                    <a:cubicBezTo>
                      <a:pt x="3" y="8"/>
                      <a:pt x="3" y="8"/>
                      <a:pt x="3" y="8"/>
                    </a:cubicBezTo>
                    <a:cubicBezTo>
                      <a:pt x="3" y="8"/>
                      <a:pt x="2" y="8"/>
                      <a:pt x="3" y="8"/>
                    </a:cubicBezTo>
                    <a:cubicBezTo>
                      <a:pt x="3" y="9"/>
                      <a:pt x="3" y="9"/>
                      <a:pt x="3" y="9"/>
                    </a:cubicBezTo>
                    <a:cubicBezTo>
                      <a:pt x="3" y="9"/>
                      <a:pt x="3" y="9"/>
                      <a:pt x="3" y="9"/>
                    </a:cubicBezTo>
                    <a:cubicBezTo>
                      <a:pt x="3" y="9"/>
                      <a:pt x="3" y="9"/>
                      <a:pt x="3" y="9"/>
                    </a:cubicBezTo>
                    <a:cubicBezTo>
                      <a:pt x="3" y="9"/>
                      <a:pt x="3" y="9"/>
                      <a:pt x="3" y="9"/>
                    </a:cubicBezTo>
                    <a:cubicBezTo>
                      <a:pt x="3" y="9"/>
                      <a:pt x="3" y="9"/>
                      <a:pt x="3" y="9"/>
                    </a:cubicBezTo>
                    <a:cubicBezTo>
                      <a:pt x="3" y="9"/>
                      <a:pt x="3" y="10"/>
                      <a:pt x="3" y="10"/>
                    </a:cubicBezTo>
                    <a:cubicBezTo>
                      <a:pt x="3" y="10"/>
                      <a:pt x="3" y="10"/>
                      <a:pt x="3" y="10"/>
                    </a:cubicBezTo>
                    <a:cubicBezTo>
                      <a:pt x="3" y="10"/>
                      <a:pt x="3" y="10"/>
                      <a:pt x="3" y="10"/>
                    </a:cubicBezTo>
                    <a:cubicBezTo>
                      <a:pt x="3" y="10"/>
                      <a:pt x="3" y="10"/>
                      <a:pt x="3" y="10"/>
                    </a:cubicBezTo>
                    <a:cubicBezTo>
                      <a:pt x="3" y="10"/>
                      <a:pt x="3"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5" y="10"/>
                      <a:pt x="5" y="10"/>
                      <a:pt x="5" y="10"/>
                    </a:cubicBezTo>
                    <a:cubicBezTo>
                      <a:pt x="5" y="10"/>
                      <a:pt x="5" y="10"/>
                      <a:pt x="5" y="10"/>
                    </a:cubicBezTo>
                    <a:cubicBezTo>
                      <a:pt x="5" y="10"/>
                      <a:pt x="5" y="10"/>
                      <a:pt x="5" y="10"/>
                    </a:cubicBezTo>
                    <a:cubicBezTo>
                      <a:pt x="5" y="10"/>
                      <a:pt x="5" y="10"/>
                      <a:pt x="5" y="10"/>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4" y="9"/>
                      <a:pt x="4" y="9"/>
                    </a:cubicBezTo>
                    <a:cubicBezTo>
                      <a:pt x="4" y="9"/>
                      <a:pt x="4" y="9"/>
                      <a:pt x="4" y="9"/>
                    </a:cubicBezTo>
                    <a:cubicBezTo>
                      <a:pt x="4" y="9"/>
                      <a:pt x="4" y="9"/>
                      <a:pt x="4" y="9"/>
                    </a:cubicBezTo>
                    <a:cubicBezTo>
                      <a:pt x="4" y="9"/>
                      <a:pt x="4" y="9"/>
                      <a:pt x="4" y="9"/>
                    </a:cubicBezTo>
                    <a:cubicBezTo>
                      <a:pt x="4" y="9"/>
                      <a:pt x="4" y="9"/>
                      <a:pt x="4" y="9"/>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7"/>
                    </a:cubicBezTo>
                    <a:cubicBezTo>
                      <a:pt x="4" y="7"/>
                      <a:pt x="4" y="7"/>
                      <a:pt x="4" y="7"/>
                    </a:cubicBezTo>
                    <a:cubicBezTo>
                      <a:pt x="4" y="7"/>
                      <a:pt x="4" y="7"/>
                      <a:pt x="4" y="7"/>
                    </a:cubicBezTo>
                    <a:cubicBezTo>
                      <a:pt x="4" y="7"/>
                      <a:pt x="4" y="7"/>
                      <a:pt x="4" y="7"/>
                    </a:cubicBezTo>
                    <a:cubicBezTo>
                      <a:pt x="4" y="6"/>
                      <a:pt x="3" y="6"/>
                      <a:pt x="3" y="6"/>
                    </a:cubicBezTo>
                    <a:cubicBezTo>
                      <a:pt x="3" y="6"/>
                      <a:pt x="3" y="6"/>
                      <a:pt x="3" y="6"/>
                    </a:cubicBezTo>
                    <a:cubicBezTo>
                      <a:pt x="3" y="6"/>
                      <a:pt x="3" y="6"/>
                      <a:pt x="3" y="6"/>
                    </a:cubicBezTo>
                    <a:cubicBezTo>
                      <a:pt x="3" y="6"/>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5" y="5"/>
                    </a:cubicBezTo>
                    <a:cubicBezTo>
                      <a:pt x="5" y="5"/>
                      <a:pt x="5" y="5"/>
                      <a:pt x="5" y="5"/>
                    </a:cubicBezTo>
                    <a:cubicBezTo>
                      <a:pt x="5" y="5"/>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6" y="4"/>
                    </a:cubicBezTo>
                    <a:cubicBezTo>
                      <a:pt x="6" y="4"/>
                      <a:pt x="6" y="4"/>
                      <a:pt x="6" y="4"/>
                    </a:cubicBezTo>
                    <a:cubicBezTo>
                      <a:pt x="6" y="4"/>
                      <a:pt x="6" y="4"/>
                      <a:pt x="6" y="4"/>
                    </a:cubicBezTo>
                    <a:cubicBezTo>
                      <a:pt x="6" y="4"/>
                      <a:pt x="6" y="4"/>
                      <a:pt x="6" y="4"/>
                    </a:cubicBezTo>
                    <a:cubicBezTo>
                      <a:pt x="6" y="4"/>
                      <a:pt x="6" y="4"/>
                      <a:pt x="6" y="4"/>
                    </a:cubicBezTo>
                    <a:cubicBezTo>
                      <a:pt x="6" y="4"/>
                      <a:pt x="6" y="3"/>
                      <a:pt x="5" y="3"/>
                    </a:cubicBezTo>
                    <a:cubicBezTo>
                      <a:pt x="5" y="3"/>
                      <a:pt x="5" y="3"/>
                      <a:pt x="5" y="3"/>
                    </a:cubicBezTo>
                    <a:cubicBezTo>
                      <a:pt x="5" y="3"/>
                      <a:pt x="5" y="3"/>
                      <a:pt x="5" y="3"/>
                    </a:cubicBezTo>
                    <a:cubicBezTo>
                      <a:pt x="5" y="3"/>
                      <a:pt x="5" y="3"/>
                      <a:pt x="5" y="3"/>
                    </a:cubicBezTo>
                    <a:cubicBezTo>
                      <a:pt x="5" y="3"/>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5"/>
                      <a:pt x="3" y="5"/>
                      <a:pt x="3" y="5"/>
                    </a:cubicBezTo>
                    <a:cubicBezTo>
                      <a:pt x="3" y="5"/>
                      <a:pt x="3" y="5"/>
                      <a:pt x="3" y="5"/>
                    </a:cubicBezTo>
                    <a:cubicBezTo>
                      <a:pt x="3" y="5"/>
                      <a:pt x="3" y="5"/>
                      <a:pt x="3" y="5"/>
                    </a:cubicBezTo>
                    <a:cubicBezTo>
                      <a:pt x="3" y="5"/>
                      <a:pt x="3" y="5"/>
                      <a:pt x="3"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8" y="1"/>
                    </a:cubicBezTo>
                    <a:cubicBezTo>
                      <a:pt x="8" y="1"/>
                      <a:pt x="8" y="1"/>
                      <a:pt x="8" y="1"/>
                    </a:cubicBezTo>
                    <a:cubicBezTo>
                      <a:pt x="8" y="1"/>
                      <a:pt x="8" y="1"/>
                      <a:pt x="8" y="1"/>
                    </a:cubicBezTo>
                    <a:cubicBezTo>
                      <a:pt x="8" y="1"/>
                      <a:pt x="8" y="1"/>
                      <a:pt x="8"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7" name="Freeform 337"/>
              <p:cNvSpPr>
                <a:spLocks/>
              </p:cNvSpPr>
              <p:nvPr/>
            </p:nvSpPr>
            <p:spPr bwMode="auto">
              <a:xfrm>
                <a:off x="5005389" y="2661048"/>
                <a:ext cx="2381" cy="3572"/>
              </a:xfrm>
              <a:custGeom>
                <a:avLst/>
                <a:gdLst/>
                <a:ahLst/>
                <a:cxnLst>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1"/>
                  </a:cxn>
                  <a:cxn ang="0">
                    <a:pos x="1" y="1"/>
                  </a:cxn>
                  <a:cxn ang="0">
                    <a:pos x="1" y="1"/>
                  </a:cxn>
                  <a:cxn ang="0">
                    <a:pos x="1" y="1"/>
                  </a:cxn>
                  <a:cxn ang="0">
                    <a:pos x="1" y="1"/>
                  </a:cxn>
                  <a:cxn ang="0">
                    <a:pos x="1" y="1"/>
                  </a:cxn>
                  <a:cxn ang="0">
                    <a:pos x="1" y="1"/>
                  </a:cxn>
                </a:cxnLst>
                <a:rect l="0" t="0" r="r" b="b"/>
                <a:pathLst>
                  <a:path w="1" h="1">
                    <a:moveTo>
                      <a:pt x="1" y="1"/>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8" name="Freeform 338"/>
              <p:cNvSpPr>
                <a:spLocks/>
              </p:cNvSpPr>
              <p:nvPr/>
            </p:nvSpPr>
            <p:spPr bwMode="auto">
              <a:xfrm>
                <a:off x="5013723" y="2661047"/>
                <a:ext cx="2381" cy="1191"/>
              </a:xfrm>
              <a:custGeom>
                <a:avLst/>
                <a:gdLst/>
                <a:ahLst/>
                <a:cxnLst>
                  <a:cxn ang="0">
                    <a:pos x="0" y="0"/>
                  </a:cxn>
                  <a:cxn ang="0">
                    <a:pos x="0" y="0"/>
                  </a:cxn>
                  <a:cxn ang="0">
                    <a:pos x="0" y="0"/>
                  </a:cxn>
                  <a:cxn ang="0">
                    <a:pos x="0" y="0"/>
                  </a:cxn>
                  <a:cxn ang="0">
                    <a:pos x="0" y="0"/>
                  </a:cxn>
                  <a:cxn ang="0">
                    <a:pos x="1" y="0"/>
                  </a:cxn>
                  <a:cxn ang="0">
                    <a:pos x="1" y="0"/>
                  </a:cxn>
                  <a:cxn ang="0">
                    <a:pos x="1" y="0"/>
                  </a:cxn>
                  <a:cxn ang="0">
                    <a:pos x="1"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59" name="Freeform 339"/>
              <p:cNvSpPr>
                <a:spLocks/>
              </p:cNvSpPr>
              <p:nvPr/>
            </p:nvSpPr>
            <p:spPr bwMode="auto">
              <a:xfrm>
                <a:off x="5013722" y="2656285"/>
                <a:ext cx="1191" cy="2381"/>
              </a:xfrm>
              <a:custGeom>
                <a:avLst/>
                <a:gdLst/>
                <a:ahLst/>
                <a:cxnLst>
                  <a:cxn ang="0">
                    <a:pos x="0" y="1"/>
                  </a:cxn>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0"/>
                  </a:cxn>
                  <a:cxn ang="0">
                    <a:pos x="0" y="1"/>
                  </a:cxn>
                  <a:cxn ang="0">
                    <a:pos x="0" y="1"/>
                  </a:cxn>
                </a:cxnLst>
                <a:rect l="0" t="0" r="r" b="b"/>
                <a:pathLst>
                  <a:path h="1">
                    <a:moveTo>
                      <a:pt x="0" y="1"/>
                    </a:moveTo>
                    <a:cubicBezTo>
                      <a:pt x="0" y="1"/>
                      <a:pt x="0" y="1"/>
                      <a:pt x="0" y="1"/>
                    </a:cubicBezTo>
                    <a:cubicBezTo>
                      <a:pt x="0" y="1"/>
                      <a:pt x="0" y="1"/>
                      <a:pt x="0" y="1"/>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0" name="Freeform 340"/>
              <p:cNvSpPr>
                <a:spLocks/>
              </p:cNvSpPr>
              <p:nvPr/>
            </p:nvSpPr>
            <p:spPr bwMode="auto">
              <a:xfrm>
                <a:off x="5013722" y="2667001"/>
                <a:ext cx="10716" cy="5954"/>
              </a:xfrm>
              <a:custGeom>
                <a:avLst/>
                <a:gdLst/>
                <a:ahLst/>
                <a:cxnLst>
                  <a:cxn ang="0">
                    <a:pos x="1" y="1"/>
                  </a:cxn>
                  <a:cxn ang="0">
                    <a:pos x="1" y="1"/>
                  </a:cxn>
                  <a:cxn ang="0">
                    <a:pos x="1" y="1"/>
                  </a:cxn>
                  <a:cxn ang="0">
                    <a:pos x="1" y="1"/>
                  </a:cxn>
                  <a:cxn ang="0">
                    <a:pos x="2" y="1"/>
                  </a:cxn>
                  <a:cxn ang="0">
                    <a:pos x="2" y="1"/>
                  </a:cxn>
                  <a:cxn ang="0">
                    <a:pos x="2" y="1"/>
                  </a:cxn>
                  <a:cxn ang="0">
                    <a:pos x="2" y="1"/>
                  </a:cxn>
                  <a:cxn ang="0">
                    <a:pos x="2" y="1"/>
                  </a:cxn>
                  <a:cxn ang="0">
                    <a:pos x="2" y="1"/>
                  </a:cxn>
                  <a:cxn ang="0">
                    <a:pos x="2" y="1"/>
                  </a:cxn>
                  <a:cxn ang="0">
                    <a:pos x="3" y="1"/>
                  </a:cxn>
                  <a:cxn ang="0">
                    <a:pos x="3" y="1"/>
                  </a:cxn>
                  <a:cxn ang="0">
                    <a:pos x="4" y="1"/>
                  </a:cxn>
                  <a:cxn ang="0">
                    <a:pos x="4" y="2"/>
                  </a:cxn>
                  <a:cxn ang="0">
                    <a:pos x="4" y="2"/>
                  </a:cxn>
                  <a:cxn ang="0">
                    <a:pos x="4" y="1"/>
                  </a:cxn>
                  <a:cxn ang="0">
                    <a:pos x="4" y="1"/>
                  </a:cxn>
                  <a:cxn ang="0">
                    <a:pos x="4" y="1"/>
                  </a:cxn>
                  <a:cxn ang="0">
                    <a:pos x="3" y="0"/>
                  </a:cxn>
                  <a:cxn ang="0">
                    <a:pos x="3" y="0"/>
                  </a:cxn>
                  <a:cxn ang="0">
                    <a:pos x="3" y="0"/>
                  </a:cxn>
                  <a:cxn ang="0">
                    <a:pos x="2" y="0"/>
                  </a:cxn>
                  <a:cxn ang="0">
                    <a:pos x="2" y="0"/>
                  </a:cxn>
                  <a:cxn ang="0">
                    <a:pos x="2" y="0"/>
                  </a:cxn>
                  <a:cxn ang="0">
                    <a:pos x="2" y="0"/>
                  </a:cxn>
                  <a:cxn ang="0">
                    <a:pos x="1" y="0"/>
                  </a:cxn>
                  <a:cxn ang="0">
                    <a:pos x="1" y="0"/>
                  </a:cxn>
                  <a:cxn ang="0">
                    <a:pos x="1" y="0"/>
                  </a:cxn>
                  <a:cxn ang="0">
                    <a:pos x="1" y="0"/>
                  </a:cxn>
                  <a:cxn ang="0">
                    <a:pos x="0" y="1"/>
                  </a:cxn>
                  <a:cxn ang="0">
                    <a:pos x="0" y="1"/>
                  </a:cxn>
                  <a:cxn ang="0">
                    <a:pos x="0" y="1"/>
                  </a:cxn>
                  <a:cxn ang="0">
                    <a:pos x="0" y="1"/>
                  </a:cxn>
                </a:cxnLst>
                <a:rect l="0" t="0" r="r" b="b"/>
                <a:pathLst>
                  <a:path w="4" h="2">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4" y="1"/>
                    </a:cubicBezTo>
                    <a:cubicBezTo>
                      <a:pt x="4" y="1"/>
                      <a:pt x="4" y="2"/>
                      <a:pt x="4" y="2"/>
                    </a:cubicBezTo>
                    <a:cubicBezTo>
                      <a:pt x="4" y="2"/>
                      <a:pt x="4" y="2"/>
                      <a:pt x="4" y="2"/>
                    </a:cubicBezTo>
                    <a:cubicBezTo>
                      <a:pt x="4" y="2"/>
                      <a:pt x="4" y="2"/>
                      <a:pt x="4" y="2"/>
                    </a:cubicBezTo>
                    <a:cubicBezTo>
                      <a:pt x="4" y="2"/>
                      <a:pt x="4" y="2"/>
                      <a:pt x="4" y="2"/>
                    </a:cubicBezTo>
                    <a:cubicBezTo>
                      <a:pt x="4" y="2"/>
                      <a:pt x="4" y="2"/>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0"/>
                      <a:pt x="4"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1" name="Freeform 341"/>
              <p:cNvSpPr>
                <a:spLocks/>
              </p:cNvSpPr>
              <p:nvPr/>
            </p:nvSpPr>
            <p:spPr bwMode="auto">
              <a:xfrm>
                <a:off x="5007769" y="2667001"/>
                <a:ext cx="5954" cy="5954"/>
              </a:xfrm>
              <a:custGeom>
                <a:avLst/>
                <a:gdLst/>
                <a:ahLst/>
                <a:cxnLst>
                  <a:cxn ang="0">
                    <a:pos x="1" y="1"/>
                  </a:cxn>
                  <a:cxn ang="0">
                    <a:pos x="2" y="1"/>
                  </a:cxn>
                  <a:cxn ang="0">
                    <a:pos x="1" y="1"/>
                  </a:cxn>
                  <a:cxn ang="0">
                    <a:pos x="1" y="1"/>
                  </a:cxn>
                  <a:cxn ang="0">
                    <a:pos x="1" y="1"/>
                  </a:cxn>
                  <a:cxn ang="0">
                    <a:pos x="1" y="1"/>
                  </a:cxn>
                  <a:cxn ang="0">
                    <a:pos x="1" y="0"/>
                  </a:cxn>
                  <a:cxn ang="0">
                    <a:pos x="1" y="0"/>
                  </a:cxn>
                  <a:cxn ang="0">
                    <a:pos x="0" y="1"/>
                  </a:cxn>
                  <a:cxn ang="0">
                    <a:pos x="0" y="1"/>
                  </a:cxn>
                  <a:cxn ang="0">
                    <a:pos x="0" y="1"/>
                  </a:cxn>
                  <a:cxn ang="0">
                    <a:pos x="0" y="0"/>
                  </a:cxn>
                  <a:cxn ang="0">
                    <a:pos x="0" y="1"/>
                  </a:cxn>
                  <a:cxn ang="0">
                    <a:pos x="0" y="0"/>
                  </a:cxn>
                  <a:cxn ang="0">
                    <a:pos x="0" y="0"/>
                  </a:cxn>
                  <a:cxn ang="0">
                    <a:pos x="0" y="1"/>
                  </a:cxn>
                  <a:cxn ang="0">
                    <a:pos x="0" y="1"/>
                  </a:cxn>
                  <a:cxn ang="0">
                    <a:pos x="0" y="1"/>
                  </a:cxn>
                  <a:cxn ang="0">
                    <a:pos x="0" y="1"/>
                  </a:cxn>
                  <a:cxn ang="0">
                    <a:pos x="0" y="1"/>
                  </a:cxn>
                  <a:cxn ang="0">
                    <a:pos x="0" y="1"/>
                  </a:cxn>
                  <a:cxn ang="0">
                    <a:pos x="0" y="1"/>
                  </a:cxn>
                  <a:cxn ang="0">
                    <a:pos x="0" y="2"/>
                  </a:cxn>
                  <a:cxn ang="0">
                    <a:pos x="0" y="2"/>
                  </a:cxn>
                  <a:cxn ang="0">
                    <a:pos x="0" y="2"/>
                  </a:cxn>
                  <a:cxn ang="0">
                    <a:pos x="1" y="2"/>
                  </a:cxn>
                  <a:cxn ang="0">
                    <a:pos x="1" y="2"/>
                  </a:cxn>
                  <a:cxn ang="0">
                    <a:pos x="1" y="2"/>
                  </a:cxn>
                  <a:cxn ang="0">
                    <a:pos x="1" y="2"/>
                  </a:cxn>
                  <a:cxn ang="0">
                    <a:pos x="1" y="2"/>
                  </a:cxn>
                  <a:cxn ang="0">
                    <a:pos x="1" y="1"/>
                  </a:cxn>
                </a:cxnLst>
                <a:rect l="0" t="0" r="r" b="b"/>
                <a:pathLst>
                  <a:path w="2" h="2">
                    <a:moveTo>
                      <a:pt x="1" y="1"/>
                    </a:moveTo>
                    <a:cubicBezTo>
                      <a:pt x="1" y="1"/>
                      <a:pt x="2" y="1"/>
                      <a:pt x="2" y="1"/>
                    </a:cubicBezTo>
                    <a:cubicBezTo>
                      <a:pt x="2"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0" y="1"/>
                      <a:pt x="0" y="1"/>
                    </a:cubicBezTo>
                    <a:cubicBezTo>
                      <a:pt x="0" y="1"/>
                      <a:pt x="0" y="1"/>
                      <a:pt x="0" y="1"/>
                    </a:cubicBezTo>
                    <a:cubicBezTo>
                      <a:pt x="0" y="1"/>
                      <a:pt x="0" y="1"/>
                      <a:pt x="0" y="1"/>
                    </a:cubicBezTo>
                    <a:cubicBezTo>
                      <a:pt x="0" y="0"/>
                      <a:pt x="0" y="0"/>
                      <a:pt x="0" y="0"/>
                    </a:cubicBezTo>
                    <a:cubicBezTo>
                      <a:pt x="0" y="1"/>
                      <a:pt x="0" y="1"/>
                      <a:pt x="0" y="1"/>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2" name="Freeform 342"/>
              <p:cNvSpPr>
                <a:spLocks/>
              </p:cNvSpPr>
              <p:nvPr/>
            </p:nvSpPr>
            <p:spPr bwMode="auto">
              <a:xfrm>
                <a:off x="4988720" y="2681289"/>
                <a:ext cx="1191" cy="2381"/>
              </a:xfrm>
              <a:custGeom>
                <a:avLst/>
                <a:gdLst/>
                <a:ahLst/>
                <a:cxnLst>
                  <a:cxn ang="0">
                    <a:pos x="0" y="1"/>
                  </a:cxn>
                  <a:cxn ang="0">
                    <a:pos x="0" y="1"/>
                  </a:cxn>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Lst>
                <a:rect l="0" t="0" r="r" b="b"/>
                <a:pathLst>
                  <a:path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3" name="Freeform 343"/>
              <p:cNvSpPr>
                <a:spLocks/>
              </p:cNvSpPr>
              <p:nvPr/>
            </p:nvSpPr>
            <p:spPr bwMode="auto">
              <a:xfrm>
                <a:off x="4993483" y="2675335"/>
                <a:ext cx="3572" cy="3572"/>
              </a:xfrm>
              <a:custGeom>
                <a:avLst/>
                <a:gdLst/>
                <a:ahLst/>
                <a:cxnLst>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1" y="0"/>
                  </a:cxn>
                  <a:cxn ang="0">
                    <a:pos x="1" y="0"/>
                  </a:cxn>
                </a:cxnLst>
                <a:rect l="0" t="0" r="r" b="b"/>
                <a:pathLst>
                  <a:path w="1" h="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4" name="Freeform 344"/>
              <p:cNvSpPr>
                <a:spLocks/>
              </p:cNvSpPr>
              <p:nvPr/>
            </p:nvSpPr>
            <p:spPr bwMode="auto">
              <a:xfrm>
                <a:off x="4997054" y="2675335"/>
                <a:ext cx="1191" cy="5954"/>
              </a:xfrm>
              <a:custGeom>
                <a:avLst/>
                <a:gdLst/>
                <a:ahLst/>
                <a:cxnLst>
                  <a:cxn ang="0">
                    <a:pos x="0" y="2"/>
                  </a:cxn>
                  <a:cxn ang="0">
                    <a:pos x="0" y="2"/>
                  </a:cxn>
                  <a:cxn ang="0">
                    <a:pos x="0" y="2"/>
                  </a:cxn>
                  <a:cxn ang="0">
                    <a:pos x="0" y="1"/>
                  </a:cxn>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2"/>
                  </a:cxn>
                  <a:cxn ang="0">
                    <a:pos x="0" y="2"/>
                  </a:cxn>
                  <a:cxn ang="0">
                    <a:pos x="0" y="2"/>
                  </a:cxn>
                </a:cxnLst>
                <a:rect l="0" t="0" r="r" b="b"/>
                <a:pathLst>
                  <a:path h="2">
                    <a:moveTo>
                      <a:pt x="0" y="2"/>
                    </a:move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5" name="Freeform 345"/>
              <p:cNvSpPr>
                <a:spLocks/>
              </p:cNvSpPr>
              <p:nvPr/>
            </p:nvSpPr>
            <p:spPr bwMode="auto">
              <a:xfrm>
                <a:off x="4966097" y="2692004"/>
                <a:ext cx="4763" cy="3572"/>
              </a:xfrm>
              <a:custGeom>
                <a:avLst/>
                <a:gdLst/>
                <a:ahLst/>
                <a:cxnLst>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0" y="1"/>
                  </a:cxn>
                  <a:cxn ang="0">
                    <a:pos x="1" y="1"/>
                  </a:cxn>
                  <a:cxn ang="0">
                    <a:pos x="1" y="1"/>
                  </a:cxn>
                  <a:cxn ang="0">
                    <a:pos x="1" y="1"/>
                  </a:cxn>
                  <a:cxn ang="0">
                    <a:pos x="1" y="1"/>
                  </a:cxn>
                  <a:cxn ang="0">
                    <a:pos x="1" y="1"/>
                  </a:cxn>
                  <a:cxn ang="0">
                    <a:pos x="1" y="1"/>
                  </a:cxn>
                  <a:cxn ang="0">
                    <a:pos x="1" y="1"/>
                  </a:cxn>
                  <a:cxn ang="0">
                    <a:pos x="1" y="1"/>
                  </a:cxn>
                  <a:cxn ang="0">
                    <a:pos x="1" y="0"/>
                  </a:cxn>
                  <a:cxn ang="0">
                    <a:pos x="1" y="0"/>
                  </a:cxn>
                </a:cxnLst>
                <a:rect l="0" t="0" r="r" b="b"/>
                <a:pathLst>
                  <a:path w="2" h="1">
                    <a:moveTo>
                      <a:pt x="1" y="0"/>
                    </a:moveTo>
                    <a:cubicBezTo>
                      <a:pt x="1" y="0"/>
                      <a:pt x="1" y="0"/>
                      <a:pt x="1" y="0"/>
                    </a:cubicBezTo>
                    <a:cubicBezTo>
                      <a:pt x="1" y="0"/>
                      <a:pt x="1" y="0"/>
                      <a:pt x="1"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6" name="Freeform 346"/>
              <p:cNvSpPr>
                <a:spLocks/>
              </p:cNvSpPr>
              <p:nvPr/>
            </p:nvSpPr>
            <p:spPr bwMode="auto">
              <a:xfrm>
                <a:off x="4941095" y="2667001"/>
                <a:ext cx="2381" cy="2381"/>
              </a:xfrm>
              <a:custGeom>
                <a:avLst/>
                <a:gdLst/>
                <a:ahLst/>
                <a:cxnLst>
                  <a:cxn ang="0">
                    <a:pos x="0" y="1"/>
                  </a:cxn>
                  <a:cxn ang="0">
                    <a:pos x="0" y="1"/>
                  </a:cxn>
                  <a:cxn ang="0">
                    <a:pos x="1" y="1"/>
                  </a:cxn>
                  <a:cxn ang="0">
                    <a:pos x="1" y="1"/>
                  </a:cxn>
                  <a:cxn ang="0">
                    <a:pos x="1" y="1"/>
                  </a:cxn>
                  <a:cxn ang="0">
                    <a:pos x="1" y="0"/>
                  </a:cxn>
                  <a:cxn ang="0">
                    <a:pos x="1" y="0"/>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1"/>
                  </a:cxn>
                </a:cxnLst>
                <a:rect l="0" t="0" r="r" b="b"/>
                <a:pathLst>
                  <a:path w="1" h="1">
                    <a:moveTo>
                      <a:pt x="0" y="1"/>
                    </a:moveTo>
                    <a:cubicBezTo>
                      <a:pt x="0" y="1"/>
                      <a:pt x="0" y="1"/>
                      <a:pt x="0" y="1"/>
                    </a:cubicBezTo>
                    <a:cubicBezTo>
                      <a:pt x="0"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7" name="Freeform 347"/>
              <p:cNvSpPr>
                <a:spLocks/>
              </p:cNvSpPr>
              <p:nvPr/>
            </p:nvSpPr>
            <p:spPr bwMode="auto">
              <a:xfrm>
                <a:off x="4895851" y="2630092"/>
                <a:ext cx="41672" cy="51197"/>
              </a:xfrm>
              <a:custGeom>
                <a:avLst/>
                <a:gdLst/>
                <a:ahLst/>
                <a:cxnLst>
                  <a:cxn ang="0">
                    <a:pos x="14" y="17"/>
                  </a:cxn>
                  <a:cxn ang="0">
                    <a:pos x="14" y="18"/>
                  </a:cxn>
                  <a:cxn ang="0">
                    <a:pos x="14" y="17"/>
                  </a:cxn>
                  <a:cxn ang="0">
                    <a:pos x="14" y="15"/>
                  </a:cxn>
                  <a:cxn ang="0">
                    <a:pos x="14" y="15"/>
                  </a:cxn>
                  <a:cxn ang="0">
                    <a:pos x="14" y="13"/>
                  </a:cxn>
                  <a:cxn ang="0">
                    <a:pos x="13" y="12"/>
                  </a:cxn>
                  <a:cxn ang="0">
                    <a:pos x="13" y="13"/>
                  </a:cxn>
                  <a:cxn ang="0">
                    <a:pos x="13" y="12"/>
                  </a:cxn>
                  <a:cxn ang="0">
                    <a:pos x="13" y="12"/>
                  </a:cxn>
                  <a:cxn ang="0">
                    <a:pos x="12" y="11"/>
                  </a:cxn>
                  <a:cxn ang="0">
                    <a:pos x="12" y="11"/>
                  </a:cxn>
                  <a:cxn ang="0">
                    <a:pos x="12" y="10"/>
                  </a:cxn>
                  <a:cxn ang="0">
                    <a:pos x="12" y="10"/>
                  </a:cxn>
                  <a:cxn ang="0">
                    <a:pos x="11" y="10"/>
                  </a:cxn>
                  <a:cxn ang="0">
                    <a:pos x="11" y="9"/>
                  </a:cxn>
                  <a:cxn ang="0">
                    <a:pos x="11" y="9"/>
                  </a:cxn>
                  <a:cxn ang="0">
                    <a:pos x="11" y="8"/>
                  </a:cxn>
                  <a:cxn ang="0">
                    <a:pos x="11" y="8"/>
                  </a:cxn>
                  <a:cxn ang="0">
                    <a:pos x="11" y="8"/>
                  </a:cxn>
                  <a:cxn ang="0">
                    <a:pos x="10" y="7"/>
                  </a:cxn>
                  <a:cxn ang="0">
                    <a:pos x="9" y="6"/>
                  </a:cxn>
                  <a:cxn ang="0">
                    <a:pos x="9" y="6"/>
                  </a:cxn>
                  <a:cxn ang="0">
                    <a:pos x="8" y="5"/>
                  </a:cxn>
                  <a:cxn ang="0">
                    <a:pos x="8" y="5"/>
                  </a:cxn>
                  <a:cxn ang="0">
                    <a:pos x="7" y="5"/>
                  </a:cxn>
                  <a:cxn ang="0">
                    <a:pos x="6" y="3"/>
                  </a:cxn>
                  <a:cxn ang="0">
                    <a:pos x="6" y="3"/>
                  </a:cxn>
                  <a:cxn ang="0">
                    <a:pos x="5" y="2"/>
                  </a:cxn>
                  <a:cxn ang="0">
                    <a:pos x="5" y="2"/>
                  </a:cxn>
                  <a:cxn ang="0">
                    <a:pos x="4" y="1"/>
                  </a:cxn>
                  <a:cxn ang="0">
                    <a:pos x="4" y="0"/>
                  </a:cxn>
                  <a:cxn ang="0">
                    <a:pos x="3" y="0"/>
                  </a:cxn>
                  <a:cxn ang="0">
                    <a:pos x="2" y="0"/>
                  </a:cxn>
                  <a:cxn ang="0">
                    <a:pos x="2" y="0"/>
                  </a:cxn>
                  <a:cxn ang="0">
                    <a:pos x="1" y="0"/>
                  </a:cxn>
                  <a:cxn ang="0">
                    <a:pos x="1" y="0"/>
                  </a:cxn>
                  <a:cxn ang="0">
                    <a:pos x="1" y="0"/>
                  </a:cxn>
                  <a:cxn ang="0">
                    <a:pos x="1" y="1"/>
                  </a:cxn>
                  <a:cxn ang="0">
                    <a:pos x="1" y="1"/>
                  </a:cxn>
                  <a:cxn ang="0">
                    <a:pos x="2" y="2"/>
                  </a:cxn>
                  <a:cxn ang="0">
                    <a:pos x="3" y="3"/>
                  </a:cxn>
                  <a:cxn ang="0">
                    <a:pos x="3" y="4"/>
                  </a:cxn>
                  <a:cxn ang="0">
                    <a:pos x="4" y="5"/>
                  </a:cxn>
                  <a:cxn ang="0">
                    <a:pos x="5" y="6"/>
                  </a:cxn>
                  <a:cxn ang="0">
                    <a:pos x="5" y="6"/>
                  </a:cxn>
                  <a:cxn ang="0">
                    <a:pos x="5" y="7"/>
                  </a:cxn>
                  <a:cxn ang="0">
                    <a:pos x="6" y="8"/>
                  </a:cxn>
                  <a:cxn ang="0">
                    <a:pos x="6" y="9"/>
                  </a:cxn>
                  <a:cxn ang="0">
                    <a:pos x="7" y="10"/>
                  </a:cxn>
                  <a:cxn ang="0">
                    <a:pos x="8" y="11"/>
                  </a:cxn>
                  <a:cxn ang="0">
                    <a:pos x="8" y="12"/>
                  </a:cxn>
                  <a:cxn ang="0">
                    <a:pos x="8" y="13"/>
                  </a:cxn>
                  <a:cxn ang="0">
                    <a:pos x="10" y="15"/>
                  </a:cxn>
                  <a:cxn ang="0">
                    <a:pos x="10" y="15"/>
                  </a:cxn>
                  <a:cxn ang="0">
                    <a:pos x="11" y="16"/>
                  </a:cxn>
                  <a:cxn ang="0">
                    <a:pos x="12" y="17"/>
                  </a:cxn>
                  <a:cxn ang="0">
                    <a:pos x="12" y="18"/>
                  </a:cxn>
                  <a:cxn ang="0">
                    <a:pos x="13" y="18"/>
                  </a:cxn>
                  <a:cxn ang="0">
                    <a:pos x="13" y="17"/>
                  </a:cxn>
                  <a:cxn ang="0">
                    <a:pos x="13" y="18"/>
                  </a:cxn>
                </a:cxnLst>
                <a:rect l="0" t="0" r="r" b="b"/>
                <a:pathLst>
                  <a:path w="15" h="18">
                    <a:moveTo>
                      <a:pt x="13" y="17"/>
                    </a:moveTo>
                    <a:cubicBezTo>
                      <a:pt x="13" y="17"/>
                      <a:pt x="13" y="17"/>
                      <a:pt x="13" y="17"/>
                    </a:cubicBezTo>
                    <a:cubicBezTo>
                      <a:pt x="13" y="17"/>
                      <a:pt x="13" y="17"/>
                      <a:pt x="14" y="17"/>
                    </a:cubicBezTo>
                    <a:cubicBezTo>
                      <a:pt x="14" y="17"/>
                      <a:pt x="14" y="17"/>
                      <a:pt x="14" y="17"/>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7"/>
                    </a:cubicBezTo>
                    <a:cubicBezTo>
                      <a:pt x="14" y="17"/>
                      <a:pt x="14" y="17"/>
                      <a:pt x="14" y="17"/>
                    </a:cubicBezTo>
                    <a:cubicBezTo>
                      <a:pt x="14" y="17"/>
                      <a:pt x="14" y="17"/>
                      <a:pt x="14" y="17"/>
                    </a:cubicBezTo>
                    <a:cubicBezTo>
                      <a:pt x="14" y="17"/>
                      <a:pt x="14" y="17"/>
                      <a:pt x="14" y="17"/>
                    </a:cubicBezTo>
                    <a:cubicBezTo>
                      <a:pt x="14" y="16"/>
                      <a:pt x="14" y="16"/>
                      <a:pt x="14" y="16"/>
                    </a:cubicBezTo>
                    <a:cubicBezTo>
                      <a:pt x="14" y="16"/>
                      <a:pt x="14" y="16"/>
                      <a:pt x="14" y="16"/>
                    </a:cubicBezTo>
                    <a:cubicBezTo>
                      <a:pt x="14" y="16"/>
                      <a:pt x="14" y="16"/>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4"/>
                      <a:pt x="14" y="14"/>
                      <a:pt x="14" y="14"/>
                    </a:cubicBezTo>
                    <a:cubicBezTo>
                      <a:pt x="14" y="14"/>
                      <a:pt x="15" y="14"/>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2"/>
                      <a:pt x="13" y="12"/>
                    </a:cubicBezTo>
                    <a:cubicBezTo>
                      <a:pt x="13" y="12"/>
                      <a:pt x="13" y="12"/>
                      <a:pt x="13" y="12"/>
                    </a:cubicBezTo>
                    <a:cubicBezTo>
                      <a:pt x="13" y="12"/>
                      <a:pt x="13" y="12"/>
                      <a:pt x="13" y="12"/>
                    </a:cubicBezTo>
                    <a:cubicBezTo>
                      <a:pt x="13" y="12"/>
                      <a:pt x="13" y="12"/>
                      <a:pt x="13" y="13"/>
                    </a:cubicBezTo>
                    <a:cubicBezTo>
                      <a:pt x="13" y="13"/>
                      <a:pt x="13" y="13"/>
                      <a:pt x="13" y="13"/>
                    </a:cubicBezTo>
                    <a:cubicBezTo>
                      <a:pt x="13" y="13"/>
                      <a:pt x="13" y="13"/>
                      <a:pt x="13" y="13"/>
                    </a:cubicBezTo>
                    <a:cubicBezTo>
                      <a:pt x="13" y="13"/>
                      <a:pt x="13" y="13"/>
                      <a:pt x="13" y="13"/>
                    </a:cubicBezTo>
                    <a:cubicBezTo>
                      <a:pt x="13" y="13"/>
                      <a:pt x="13" y="13"/>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3" y="12"/>
                    </a:cubicBezTo>
                    <a:cubicBezTo>
                      <a:pt x="13" y="12"/>
                      <a:pt x="13" y="12"/>
                      <a:pt x="12" y="12"/>
                    </a:cubicBezTo>
                    <a:cubicBezTo>
                      <a:pt x="12" y="12"/>
                      <a:pt x="12" y="12"/>
                      <a:pt x="12" y="12"/>
                    </a:cubicBezTo>
                    <a:cubicBezTo>
                      <a:pt x="12" y="12"/>
                      <a:pt x="12" y="12"/>
                      <a:pt x="12" y="11"/>
                    </a:cubicBezTo>
                    <a:cubicBezTo>
                      <a:pt x="12" y="11"/>
                      <a:pt x="12" y="11"/>
                      <a:pt x="12" y="11"/>
                    </a:cubicBezTo>
                    <a:cubicBezTo>
                      <a:pt x="12" y="11"/>
                      <a:pt x="12" y="11"/>
                      <a:pt x="12" y="11"/>
                    </a:cubicBezTo>
                    <a:cubicBezTo>
                      <a:pt x="12" y="11"/>
                      <a:pt x="13" y="11"/>
                      <a:pt x="12" y="11"/>
                    </a:cubicBezTo>
                    <a:cubicBezTo>
                      <a:pt x="12" y="11"/>
                      <a:pt x="12" y="11"/>
                      <a:pt x="12" y="11"/>
                    </a:cubicBezTo>
                    <a:cubicBezTo>
                      <a:pt x="12" y="11"/>
                      <a:pt x="12" y="11"/>
                      <a:pt x="12" y="11"/>
                    </a:cubicBezTo>
                    <a:cubicBezTo>
                      <a:pt x="12" y="11"/>
                      <a:pt x="12" y="11"/>
                      <a:pt x="12" y="11"/>
                    </a:cubicBezTo>
                    <a:cubicBezTo>
                      <a:pt x="12" y="11"/>
                      <a:pt x="12" y="11"/>
                      <a:pt x="12" y="11"/>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2" y="10"/>
                      <a:pt x="12" y="10"/>
                      <a:pt x="12"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9"/>
                      <a:pt x="11" y="9"/>
                      <a:pt x="11" y="9"/>
                    </a:cubicBezTo>
                    <a:cubicBezTo>
                      <a:pt x="11" y="9"/>
                      <a:pt x="11" y="9"/>
                      <a:pt x="11" y="9"/>
                    </a:cubicBezTo>
                    <a:cubicBezTo>
                      <a:pt x="11" y="9"/>
                      <a:pt x="11" y="9"/>
                      <a:pt x="11" y="9"/>
                    </a:cubicBezTo>
                    <a:cubicBezTo>
                      <a:pt x="11" y="9"/>
                      <a:pt x="11" y="9"/>
                      <a:pt x="11" y="9"/>
                    </a:cubicBezTo>
                    <a:cubicBezTo>
                      <a:pt x="11" y="9"/>
                      <a:pt x="11" y="9"/>
                      <a:pt x="11" y="9"/>
                    </a:cubicBezTo>
                    <a:cubicBezTo>
                      <a:pt x="12" y="9"/>
                      <a:pt x="12" y="9"/>
                      <a:pt x="12" y="9"/>
                    </a:cubicBezTo>
                    <a:cubicBezTo>
                      <a:pt x="12" y="8"/>
                      <a:pt x="12" y="8"/>
                      <a:pt x="12" y="8"/>
                    </a:cubicBezTo>
                    <a:cubicBezTo>
                      <a:pt x="12"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0" y="8"/>
                      <a:pt x="10" y="8"/>
                    </a:cubicBezTo>
                    <a:cubicBezTo>
                      <a:pt x="10" y="8"/>
                      <a:pt x="10" y="8"/>
                      <a:pt x="10" y="8"/>
                    </a:cubicBezTo>
                    <a:cubicBezTo>
                      <a:pt x="10" y="8"/>
                      <a:pt x="10" y="8"/>
                      <a:pt x="11" y="8"/>
                    </a:cubicBezTo>
                    <a:cubicBezTo>
                      <a:pt x="11" y="8"/>
                      <a:pt x="11" y="8"/>
                      <a:pt x="11" y="8"/>
                    </a:cubicBezTo>
                    <a:cubicBezTo>
                      <a:pt x="11" y="8"/>
                      <a:pt x="11" y="8"/>
                      <a:pt x="11" y="8"/>
                    </a:cubicBezTo>
                    <a:cubicBezTo>
                      <a:pt x="11" y="8"/>
                      <a:pt x="11" y="8"/>
                      <a:pt x="11" y="8"/>
                    </a:cubicBezTo>
                    <a:cubicBezTo>
                      <a:pt x="11" y="8"/>
                      <a:pt x="11" y="8"/>
                      <a:pt x="10" y="8"/>
                    </a:cubicBezTo>
                    <a:cubicBezTo>
                      <a:pt x="10" y="7"/>
                      <a:pt x="10" y="7"/>
                      <a:pt x="10" y="7"/>
                    </a:cubicBezTo>
                    <a:cubicBezTo>
                      <a:pt x="10" y="7"/>
                      <a:pt x="10" y="7"/>
                      <a:pt x="10" y="7"/>
                    </a:cubicBezTo>
                    <a:cubicBezTo>
                      <a:pt x="10" y="7"/>
                      <a:pt x="10" y="7"/>
                      <a:pt x="10" y="7"/>
                    </a:cubicBezTo>
                    <a:cubicBezTo>
                      <a:pt x="10" y="7"/>
                      <a:pt x="10" y="7"/>
                      <a:pt x="9" y="7"/>
                    </a:cubicBezTo>
                    <a:cubicBezTo>
                      <a:pt x="9" y="7"/>
                      <a:pt x="9" y="7"/>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8"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8" y="5"/>
                      <a:pt x="8" y="5"/>
                    </a:cubicBezTo>
                    <a:cubicBezTo>
                      <a:pt x="8" y="5"/>
                      <a:pt x="7" y="5"/>
                      <a:pt x="7" y="5"/>
                    </a:cubicBezTo>
                    <a:cubicBezTo>
                      <a:pt x="7" y="5"/>
                      <a:pt x="7" y="5"/>
                      <a:pt x="7" y="5"/>
                    </a:cubicBezTo>
                    <a:cubicBezTo>
                      <a:pt x="7" y="5"/>
                      <a:pt x="7" y="5"/>
                      <a:pt x="7" y="5"/>
                    </a:cubicBezTo>
                    <a:cubicBezTo>
                      <a:pt x="7" y="4"/>
                      <a:pt x="7" y="4"/>
                      <a:pt x="7" y="4"/>
                    </a:cubicBezTo>
                    <a:cubicBezTo>
                      <a:pt x="7" y="4"/>
                      <a:pt x="7" y="4"/>
                      <a:pt x="7" y="4"/>
                    </a:cubicBezTo>
                    <a:cubicBezTo>
                      <a:pt x="7" y="4"/>
                      <a:pt x="7" y="4"/>
                      <a:pt x="7" y="4"/>
                    </a:cubicBezTo>
                    <a:cubicBezTo>
                      <a:pt x="7" y="4"/>
                      <a:pt x="7" y="4"/>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2"/>
                    </a:cubicBezTo>
                    <a:cubicBezTo>
                      <a:pt x="6" y="2"/>
                      <a:pt x="6"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1"/>
                    </a:cubicBezTo>
                    <a:cubicBezTo>
                      <a:pt x="5" y="1"/>
                      <a:pt x="5" y="1"/>
                      <a:pt x="4" y="1"/>
                    </a:cubicBezTo>
                    <a:cubicBezTo>
                      <a:pt x="4" y="1"/>
                      <a:pt x="4" y="1"/>
                      <a:pt x="4" y="1"/>
                    </a:cubicBezTo>
                    <a:cubicBezTo>
                      <a:pt x="4" y="1"/>
                      <a:pt x="4" y="1"/>
                      <a:pt x="4" y="1"/>
                    </a:cubicBezTo>
                    <a:cubicBezTo>
                      <a:pt x="4" y="1"/>
                      <a:pt x="4" y="1"/>
                      <a:pt x="4" y="1"/>
                    </a:cubicBezTo>
                    <a:cubicBezTo>
                      <a:pt x="4" y="1"/>
                      <a:pt x="4" y="1"/>
                      <a:pt x="4" y="1"/>
                    </a:cubicBezTo>
                    <a:cubicBezTo>
                      <a:pt x="4" y="0"/>
                      <a:pt x="4" y="0"/>
                      <a:pt x="4" y="0"/>
                    </a:cubicBezTo>
                    <a:cubicBezTo>
                      <a:pt x="4" y="0"/>
                      <a:pt x="4" y="0"/>
                      <a:pt x="4" y="0"/>
                    </a:cubicBezTo>
                    <a:cubicBezTo>
                      <a:pt x="4" y="0"/>
                      <a:pt x="4" y="0"/>
                      <a:pt x="4"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2"/>
                      <a:pt x="1" y="2"/>
                      <a:pt x="1" y="2"/>
                    </a:cubicBezTo>
                    <a:cubicBezTo>
                      <a:pt x="1" y="2"/>
                      <a:pt x="1" y="2"/>
                      <a:pt x="2" y="2"/>
                    </a:cubicBezTo>
                    <a:cubicBezTo>
                      <a:pt x="2" y="2"/>
                      <a:pt x="2" y="2"/>
                      <a:pt x="2" y="2"/>
                    </a:cubicBezTo>
                    <a:cubicBezTo>
                      <a:pt x="2" y="2"/>
                      <a:pt x="2" y="2"/>
                      <a:pt x="2" y="2"/>
                    </a:cubicBezTo>
                    <a:cubicBezTo>
                      <a:pt x="2" y="2"/>
                      <a:pt x="2" y="3"/>
                      <a:pt x="2" y="3"/>
                    </a:cubicBezTo>
                    <a:cubicBezTo>
                      <a:pt x="3" y="3"/>
                      <a:pt x="3" y="3"/>
                      <a:pt x="3"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4" y="4"/>
                      <a:pt x="4" y="4"/>
                      <a:pt x="4" y="4"/>
                    </a:cubicBezTo>
                    <a:cubicBezTo>
                      <a:pt x="4" y="4"/>
                      <a:pt x="4" y="5"/>
                      <a:pt x="4" y="5"/>
                    </a:cubicBezTo>
                    <a:cubicBezTo>
                      <a:pt x="4" y="5"/>
                      <a:pt x="4" y="5"/>
                      <a:pt x="4" y="5"/>
                    </a:cubicBezTo>
                    <a:cubicBezTo>
                      <a:pt x="4" y="5"/>
                      <a:pt x="4" y="5"/>
                      <a:pt x="4" y="5"/>
                    </a:cubicBezTo>
                    <a:cubicBezTo>
                      <a:pt x="4" y="5"/>
                      <a:pt x="4" y="5"/>
                      <a:pt x="4" y="5"/>
                    </a:cubicBezTo>
                    <a:cubicBezTo>
                      <a:pt x="4" y="5"/>
                      <a:pt x="4" y="5"/>
                      <a:pt x="4" y="5"/>
                    </a:cubicBezTo>
                    <a:cubicBezTo>
                      <a:pt x="4" y="5"/>
                      <a:pt x="5" y="5"/>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7"/>
                      <a:pt x="5" y="7"/>
                    </a:cubicBezTo>
                    <a:cubicBezTo>
                      <a:pt x="5" y="7"/>
                      <a:pt x="5" y="7"/>
                      <a:pt x="5" y="7"/>
                    </a:cubicBezTo>
                    <a:cubicBezTo>
                      <a:pt x="6" y="7"/>
                      <a:pt x="6" y="7"/>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9"/>
                    </a:cubicBezTo>
                    <a:cubicBezTo>
                      <a:pt x="7" y="9"/>
                      <a:pt x="7" y="9"/>
                      <a:pt x="7" y="9"/>
                    </a:cubicBezTo>
                    <a:cubicBezTo>
                      <a:pt x="7" y="9"/>
                      <a:pt x="7" y="9"/>
                      <a:pt x="7" y="9"/>
                    </a:cubicBezTo>
                    <a:cubicBezTo>
                      <a:pt x="7" y="9"/>
                      <a:pt x="7" y="9"/>
                      <a:pt x="7" y="9"/>
                    </a:cubicBezTo>
                    <a:cubicBezTo>
                      <a:pt x="7" y="9"/>
                      <a:pt x="7" y="10"/>
                      <a:pt x="7" y="10"/>
                    </a:cubicBezTo>
                    <a:cubicBezTo>
                      <a:pt x="7" y="10"/>
                      <a:pt x="7" y="10"/>
                      <a:pt x="7" y="10"/>
                    </a:cubicBezTo>
                    <a:cubicBezTo>
                      <a:pt x="7" y="10"/>
                      <a:pt x="7" y="10"/>
                      <a:pt x="7" y="11"/>
                    </a:cubicBezTo>
                    <a:cubicBezTo>
                      <a:pt x="7" y="11"/>
                      <a:pt x="7" y="11"/>
                      <a:pt x="7" y="11"/>
                    </a:cubicBezTo>
                    <a:cubicBezTo>
                      <a:pt x="7" y="11"/>
                      <a:pt x="8" y="11"/>
                      <a:pt x="8" y="11"/>
                    </a:cubicBezTo>
                    <a:cubicBezTo>
                      <a:pt x="8" y="11"/>
                      <a:pt x="8" y="11"/>
                      <a:pt x="8" y="11"/>
                    </a:cubicBezTo>
                    <a:cubicBezTo>
                      <a:pt x="8" y="12"/>
                      <a:pt x="8" y="12"/>
                      <a:pt x="8" y="12"/>
                    </a:cubicBezTo>
                    <a:cubicBezTo>
                      <a:pt x="8" y="12"/>
                      <a:pt x="8" y="12"/>
                      <a:pt x="8" y="12"/>
                    </a:cubicBezTo>
                    <a:cubicBezTo>
                      <a:pt x="8" y="12"/>
                      <a:pt x="8" y="12"/>
                      <a:pt x="8" y="12"/>
                    </a:cubicBezTo>
                    <a:cubicBezTo>
                      <a:pt x="8" y="12"/>
                      <a:pt x="8" y="13"/>
                      <a:pt x="8" y="13"/>
                    </a:cubicBezTo>
                    <a:cubicBezTo>
                      <a:pt x="8" y="13"/>
                      <a:pt x="8" y="13"/>
                      <a:pt x="8" y="13"/>
                    </a:cubicBezTo>
                    <a:cubicBezTo>
                      <a:pt x="8" y="13"/>
                      <a:pt x="8" y="13"/>
                      <a:pt x="8" y="13"/>
                    </a:cubicBezTo>
                    <a:cubicBezTo>
                      <a:pt x="8" y="13"/>
                      <a:pt x="8" y="13"/>
                      <a:pt x="8" y="13"/>
                    </a:cubicBezTo>
                    <a:cubicBezTo>
                      <a:pt x="9" y="13"/>
                      <a:pt x="9" y="13"/>
                      <a:pt x="9" y="13"/>
                    </a:cubicBezTo>
                    <a:cubicBezTo>
                      <a:pt x="9" y="14"/>
                      <a:pt x="9" y="14"/>
                      <a:pt x="9" y="14"/>
                    </a:cubicBezTo>
                    <a:cubicBezTo>
                      <a:pt x="9" y="14"/>
                      <a:pt x="9" y="14"/>
                      <a:pt x="10" y="14"/>
                    </a:cubicBezTo>
                    <a:cubicBezTo>
                      <a:pt x="10" y="14"/>
                      <a:pt x="10" y="15"/>
                      <a:pt x="10" y="15"/>
                    </a:cubicBezTo>
                    <a:cubicBezTo>
                      <a:pt x="10" y="15"/>
                      <a:pt x="10" y="15"/>
                      <a:pt x="10" y="15"/>
                    </a:cubicBezTo>
                    <a:cubicBezTo>
                      <a:pt x="10" y="15"/>
                      <a:pt x="10" y="15"/>
                      <a:pt x="10" y="15"/>
                    </a:cubicBezTo>
                    <a:cubicBezTo>
                      <a:pt x="10" y="15"/>
                      <a:pt x="10" y="15"/>
                      <a:pt x="10" y="15"/>
                    </a:cubicBezTo>
                    <a:cubicBezTo>
                      <a:pt x="10" y="15"/>
                      <a:pt x="10" y="15"/>
                      <a:pt x="10" y="15"/>
                    </a:cubicBezTo>
                    <a:cubicBezTo>
                      <a:pt x="10" y="15"/>
                      <a:pt x="10" y="15"/>
                      <a:pt x="10" y="15"/>
                    </a:cubicBezTo>
                    <a:cubicBezTo>
                      <a:pt x="10" y="16"/>
                      <a:pt x="10" y="16"/>
                      <a:pt x="10" y="16"/>
                    </a:cubicBezTo>
                    <a:cubicBezTo>
                      <a:pt x="10" y="16"/>
                      <a:pt x="10" y="16"/>
                      <a:pt x="10" y="16"/>
                    </a:cubicBezTo>
                    <a:cubicBezTo>
                      <a:pt x="10" y="16"/>
                      <a:pt x="11" y="16"/>
                      <a:pt x="11" y="16"/>
                    </a:cubicBezTo>
                    <a:cubicBezTo>
                      <a:pt x="11" y="16"/>
                      <a:pt x="11" y="16"/>
                      <a:pt x="11" y="16"/>
                    </a:cubicBezTo>
                    <a:cubicBezTo>
                      <a:pt x="11" y="16"/>
                      <a:pt x="11" y="16"/>
                      <a:pt x="11" y="16"/>
                    </a:cubicBezTo>
                    <a:cubicBezTo>
                      <a:pt x="11" y="17"/>
                      <a:pt x="11" y="17"/>
                      <a:pt x="11" y="17"/>
                    </a:cubicBezTo>
                    <a:cubicBezTo>
                      <a:pt x="12" y="17"/>
                      <a:pt x="12" y="17"/>
                      <a:pt x="12" y="17"/>
                    </a:cubicBezTo>
                    <a:cubicBezTo>
                      <a:pt x="12" y="17"/>
                      <a:pt x="12" y="17"/>
                      <a:pt x="12" y="17"/>
                    </a:cubicBezTo>
                    <a:cubicBezTo>
                      <a:pt x="12" y="17"/>
                      <a:pt x="12" y="17"/>
                      <a:pt x="12" y="17"/>
                    </a:cubicBezTo>
                    <a:cubicBezTo>
                      <a:pt x="12" y="17"/>
                      <a:pt x="12" y="17"/>
                      <a:pt x="12" y="18"/>
                    </a:cubicBezTo>
                    <a:cubicBezTo>
                      <a:pt x="12" y="18"/>
                      <a:pt x="12" y="18"/>
                      <a:pt x="12" y="18"/>
                    </a:cubicBezTo>
                    <a:cubicBezTo>
                      <a:pt x="12" y="18"/>
                      <a:pt x="12" y="18"/>
                      <a:pt x="12" y="18"/>
                    </a:cubicBezTo>
                    <a:cubicBezTo>
                      <a:pt x="12" y="18"/>
                      <a:pt x="12" y="18"/>
                      <a:pt x="12" y="18"/>
                    </a:cubicBezTo>
                    <a:cubicBezTo>
                      <a:pt x="12" y="18"/>
                      <a:pt x="12" y="18"/>
                      <a:pt x="12" y="18"/>
                    </a:cubicBezTo>
                    <a:cubicBezTo>
                      <a:pt x="13" y="18"/>
                      <a:pt x="13" y="18"/>
                      <a:pt x="13" y="18"/>
                    </a:cubicBezTo>
                    <a:cubicBezTo>
                      <a:pt x="13" y="18"/>
                      <a:pt x="13" y="18"/>
                      <a:pt x="13" y="18"/>
                    </a:cubicBezTo>
                    <a:cubicBezTo>
                      <a:pt x="13" y="18"/>
                      <a:pt x="13" y="18"/>
                      <a:pt x="13" y="18"/>
                    </a:cubicBezTo>
                    <a:cubicBezTo>
                      <a:pt x="12" y="18"/>
                      <a:pt x="12" y="18"/>
                      <a:pt x="12" y="17"/>
                    </a:cubicBezTo>
                    <a:cubicBezTo>
                      <a:pt x="12" y="17"/>
                      <a:pt x="12" y="17"/>
                      <a:pt x="13" y="17"/>
                    </a:cubicBezTo>
                    <a:cubicBezTo>
                      <a:pt x="13" y="17"/>
                      <a:pt x="13" y="17"/>
                      <a:pt x="13" y="17"/>
                    </a:cubicBezTo>
                    <a:cubicBezTo>
                      <a:pt x="13" y="17"/>
                      <a:pt x="13" y="17"/>
                      <a:pt x="13" y="17"/>
                    </a:cubicBezTo>
                    <a:cubicBezTo>
                      <a:pt x="13" y="17"/>
                      <a:pt x="13" y="17"/>
                      <a:pt x="13" y="17"/>
                    </a:cubicBezTo>
                    <a:cubicBezTo>
                      <a:pt x="13" y="18"/>
                      <a:pt x="13" y="18"/>
                      <a:pt x="13" y="18"/>
                    </a:cubicBezTo>
                    <a:cubicBezTo>
                      <a:pt x="13" y="18"/>
                      <a:pt x="13" y="18"/>
                      <a:pt x="13" y="18"/>
                    </a:cubicBezTo>
                    <a:cubicBezTo>
                      <a:pt x="13" y="18"/>
                      <a:pt x="13" y="18"/>
                      <a:pt x="13" y="18"/>
                    </a:cubicBezTo>
                    <a:cubicBezTo>
                      <a:pt x="13" y="17"/>
                      <a:pt x="13" y="17"/>
                      <a:pt x="13" y="17"/>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8" name="Freeform 348"/>
              <p:cNvSpPr>
                <a:spLocks/>
              </p:cNvSpPr>
              <p:nvPr/>
            </p:nvSpPr>
            <p:spPr bwMode="auto">
              <a:xfrm>
                <a:off x="4923235" y="2650332"/>
                <a:ext cx="3572" cy="1191"/>
              </a:xfrm>
              <a:custGeom>
                <a:avLst/>
                <a:gdLst/>
                <a:ahLst/>
                <a:cxnLst>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69" name="Freeform 349"/>
              <p:cNvSpPr>
                <a:spLocks/>
              </p:cNvSpPr>
              <p:nvPr/>
            </p:nvSpPr>
            <p:spPr bwMode="auto">
              <a:xfrm>
                <a:off x="4918473" y="2644379"/>
                <a:ext cx="2381" cy="3572"/>
              </a:xfrm>
              <a:custGeom>
                <a:avLst/>
                <a:gdLst/>
                <a:ahLst/>
                <a:cxnLst>
                  <a:cxn ang="0">
                    <a:pos x="1" y="0"/>
                  </a:cxn>
                  <a:cxn ang="0">
                    <a:pos x="1" y="0"/>
                  </a:cxn>
                  <a:cxn ang="0">
                    <a:pos x="1" y="0"/>
                  </a:cxn>
                  <a:cxn ang="0">
                    <a:pos x="0" y="0"/>
                  </a:cxn>
                  <a:cxn ang="0">
                    <a:pos x="1" y="1"/>
                  </a:cxn>
                  <a:cxn ang="0">
                    <a:pos x="1" y="1"/>
                  </a:cxn>
                  <a:cxn ang="0">
                    <a:pos x="1" y="1"/>
                  </a:cxn>
                  <a:cxn ang="0">
                    <a:pos x="1" y="1"/>
                  </a:cxn>
                  <a:cxn ang="0">
                    <a:pos x="1" y="0"/>
                  </a:cxn>
                  <a:cxn ang="0">
                    <a:pos x="1" y="0"/>
                  </a:cxn>
                </a:cxnLst>
                <a:rect l="0" t="0" r="r" b="b"/>
                <a:pathLst>
                  <a:path w="1" h="1">
                    <a:moveTo>
                      <a:pt x="1" y="0"/>
                    </a:moveTo>
                    <a:cubicBezTo>
                      <a:pt x="1" y="0"/>
                      <a:pt x="1" y="0"/>
                      <a:pt x="1" y="0"/>
                    </a:cubicBezTo>
                    <a:cubicBezTo>
                      <a:pt x="1" y="0"/>
                      <a:pt x="1" y="0"/>
                      <a:pt x="1" y="0"/>
                    </a:cubicBezTo>
                    <a:cubicBezTo>
                      <a:pt x="1" y="0"/>
                      <a:pt x="0" y="0"/>
                      <a:pt x="0" y="0"/>
                    </a:cubicBezTo>
                    <a:cubicBezTo>
                      <a:pt x="0" y="0"/>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0" name="Freeform 350"/>
              <p:cNvSpPr>
                <a:spLocks/>
              </p:cNvSpPr>
              <p:nvPr/>
            </p:nvSpPr>
            <p:spPr bwMode="auto">
              <a:xfrm>
                <a:off x="4931569" y="2661048"/>
                <a:ext cx="5954" cy="8335"/>
              </a:xfrm>
              <a:custGeom>
                <a:avLst/>
                <a:gdLst/>
                <a:ahLst/>
                <a:cxnLst>
                  <a:cxn ang="0">
                    <a:pos x="2" y="2"/>
                  </a:cxn>
                  <a:cxn ang="0">
                    <a:pos x="2" y="2"/>
                  </a:cxn>
                  <a:cxn ang="0">
                    <a:pos x="2" y="2"/>
                  </a:cxn>
                  <a:cxn ang="0">
                    <a:pos x="2" y="2"/>
                  </a:cxn>
                  <a:cxn ang="0">
                    <a:pos x="2" y="1"/>
                  </a:cxn>
                  <a:cxn ang="0">
                    <a:pos x="2" y="1"/>
                  </a:cxn>
                  <a:cxn ang="0">
                    <a:pos x="2" y="1"/>
                  </a:cxn>
                  <a:cxn ang="0">
                    <a:pos x="2" y="1"/>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2"/>
                  </a:cxn>
                  <a:cxn ang="0">
                    <a:pos x="1" y="2"/>
                  </a:cxn>
                  <a:cxn ang="0">
                    <a:pos x="1" y="2"/>
                  </a:cxn>
                  <a:cxn ang="0">
                    <a:pos x="2" y="2"/>
                  </a:cxn>
                  <a:cxn ang="0">
                    <a:pos x="2" y="2"/>
                  </a:cxn>
                  <a:cxn ang="0">
                    <a:pos x="2" y="2"/>
                  </a:cxn>
                  <a:cxn ang="0">
                    <a:pos x="2" y="2"/>
                  </a:cxn>
                  <a:cxn ang="0">
                    <a:pos x="2" y="3"/>
                  </a:cxn>
                  <a:cxn ang="0">
                    <a:pos x="2" y="3"/>
                  </a:cxn>
                  <a:cxn ang="0">
                    <a:pos x="2" y="3"/>
                  </a:cxn>
                  <a:cxn ang="0">
                    <a:pos x="2" y="2"/>
                  </a:cxn>
                  <a:cxn ang="0">
                    <a:pos x="2" y="2"/>
                  </a:cxn>
                  <a:cxn ang="0">
                    <a:pos x="2" y="2"/>
                  </a:cxn>
                  <a:cxn ang="0">
                    <a:pos x="2" y="2"/>
                  </a:cxn>
                </a:cxnLst>
                <a:rect l="0" t="0" r="r" b="b"/>
                <a:pathLst>
                  <a:path w="2" h="3">
                    <a:moveTo>
                      <a:pt x="2" y="2"/>
                    </a:moveTo>
                    <a:cubicBezTo>
                      <a:pt x="2" y="2"/>
                      <a:pt x="2" y="2"/>
                      <a:pt x="2" y="2"/>
                    </a:cubicBezTo>
                    <a:cubicBezTo>
                      <a:pt x="2" y="2"/>
                      <a:pt x="2" y="2"/>
                      <a:pt x="2" y="2"/>
                    </a:cubicBezTo>
                    <a:cubicBezTo>
                      <a:pt x="2" y="2"/>
                      <a:pt x="2" y="2"/>
                      <a:pt x="2" y="2"/>
                    </a:cubicBezTo>
                    <a:cubicBezTo>
                      <a:pt x="2" y="1"/>
                      <a:pt x="2" y="1"/>
                      <a:pt x="2"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2" y="2"/>
                      <a:pt x="2" y="2"/>
                    </a:cubicBezTo>
                    <a:cubicBezTo>
                      <a:pt x="2" y="2"/>
                      <a:pt x="2" y="2"/>
                      <a:pt x="2" y="2"/>
                    </a:cubicBezTo>
                    <a:cubicBezTo>
                      <a:pt x="2" y="2"/>
                      <a:pt x="2" y="2"/>
                      <a:pt x="2" y="2"/>
                    </a:cubicBezTo>
                    <a:cubicBezTo>
                      <a:pt x="2" y="2"/>
                      <a:pt x="2" y="2"/>
                      <a:pt x="2" y="2"/>
                    </a:cubicBezTo>
                    <a:cubicBezTo>
                      <a:pt x="2" y="2"/>
                      <a:pt x="2" y="3"/>
                      <a:pt x="2" y="3"/>
                    </a:cubicBezTo>
                    <a:cubicBezTo>
                      <a:pt x="2" y="3"/>
                      <a:pt x="2" y="3"/>
                      <a:pt x="2" y="3"/>
                    </a:cubicBezTo>
                    <a:cubicBezTo>
                      <a:pt x="2" y="3"/>
                      <a:pt x="2" y="3"/>
                      <a:pt x="2" y="3"/>
                    </a:cubicBezTo>
                    <a:cubicBezTo>
                      <a:pt x="2" y="3"/>
                      <a:pt x="2" y="2"/>
                      <a:pt x="2" y="2"/>
                    </a:cubicBezTo>
                    <a:cubicBezTo>
                      <a:pt x="2" y="2"/>
                      <a:pt x="2" y="2"/>
                      <a:pt x="2" y="2"/>
                    </a:cubicBezTo>
                    <a:cubicBezTo>
                      <a:pt x="2" y="2"/>
                      <a:pt x="2" y="2"/>
                      <a:pt x="2" y="2"/>
                    </a:cubicBezTo>
                    <a:cubicBezTo>
                      <a:pt x="2" y="2"/>
                      <a:pt x="2" y="2"/>
                      <a:pt x="2"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1" name="Freeform 351"/>
              <p:cNvSpPr>
                <a:spLocks/>
              </p:cNvSpPr>
              <p:nvPr/>
            </p:nvSpPr>
            <p:spPr bwMode="auto">
              <a:xfrm>
                <a:off x="4910139" y="2658666"/>
                <a:ext cx="2381" cy="5954"/>
              </a:xfrm>
              <a:custGeom>
                <a:avLst/>
                <a:gdLst/>
                <a:ahLst/>
                <a:cxnLst>
                  <a:cxn ang="0">
                    <a:pos x="1" y="1"/>
                  </a:cxn>
                  <a:cxn ang="0">
                    <a:pos x="1" y="1"/>
                  </a:cxn>
                  <a:cxn ang="0">
                    <a:pos x="1"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1" y="2"/>
                  </a:cxn>
                  <a:cxn ang="0">
                    <a:pos x="1" y="2"/>
                  </a:cxn>
                  <a:cxn ang="0">
                    <a:pos x="1" y="1"/>
                  </a:cxn>
                  <a:cxn ang="0">
                    <a:pos x="1" y="1"/>
                  </a:cxn>
                  <a:cxn ang="0">
                    <a:pos x="1" y="1"/>
                  </a:cxn>
                  <a:cxn ang="0">
                    <a:pos x="1" y="1"/>
                  </a:cxn>
                  <a:cxn ang="0">
                    <a:pos x="1" y="1"/>
                  </a:cxn>
                  <a:cxn ang="0">
                    <a:pos x="1" y="1"/>
                  </a:cxn>
                </a:cxnLst>
                <a:rect l="0" t="0" r="r" b="b"/>
                <a:pathLst>
                  <a:path w="1" h="2">
                    <a:moveTo>
                      <a:pt x="1" y="1"/>
                    </a:moveTo>
                    <a:cubicBezTo>
                      <a:pt x="1" y="1"/>
                      <a:pt x="1" y="1"/>
                      <a:pt x="1" y="1"/>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2"/>
                      <a:pt x="1" y="2"/>
                      <a:pt x="1" y="2"/>
                    </a:cubicBezTo>
                    <a:cubicBezTo>
                      <a:pt x="1" y="2"/>
                      <a:pt x="1" y="2"/>
                      <a:pt x="1" y="2"/>
                    </a:cubicBezTo>
                    <a:cubicBezTo>
                      <a:pt x="1" y="2"/>
                      <a:pt x="1" y="2"/>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2" name="Freeform 352"/>
              <p:cNvSpPr>
                <a:spLocks/>
              </p:cNvSpPr>
              <p:nvPr/>
            </p:nvSpPr>
            <p:spPr bwMode="auto">
              <a:xfrm>
                <a:off x="4904185" y="2647951"/>
                <a:ext cx="2381" cy="4763"/>
              </a:xfrm>
              <a:custGeom>
                <a:avLst/>
                <a:gdLst/>
                <a:ahLst/>
                <a:cxnLst>
                  <a:cxn ang="0">
                    <a:pos x="1" y="1"/>
                  </a:cxn>
                  <a:cxn ang="0">
                    <a:pos x="1" y="0"/>
                  </a:cxn>
                  <a:cxn ang="0">
                    <a:pos x="1" y="0"/>
                  </a:cxn>
                  <a:cxn ang="0">
                    <a:pos x="1" y="0"/>
                  </a:cxn>
                  <a:cxn ang="0">
                    <a:pos x="0" y="0"/>
                  </a:cxn>
                  <a:cxn ang="0">
                    <a:pos x="0" y="0"/>
                  </a:cxn>
                  <a:cxn ang="0">
                    <a:pos x="0" y="0"/>
                  </a:cxn>
                  <a:cxn ang="0">
                    <a:pos x="0" y="1"/>
                  </a:cxn>
                  <a:cxn ang="0">
                    <a:pos x="0" y="1"/>
                  </a:cxn>
                  <a:cxn ang="0">
                    <a:pos x="1" y="1"/>
                  </a:cxn>
                  <a:cxn ang="0">
                    <a:pos x="1" y="1"/>
                  </a:cxn>
                  <a:cxn ang="0">
                    <a:pos x="1" y="2"/>
                  </a:cxn>
                  <a:cxn ang="0">
                    <a:pos x="1" y="2"/>
                  </a:cxn>
                  <a:cxn ang="0">
                    <a:pos x="1" y="2"/>
                  </a:cxn>
                  <a:cxn ang="0">
                    <a:pos x="1" y="2"/>
                  </a:cxn>
                  <a:cxn ang="0">
                    <a:pos x="1" y="1"/>
                  </a:cxn>
                  <a:cxn ang="0">
                    <a:pos x="1" y="1"/>
                  </a:cxn>
                  <a:cxn ang="0">
                    <a:pos x="1" y="1"/>
                  </a:cxn>
                  <a:cxn ang="0">
                    <a:pos x="1" y="1"/>
                  </a:cxn>
                  <a:cxn ang="0">
                    <a:pos x="1" y="1"/>
                  </a:cxn>
                  <a:cxn ang="0">
                    <a:pos x="1" y="1"/>
                  </a:cxn>
                </a:cxnLst>
                <a:rect l="0" t="0" r="r" b="b"/>
                <a:pathLst>
                  <a:path w="1" h="2">
                    <a:moveTo>
                      <a:pt x="1" y="1"/>
                    </a:moveTo>
                    <a:cubicBezTo>
                      <a:pt x="1" y="1"/>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1" y="1"/>
                    </a:cubicBezTo>
                    <a:cubicBezTo>
                      <a:pt x="1" y="1"/>
                      <a:pt x="1" y="1"/>
                      <a:pt x="1" y="1"/>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3" name="Freeform 353"/>
              <p:cNvSpPr>
                <a:spLocks/>
              </p:cNvSpPr>
              <p:nvPr/>
            </p:nvSpPr>
            <p:spPr bwMode="auto">
              <a:xfrm>
                <a:off x="4931569" y="2681288"/>
                <a:ext cx="34529" cy="14288"/>
              </a:xfrm>
              <a:custGeom>
                <a:avLst/>
                <a:gdLst/>
                <a:ahLst/>
                <a:cxnLst>
                  <a:cxn ang="0">
                    <a:pos x="6" y="3"/>
                  </a:cxn>
                  <a:cxn ang="0">
                    <a:pos x="6" y="3"/>
                  </a:cxn>
                  <a:cxn ang="0">
                    <a:pos x="7" y="3"/>
                  </a:cxn>
                  <a:cxn ang="0">
                    <a:pos x="7" y="4"/>
                  </a:cxn>
                  <a:cxn ang="0">
                    <a:pos x="8" y="4"/>
                  </a:cxn>
                  <a:cxn ang="0">
                    <a:pos x="8" y="4"/>
                  </a:cxn>
                  <a:cxn ang="0">
                    <a:pos x="9" y="4"/>
                  </a:cxn>
                  <a:cxn ang="0">
                    <a:pos x="9" y="4"/>
                  </a:cxn>
                  <a:cxn ang="0">
                    <a:pos x="10" y="4"/>
                  </a:cxn>
                  <a:cxn ang="0">
                    <a:pos x="11" y="4"/>
                  </a:cxn>
                  <a:cxn ang="0">
                    <a:pos x="12" y="4"/>
                  </a:cxn>
                  <a:cxn ang="0">
                    <a:pos x="12" y="5"/>
                  </a:cxn>
                  <a:cxn ang="0">
                    <a:pos x="12" y="5"/>
                  </a:cxn>
                  <a:cxn ang="0">
                    <a:pos x="12" y="4"/>
                  </a:cxn>
                  <a:cxn ang="0">
                    <a:pos x="12" y="4"/>
                  </a:cxn>
                  <a:cxn ang="0">
                    <a:pos x="11" y="3"/>
                  </a:cxn>
                  <a:cxn ang="0">
                    <a:pos x="11" y="3"/>
                  </a:cxn>
                  <a:cxn ang="0">
                    <a:pos x="10" y="3"/>
                  </a:cxn>
                  <a:cxn ang="0">
                    <a:pos x="10" y="2"/>
                  </a:cxn>
                  <a:cxn ang="0">
                    <a:pos x="9" y="2"/>
                  </a:cxn>
                  <a:cxn ang="0">
                    <a:pos x="9" y="1"/>
                  </a:cxn>
                  <a:cxn ang="0">
                    <a:pos x="8" y="1"/>
                  </a:cxn>
                  <a:cxn ang="0">
                    <a:pos x="8" y="1"/>
                  </a:cxn>
                  <a:cxn ang="0">
                    <a:pos x="7" y="1"/>
                  </a:cxn>
                  <a:cxn ang="0">
                    <a:pos x="7" y="1"/>
                  </a:cxn>
                  <a:cxn ang="0">
                    <a:pos x="7" y="2"/>
                  </a:cxn>
                  <a:cxn ang="0">
                    <a:pos x="6" y="2"/>
                  </a:cxn>
                  <a:cxn ang="0">
                    <a:pos x="6" y="2"/>
                  </a:cxn>
                  <a:cxn ang="0">
                    <a:pos x="5" y="1"/>
                  </a:cxn>
                  <a:cxn ang="0">
                    <a:pos x="5" y="1"/>
                  </a:cxn>
                  <a:cxn ang="0">
                    <a:pos x="5" y="1"/>
                  </a:cxn>
                  <a:cxn ang="0">
                    <a:pos x="4" y="1"/>
                  </a:cxn>
                  <a:cxn ang="0">
                    <a:pos x="4" y="1"/>
                  </a:cxn>
                  <a:cxn ang="0">
                    <a:pos x="4" y="1"/>
                  </a:cxn>
                  <a:cxn ang="0">
                    <a:pos x="3" y="1"/>
                  </a:cxn>
                  <a:cxn ang="0">
                    <a:pos x="3" y="0"/>
                  </a:cxn>
                  <a:cxn ang="0">
                    <a:pos x="2" y="0"/>
                  </a:cxn>
                  <a:cxn ang="0">
                    <a:pos x="2" y="0"/>
                  </a:cxn>
                  <a:cxn ang="0">
                    <a:pos x="1" y="0"/>
                  </a:cxn>
                  <a:cxn ang="0">
                    <a:pos x="1" y="1"/>
                  </a:cxn>
                  <a:cxn ang="0">
                    <a:pos x="0" y="1"/>
                  </a:cxn>
                  <a:cxn ang="0">
                    <a:pos x="0" y="1"/>
                  </a:cxn>
                  <a:cxn ang="0">
                    <a:pos x="0" y="1"/>
                  </a:cxn>
                  <a:cxn ang="0">
                    <a:pos x="1" y="1"/>
                  </a:cxn>
                  <a:cxn ang="0">
                    <a:pos x="1" y="2"/>
                  </a:cxn>
                  <a:cxn ang="0">
                    <a:pos x="2" y="2"/>
                  </a:cxn>
                  <a:cxn ang="0">
                    <a:pos x="2" y="2"/>
                  </a:cxn>
                  <a:cxn ang="0">
                    <a:pos x="2" y="3"/>
                  </a:cxn>
                  <a:cxn ang="0">
                    <a:pos x="2" y="3"/>
                  </a:cxn>
                  <a:cxn ang="0">
                    <a:pos x="3" y="3"/>
                  </a:cxn>
                  <a:cxn ang="0">
                    <a:pos x="4" y="3"/>
                  </a:cxn>
                  <a:cxn ang="0">
                    <a:pos x="4" y="3"/>
                  </a:cxn>
                  <a:cxn ang="0">
                    <a:pos x="5" y="3"/>
                  </a:cxn>
                </a:cxnLst>
                <a:rect l="0" t="0" r="r" b="b"/>
                <a:pathLst>
                  <a:path w="12" h="5">
                    <a:moveTo>
                      <a:pt x="5" y="3"/>
                    </a:moveTo>
                    <a:cubicBezTo>
                      <a:pt x="5" y="3"/>
                      <a:pt x="5" y="3"/>
                      <a:pt x="5" y="3"/>
                    </a:cubicBezTo>
                    <a:cubicBezTo>
                      <a:pt x="5" y="3"/>
                      <a:pt x="5" y="3"/>
                      <a:pt x="5"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7" y="3"/>
                    </a:cubicBezTo>
                    <a:cubicBezTo>
                      <a:pt x="7" y="3"/>
                      <a:pt x="7" y="3"/>
                      <a:pt x="7" y="3"/>
                    </a:cubicBezTo>
                    <a:cubicBezTo>
                      <a:pt x="7" y="3"/>
                      <a:pt x="7" y="3"/>
                      <a:pt x="7" y="3"/>
                    </a:cubicBezTo>
                    <a:cubicBezTo>
                      <a:pt x="7" y="3"/>
                      <a:pt x="7" y="4"/>
                      <a:pt x="7" y="4"/>
                    </a:cubicBezTo>
                    <a:cubicBezTo>
                      <a:pt x="7" y="4"/>
                      <a:pt x="7" y="4"/>
                      <a:pt x="7" y="4"/>
                    </a:cubicBezTo>
                    <a:cubicBezTo>
                      <a:pt x="7" y="4"/>
                      <a:pt x="7" y="4"/>
                      <a:pt x="7" y="4"/>
                    </a:cubicBezTo>
                    <a:cubicBezTo>
                      <a:pt x="7"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9" y="4"/>
                      <a:pt x="9" y="4"/>
                      <a:pt x="9" y="4"/>
                    </a:cubicBezTo>
                    <a:cubicBezTo>
                      <a:pt x="10" y="4"/>
                      <a:pt x="10" y="4"/>
                      <a:pt x="10" y="4"/>
                    </a:cubicBezTo>
                    <a:cubicBezTo>
                      <a:pt x="10" y="4"/>
                      <a:pt x="10" y="4"/>
                      <a:pt x="10" y="4"/>
                    </a:cubicBezTo>
                    <a:cubicBezTo>
                      <a:pt x="10" y="4"/>
                      <a:pt x="10" y="4"/>
                      <a:pt x="10" y="4"/>
                    </a:cubicBezTo>
                    <a:cubicBezTo>
                      <a:pt x="10" y="4"/>
                      <a:pt x="10" y="4"/>
                      <a:pt x="10"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2" y="4"/>
                      <a:pt x="12" y="4"/>
                      <a:pt x="12" y="4"/>
                    </a:cubicBezTo>
                    <a:cubicBezTo>
                      <a:pt x="12" y="4"/>
                      <a:pt x="12" y="4"/>
                      <a:pt x="12" y="4"/>
                    </a:cubicBezTo>
                    <a:cubicBezTo>
                      <a:pt x="12" y="4"/>
                      <a:pt x="12" y="4"/>
                      <a:pt x="12" y="4"/>
                    </a:cubicBezTo>
                    <a:cubicBezTo>
                      <a:pt x="12" y="4"/>
                      <a:pt x="12" y="4"/>
                      <a:pt x="12" y="4"/>
                    </a:cubicBezTo>
                    <a:cubicBezTo>
                      <a:pt x="12" y="5"/>
                      <a:pt x="12" y="5"/>
                      <a:pt x="12" y="5"/>
                    </a:cubicBezTo>
                    <a:cubicBezTo>
                      <a:pt x="12" y="5"/>
                      <a:pt x="12" y="5"/>
                      <a:pt x="12" y="5"/>
                    </a:cubicBezTo>
                    <a:cubicBezTo>
                      <a:pt x="12" y="5"/>
                      <a:pt x="12" y="5"/>
                      <a:pt x="12" y="5"/>
                    </a:cubicBezTo>
                    <a:cubicBezTo>
                      <a:pt x="12" y="5"/>
                      <a:pt x="12" y="5"/>
                      <a:pt x="12" y="5"/>
                    </a:cubicBezTo>
                    <a:cubicBezTo>
                      <a:pt x="12" y="5"/>
                      <a:pt x="12" y="5"/>
                      <a:pt x="12" y="5"/>
                    </a:cubicBezTo>
                    <a:cubicBezTo>
                      <a:pt x="12" y="5"/>
                      <a:pt x="12" y="5"/>
                      <a:pt x="12" y="5"/>
                    </a:cubicBezTo>
                    <a:cubicBezTo>
                      <a:pt x="12" y="5"/>
                      <a:pt x="12" y="5"/>
                      <a:pt x="12" y="5"/>
                    </a:cubicBezTo>
                    <a:cubicBezTo>
                      <a:pt x="12" y="5"/>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3"/>
                      <a:pt x="12" y="3"/>
                      <a:pt x="12" y="3"/>
                    </a:cubicBezTo>
                    <a:cubicBezTo>
                      <a:pt x="12" y="3"/>
                      <a:pt x="12" y="3"/>
                      <a:pt x="12" y="3"/>
                    </a:cubicBezTo>
                    <a:cubicBezTo>
                      <a:pt x="12" y="3"/>
                      <a:pt x="12"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1" y="3"/>
                      <a:pt x="11" y="3"/>
                      <a:pt x="11" y="3"/>
                    </a:cubicBezTo>
                    <a:cubicBezTo>
                      <a:pt x="10" y="3"/>
                      <a:pt x="10" y="3"/>
                      <a:pt x="10" y="3"/>
                    </a:cubicBezTo>
                    <a:cubicBezTo>
                      <a:pt x="10" y="3"/>
                      <a:pt x="10" y="3"/>
                      <a:pt x="10" y="3"/>
                    </a:cubicBezTo>
                    <a:cubicBezTo>
                      <a:pt x="10" y="3"/>
                      <a:pt x="10" y="3"/>
                      <a:pt x="10" y="3"/>
                    </a:cubicBezTo>
                    <a:cubicBezTo>
                      <a:pt x="10" y="3"/>
                      <a:pt x="10" y="3"/>
                      <a:pt x="10" y="3"/>
                    </a:cubicBezTo>
                    <a:cubicBezTo>
                      <a:pt x="10" y="2"/>
                      <a:pt x="10" y="2"/>
                      <a:pt x="10" y="2"/>
                    </a:cubicBezTo>
                    <a:cubicBezTo>
                      <a:pt x="10" y="2"/>
                      <a:pt x="10" y="2"/>
                      <a:pt x="10" y="2"/>
                    </a:cubicBezTo>
                    <a:cubicBezTo>
                      <a:pt x="10" y="2"/>
                      <a:pt x="10" y="2"/>
                      <a:pt x="10" y="2"/>
                    </a:cubicBezTo>
                    <a:cubicBezTo>
                      <a:pt x="10" y="2"/>
                      <a:pt x="10" y="2"/>
                      <a:pt x="10" y="2"/>
                    </a:cubicBezTo>
                    <a:cubicBezTo>
                      <a:pt x="10" y="2"/>
                      <a:pt x="9" y="2"/>
                      <a:pt x="9" y="2"/>
                    </a:cubicBezTo>
                    <a:cubicBezTo>
                      <a:pt x="9" y="2"/>
                      <a:pt x="9" y="2"/>
                      <a:pt x="9" y="2"/>
                    </a:cubicBezTo>
                    <a:cubicBezTo>
                      <a:pt x="9" y="2"/>
                      <a:pt x="9" y="2"/>
                      <a:pt x="9" y="2"/>
                    </a:cubicBezTo>
                    <a:cubicBezTo>
                      <a:pt x="9" y="1"/>
                      <a:pt x="9" y="1"/>
                      <a:pt x="9" y="1"/>
                    </a:cubicBezTo>
                    <a:cubicBezTo>
                      <a:pt x="9" y="1"/>
                      <a:pt x="9" y="1"/>
                      <a:pt x="9" y="1"/>
                    </a:cubicBezTo>
                    <a:cubicBezTo>
                      <a:pt x="9" y="1"/>
                      <a:pt x="9" y="1"/>
                      <a:pt x="9"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2"/>
                      <a:pt x="7" y="2"/>
                      <a:pt x="7" y="2"/>
                    </a:cubicBezTo>
                    <a:cubicBezTo>
                      <a:pt x="7" y="2"/>
                      <a:pt x="7" y="2"/>
                      <a:pt x="7" y="2"/>
                    </a:cubicBezTo>
                    <a:cubicBezTo>
                      <a:pt x="7" y="2"/>
                      <a:pt x="7" y="2"/>
                      <a:pt x="7" y="2"/>
                    </a:cubicBezTo>
                    <a:cubicBezTo>
                      <a:pt x="7" y="2"/>
                      <a:pt x="7" y="2"/>
                      <a:pt x="7" y="2"/>
                    </a:cubicBezTo>
                    <a:cubicBezTo>
                      <a:pt x="7" y="1"/>
                      <a:pt x="7" y="1"/>
                      <a:pt x="7" y="1"/>
                    </a:cubicBezTo>
                    <a:cubicBezTo>
                      <a:pt x="7" y="1"/>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1"/>
                      <a:pt x="6" y="1"/>
                      <a:pt x="6" y="1"/>
                    </a:cubicBezTo>
                    <a:cubicBezTo>
                      <a:pt x="6" y="1"/>
                      <a:pt x="6" y="1"/>
                      <a:pt x="6"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3" y="1"/>
                      <a:pt x="3" y="1"/>
                    </a:cubicBezTo>
                    <a:cubicBezTo>
                      <a:pt x="3" y="1"/>
                      <a:pt x="3" y="1"/>
                      <a:pt x="3" y="1"/>
                    </a:cubicBezTo>
                    <a:cubicBezTo>
                      <a:pt x="3" y="1"/>
                      <a:pt x="3" y="1"/>
                      <a:pt x="3" y="1"/>
                    </a:cubicBezTo>
                    <a:cubicBezTo>
                      <a:pt x="3" y="1"/>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1" y="2"/>
                      <a:pt x="1" y="2"/>
                    </a:cubicBezTo>
                    <a:cubicBezTo>
                      <a:pt x="1" y="2"/>
                      <a:pt x="1" y="2"/>
                      <a:pt x="1" y="2"/>
                    </a:cubicBezTo>
                    <a:cubicBezTo>
                      <a:pt x="1" y="1"/>
                      <a:pt x="1" y="1"/>
                      <a:pt x="1" y="1"/>
                    </a:cubicBezTo>
                    <a:cubicBezTo>
                      <a:pt x="1" y="1"/>
                      <a:pt x="1" y="1"/>
                      <a:pt x="1" y="1"/>
                    </a:cubicBezTo>
                    <a:cubicBezTo>
                      <a:pt x="1" y="1"/>
                      <a:pt x="1" y="1"/>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2" y="2"/>
                      <a:pt x="2" y="2"/>
                      <a:pt x="2" y="2"/>
                    </a:cubicBezTo>
                    <a:cubicBezTo>
                      <a:pt x="2" y="2"/>
                      <a:pt x="2" y="2"/>
                      <a:pt x="2"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4" name="Freeform 354"/>
              <p:cNvSpPr>
                <a:spLocks/>
              </p:cNvSpPr>
              <p:nvPr/>
            </p:nvSpPr>
            <p:spPr bwMode="auto">
              <a:xfrm>
                <a:off x="4960144" y="2687241"/>
                <a:ext cx="5954" cy="1191"/>
              </a:xfrm>
              <a:custGeom>
                <a:avLst/>
                <a:gdLst/>
                <a:ahLst/>
                <a:cxnLst>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2" y="0"/>
                  </a:cxn>
                  <a:cxn ang="0">
                    <a:pos x="2" y="0"/>
                  </a:cxn>
                  <a:cxn ang="0">
                    <a:pos x="2" y="0"/>
                  </a:cxn>
                  <a:cxn ang="0">
                    <a:pos x="2" y="0"/>
                  </a:cxn>
                  <a:cxn ang="0">
                    <a:pos x="2" y="0"/>
                  </a:cxn>
                  <a:cxn ang="0">
                    <a:pos x="1" y="0"/>
                  </a:cxn>
                </a:cxnLst>
                <a:rect l="0" t="0" r="r" b="b"/>
                <a:pathLst>
                  <a:path w="2">
                    <a:moveTo>
                      <a:pt x="1" y="0"/>
                    </a:move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5" name="Freeform 355"/>
              <p:cNvSpPr>
                <a:spLocks/>
              </p:cNvSpPr>
              <p:nvPr/>
            </p:nvSpPr>
            <p:spPr bwMode="auto">
              <a:xfrm>
                <a:off x="4970860" y="2692004"/>
                <a:ext cx="3572" cy="3572"/>
              </a:xfrm>
              <a:custGeom>
                <a:avLst/>
                <a:gdLst/>
                <a:ahLst/>
                <a:cxnLst>
                  <a:cxn ang="0">
                    <a:pos x="0" y="0"/>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Lst>
                <a:rect l="0" t="0" r="r" b="b"/>
                <a:pathLst>
                  <a:path w="1" h="1">
                    <a:moveTo>
                      <a:pt x="0" y="0"/>
                    </a:move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6" name="Freeform 356"/>
              <p:cNvSpPr>
                <a:spLocks/>
              </p:cNvSpPr>
              <p:nvPr/>
            </p:nvSpPr>
            <p:spPr bwMode="auto">
              <a:xfrm>
                <a:off x="4974432" y="2692004"/>
                <a:ext cx="8335" cy="3572"/>
              </a:xfrm>
              <a:custGeom>
                <a:avLst/>
                <a:gdLst/>
                <a:ahLst/>
                <a:cxnLst>
                  <a:cxn ang="0">
                    <a:pos x="0" y="1"/>
                  </a:cxn>
                  <a:cxn ang="0">
                    <a:pos x="0" y="1"/>
                  </a:cxn>
                  <a:cxn ang="0">
                    <a:pos x="0"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2" y="1"/>
                  </a:cxn>
                  <a:cxn ang="0">
                    <a:pos x="3" y="1"/>
                  </a:cxn>
                  <a:cxn ang="0">
                    <a:pos x="3" y="1"/>
                  </a:cxn>
                  <a:cxn ang="0">
                    <a:pos x="3" y="1"/>
                  </a:cxn>
                  <a:cxn ang="0">
                    <a:pos x="3" y="1"/>
                  </a:cxn>
                  <a:cxn ang="0">
                    <a:pos x="3" y="1"/>
                  </a:cxn>
                  <a:cxn ang="0">
                    <a:pos x="3" y="0"/>
                  </a:cxn>
                  <a:cxn ang="0">
                    <a:pos x="2" y="0"/>
                  </a:cxn>
                  <a:cxn ang="0">
                    <a:pos x="2" y="0"/>
                  </a:cxn>
                  <a:cxn ang="0">
                    <a:pos x="2" y="0"/>
                  </a:cxn>
                  <a:cxn ang="0">
                    <a:pos x="2" y="0"/>
                  </a:cxn>
                  <a:cxn ang="0">
                    <a:pos x="1" y="0"/>
                  </a:cxn>
                  <a:cxn ang="0">
                    <a:pos x="1" y="0"/>
                  </a:cxn>
                  <a:cxn ang="0">
                    <a:pos x="1" y="0"/>
                  </a:cxn>
                  <a:cxn ang="0">
                    <a:pos x="2" y="1"/>
                  </a:cxn>
                  <a:cxn ang="0">
                    <a:pos x="2" y="1"/>
                  </a:cxn>
                  <a:cxn ang="0">
                    <a:pos x="1" y="1"/>
                  </a:cxn>
                  <a:cxn ang="0">
                    <a:pos x="1" y="1"/>
                  </a:cxn>
                  <a:cxn ang="0">
                    <a:pos x="1" y="0"/>
                  </a:cxn>
                  <a:cxn ang="0">
                    <a:pos x="1" y="0"/>
                  </a:cxn>
                  <a:cxn ang="0">
                    <a:pos x="1" y="0"/>
                  </a:cxn>
                  <a:cxn ang="0">
                    <a:pos x="1" y="0"/>
                  </a:cxn>
                  <a:cxn ang="0">
                    <a:pos x="0" y="0"/>
                  </a:cxn>
                  <a:cxn ang="0">
                    <a:pos x="0" y="1"/>
                  </a:cxn>
                  <a:cxn ang="0">
                    <a:pos x="0" y="1"/>
                  </a:cxn>
                  <a:cxn ang="0">
                    <a:pos x="0" y="1"/>
                  </a:cxn>
                  <a:cxn ang="0">
                    <a:pos x="0" y="1"/>
                  </a:cxn>
                </a:cxnLst>
                <a:rect l="0" t="0" r="r" b="b"/>
                <a:pathLst>
                  <a:path w="3"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2" y="1"/>
                    </a:cubicBezTo>
                    <a:cubicBezTo>
                      <a:pt x="2" y="1"/>
                      <a:pt x="2" y="1"/>
                      <a:pt x="2" y="1"/>
                    </a:cubicBezTo>
                    <a:cubicBezTo>
                      <a:pt x="2" y="1"/>
                      <a:pt x="2" y="1"/>
                      <a:pt x="2" y="1"/>
                    </a:cubicBezTo>
                    <a:cubicBezTo>
                      <a:pt x="2" y="1"/>
                      <a:pt x="2" y="1"/>
                      <a:pt x="2" y="1"/>
                    </a:cubicBezTo>
                    <a:cubicBezTo>
                      <a:pt x="2" y="1"/>
                      <a:pt x="2"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7" name="Freeform 357"/>
              <p:cNvSpPr>
                <a:spLocks/>
              </p:cNvSpPr>
              <p:nvPr/>
            </p:nvSpPr>
            <p:spPr bwMode="auto">
              <a:xfrm>
                <a:off x="4982766" y="2697958"/>
                <a:ext cx="5954" cy="2381"/>
              </a:xfrm>
              <a:custGeom>
                <a:avLst/>
                <a:gdLst/>
                <a:ahLst/>
                <a:cxnLst>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1" y="1"/>
                  </a:cxn>
                  <a:cxn ang="0">
                    <a:pos x="1" y="1"/>
                  </a:cxn>
                  <a:cxn ang="0">
                    <a:pos x="1" y="1"/>
                  </a:cxn>
                  <a:cxn ang="0">
                    <a:pos x="1" y="1"/>
                  </a:cxn>
                  <a:cxn ang="0">
                    <a:pos x="1" y="1"/>
                  </a:cxn>
                  <a:cxn ang="0">
                    <a:pos x="1" y="1"/>
                  </a:cxn>
                  <a:cxn ang="0">
                    <a:pos x="1" y="1"/>
                  </a:cxn>
                </a:cxnLst>
                <a:rect l="0" t="0" r="r" b="b"/>
                <a:pathLst>
                  <a:path w="2" h="1">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8" name="Freeform 358"/>
              <p:cNvSpPr>
                <a:spLocks/>
              </p:cNvSpPr>
              <p:nvPr/>
            </p:nvSpPr>
            <p:spPr bwMode="auto">
              <a:xfrm>
                <a:off x="4999435" y="2692004"/>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79" name="Freeform 359"/>
              <p:cNvSpPr>
                <a:spLocks/>
              </p:cNvSpPr>
              <p:nvPr/>
            </p:nvSpPr>
            <p:spPr bwMode="auto">
              <a:xfrm>
                <a:off x="4997053" y="2692004"/>
                <a:ext cx="14288" cy="8335"/>
              </a:xfrm>
              <a:custGeom>
                <a:avLst/>
                <a:gdLst/>
                <a:ahLst/>
                <a:cxnLst>
                  <a:cxn ang="0">
                    <a:pos x="3" y="2"/>
                  </a:cxn>
                  <a:cxn ang="0">
                    <a:pos x="3" y="2"/>
                  </a:cxn>
                  <a:cxn ang="0">
                    <a:pos x="4" y="1"/>
                  </a:cxn>
                  <a:cxn ang="0">
                    <a:pos x="4" y="1"/>
                  </a:cxn>
                  <a:cxn ang="0">
                    <a:pos x="4" y="1"/>
                  </a:cxn>
                  <a:cxn ang="0">
                    <a:pos x="5" y="1"/>
                  </a:cxn>
                  <a:cxn ang="0">
                    <a:pos x="5" y="1"/>
                  </a:cxn>
                  <a:cxn ang="0">
                    <a:pos x="5" y="1"/>
                  </a:cxn>
                  <a:cxn ang="0">
                    <a:pos x="5" y="0"/>
                  </a:cxn>
                  <a:cxn ang="0">
                    <a:pos x="5" y="0"/>
                  </a:cxn>
                  <a:cxn ang="0">
                    <a:pos x="5" y="0"/>
                  </a:cxn>
                  <a:cxn ang="0">
                    <a:pos x="5" y="0"/>
                  </a:cxn>
                  <a:cxn ang="0">
                    <a:pos x="4" y="0"/>
                  </a:cxn>
                  <a:cxn ang="0">
                    <a:pos x="4" y="0"/>
                  </a:cxn>
                  <a:cxn ang="0">
                    <a:pos x="4" y="0"/>
                  </a:cxn>
                  <a:cxn ang="0">
                    <a:pos x="4" y="0"/>
                  </a:cxn>
                  <a:cxn ang="0">
                    <a:pos x="4" y="0"/>
                  </a:cxn>
                  <a:cxn ang="0">
                    <a:pos x="3" y="1"/>
                  </a:cxn>
                  <a:cxn ang="0">
                    <a:pos x="3" y="1"/>
                  </a:cxn>
                  <a:cxn ang="0">
                    <a:pos x="3" y="1"/>
                  </a:cxn>
                  <a:cxn ang="0">
                    <a:pos x="2" y="1"/>
                  </a:cxn>
                  <a:cxn ang="0">
                    <a:pos x="2" y="1"/>
                  </a:cxn>
                  <a:cxn ang="0">
                    <a:pos x="2" y="1"/>
                  </a:cxn>
                  <a:cxn ang="0">
                    <a:pos x="2" y="1"/>
                  </a:cxn>
                  <a:cxn ang="0">
                    <a:pos x="1" y="1"/>
                  </a:cxn>
                  <a:cxn ang="0">
                    <a:pos x="1" y="2"/>
                  </a:cxn>
                  <a:cxn ang="0">
                    <a:pos x="1" y="2"/>
                  </a:cxn>
                  <a:cxn ang="0">
                    <a:pos x="1" y="2"/>
                  </a:cxn>
                  <a:cxn ang="0">
                    <a:pos x="1" y="2"/>
                  </a:cxn>
                  <a:cxn ang="0">
                    <a:pos x="1" y="3"/>
                  </a:cxn>
                  <a:cxn ang="0">
                    <a:pos x="1" y="3"/>
                  </a:cxn>
                  <a:cxn ang="0">
                    <a:pos x="1" y="3"/>
                  </a:cxn>
                  <a:cxn ang="0">
                    <a:pos x="1" y="3"/>
                  </a:cxn>
                  <a:cxn ang="0">
                    <a:pos x="1" y="3"/>
                  </a:cxn>
                  <a:cxn ang="0">
                    <a:pos x="2" y="3"/>
                  </a:cxn>
                  <a:cxn ang="0">
                    <a:pos x="2" y="2"/>
                  </a:cxn>
                  <a:cxn ang="0">
                    <a:pos x="2" y="2"/>
                  </a:cxn>
                  <a:cxn ang="0">
                    <a:pos x="2" y="2"/>
                  </a:cxn>
                  <a:cxn ang="0">
                    <a:pos x="3" y="2"/>
                  </a:cxn>
                </a:cxnLst>
                <a:rect l="0" t="0" r="r" b="b"/>
                <a:pathLst>
                  <a:path w="5" h="3">
                    <a:moveTo>
                      <a:pt x="3" y="2"/>
                    </a:moveTo>
                    <a:cubicBezTo>
                      <a:pt x="3" y="2"/>
                      <a:pt x="3" y="2"/>
                      <a:pt x="3" y="2"/>
                    </a:cubicBezTo>
                    <a:cubicBezTo>
                      <a:pt x="3" y="2"/>
                      <a:pt x="3" y="2"/>
                      <a:pt x="3" y="2"/>
                    </a:cubicBezTo>
                    <a:cubicBezTo>
                      <a:pt x="3" y="2"/>
                      <a:pt x="3" y="2"/>
                      <a:pt x="3" y="2"/>
                    </a:cubicBezTo>
                    <a:cubicBezTo>
                      <a:pt x="3" y="2"/>
                      <a:pt x="3" y="2"/>
                      <a:pt x="3" y="2"/>
                    </a:cubicBezTo>
                    <a:cubicBezTo>
                      <a:pt x="4" y="2"/>
                      <a:pt x="4" y="2"/>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3" y="0"/>
                      <a:pt x="3" y="0"/>
                      <a:pt x="3" y="0"/>
                    </a:cubicBezTo>
                    <a:cubicBezTo>
                      <a:pt x="3" y="0"/>
                      <a:pt x="3" y="0"/>
                      <a:pt x="3" y="1"/>
                    </a:cubicBezTo>
                    <a:cubicBezTo>
                      <a:pt x="3" y="1"/>
                      <a:pt x="3" y="1"/>
                      <a:pt x="3" y="1"/>
                    </a:cubicBezTo>
                    <a:cubicBezTo>
                      <a:pt x="3" y="1"/>
                      <a:pt x="3" y="1"/>
                      <a:pt x="3" y="1"/>
                    </a:cubicBezTo>
                    <a:cubicBezTo>
                      <a:pt x="3" y="1"/>
                      <a:pt x="3" y="1"/>
                      <a:pt x="3" y="1"/>
                    </a:cubicBezTo>
                    <a:cubicBezTo>
                      <a:pt x="3" y="1"/>
                      <a:pt x="3" y="1"/>
                      <a:pt x="3" y="1"/>
                    </a:cubicBezTo>
                    <a:cubicBezTo>
                      <a:pt x="3"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1" y="1"/>
                      <a:pt x="1" y="1"/>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0" y="3"/>
                      <a:pt x="0" y="3"/>
                    </a:cubicBezTo>
                    <a:cubicBezTo>
                      <a:pt x="0" y="3"/>
                      <a:pt x="0"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2" y="3"/>
                      <a:pt x="2" y="3"/>
                      <a:pt x="2" y="3"/>
                    </a:cubicBezTo>
                    <a:cubicBezTo>
                      <a:pt x="2" y="3"/>
                      <a:pt x="2" y="3"/>
                      <a:pt x="2" y="3"/>
                    </a:cubicBezTo>
                    <a:cubicBezTo>
                      <a:pt x="2" y="3"/>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2"/>
                      <a:pt x="3" y="2"/>
                      <a:pt x="3"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0" name="Freeform 360"/>
              <p:cNvSpPr>
                <a:spLocks/>
              </p:cNvSpPr>
              <p:nvPr/>
            </p:nvSpPr>
            <p:spPr bwMode="auto">
              <a:xfrm>
                <a:off x="4999435" y="2602707"/>
                <a:ext cx="2381" cy="4763"/>
              </a:xfrm>
              <a:custGeom>
                <a:avLst/>
                <a:gdLst/>
                <a:ahLst/>
                <a:cxnLst>
                  <a:cxn ang="0">
                    <a:pos x="1"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1"/>
                  </a:cxn>
                </a:cxnLst>
                <a:rect l="0" t="0" r="r" b="b"/>
                <a:pathLst>
                  <a:path w="1" h="2">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1" name="Freeform 361"/>
              <p:cNvSpPr>
                <a:spLocks/>
              </p:cNvSpPr>
              <p:nvPr/>
            </p:nvSpPr>
            <p:spPr bwMode="auto">
              <a:xfrm>
                <a:off x="4997054" y="2588420"/>
                <a:ext cx="2381" cy="2381"/>
              </a:xfrm>
              <a:custGeom>
                <a:avLst/>
                <a:gdLst/>
                <a:ahLst/>
                <a:cxnLst>
                  <a:cxn ang="0">
                    <a:pos x="0" y="1"/>
                  </a:cxn>
                  <a:cxn ang="0">
                    <a:pos x="0" y="1"/>
                  </a:cxn>
                  <a:cxn ang="0">
                    <a:pos x="0" y="1"/>
                  </a:cxn>
                  <a:cxn ang="0">
                    <a:pos x="1" y="1"/>
                  </a:cxn>
                  <a:cxn ang="0">
                    <a:pos x="1" y="1"/>
                  </a:cxn>
                  <a:cxn ang="0">
                    <a:pos x="1" y="1"/>
                  </a:cxn>
                  <a:cxn ang="0">
                    <a:pos x="0" y="0"/>
                  </a:cxn>
                  <a:cxn ang="0">
                    <a:pos x="0" y="0"/>
                  </a:cxn>
                  <a:cxn ang="0">
                    <a:pos x="0" y="1"/>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0" y="1"/>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2" name="Freeform 362"/>
              <p:cNvSpPr>
                <a:spLocks/>
              </p:cNvSpPr>
              <p:nvPr/>
            </p:nvSpPr>
            <p:spPr bwMode="auto">
              <a:xfrm>
                <a:off x="4993482" y="2596754"/>
                <a:ext cx="5954" cy="2381"/>
              </a:xfrm>
              <a:custGeom>
                <a:avLst/>
                <a:gdLst/>
                <a:ahLst/>
                <a:cxnLst>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2" y="1"/>
                  </a:cxn>
                  <a:cxn ang="0">
                    <a:pos x="2" y="1"/>
                  </a:cxn>
                  <a:cxn ang="0">
                    <a:pos x="1" y="1"/>
                  </a:cxn>
                </a:cxnLst>
                <a:rect l="0" t="0" r="r" b="b"/>
                <a:pathLst>
                  <a:path w="2" h="1">
                    <a:moveTo>
                      <a:pt x="1" y="1"/>
                    </a:moveTo>
                    <a:cubicBezTo>
                      <a:pt x="1" y="1"/>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3" name="Freeform 363"/>
              <p:cNvSpPr>
                <a:spLocks/>
              </p:cNvSpPr>
              <p:nvPr/>
            </p:nvSpPr>
            <p:spPr bwMode="auto">
              <a:xfrm>
                <a:off x="4999435" y="2596754"/>
                <a:ext cx="5954" cy="8335"/>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2"/>
                  </a:cxn>
                  <a:cxn ang="0">
                    <a:pos x="1" y="2"/>
                  </a:cxn>
                  <a:cxn ang="0">
                    <a:pos x="1" y="2"/>
                  </a:cxn>
                  <a:cxn ang="0">
                    <a:pos x="1" y="2"/>
                  </a:cxn>
                  <a:cxn ang="0">
                    <a:pos x="1" y="2"/>
                  </a:cxn>
                  <a:cxn ang="0">
                    <a:pos x="1" y="2"/>
                  </a:cxn>
                  <a:cxn ang="0">
                    <a:pos x="1" y="2"/>
                  </a:cxn>
                  <a:cxn ang="0">
                    <a:pos x="1" y="2"/>
                  </a:cxn>
                  <a:cxn ang="0">
                    <a:pos x="2" y="2"/>
                  </a:cxn>
                  <a:cxn ang="0">
                    <a:pos x="2" y="2"/>
                  </a:cxn>
                  <a:cxn ang="0">
                    <a:pos x="2" y="3"/>
                  </a:cxn>
                  <a:cxn ang="0">
                    <a:pos x="2" y="3"/>
                  </a:cxn>
                  <a:cxn ang="0">
                    <a:pos x="2" y="2"/>
                  </a:cxn>
                  <a:cxn ang="0">
                    <a:pos x="2" y="2"/>
                  </a:cxn>
                  <a:cxn ang="0">
                    <a:pos x="2" y="2"/>
                  </a:cxn>
                  <a:cxn ang="0">
                    <a:pos x="2" y="2"/>
                  </a:cxn>
                  <a:cxn ang="0">
                    <a:pos x="1" y="2"/>
                  </a:cxn>
                  <a:cxn ang="0">
                    <a:pos x="1" y="1"/>
                  </a:cxn>
                  <a:cxn ang="0">
                    <a:pos x="1" y="1"/>
                  </a:cxn>
                  <a:cxn ang="0">
                    <a:pos x="1" y="1"/>
                  </a:cxn>
                  <a:cxn ang="0">
                    <a:pos x="1" y="1"/>
                  </a:cxn>
                  <a:cxn ang="0">
                    <a:pos x="1" y="1"/>
                  </a:cxn>
                  <a:cxn ang="0">
                    <a:pos x="1" y="0"/>
                  </a:cxn>
                  <a:cxn ang="0">
                    <a:pos x="1" y="0"/>
                  </a:cxn>
                </a:cxnLst>
                <a:rect l="0" t="0" r="r" b="b"/>
                <a:pathLst>
                  <a:path w="2" h="3">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3"/>
                      <a:pt x="2" y="3"/>
                    </a:cubicBezTo>
                    <a:cubicBezTo>
                      <a:pt x="2" y="3"/>
                      <a:pt x="2" y="3"/>
                      <a:pt x="2" y="3"/>
                    </a:cubicBezTo>
                    <a:cubicBezTo>
                      <a:pt x="2" y="2"/>
                      <a:pt x="2" y="2"/>
                      <a:pt x="2" y="2"/>
                    </a:cubicBezTo>
                    <a:cubicBezTo>
                      <a:pt x="2" y="2"/>
                      <a:pt x="2" y="2"/>
                      <a:pt x="2" y="2"/>
                    </a:cubicBezTo>
                    <a:cubicBezTo>
                      <a:pt x="2" y="2"/>
                      <a:pt x="2" y="2"/>
                      <a:pt x="2" y="2"/>
                    </a:cubicBezTo>
                    <a:cubicBezTo>
                      <a:pt x="2" y="2"/>
                      <a:pt x="2" y="2"/>
                      <a:pt x="2" y="2"/>
                    </a:cubicBezTo>
                    <a:cubicBezTo>
                      <a:pt x="2" y="2"/>
                      <a:pt x="2" y="2"/>
                      <a:pt x="1" y="2"/>
                    </a:cubicBezTo>
                    <a:cubicBezTo>
                      <a:pt x="1" y="2"/>
                      <a:pt x="1" y="2"/>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4" name="Freeform 364"/>
              <p:cNvSpPr>
                <a:spLocks/>
              </p:cNvSpPr>
              <p:nvPr/>
            </p:nvSpPr>
            <p:spPr bwMode="auto">
              <a:xfrm>
                <a:off x="4982766" y="2594372"/>
                <a:ext cx="5954" cy="4763"/>
              </a:xfrm>
              <a:custGeom>
                <a:avLst/>
                <a:gdLst/>
                <a:ahLst/>
                <a:cxnLst>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1" y="1"/>
                  </a:cxn>
                  <a:cxn ang="0">
                    <a:pos x="2" y="1"/>
                  </a:cxn>
                  <a:cxn ang="0">
                    <a:pos x="2" y="1"/>
                  </a:cxn>
                  <a:cxn ang="0">
                    <a:pos x="2" y="2"/>
                  </a:cxn>
                  <a:cxn ang="0">
                    <a:pos x="2" y="2"/>
                  </a:cxn>
                  <a:cxn ang="0">
                    <a:pos x="2" y="2"/>
                  </a:cxn>
                  <a:cxn ang="0">
                    <a:pos x="2" y="2"/>
                  </a:cxn>
                  <a:cxn ang="0">
                    <a:pos x="2" y="2"/>
                  </a:cxn>
                  <a:cxn ang="0">
                    <a:pos x="2" y="2"/>
                  </a:cxn>
                  <a:cxn ang="0">
                    <a:pos x="2" y="2"/>
                  </a:cxn>
                  <a:cxn ang="0">
                    <a:pos x="2" y="2"/>
                  </a:cxn>
                  <a:cxn ang="0">
                    <a:pos x="2" y="1"/>
                  </a:cxn>
                  <a:cxn ang="0">
                    <a:pos x="2" y="1"/>
                  </a:cxn>
                  <a:cxn ang="0">
                    <a:pos x="2" y="1"/>
                  </a:cxn>
                  <a:cxn ang="0">
                    <a:pos x="2" y="1"/>
                  </a:cxn>
                  <a:cxn ang="0">
                    <a:pos x="2" y="1"/>
                  </a:cxn>
                  <a:cxn ang="0">
                    <a:pos x="2" y="1"/>
                  </a:cxn>
                  <a:cxn ang="0">
                    <a:pos x="2" y="1"/>
                  </a:cxn>
                  <a:cxn ang="0">
                    <a:pos x="2" y="1"/>
                  </a:cxn>
                  <a:cxn ang="0">
                    <a:pos x="2" y="0"/>
                  </a:cxn>
                </a:cxnLst>
                <a:rect l="0" t="0" r="r" b="b"/>
                <a:pathLst>
                  <a:path w="2" h="2">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1" y="1"/>
                      <a:pt x="1" y="1"/>
                      <a:pt x="2" y="1"/>
                    </a:cubicBezTo>
                    <a:cubicBezTo>
                      <a:pt x="2" y="1"/>
                      <a:pt x="2" y="1"/>
                      <a:pt x="2" y="1"/>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5" name="Freeform 365"/>
              <p:cNvSpPr>
                <a:spLocks/>
              </p:cNvSpPr>
              <p:nvPr/>
            </p:nvSpPr>
            <p:spPr bwMode="auto">
              <a:xfrm>
                <a:off x="4999435" y="2607470"/>
                <a:ext cx="2381" cy="3572"/>
              </a:xfrm>
              <a:custGeom>
                <a:avLst/>
                <a:gdLst/>
                <a:ahLst/>
                <a:cxnLst>
                  <a:cxn ang="0">
                    <a:pos x="0" y="1"/>
                  </a:cxn>
                  <a:cxn ang="0">
                    <a:pos x="0" y="1"/>
                  </a:cxn>
                  <a:cxn ang="0">
                    <a:pos x="0" y="1"/>
                  </a:cxn>
                  <a:cxn ang="0">
                    <a:pos x="0" y="1"/>
                  </a:cxn>
                  <a:cxn ang="0">
                    <a:pos x="1"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1" y="1"/>
                      <a:pt x="1" y="1"/>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6" name="Freeform 366"/>
              <p:cNvSpPr>
                <a:spLocks/>
              </p:cNvSpPr>
              <p:nvPr/>
            </p:nvSpPr>
            <p:spPr bwMode="auto">
              <a:xfrm>
                <a:off x="4980385" y="2568179"/>
                <a:ext cx="19050" cy="28575"/>
              </a:xfrm>
              <a:custGeom>
                <a:avLst/>
                <a:gdLst/>
                <a:ahLst/>
                <a:cxnLst>
                  <a:cxn ang="0">
                    <a:pos x="0" y="4"/>
                  </a:cxn>
                  <a:cxn ang="0">
                    <a:pos x="0" y="4"/>
                  </a:cxn>
                  <a:cxn ang="0">
                    <a:pos x="0" y="5"/>
                  </a:cxn>
                  <a:cxn ang="0">
                    <a:pos x="0" y="5"/>
                  </a:cxn>
                  <a:cxn ang="0">
                    <a:pos x="0" y="5"/>
                  </a:cxn>
                  <a:cxn ang="0">
                    <a:pos x="1" y="6"/>
                  </a:cxn>
                  <a:cxn ang="0">
                    <a:pos x="1" y="7"/>
                  </a:cxn>
                  <a:cxn ang="0">
                    <a:pos x="1" y="7"/>
                  </a:cxn>
                  <a:cxn ang="0">
                    <a:pos x="2" y="7"/>
                  </a:cxn>
                  <a:cxn ang="0">
                    <a:pos x="2" y="8"/>
                  </a:cxn>
                  <a:cxn ang="0">
                    <a:pos x="2" y="8"/>
                  </a:cxn>
                  <a:cxn ang="0">
                    <a:pos x="2" y="8"/>
                  </a:cxn>
                  <a:cxn ang="0">
                    <a:pos x="3" y="8"/>
                  </a:cxn>
                  <a:cxn ang="0">
                    <a:pos x="3" y="8"/>
                  </a:cxn>
                  <a:cxn ang="0">
                    <a:pos x="3" y="8"/>
                  </a:cxn>
                  <a:cxn ang="0">
                    <a:pos x="4" y="8"/>
                  </a:cxn>
                  <a:cxn ang="0">
                    <a:pos x="4" y="9"/>
                  </a:cxn>
                  <a:cxn ang="0">
                    <a:pos x="4" y="9"/>
                  </a:cxn>
                  <a:cxn ang="0">
                    <a:pos x="4" y="8"/>
                  </a:cxn>
                  <a:cxn ang="0">
                    <a:pos x="4" y="8"/>
                  </a:cxn>
                  <a:cxn ang="0">
                    <a:pos x="5" y="9"/>
                  </a:cxn>
                  <a:cxn ang="0">
                    <a:pos x="5" y="9"/>
                  </a:cxn>
                  <a:cxn ang="0">
                    <a:pos x="5" y="9"/>
                  </a:cxn>
                  <a:cxn ang="0">
                    <a:pos x="6" y="9"/>
                  </a:cxn>
                  <a:cxn ang="0">
                    <a:pos x="6" y="9"/>
                  </a:cxn>
                  <a:cxn ang="0">
                    <a:pos x="6" y="10"/>
                  </a:cxn>
                  <a:cxn ang="0">
                    <a:pos x="6" y="9"/>
                  </a:cxn>
                  <a:cxn ang="0">
                    <a:pos x="6" y="9"/>
                  </a:cxn>
                  <a:cxn ang="0">
                    <a:pos x="6" y="8"/>
                  </a:cxn>
                  <a:cxn ang="0">
                    <a:pos x="6" y="8"/>
                  </a:cxn>
                  <a:cxn ang="0">
                    <a:pos x="5" y="8"/>
                  </a:cxn>
                  <a:cxn ang="0">
                    <a:pos x="5" y="8"/>
                  </a:cxn>
                  <a:cxn ang="0">
                    <a:pos x="4" y="7"/>
                  </a:cxn>
                  <a:cxn ang="0">
                    <a:pos x="4" y="7"/>
                  </a:cxn>
                  <a:cxn ang="0">
                    <a:pos x="4" y="7"/>
                  </a:cxn>
                  <a:cxn ang="0">
                    <a:pos x="3" y="7"/>
                  </a:cxn>
                  <a:cxn ang="0">
                    <a:pos x="3" y="7"/>
                  </a:cxn>
                  <a:cxn ang="0">
                    <a:pos x="3" y="6"/>
                  </a:cxn>
                  <a:cxn ang="0">
                    <a:pos x="2" y="5"/>
                  </a:cxn>
                  <a:cxn ang="0">
                    <a:pos x="3" y="5"/>
                  </a:cxn>
                  <a:cxn ang="0">
                    <a:pos x="3" y="4"/>
                  </a:cxn>
                  <a:cxn ang="0">
                    <a:pos x="3" y="4"/>
                  </a:cxn>
                  <a:cxn ang="0">
                    <a:pos x="3" y="4"/>
                  </a:cxn>
                  <a:cxn ang="0">
                    <a:pos x="3" y="4"/>
                  </a:cxn>
                  <a:cxn ang="0">
                    <a:pos x="3" y="3"/>
                  </a:cxn>
                  <a:cxn ang="0">
                    <a:pos x="3" y="3"/>
                  </a:cxn>
                  <a:cxn ang="0">
                    <a:pos x="3" y="2"/>
                  </a:cxn>
                  <a:cxn ang="0">
                    <a:pos x="3" y="2"/>
                  </a:cxn>
                  <a:cxn ang="0">
                    <a:pos x="3" y="1"/>
                  </a:cxn>
                  <a:cxn ang="0">
                    <a:pos x="2" y="1"/>
                  </a:cxn>
                  <a:cxn ang="0">
                    <a:pos x="1" y="0"/>
                  </a:cxn>
                  <a:cxn ang="0">
                    <a:pos x="0" y="1"/>
                  </a:cxn>
                  <a:cxn ang="0">
                    <a:pos x="0" y="2"/>
                  </a:cxn>
                  <a:cxn ang="0">
                    <a:pos x="1" y="3"/>
                  </a:cxn>
                  <a:cxn ang="0">
                    <a:pos x="1" y="4"/>
                  </a:cxn>
                  <a:cxn ang="0">
                    <a:pos x="1" y="4"/>
                  </a:cxn>
                </a:cxnLst>
                <a:rect l="0" t="0" r="r" b="b"/>
                <a:pathLst>
                  <a:path w="7" h="10">
                    <a:moveTo>
                      <a:pt x="1" y="4"/>
                    </a:moveTo>
                    <a:cubicBezTo>
                      <a:pt x="1" y="4"/>
                      <a:pt x="1" y="4"/>
                      <a:pt x="1" y="4"/>
                    </a:cubicBezTo>
                    <a:cubicBezTo>
                      <a:pt x="1" y="4"/>
                      <a:pt x="1" y="4"/>
                      <a:pt x="1" y="4"/>
                    </a:cubicBezTo>
                    <a:cubicBezTo>
                      <a:pt x="1" y="4"/>
                      <a:pt x="1"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2" y="7"/>
                    </a:cubicBezTo>
                    <a:cubicBezTo>
                      <a:pt x="2" y="7"/>
                      <a:pt x="2" y="7"/>
                      <a:pt x="2" y="7"/>
                    </a:cubicBezTo>
                    <a:cubicBezTo>
                      <a:pt x="2" y="7"/>
                      <a:pt x="2" y="7"/>
                      <a:pt x="2" y="7"/>
                    </a:cubicBezTo>
                    <a:cubicBezTo>
                      <a:pt x="2" y="7"/>
                      <a:pt x="2" y="7"/>
                      <a:pt x="2" y="7"/>
                    </a:cubicBezTo>
                    <a:cubicBezTo>
                      <a:pt x="2" y="7"/>
                      <a:pt x="2" y="7"/>
                      <a:pt x="2" y="7"/>
                    </a:cubicBezTo>
                    <a:cubicBezTo>
                      <a:pt x="2" y="7"/>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2" y="8"/>
                      <a:pt x="2" y="8"/>
                    </a:cubicBezTo>
                    <a:cubicBezTo>
                      <a:pt x="2"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3" y="8"/>
                    </a:cubicBezTo>
                    <a:cubicBezTo>
                      <a:pt x="3" y="8"/>
                      <a:pt x="3" y="8"/>
                      <a:pt x="4" y="8"/>
                    </a:cubicBezTo>
                    <a:cubicBezTo>
                      <a:pt x="4" y="8"/>
                      <a:pt x="4" y="8"/>
                      <a:pt x="4" y="8"/>
                    </a:cubicBezTo>
                    <a:cubicBezTo>
                      <a:pt x="4" y="8"/>
                      <a:pt x="4" y="8"/>
                      <a:pt x="4" y="8"/>
                    </a:cubicBezTo>
                    <a:cubicBezTo>
                      <a:pt x="4" y="8"/>
                      <a:pt x="4" y="8"/>
                      <a:pt x="4" y="8"/>
                    </a:cubicBezTo>
                    <a:cubicBezTo>
                      <a:pt x="4" y="8"/>
                      <a:pt x="4" y="8"/>
                      <a:pt x="4" y="8"/>
                    </a:cubicBezTo>
                    <a:cubicBezTo>
                      <a:pt x="4" y="9"/>
                      <a:pt x="4" y="9"/>
                      <a:pt x="4" y="9"/>
                    </a:cubicBezTo>
                    <a:cubicBezTo>
                      <a:pt x="4" y="9"/>
                      <a:pt x="4" y="9"/>
                      <a:pt x="4" y="9"/>
                    </a:cubicBezTo>
                    <a:cubicBezTo>
                      <a:pt x="4" y="9"/>
                      <a:pt x="4" y="9"/>
                      <a:pt x="4" y="9"/>
                    </a:cubicBezTo>
                    <a:cubicBezTo>
                      <a:pt x="4" y="9"/>
                      <a:pt x="4" y="9"/>
                      <a:pt x="4" y="9"/>
                    </a:cubicBezTo>
                    <a:cubicBezTo>
                      <a:pt x="4" y="9"/>
                      <a:pt x="4" y="9"/>
                      <a:pt x="4" y="9"/>
                    </a:cubicBezTo>
                    <a:cubicBezTo>
                      <a:pt x="5" y="9"/>
                      <a:pt x="5" y="9"/>
                      <a:pt x="5" y="9"/>
                    </a:cubicBezTo>
                    <a:cubicBezTo>
                      <a:pt x="5" y="9"/>
                      <a:pt x="5" y="9"/>
                      <a:pt x="5" y="9"/>
                    </a:cubicBezTo>
                    <a:cubicBezTo>
                      <a:pt x="5" y="9"/>
                      <a:pt x="5" y="9"/>
                      <a:pt x="5" y="9"/>
                    </a:cubicBezTo>
                    <a:cubicBezTo>
                      <a:pt x="5" y="9"/>
                      <a:pt x="5" y="9"/>
                      <a:pt x="4" y="9"/>
                    </a:cubicBezTo>
                    <a:cubicBezTo>
                      <a:pt x="4" y="9"/>
                      <a:pt x="4" y="9"/>
                      <a:pt x="4" y="9"/>
                    </a:cubicBezTo>
                    <a:cubicBezTo>
                      <a:pt x="4" y="9"/>
                      <a:pt x="4" y="9"/>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5" y="8"/>
                      <a:pt x="5" y="8"/>
                    </a:cubicBezTo>
                    <a:cubicBezTo>
                      <a:pt x="5" y="8"/>
                      <a:pt x="5" y="8"/>
                      <a:pt x="5" y="8"/>
                    </a:cubicBezTo>
                    <a:cubicBezTo>
                      <a:pt x="5" y="8"/>
                      <a:pt x="5" y="8"/>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10"/>
                      <a:pt x="6" y="10"/>
                    </a:cubicBezTo>
                    <a:cubicBezTo>
                      <a:pt x="6" y="10"/>
                      <a:pt x="6" y="10"/>
                      <a:pt x="6" y="10"/>
                    </a:cubicBezTo>
                    <a:cubicBezTo>
                      <a:pt x="6" y="10"/>
                      <a:pt x="6" y="10"/>
                      <a:pt x="6" y="10"/>
                    </a:cubicBezTo>
                    <a:cubicBezTo>
                      <a:pt x="6" y="10"/>
                      <a:pt x="6" y="10"/>
                      <a:pt x="6" y="10"/>
                    </a:cubicBezTo>
                    <a:cubicBezTo>
                      <a:pt x="6" y="10"/>
                      <a:pt x="7" y="10"/>
                      <a:pt x="6" y="10"/>
                    </a:cubicBezTo>
                    <a:cubicBezTo>
                      <a:pt x="6" y="10"/>
                      <a:pt x="6" y="9"/>
                      <a:pt x="6" y="9"/>
                    </a:cubicBezTo>
                    <a:cubicBezTo>
                      <a:pt x="6" y="9"/>
                      <a:pt x="6" y="9"/>
                      <a:pt x="6" y="9"/>
                    </a:cubicBezTo>
                    <a:cubicBezTo>
                      <a:pt x="6" y="9"/>
                      <a:pt x="7" y="9"/>
                      <a:pt x="7"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5" y="8"/>
                      <a:pt x="5" y="8"/>
                      <a:pt x="5" y="8"/>
                    </a:cubicBezTo>
                    <a:cubicBezTo>
                      <a:pt x="5" y="8"/>
                      <a:pt x="5" y="7"/>
                      <a:pt x="5" y="7"/>
                    </a:cubicBezTo>
                    <a:cubicBezTo>
                      <a:pt x="5" y="7"/>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7"/>
                    </a:cubicBezTo>
                    <a:cubicBezTo>
                      <a:pt x="5" y="7"/>
                      <a:pt x="5" y="7"/>
                      <a:pt x="5" y="7"/>
                    </a:cubicBezTo>
                    <a:cubicBezTo>
                      <a:pt x="5" y="7"/>
                      <a:pt x="5" y="7"/>
                      <a:pt x="5"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8"/>
                      <a:pt x="4" y="8"/>
                    </a:cubicBezTo>
                    <a:cubicBezTo>
                      <a:pt x="4" y="8"/>
                      <a:pt x="4" y="8"/>
                      <a:pt x="4" y="8"/>
                    </a:cubicBezTo>
                    <a:cubicBezTo>
                      <a:pt x="4" y="8"/>
                      <a:pt x="3" y="8"/>
                      <a:pt x="3" y="8"/>
                    </a:cubicBezTo>
                    <a:cubicBezTo>
                      <a:pt x="3" y="8"/>
                      <a:pt x="3" y="8"/>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2" y="6"/>
                      <a:pt x="2" y="6"/>
                      <a:pt x="2" y="6"/>
                    </a:cubicBezTo>
                    <a:cubicBezTo>
                      <a:pt x="2" y="6"/>
                      <a:pt x="2" y="6"/>
                      <a:pt x="2" y="6"/>
                    </a:cubicBezTo>
                    <a:cubicBezTo>
                      <a:pt x="2" y="6"/>
                      <a:pt x="2" y="6"/>
                      <a:pt x="2" y="6"/>
                    </a:cubicBezTo>
                    <a:cubicBezTo>
                      <a:pt x="2" y="6"/>
                      <a:pt x="2" y="5"/>
                      <a:pt x="2" y="5"/>
                    </a:cubicBezTo>
                    <a:cubicBezTo>
                      <a:pt x="3" y="5"/>
                      <a:pt x="3" y="5"/>
                      <a:pt x="3" y="5"/>
                    </a:cubicBezTo>
                    <a:cubicBezTo>
                      <a:pt x="3" y="5"/>
                      <a:pt x="2" y="5"/>
                      <a:pt x="2" y="5"/>
                    </a:cubicBezTo>
                    <a:cubicBezTo>
                      <a:pt x="2" y="5"/>
                      <a:pt x="2" y="5"/>
                      <a:pt x="2" y="5"/>
                    </a:cubicBezTo>
                    <a:cubicBezTo>
                      <a:pt x="2" y="5"/>
                      <a:pt x="2" y="5"/>
                      <a:pt x="2" y="5"/>
                    </a:cubicBezTo>
                    <a:cubicBezTo>
                      <a:pt x="3" y="5"/>
                      <a:pt x="3" y="5"/>
                      <a:pt x="3" y="5"/>
                    </a:cubicBezTo>
                    <a:cubicBezTo>
                      <a:pt x="3" y="5"/>
                      <a:pt x="3" y="5"/>
                      <a:pt x="3" y="5"/>
                    </a:cubicBezTo>
                    <a:cubicBezTo>
                      <a:pt x="3" y="5"/>
                      <a:pt x="2" y="5"/>
                      <a:pt x="2" y="5"/>
                    </a:cubicBezTo>
                    <a:cubicBezTo>
                      <a:pt x="2" y="5"/>
                      <a:pt x="2" y="5"/>
                      <a:pt x="2" y="5"/>
                    </a:cubicBezTo>
                    <a:cubicBezTo>
                      <a:pt x="2" y="5"/>
                      <a:pt x="2" y="5"/>
                      <a:pt x="3" y="5"/>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2" y="1"/>
                    </a:cubicBezTo>
                    <a:cubicBezTo>
                      <a:pt x="2" y="1"/>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1"/>
                      <a:pt x="0" y="1"/>
                    </a:cubicBezTo>
                    <a:cubicBezTo>
                      <a:pt x="0" y="1"/>
                      <a:pt x="0" y="1"/>
                      <a:pt x="0" y="1"/>
                    </a:cubicBezTo>
                    <a:cubicBezTo>
                      <a:pt x="0" y="1"/>
                      <a:pt x="0" y="1"/>
                      <a:pt x="1" y="1"/>
                    </a:cubicBezTo>
                    <a:cubicBezTo>
                      <a:pt x="1" y="1"/>
                      <a:pt x="1" y="1"/>
                      <a:pt x="1" y="1"/>
                    </a:cubicBezTo>
                    <a:cubicBezTo>
                      <a:pt x="1" y="1"/>
                      <a:pt x="1" y="1"/>
                      <a:pt x="1" y="1"/>
                    </a:cubicBezTo>
                    <a:cubicBezTo>
                      <a:pt x="1" y="1"/>
                      <a:pt x="0" y="2"/>
                      <a:pt x="0" y="2"/>
                    </a:cubicBezTo>
                    <a:cubicBezTo>
                      <a:pt x="0" y="2"/>
                      <a:pt x="0" y="2"/>
                      <a:pt x="0" y="2"/>
                    </a:cubicBezTo>
                    <a:cubicBezTo>
                      <a:pt x="1" y="2"/>
                      <a:pt x="1" y="2"/>
                      <a:pt x="1" y="2"/>
                    </a:cubicBezTo>
                    <a:cubicBezTo>
                      <a:pt x="1" y="2"/>
                      <a:pt x="1" y="2"/>
                      <a:pt x="1" y="2"/>
                    </a:cubicBezTo>
                    <a:cubicBezTo>
                      <a:pt x="1" y="2"/>
                      <a:pt x="1" y="2"/>
                      <a:pt x="1" y="2"/>
                    </a:cubicBezTo>
                    <a:cubicBezTo>
                      <a:pt x="1" y="2"/>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7" name="Freeform 367"/>
              <p:cNvSpPr>
                <a:spLocks/>
              </p:cNvSpPr>
              <p:nvPr/>
            </p:nvSpPr>
            <p:spPr bwMode="auto">
              <a:xfrm>
                <a:off x="4993482" y="2611041"/>
                <a:ext cx="14288" cy="16669"/>
              </a:xfrm>
              <a:custGeom>
                <a:avLst/>
                <a:gdLst/>
                <a:ahLst/>
                <a:cxnLst>
                  <a:cxn ang="0">
                    <a:pos x="5" y="2"/>
                  </a:cxn>
                  <a:cxn ang="0">
                    <a:pos x="5" y="2"/>
                  </a:cxn>
                  <a:cxn ang="0">
                    <a:pos x="5" y="1"/>
                  </a:cxn>
                  <a:cxn ang="0">
                    <a:pos x="5" y="1"/>
                  </a:cxn>
                  <a:cxn ang="0">
                    <a:pos x="5" y="0"/>
                  </a:cxn>
                  <a:cxn ang="0">
                    <a:pos x="4" y="0"/>
                  </a:cxn>
                  <a:cxn ang="0">
                    <a:pos x="4" y="0"/>
                  </a:cxn>
                  <a:cxn ang="0">
                    <a:pos x="4" y="0"/>
                  </a:cxn>
                  <a:cxn ang="0">
                    <a:pos x="4" y="1"/>
                  </a:cxn>
                  <a:cxn ang="0">
                    <a:pos x="3" y="1"/>
                  </a:cxn>
                  <a:cxn ang="0">
                    <a:pos x="3" y="1"/>
                  </a:cxn>
                  <a:cxn ang="0">
                    <a:pos x="3" y="1"/>
                  </a:cxn>
                  <a:cxn ang="0">
                    <a:pos x="3" y="2"/>
                  </a:cxn>
                  <a:cxn ang="0">
                    <a:pos x="2" y="2"/>
                  </a:cxn>
                  <a:cxn ang="0">
                    <a:pos x="2" y="2"/>
                  </a:cxn>
                  <a:cxn ang="0">
                    <a:pos x="2" y="2"/>
                  </a:cxn>
                  <a:cxn ang="0">
                    <a:pos x="1" y="1"/>
                  </a:cxn>
                  <a:cxn ang="0">
                    <a:pos x="1" y="1"/>
                  </a:cxn>
                  <a:cxn ang="0">
                    <a:pos x="1" y="2"/>
                  </a:cxn>
                  <a:cxn ang="0">
                    <a:pos x="0" y="2"/>
                  </a:cxn>
                  <a:cxn ang="0">
                    <a:pos x="0" y="3"/>
                  </a:cxn>
                  <a:cxn ang="0">
                    <a:pos x="0" y="4"/>
                  </a:cxn>
                  <a:cxn ang="0">
                    <a:pos x="0" y="4"/>
                  </a:cxn>
                  <a:cxn ang="0">
                    <a:pos x="0" y="4"/>
                  </a:cxn>
                  <a:cxn ang="0">
                    <a:pos x="0" y="3"/>
                  </a:cxn>
                  <a:cxn ang="0">
                    <a:pos x="1" y="3"/>
                  </a:cxn>
                  <a:cxn ang="0">
                    <a:pos x="1" y="3"/>
                  </a:cxn>
                  <a:cxn ang="0">
                    <a:pos x="1" y="3"/>
                  </a:cxn>
                  <a:cxn ang="0">
                    <a:pos x="1" y="3"/>
                  </a:cxn>
                  <a:cxn ang="0">
                    <a:pos x="1" y="4"/>
                  </a:cxn>
                  <a:cxn ang="0">
                    <a:pos x="1" y="3"/>
                  </a:cxn>
                  <a:cxn ang="0">
                    <a:pos x="1" y="3"/>
                  </a:cxn>
                  <a:cxn ang="0">
                    <a:pos x="2" y="3"/>
                  </a:cxn>
                  <a:cxn ang="0">
                    <a:pos x="2" y="3"/>
                  </a:cxn>
                  <a:cxn ang="0">
                    <a:pos x="2" y="3"/>
                  </a:cxn>
                  <a:cxn ang="0">
                    <a:pos x="2" y="4"/>
                  </a:cxn>
                  <a:cxn ang="0">
                    <a:pos x="2" y="5"/>
                  </a:cxn>
                  <a:cxn ang="0">
                    <a:pos x="2" y="5"/>
                  </a:cxn>
                  <a:cxn ang="0">
                    <a:pos x="3" y="6"/>
                  </a:cxn>
                  <a:cxn ang="0">
                    <a:pos x="4" y="6"/>
                  </a:cxn>
                  <a:cxn ang="0">
                    <a:pos x="4" y="6"/>
                  </a:cxn>
                  <a:cxn ang="0">
                    <a:pos x="4" y="6"/>
                  </a:cxn>
                  <a:cxn ang="0">
                    <a:pos x="4" y="5"/>
                  </a:cxn>
                  <a:cxn ang="0">
                    <a:pos x="4" y="5"/>
                  </a:cxn>
                  <a:cxn ang="0">
                    <a:pos x="4" y="5"/>
                  </a:cxn>
                  <a:cxn ang="0">
                    <a:pos x="4" y="4"/>
                  </a:cxn>
                  <a:cxn ang="0">
                    <a:pos x="4" y="4"/>
                  </a:cxn>
                  <a:cxn ang="0">
                    <a:pos x="4" y="3"/>
                  </a:cxn>
                  <a:cxn ang="0">
                    <a:pos x="5" y="4"/>
                  </a:cxn>
                  <a:cxn ang="0">
                    <a:pos x="5" y="5"/>
                  </a:cxn>
                  <a:cxn ang="0">
                    <a:pos x="5" y="5"/>
                  </a:cxn>
                  <a:cxn ang="0">
                    <a:pos x="5" y="4"/>
                  </a:cxn>
                  <a:cxn ang="0">
                    <a:pos x="5" y="4"/>
                  </a:cxn>
                  <a:cxn ang="0">
                    <a:pos x="5" y="4"/>
                  </a:cxn>
                </a:cxnLst>
                <a:rect l="0" t="0" r="r" b="b"/>
                <a:pathLst>
                  <a:path w="5" h="6">
                    <a:moveTo>
                      <a:pt x="5" y="3"/>
                    </a:moveTo>
                    <a:cubicBezTo>
                      <a:pt x="5" y="3"/>
                      <a:pt x="5" y="3"/>
                      <a:pt x="5" y="3"/>
                    </a:cubicBezTo>
                    <a:cubicBezTo>
                      <a:pt x="5" y="3"/>
                      <a:pt x="5" y="3"/>
                      <a:pt x="5" y="3"/>
                    </a:cubicBezTo>
                    <a:cubicBezTo>
                      <a:pt x="5" y="3"/>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0"/>
                      <a:pt x="5" y="0"/>
                    </a:cubicBezTo>
                    <a:cubicBezTo>
                      <a:pt x="5" y="0"/>
                      <a:pt x="5" y="0"/>
                      <a:pt x="5" y="0"/>
                    </a:cubicBezTo>
                    <a:cubicBezTo>
                      <a:pt x="5" y="0"/>
                      <a:pt x="5"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2"/>
                      <a:pt x="3" y="2"/>
                      <a:pt x="3" y="2"/>
                    </a:cubicBezTo>
                    <a:cubicBezTo>
                      <a:pt x="3" y="2"/>
                      <a:pt x="3" y="2"/>
                      <a:pt x="3" y="1"/>
                    </a:cubicBezTo>
                    <a:cubicBezTo>
                      <a:pt x="3" y="1"/>
                      <a:pt x="3" y="1"/>
                      <a:pt x="3" y="1"/>
                    </a:cubicBezTo>
                    <a:cubicBezTo>
                      <a:pt x="3" y="1"/>
                      <a:pt x="3" y="1"/>
                      <a:pt x="3" y="1"/>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2"/>
                    </a:cubicBezTo>
                    <a:cubicBezTo>
                      <a:pt x="1" y="2"/>
                      <a:pt x="1" y="2"/>
                      <a:pt x="1" y="2"/>
                    </a:cubicBezTo>
                    <a:cubicBezTo>
                      <a:pt x="1" y="2"/>
                      <a:pt x="1" y="2"/>
                      <a:pt x="1" y="2"/>
                    </a:cubicBezTo>
                    <a:cubicBezTo>
                      <a:pt x="1" y="2"/>
                      <a:pt x="1" y="2"/>
                      <a:pt x="1" y="2"/>
                    </a:cubicBezTo>
                    <a:cubicBezTo>
                      <a:pt x="1" y="2"/>
                      <a:pt x="1" y="2"/>
                      <a:pt x="0" y="2"/>
                    </a:cubicBezTo>
                    <a:cubicBezTo>
                      <a:pt x="0" y="2"/>
                      <a:pt x="0" y="2"/>
                      <a:pt x="0" y="2"/>
                    </a:cubicBezTo>
                    <a:cubicBezTo>
                      <a:pt x="0" y="2"/>
                      <a:pt x="0" y="2"/>
                      <a:pt x="0" y="2"/>
                    </a:cubicBezTo>
                    <a:cubicBezTo>
                      <a:pt x="0" y="2"/>
                      <a:pt x="0" y="2"/>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4"/>
                      <a:pt x="1" y="4"/>
                      <a:pt x="1" y="4"/>
                    </a:cubicBezTo>
                    <a:cubicBezTo>
                      <a:pt x="1" y="4"/>
                      <a:pt x="1" y="4"/>
                      <a:pt x="2" y="4"/>
                    </a:cubicBezTo>
                    <a:cubicBezTo>
                      <a:pt x="2" y="4"/>
                      <a:pt x="2" y="4"/>
                      <a:pt x="2" y="4"/>
                    </a:cubicBezTo>
                    <a:cubicBezTo>
                      <a:pt x="2"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4"/>
                      <a:pt x="2" y="4"/>
                    </a:cubicBezTo>
                    <a:cubicBezTo>
                      <a:pt x="2" y="4"/>
                      <a:pt x="2" y="4"/>
                      <a:pt x="2" y="4"/>
                    </a:cubicBezTo>
                    <a:cubicBezTo>
                      <a:pt x="2" y="4"/>
                      <a:pt x="2" y="4"/>
                      <a:pt x="2" y="4"/>
                    </a:cubicBezTo>
                    <a:cubicBezTo>
                      <a:pt x="2" y="4"/>
                      <a:pt x="2" y="4"/>
                      <a:pt x="2" y="4"/>
                    </a:cubicBezTo>
                    <a:cubicBezTo>
                      <a:pt x="2" y="4"/>
                      <a:pt x="2" y="4"/>
                      <a:pt x="2" y="4"/>
                    </a:cubicBezTo>
                    <a:cubicBezTo>
                      <a:pt x="2" y="4"/>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3" y="5"/>
                    </a:cubicBezTo>
                    <a:cubicBezTo>
                      <a:pt x="3" y="5"/>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3"/>
                      <a:pt x="4" y="3"/>
                    </a:cubicBezTo>
                    <a:cubicBezTo>
                      <a:pt x="5" y="3"/>
                      <a:pt x="5" y="4"/>
                      <a:pt x="5" y="4"/>
                    </a:cubicBezTo>
                    <a:cubicBezTo>
                      <a:pt x="5" y="4"/>
                      <a:pt x="5" y="4"/>
                      <a:pt x="5" y="4"/>
                    </a:cubicBezTo>
                    <a:cubicBezTo>
                      <a:pt x="5" y="4"/>
                      <a:pt x="5" y="4"/>
                      <a:pt x="5" y="4"/>
                    </a:cubicBezTo>
                    <a:cubicBezTo>
                      <a:pt x="5" y="4"/>
                      <a:pt x="5" y="4"/>
                      <a:pt x="5" y="4"/>
                    </a:cubicBezTo>
                    <a:cubicBezTo>
                      <a:pt x="5" y="4"/>
                      <a:pt x="5" y="4"/>
                      <a:pt x="5" y="4"/>
                    </a:cubicBezTo>
                    <a:cubicBezTo>
                      <a:pt x="5" y="4"/>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3"/>
                      <a:pt x="5" y="3"/>
                    </a:cubicBezTo>
                    <a:cubicBezTo>
                      <a:pt x="5" y="3"/>
                      <a:pt x="5" y="3"/>
                      <a:pt x="5"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8" name="Freeform 368"/>
              <p:cNvSpPr>
                <a:spLocks/>
              </p:cNvSpPr>
              <p:nvPr/>
            </p:nvSpPr>
            <p:spPr bwMode="auto">
              <a:xfrm>
                <a:off x="4991101" y="2599135"/>
                <a:ext cx="2381" cy="8335"/>
              </a:xfrm>
              <a:custGeom>
                <a:avLst/>
                <a:gdLst/>
                <a:ahLst/>
                <a:cxnLst>
                  <a:cxn ang="0">
                    <a:pos x="1" y="1"/>
                  </a:cxn>
                  <a:cxn ang="0">
                    <a:pos x="1" y="1"/>
                  </a:cxn>
                  <a:cxn ang="0">
                    <a:pos x="1" y="1"/>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2"/>
                  </a:cxn>
                  <a:cxn ang="0">
                    <a:pos x="0" y="2"/>
                  </a:cxn>
                  <a:cxn ang="0">
                    <a:pos x="0" y="2"/>
                  </a:cxn>
                  <a:cxn ang="0">
                    <a:pos x="0" y="2"/>
                  </a:cxn>
                  <a:cxn ang="0">
                    <a:pos x="0" y="2"/>
                  </a:cxn>
                  <a:cxn ang="0">
                    <a:pos x="0" y="3"/>
                  </a:cxn>
                  <a:cxn ang="0">
                    <a:pos x="0" y="3"/>
                  </a:cxn>
                  <a:cxn ang="0">
                    <a:pos x="0" y="2"/>
                  </a:cxn>
                  <a:cxn ang="0">
                    <a:pos x="0" y="2"/>
                  </a:cxn>
                  <a:cxn ang="0">
                    <a:pos x="1" y="2"/>
                  </a:cxn>
                  <a:cxn ang="0">
                    <a:pos x="1" y="2"/>
                  </a:cxn>
                  <a:cxn ang="0">
                    <a:pos x="1" y="2"/>
                  </a:cxn>
                  <a:cxn ang="0">
                    <a:pos x="1" y="2"/>
                  </a:cxn>
                  <a:cxn ang="0">
                    <a:pos x="1" y="1"/>
                  </a:cxn>
                  <a:cxn ang="0">
                    <a:pos x="1" y="1"/>
                  </a:cxn>
                  <a:cxn ang="0">
                    <a:pos x="1" y="0"/>
                  </a:cxn>
                  <a:cxn ang="0">
                    <a:pos x="1" y="0"/>
                  </a:cxn>
                  <a:cxn ang="0">
                    <a:pos x="1" y="1"/>
                  </a:cxn>
                  <a:cxn ang="0">
                    <a:pos x="1" y="1"/>
                  </a:cxn>
                </a:cxnLst>
                <a:rect l="0" t="0" r="r" b="b"/>
                <a:pathLst>
                  <a:path w="1" h="3">
                    <a:moveTo>
                      <a:pt x="1" y="1"/>
                    </a:moveTo>
                    <a:cubicBezTo>
                      <a:pt x="1" y="1"/>
                      <a:pt x="1" y="1"/>
                      <a:pt x="1" y="1"/>
                    </a:cubicBezTo>
                    <a:cubicBezTo>
                      <a:pt x="1" y="1"/>
                      <a:pt x="1" y="1"/>
                      <a:pt x="1" y="1"/>
                    </a:cubicBezTo>
                    <a:cubicBezTo>
                      <a:pt x="1" y="1"/>
                      <a:pt x="1" y="1"/>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3"/>
                      <a:pt x="0" y="3"/>
                      <a:pt x="0" y="3"/>
                    </a:cubicBezTo>
                    <a:cubicBezTo>
                      <a:pt x="0" y="3"/>
                      <a:pt x="0" y="3"/>
                      <a:pt x="0" y="3"/>
                    </a:cubicBezTo>
                    <a:cubicBezTo>
                      <a:pt x="0" y="3"/>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0"/>
                      <a:pt x="1" y="0"/>
                      <a:pt x="1" y="0"/>
                    </a:cubicBezTo>
                    <a:cubicBezTo>
                      <a:pt x="1" y="0"/>
                      <a:pt x="1" y="0"/>
                      <a:pt x="1" y="0"/>
                    </a:cubicBezTo>
                    <a:cubicBezTo>
                      <a:pt x="1" y="0"/>
                      <a:pt x="1" y="0"/>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89" name="Freeform 369"/>
              <p:cNvSpPr>
                <a:spLocks/>
              </p:cNvSpPr>
              <p:nvPr/>
            </p:nvSpPr>
            <p:spPr bwMode="auto">
              <a:xfrm>
                <a:off x="4997054" y="2602707"/>
                <a:ext cx="2381" cy="8335"/>
              </a:xfrm>
              <a:custGeom>
                <a:avLst/>
                <a:gdLst/>
                <a:ahLst/>
                <a:cxnLst>
                  <a:cxn ang="0">
                    <a:pos x="0" y="2"/>
                  </a:cxn>
                  <a:cxn ang="0">
                    <a:pos x="0" y="2"/>
                  </a:cxn>
                  <a:cxn ang="0">
                    <a:pos x="1" y="2"/>
                  </a:cxn>
                  <a:cxn ang="0">
                    <a:pos x="1" y="2"/>
                  </a:cxn>
                  <a:cxn ang="0">
                    <a:pos x="1" y="2"/>
                  </a:cxn>
                  <a:cxn ang="0">
                    <a:pos x="1" y="1"/>
                  </a:cxn>
                  <a:cxn ang="0">
                    <a:pos x="1" y="1"/>
                  </a:cxn>
                  <a:cxn ang="0">
                    <a:pos x="1" y="1"/>
                  </a:cxn>
                  <a:cxn ang="0">
                    <a:pos x="1" y="1"/>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2"/>
                  </a:cxn>
                  <a:cxn ang="0">
                    <a:pos x="0" y="2"/>
                  </a:cxn>
                  <a:cxn ang="0">
                    <a:pos x="0" y="2"/>
                  </a:cxn>
                  <a:cxn ang="0">
                    <a:pos x="0" y="2"/>
                  </a:cxn>
                  <a:cxn ang="0">
                    <a:pos x="0" y="2"/>
                  </a:cxn>
                  <a:cxn ang="0">
                    <a:pos x="0" y="3"/>
                  </a:cxn>
                  <a:cxn ang="0">
                    <a:pos x="0" y="3"/>
                  </a:cxn>
                  <a:cxn ang="0">
                    <a:pos x="0" y="3"/>
                  </a:cxn>
                  <a:cxn ang="0">
                    <a:pos x="0" y="3"/>
                  </a:cxn>
                  <a:cxn ang="0">
                    <a:pos x="0" y="3"/>
                  </a:cxn>
                  <a:cxn ang="0">
                    <a:pos x="0" y="3"/>
                  </a:cxn>
                  <a:cxn ang="0">
                    <a:pos x="0" y="3"/>
                  </a:cxn>
                  <a:cxn ang="0">
                    <a:pos x="0" y="3"/>
                  </a:cxn>
                  <a:cxn ang="0">
                    <a:pos x="0" y="3"/>
                  </a:cxn>
                  <a:cxn ang="0">
                    <a:pos x="0" y="2"/>
                  </a:cxn>
                </a:cxnLst>
                <a:rect l="0" t="0" r="r" b="b"/>
                <a:pathLst>
                  <a:path w="1" h="3">
                    <a:moveTo>
                      <a:pt x="0" y="2"/>
                    </a:moveTo>
                    <a:cubicBezTo>
                      <a:pt x="0" y="2"/>
                      <a:pt x="0" y="2"/>
                      <a:pt x="0" y="2"/>
                    </a:cubicBezTo>
                    <a:cubicBezTo>
                      <a:pt x="0" y="2"/>
                      <a:pt x="0" y="2"/>
                      <a:pt x="1" y="2"/>
                    </a:cubicBez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0" name="Freeform 370"/>
              <p:cNvSpPr>
                <a:spLocks/>
              </p:cNvSpPr>
              <p:nvPr/>
            </p:nvSpPr>
            <p:spPr bwMode="auto">
              <a:xfrm>
                <a:off x="4993482" y="2605089"/>
                <a:ext cx="1191" cy="23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0"/>
                  </a:cxn>
                </a:cxnLst>
                <a:rect l="0" t="0" r="r" b="b"/>
                <a:pathLst>
                  <a:path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1" name="Freeform 371"/>
              <p:cNvSpPr>
                <a:spLocks/>
              </p:cNvSpPr>
              <p:nvPr/>
            </p:nvSpPr>
            <p:spPr bwMode="auto">
              <a:xfrm>
                <a:off x="4993483" y="2605089"/>
                <a:ext cx="3572" cy="8335"/>
              </a:xfrm>
              <a:custGeom>
                <a:avLst/>
                <a:gdLst/>
                <a:ahLst/>
                <a:cxnLst>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1"/>
                  </a:cxn>
                  <a:cxn ang="0">
                    <a:pos x="0" y="1"/>
                  </a:cxn>
                  <a:cxn ang="0">
                    <a:pos x="0" y="1"/>
                  </a:cxn>
                  <a:cxn ang="0">
                    <a:pos x="0" y="2"/>
                  </a:cxn>
                  <a:cxn ang="0">
                    <a:pos x="0" y="2"/>
                  </a:cxn>
                  <a:cxn ang="0">
                    <a:pos x="0" y="2"/>
                  </a:cxn>
                  <a:cxn ang="0">
                    <a:pos x="0" y="2"/>
                  </a:cxn>
                  <a:cxn ang="0">
                    <a:pos x="0" y="2"/>
                  </a:cxn>
                  <a:cxn ang="0">
                    <a:pos x="1" y="3"/>
                  </a:cxn>
                  <a:cxn ang="0">
                    <a:pos x="1" y="3"/>
                  </a:cxn>
                  <a:cxn ang="0">
                    <a:pos x="1" y="2"/>
                  </a:cxn>
                  <a:cxn ang="0">
                    <a:pos x="1" y="2"/>
                  </a:cxn>
                  <a:cxn ang="0">
                    <a:pos x="1" y="2"/>
                  </a:cxn>
                  <a:cxn ang="0">
                    <a:pos x="1" y="1"/>
                  </a:cxn>
                  <a:cxn ang="0">
                    <a:pos x="1" y="1"/>
                  </a:cxn>
                </a:cxnLst>
                <a:rect l="0" t="0" r="r" b="b"/>
                <a:pathLst>
                  <a:path w="1" h="3">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2"/>
                    </a:cubicBezTo>
                    <a:cubicBezTo>
                      <a:pt x="0" y="2"/>
                      <a:pt x="0" y="2"/>
                      <a:pt x="0" y="2"/>
                    </a:cubicBezTo>
                    <a:cubicBezTo>
                      <a:pt x="0" y="2"/>
                      <a:pt x="0" y="2"/>
                      <a:pt x="0" y="2"/>
                    </a:cubicBezTo>
                    <a:cubicBezTo>
                      <a:pt x="0" y="2"/>
                      <a:pt x="0" y="2"/>
                      <a:pt x="0" y="2"/>
                    </a:cubicBezTo>
                    <a:cubicBezTo>
                      <a:pt x="0" y="2"/>
                      <a:pt x="0" y="2"/>
                      <a:pt x="0" y="2"/>
                    </a:cubicBezTo>
                    <a:cubicBezTo>
                      <a:pt x="0" y="3"/>
                      <a:pt x="0" y="3"/>
                      <a:pt x="1" y="3"/>
                    </a:cubicBezTo>
                    <a:cubicBezTo>
                      <a:pt x="1" y="3"/>
                      <a:pt x="1" y="3"/>
                      <a:pt x="1" y="3"/>
                    </a:cubicBezTo>
                    <a:cubicBezTo>
                      <a:pt x="1" y="3"/>
                      <a:pt x="1" y="3"/>
                      <a:pt x="1" y="2"/>
                    </a:cubicBezTo>
                    <a:cubicBezTo>
                      <a:pt x="1" y="2"/>
                      <a:pt x="1" y="2"/>
                      <a:pt x="1" y="2"/>
                    </a:cubicBezTo>
                    <a:cubicBezTo>
                      <a:pt x="1" y="2"/>
                      <a:pt x="1" y="2"/>
                      <a:pt x="1" y="2"/>
                    </a:cubicBezTo>
                    <a:cubicBezTo>
                      <a:pt x="1" y="2"/>
                      <a:pt x="1" y="2"/>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2" name="Freeform 372"/>
              <p:cNvSpPr>
                <a:spLocks/>
              </p:cNvSpPr>
              <p:nvPr/>
            </p:nvSpPr>
            <p:spPr bwMode="auto">
              <a:xfrm>
                <a:off x="4974432" y="2602707"/>
                <a:ext cx="8335" cy="14288"/>
              </a:xfrm>
              <a:custGeom>
                <a:avLst/>
                <a:gdLst/>
                <a:ahLst/>
                <a:cxnLst>
                  <a:cxn ang="0">
                    <a:pos x="0" y="5"/>
                  </a:cxn>
                  <a:cxn ang="0">
                    <a:pos x="0" y="5"/>
                  </a:cxn>
                  <a:cxn ang="0">
                    <a:pos x="0" y="5"/>
                  </a:cxn>
                  <a:cxn ang="0">
                    <a:pos x="0" y="5"/>
                  </a:cxn>
                  <a:cxn ang="0">
                    <a:pos x="0" y="5"/>
                  </a:cxn>
                  <a:cxn ang="0">
                    <a:pos x="1" y="5"/>
                  </a:cxn>
                  <a:cxn ang="0">
                    <a:pos x="1" y="5"/>
                  </a:cxn>
                  <a:cxn ang="0">
                    <a:pos x="1" y="5"/>
                  </a:cxn>
                  <a:cxn ang="0">
                    <a:pos x="1" y="5"/>
                  </a:cxn>
                  <a:cxn ang="0">
                    <a:pos x="1" y="4"/>
                  </a:cxn>
                  <a:cxn ang="0">
                    <a:pos x="1" y="4"/>
                  </a:cxn>
                  <a:cxn ang="0">
                    <a:pos x="2" y="4"/>
                  </a:cxn>
                  <a:cxn ang="0">
                    <a:pos x="2" y="4"/>
                  </a:cxn>
                  <a:cxn ang="0">
                    <a:pos x="2" y="4"/>
                  </a:cxn>
                  <a:cxn ang="0">
                    <a:pos x="2" y="3"/>
                  </a:cxn>
                  <a:cxn ang="0">
                    <a:pos x="2" y="3"/>
                  </a:cxn>
                  <a:cxn ang="0">
                    <a:pos x="2" y="3"/>
                  </a:cxn>
                  <a:cxn ang="0">
                    <a:pos x="2" y="2"/>
                  </a:cxn>
                  <a:cxn ang="0">
                    <a:pos x="2" y="2"/>
                  </a:cxn>
                  <a:cxn ang="0">
                    <a:pos x="3" y="2"/>
                  </a:cxn>
                  <a:cxn ang="0">
                    <a:pos x="3" y="2"/>
                  </a:cxn>
                  <a:cxn ang="0">
                    <a:pos x="3" y="2"/>
                  </a:cxn>
                  <a:cxn ang="0">
                    <a:pos x="3" y="1"/>
                  </a:cxn>
                  <a:cxn ang="0">
                    <a:pos x="3" y="1"/>
                  </a:cxn>
                  <a:cxn ang="0">
                    <a:pos x="3" y="0"/>
                  </a:cxn>
                  <a:cxn ang="0">
                    <a:pos x="3" y="0"/>
                  </a:cxn>
                  <a:cxn ang="0">
                    <a:pos x="3" y="0"/>
                  </a:cxn>
                  <a:cxn ang="0">
                    <a:pos x="3" y="1"/>
                  </a:cxn>
                  <a:cxn ang="0">
                    <a:pos x="3" y="1"/>
                  </a:cxn>
                  <a:cxn ang="0">
                    <a:pos x="3" y="1"/>
                  </a:cxn>
                  <a:cxn ang="0">
                    <a:pos x="2" y="1"/>
                  </a:cxn>
                  <a:cxn ang="0">
                    <a:pos x="2" y="1"/>
                  </a:cxn>
                  <a:cxn ang="0">
                    <a:pos x="2" y="2"/>
                  </a:cxn>
                  <a:cxn ang="0">
                    <a:pos x="2" y="2"/>
                  </a:cxn>
                  <a:cxn ang="0">
                    <a:pos x="2" y="2"/>
                  </a:cxn>
                  <a:cxn ang="0">
                    <a:pos x="2" y="2"/>
                  </a:cxn>
                  <a:cxn ang="0">
                    <a:pos x="2" y="3"/>
                  </a:cxn>
                  <a:cxn ang="0">
                    <a:pos x="1" y="3"/>
                  </a:cxn>
                  <a:cxn ang="0">
                    <a:pos x="1" y="4"/>
                  </a:cxn>
                  <a:cxn ang="0">
                    <a:pos x="1" y="4"/>
                  </a:cxn>
                  <a:cxn ang="0">
                    <a:pos x="1" y="4"/>
                  </a:cxn>
                  <a:cxn ang="0">
                    <a:pos x="1" y="4"/>
                  </a:cxn>
                  <a:cxn ang="0">
                    <a:pos x="0" y="5"/>
                  </a:cxn>
                </a:cxnLst>
                <a:rect l="0" t="0" r="r" b="b"/>
                <a:pathLst>
                  <a:path w="3" h="5">
                    <a:moveTo>
                      <a:pt x="0" y="5"/>
                    </a:move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2"/>
                    </a:cubicBezTo>
                    <a:cubicBezTo>
                      <a:pt x="2" y="2"/>
                      <a:pt x="2" y="2"/>
                      <a:pt x="2" y="2"/>
                    </a:cubicBezTo>
                    <a:cubicBezTo>
                      <a:pt x="2" y="2"/>
                      <a:pt x="2" y="2"/>
                      <a:pt x="2" y="2"/>
                    </a:cubicBezTo>
                    <a:cubicBezTo>
                      <a:pt x="2" y="2"/>
                      <a:pt x="2" y="2"/>
                      <a:pt x="2" y="2"/>
                    </a:cubicBezTo>
                    <a:cubicBezTo>
                      <a:pt x="2" y="2"/>
                      <a:pt x="2"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1"/>
                      <a:pt x="3" y="1"/>
                      <a:pt x="3" y="1"/>
                    </a:cubicBezTo>
                    <a:cubicBezTo>
                      <a:pt x="3" y="1"/>
                      <a:pt x="3" y="1"/>
                      <a:pt x="3" y="1"/>
                    </a:cubicBezTo>
                    <a:cubicBezTo>
                      <a:pt x="3" y="1"/>
                      <a:pt x="3" y="1"/>
                      <a:pt x="3" y="1"/>
                    </a:cubicBezTo>
                    <a:cubicBezTo>
                      <a:pt x="3" y="1"/>
                      <a:pt x="3" y="1"/>
                      <a:pt x="3" y="1"/>
                    </a:cubicBezTo>
                    <a:cubicBezTo>
                      <a:pt x="3" y="1"/>
                      <a:pt x="3" y="1"/>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2" y="1"/>
                    </a:cubicBezTo>
                    <a:cubicBezTo>
                      <a:pt x="2" y="1"/>
                      <a:pt x="3" y="1"/>
                      <a:pt x="3" y="1"/>
                    </a:cubicBezTo>
                    <a:cubicBezTo>
                      <a:pt x="3" y="1"/>
                      <a:pt x="3"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3"/>
                      <a:pt x="2" y="3"/>
                    </a:cubicBezTo>
                    <a:cubicBezTo>
                      <a:pt x="2" y="3"/>
                      <a:pt x="2" y="3"/>
                      <a:pt x="2" y="3"/>
                    </a:cubicBezTo>
                    <a:cubicBezTo>
                      <a:pt x="2" y="3"/>
                      <a:pt x="1" y="3"/>
                      <a:pt x="1" y="3"/>
                    </a:cubicBezTo>
                    <a:cubicBezTo>
                      <a:pt x="1" y="3"/>
                      <a:pt x="1" y="3"/>
                      <a:pt x="1" y="3"/>
                    </a:cubicBezTo>
                    <a:cubicBezTo>
                      <a:pt x="1" y="3"/>
                      <a:pt x="1" y="3"/>
                      <a:pt x="1" y="3"/>
                    </a:cubicBezTo>
                    <a:cubicBezTo>
                      <a:pt x="1" y="3"/>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0" y="4"/>
                      <a:pt x="0" y="5"/>
                      <a:pt x="0" y="5"/>
                    </a:cubicBezTo>
                    <a:cubicBezTo>
                      <a:pt x="0" y="5"/>
                      <a:pt x="0" y="5"/>
                      <a:pt x="0" y="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3" name="Freeform 373"/>
              <p:cNvSpPr>
                <a:spLocks/>
              </p:cNvSpPr>
              <p:nvPr/>
            </p:nvSpPr>
            <p:spPr bwMode="auto">
              <a:xfrm>
                <a:off x="5036345" y="2681289"/>
                <a:ext cx="2381" cy="2381"/>
              </a:xfrm>
              <a:custGeom>
                <a:avLst/>
                <a:gdLst/>
                <a:ahLst/>
                <a:cxnLst>
                  <a:cxn ang="0">
                    <a:pos x="1" y="1"/>
                  </a:cxn>
                  <a:cxn ang="0">
                    <a:pos x="1" y="1"/>
                  </a:cxn>
                  <a:cxn ang="0">
                    <a:pos x="0" y="0"/>
                  </a:cxn>
                  <a:cxn ang="0">
                    <a:pos x="0" y="0"/>
                  </a:cxn>
                  <a:cxn ang="0">
                    <a:pos x="0" y="0"/>
                  </a:cxn>
                  <a:cxn ang="0">
                    <a:pos x="0" y="1"/>
                  </a:cxn>
                  <a:cxn ang="0">
                    <a:pos x="1" y="1"/>
                  </a:cxn>
                  <a:cxn ang="0">
                    <a:pos x="1" y="1"/>
                  </a:cxn>
                </a:cxnLst>
                <a:rect l="0" t="0" r="r" b="b"/>
                <a:pathLst>
                  <a:path w="1" h="1">
                    <a:moveTo>
                      <a:pt x="1" y="1"/>
                    </a:moveTo>
                    <a:cubicBezTo>
                      <a:pt x="1" y="1"/>
                      <a:pt x="1" y="1"/>
                      <a:pt x="1" y="1"/>
                    </a:cubicBezTo>
                    <a:cubicBezTo>
                      <a:pt x="1" y="1"/>
                      <a:pt x="0" y="0"/>
                      <a:pt x="0" y="0"/>
                    </a:cubicBezTo>
                    <a:cubicBezTo>
                      <a:pt x="0" y="0"/>
                      <a:pt x="0" y="0"/>
                      <a:pt x="0" y="0"/>
                    </a:cubicBezTo>
                    <a:cubicBezTo>
                      <a:pt x="0" y="0"/>
                      <a:pt x="0" y="0"/>
                      <a:pt x="0" y="0"/>
                    </a:cubicBezTo>
                    <a:cubicBezTo>
                      <a:pt x="0" y="1"/>
                      <a:pt x="0" y="1"/>
                      <a:pt x="0" y="1"/>
                    </a:cubicBezTo>
                    <a:cubicBezTo>
                      <a:pt x="0" y="1"/>
                      <a:pt x="0"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4" name="Freeform 374"/>
              <p:cNvSpPr>
                <a:spLocks/>
              </p:cNvSpPr>
              <p:nvPr/>
            </p:nvSpPr>
            <p:spPr bwMode="auto">
              <a:xfrm>
                <a:off x="5036345" y="2683670"/>
                <a:ext cx="1191" cy="3572"/>
              </a:xfrm>
              <a:custGeom>
                <a:avLst/>
                <a:gdLst/>
                <a:ahLst/>
                <a:cxnLst>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Lst>
                <a:rect l="0" t="0" r="r" b="b"/>
                <a:pathLst>
                  <a:path h="1">
                    <a:moveTo>
                      <a:pt x="0" y="1"/>
                    </a:moveTo>
                    <a:cubicBezTo>
                      <a:pt x="0" y="1"/>
                      <a:pt x="0" y="1"/>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5" name="Freeform 375"/>
              <p:cNvSpPr>
                <a:spLocks/>
              </p:cNvSpPr>
              <p:nvPr/>
            </p:nvSpPr>
            <p:spPr bwMode="auto">
              <a:xfrm>
                <a:off x="5036345" y="2681288"/>
                <a:ext cx="2381" cy="1191"/>
              </a:xfrm>
              <a:custGeom>
                <a:avLst/>
                <a:gdLst/>
                <a:ahLst/>
                <a:cxnLst>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6" name="Freeform 376"/>
              <p:cNvSpPr>
                <a:spLocks/>
              </p:cNvSpPr>
              <p:nvPr/>
            </p:nvSpPr>
            <p:spPr bwMode="auto">
              <a:xfrm>
                <a:off x="5086351" y="2675335"/>
                <a:ext cx="14288" cy="8335"/>
              </a:xfrm>
              <a:custGeom>
                <a:avLst/>
                <a:gdLst/>
                <a:ahLst/>
                <a:cxnLst>
                  <a:cxn ang="0">
                    <a:pos x="1" y="3"/>
                  </a:cxn>
                  <a:cxn ang="0">
                    <a:pos x="1" y="3"/>
                  </a:cxn>
                  <a:cxn ang="0">
                    <a:pos x="2" y="3"/>
                  </a:cxn>
                  <a:cxn ang="0">
                    <a:pos x="2" y="3"/>
                  </a:cxn>
                  <a:cxn ang="0">
                    <a:pos x="3" y="3"/>
                  </a:cxn>
                  <a:cxn ang="0">
                    <a:pos x="3" y="3"/>
                  </a:cxn>
                  <a:cxn ang="0">
                    <a:pos x="3" y="3"/>
                  </a:cxn>
                  <a:cxn ang="0">
                    <a:pos x="4" y="3"/>
                  </a:cxn>
                  <a:cxn ang="0">
                    <a:pos x="4" y="2"/>
                  </a:cxn>
                  <a:cxn ang="0">
                    <a:pos x="4" y="2"/>
                  </a:cxn>
                  <a:cxn ang="0">
                    <a:pos x="5" y="2"/>
                  </a:cxn>
                  <a:cxn ang="0">
                    <a:pos x="5" y="2"/>
                  </a:cxn>
                  <a:cxn ang="0">
                    <a:pos x="5" y="2"/>
                  </a:cxn>
                  <a:cxn ang="0">
                    <a:pos x="5" y="1"/>
                  </a:cxn>
                  <a:cxn ang="0">
                    <a:pos x="5" y="1"/>
                  </a:cxn>
                  <a:cxn ang="0">
                    <a:pos x="5" y="1"/>
                  </a:cxn>
                  <a:cxn ang="0">
                    <a:pos x="5" y="1"/>
                  </a:cxn>
                  <a:cxn ang="0">
                    <a:pos x="5" y="1"/>
                  </a:cxn>
                  <a:cxn ang="0">
                    <a:pos x="5" y="1"/>
                  </a:cxn>
                  <a:cxn ang="0">
                    <a:pos x="5" y="0"/>
                  </a:cxn>
                  <a:cxn ang="0">
                    <a:pos x="5" y="0"/>
                  </a:cxn>
                  <a:cxn ang="0">
                    <a:pos x="5" y="0"/>
                  </a:cxn>
                  <a:cxn ang="0">
                    <a:pos x="5" y="0"/>
                  </a:cxn>
                  <a:cxn ang="0">
                    <a:pos x="5" y="0"/>
                  </a:cxn>
                  <a:cxn ang="0">
                    <a:pos x="5" y="0"/>
                  </a:cxn>
                  <a:cxn ang="0">
                    <a:pos x="5" y="0"/>
                  </a:cxn>
                  <a:cxn ang="0">
                    <a:pos x="5" y="0"/>
                  </a:cxn>
                  <a:cxn ang="0">
                    <a:pos x="5" y="0"/>
                  </a:cxn>
                  <a:cxn ang="0">
                    <a:pos x="4" y="1"/>
                  </a:cxn>
                  <a:cxn ang="0">
                    <a:pos x="4" y="1"/>
                  </a:cxn>
                  <a:cxn ang="0">
                    <a:pos x="3" y="2"/>
                  </a:cxn>
                  <a:cxn ang="0">
                    <a:pos x="3" y="2"/>
                  </a:cxn>
                  <a:cxn ang="0">
                    <a:pos x="3" y="2"/>
                  </a:cxn>
                  <a:cxn ang="0">
                    <a:pos x="3" y="2"/>
                  </a:cxn>
                  <a:cxn ang="0">
                    <a:pos x="3" y="1"/>
                  </a:cxn>
                  <a:cxn ang="0">
                    <a:pos x="3" y="1"/>
                  </a:cxn>
                  <a:cxn ang="0">
                    <a:pos x="2" y="1"/>
                  </a:cxn>
                  <a:cxn ang="0">
                    <a:pos x="2" y="1"/>
                  </a:cxn>
                  <a:cxn ang="0">
                    <a:pos x="2" y="2"/>
                  </a:cxn>
                  <a:cxn ang="0">
                    <a:pos x="2" y="2"/>
                  </a:cxn>
                  <a:cxn ang="0">
                    <a:pos x="2" y="2"/>
                  </a:cxn>
                  <a:cxn ang="0">
                    <a:pos x="2" y="2"/>
                  </a:cxn>
                  <a:cxn ang="0">
                    <a:pos x="1" y="2"/>
                  </a:cxn>
                  <a:cxn ang="0">
                    <a:pos x="1" y="2"/>
                  </a:cxn>
                  <a:cxn ang="0">
                    <a:pos x="1" y="2"/>
                  </a:cxn>
                  <a:cxn ang="0">
                    <a:pos x="1" y="2"/>
                  </a:cxn>
                  <a:cxn ang="0">
                    <a:pos x="0" y="2"/>
                  </a:cxn>
                  <a:cxn ang="0">
                    <a:pos x="0" y="2"/>
                  </a:cxn>
                </a:cxnLst>
                <a:rect l="0" t="0" r="r" b="b"/>
                <a:pathLst>
                  <a:path w="5" h="3">
                    <a:moveTo>
                      <a:pt x="1" y="2"/>
                    </a:moveTo>
                    <a:cubicBezTo>
                      <a:pt x="1" y="2"/>
                      <a:pt x="1" y="3"/>
                      <a:pt x="1" y="3"/>
                    </a:cubicBezTo>
                    <a:cubicBezTo>
                      <a:pt x="1" y="3"/>
                      <a:pt x="1" y="3"/>
                      <a:pt x="1" y="3"/>
                    </a:cubicBezTo>
                    <a:cubicBezTo>
                      <a:pt x="1" y="3"/>
                      <a:pt x="1" y="3"/>
                      <a:pt x="1" y="3"/>
                    </a:cubicBezTo>
                    <a:cubicBezTo>
                      <a:pt x="1" y="3"/>
                      <a:pt x="2" y="3"/>
                      <a:pt x="2" y="3"/>
                    </a:cubicBezTo>
                    <a:cubicBezTo>
                      <a:pt x="2" y="3"/>
                      <a:pt x="2" y="3"/>
                      <a:pt x="2" y="3"/>
                    </a:cubicBezTo>
                    <a:cubicBezTo>
                      <a:pt x="2" y="3"/>
                      <a:pt x="2" y="3"/>
                      <a:pt x="2" y="3"/>
                    </a:cubicBezTo>
                    <a:cubicBezTo>
                      <a:pt x="2" y="3"/>
                      <a:pt x="2" y="3"/>
                      <a:pt x="2" y="3"/>
                    </a:cubicBezTo>
                    <a:cubicBezTo>
                      <a:pt x="2" y="3"/>
                      <a:pt x="2" y="3"/>
                      <a:pt x="2"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4" y="3"/>
                      <a:pt x="4" y="3"/>
                      <a:pt x="4" y="3"/>
                    </a:cubicBezTo>
                    <a:cubicBezTo>
                      <a:pt x="4" y="3"/>
                      <a:pt x="4" y="3"/>
                      <a:pt x="4" y="3"/>
                    </a:cubicBezTo>
                    <a:cubicBezTo>
                      <a:pt x="4" y="3"/>
                      <a:pt x="4"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1"/>
                      <a:pt x="5" y="1"/>
                      <a:pt x="4" y="1"/>
                    </a:cubicBezTo>
                    <a:cubicBezTo>
                      <a:pt x="4" y="1"/>
                      <a:pt x="4" y="1"/>
                      <a:pt x="4" y="1"/>
                    </a:cubicBezTo>
                    <a:cubicBezTo>
                      <a:pt x="4" y="1"/>
                      <a:pt x="4" y="1"/>
                      <a:pt x="4" y="1"/>
                    </a:cubicBezTo>
                    <a:cubicBezTo>
                      <a:pt x="4" y="1"/>
                      <a:pt x="4" y="2"/>
                      <a:pt x="4" y="2"/>
                    </a:cubicBezTo>
                    <a:cubicBezTo>
                      <a:pt x="4" y="2"/>
                      <a:pt x="4"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1"/>
                    </a:cubicBezTo>
                    <a:cubicBezTo>
                      <a:pt x="3" y="1"/>
                      <a:pt x="3" y="1"/>
                      <a:pt x="3" y="1"/>
                    </a:cubicBezTo>
                    <a:cubicBezTo>
                      <a:pt x="3" y="1"/>
                      <a:pt x="3" y="1"/>
                      <a:pt x="3" y="1"/>
                    </a:cubicBezTo>
                    <a:cubicBezTo>
                      <a:pt x="3" y="1"/>
                      <a:pt x="3" y="1"/>
                      <a:pt x="3" y="1"/>
                    </a:cubicBezTo>
                    <a:cubicBezTo>
                      <a:pt x="3" y="1"/>
                      <a:pt x="3" y="1"/>
                      <a:pt x="2" y="1"/>
                    </a:cubicBezTo>
                    <a:cubicBezTo>
                      <a:pt x="2" y="1"/>
                      <a:pt x="2" y="1"/>
                      <a:pt x="2" y="1"/>
                    </a:cubicBezTo>
                    <a:cubicBezTo>
                      <a:pt x="2" y="1"/>
                      <a:pt x="2" y="1"/>
                      <a:pt x="2" y="1"/>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0" y="2"/>
                    </a:cubicBezTo>
                    <a:cubicBezTo>
                      <a:pt x="0" y="2"/>
                      <a:pt x="0" y="2"/>
                      <a:pt x="0" y="2"/>
                    </a:cubicBezTo>
                    <a:cubicBezTo>
                      <a:pt x="0" y="2"/>
                      <a:pt x="0" y="2"/>
                      <a:pt x="0" y="2"/>
                    </a:cubicBezTo>
                    <a:cubicBezTo>
                      <a:pt x="0" y="2"/>
                      <a:pt x="0" y="2"/>
                      <a:pt x="0" y="2"/>
                    </a:cubicBezTo>
                    <a:cubicBezTo>
                      <a:pt x="0" y="2"/>
                      <a:pt x="1"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7" name="Freeform 377"/>
              <p:cNvSpPr>
                <a:spLocks/>
              </p:cNvSpPr>
              <p:nvPr/>
            </p:nvSpPr>
            <p:spPr bwMode="auto">
              <a:xfrm>
                <a:off x="5094685" y="2667001"/>
                <a:ext cx="9525" cy="8335"/>
              </a:xfrm>
              <a:custGeom>
                <a:avLst/>
                <a:gdLst/>
                <a:ahLst/>
                <a:cxnLst>
                  <a:cxn ang="0">
                    <a:pos x="1" y="0"/>
                  </a:cxn>
                  <a:cxn ang="0">
                    <a:pos x="1" y="0"/>
                  </a:cxn>
                  <a:cxn ang="0">
                    <a:pos x="1" y="1"/>
                  </a:cxn>
                  <a:cxn ang="0">
                    <a:pos x="1" y="1"/>
                  </a:cxn>
                  <a:cxn ang="0">
                    <a:pos x="1" y="1"/>
                  </a:cxn>
                  <a:cxn ang="0">
                    <a:pos x="2" y="1"/>
                  </a:cxn>
                  <a:cxn ang="0">
                    <a:pos x="2" y="1"/>
                  </a:cxn>
                  <a:cxn ang="0">
                    <a:pos x="2" y="1"/>
                  </a:cxn>
                  <a:cxn ang="0">
                    <a:pos x="2" y="2"/>
                  </a:cxn>
                  <a:cxn ang="0">
                    <a:pos x="2" y="2"/>
                  </a:cxn>
                  <a:cxn ang="0">
                    <a:pos x="2" y="2"/>
                  </a:cxn>
                  <a:cxn ang="0">
                    <a:pos x="3" y="2"/>
                  </a:cxn>
                  <a:cxn ang="0">
                    <a:pos x="3" y="2"/>
                  </a:cxn>
                  <a:cxn ang="0">
                    <a:pos x="3" y="3"/>
                  </a:cxn>
                  <a:cxn ang="0">
                    <a:pos x="3" y="3"/>
                  </a:cxn>
                  <a:cxn ang="0">
                    <a:pos x="3" y="3"/>
                  </a:cxn>
                  <a:cxn ang="0">
                    <a:pos x="3" y="3"/>
                  </a:cxn>
                  <a:cxn ang="0">
                    <a:pos x="3" y="3"/>
                  </a:cxn>
                  <a:cxn ang="0">
                    <a:pos x="3" y="3"/>
                  </a:cxn>
                  <a:cxn ang="0">
                    <a:pos x="3" y="2"/>
                  </a:cxn>
                  <a:cxn ang="0">
                    <a:pos x="2" y="1"/>
                  </a:cxn>
                  <a:cxn ang="0">
                    <a:pos x="2" y="1"/>
                  </a:cxn>
                  <a:cxn ang="0">
                    <a:pos x="2" y="1"/>
                  </a:cxn>
                  <a:cxn ang="0">
                    <a:pos x="2"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Lst>
                <a:rect l="0" t="0" r="r" b="b"/>
                <a:pathLst>
                  <a:path w="3" h="3">
                    <a:moveTo>
                      <a:pt x="1" y="0"/>
                    </a:moveTo>
                    <a:cubicBezTo>
                      <a:pt x="1" y="0"/>
                      <a:pt x="1" y="0"/>
                      <a:pt x="1" y="0"/>
                    </a:cubicBezTo>
                    <a:cubicBezTo>
                      <a:pt x="1" y="0"/>
                      <a:pt x="1" y="1"/>
                      <a:pt x="1" y="1"/>
                    </a:cubicBez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1"/>
                      <a:pt x="2" y="2"/>
                    </a:cubicBezTo>
                    <a:cubicBezTo>
                      <a:pt x="2" y="2"/>
                      <a:pt x="2" y="2"/>
                      <a:pt x="2" y="2"/>
                    </a:cubicBezTo>
                    <a:cubicBezTo>
                      <a:pt x="2" y="2"/>
                      <a:pt x="2" y="2"/>
                      <a:pt x="2" y="2"/>
                    </a:cubicBezTo>
                    <a:cubicBezTo>
                      <a:pt x="2" y="2"/>
                      <a:pt x="3" y="2"/>
                      <a:pt x="3" y="2"/>
                    </a:cubicBezTo>
                    <a:cubicBezTo>
                      <a:pt x="3" y="2"/>
                      <a:pt x="3" y="2"/>
                      <a:pt x="3" y="2"/>
                    </a:cubicBezTo>
                    <a:cubicBezTo>
                      <a:pt x="3" y="2"/>
                      <a:pt x="3" y="2"/>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2"/>
                      <a:pt x="3" y="2"/>
                      <a:pt x="3" y="2"/>
                    </a:cubicBezTo>
                    <a:cubicBezTo>
                      <a:pt x="3" y="1"/>
                      <a:pt x="3" y="1"/>
                      <a:pt x="2" y="1"/>
                    </a:cubicBezTo>
                    <a:cubicBezTo>
                      <a:pt x="2" y="1"/>
                      <a:pt x="2" y="1"/>
                      <a:pt x="2" y="1"/>
                    </a:cubicBezTo>
                    <a:cubicBezTo>
                      <a:pt x="2" y="1"/>
                      <a:pt x="2" y="1"/>
                      <a:pt x="2" y="1"/>
                    </a:cubicBezTo>
                    <a:cubicBezTo>
                      <a:pt x="2" y="1"/>
                      <a:pt x="2" y="1"/>
                      <a:pt x="2" y="1"/>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8" name="Freeform 378"/>
              <p:cNvSpPr>
                <a:spLocks/>
              </p:cNvSpPr>
              <p:nvPr/>
            </p:nvSpPr>
            <p:spPr bwMode="auto">
              <a:xfrm>
                <a:off x="5114926" y="2687242"/>
                <a:ext cx="5954" cy="2381"/>
              </a:xfrm>
              <a:custGeom>
                <a:avLst/>
                <a:gdLst/>
                <a:ahLst/>
                <a:cxnLst>
                  <a:cxn ang="0">
                    <a:pos x="1" y="1"/>
                  </a:cxn>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2" y="1"/>
                  </a:cxn>
                  <a:cxn ang="0">
                    <a:pos x="2"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1" y="1"/>
                  </a:cxn>
                </a:cxnLst>
                <a:rect l="0" t="0" r="r" b="b"/>
                <a:pathLst>
                  <a:path w="2" h="1">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1" y="0"/>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499" name="Freeform 379"/>
              <p:cNvSpPr>
                <a:spLocks/>
              </p:cNvSpPr>
              <p:nvPr/>
            </p:nvSpPr>
            <p:spPr bwMode="auto">
              <a:xfrm>
                <a:off x="5108972" y="2681288"/>
                <a:ext cx="5954" cy="5954"/>
              </a:xfrm>
              <a:custGeom>
                <a:avLst/>
                <a:gdLst/>
                <a:ahLst/>
                <a:cxnLst>
                  <a:cxn ang="0">
                    <a:pos x="0" y="0"/>
                  </a:cxn>
                  <a:cxn ang="0">
                    <a:pos x="0" y="1"/>
                  </a:cxn>
                  <a:cxn ang="0">
                    <a:pos x="0" y="1"/>
                  </a:cxn>
                  <a:cxn ang="0">
                    <a:pos x="1" y="1"/>
                  </a:cxn>
                  <a:cxn ang="0">
                    <a:pos x="1" y="1"/>
                  </a:cxn>
                  <a:cxn ang="0">
                    <a:pos x="1" y="1"/>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2" y="2"/>
                  </a:cxn>
                  <a:cxn ang="0">
                    <a:pos x="2" y="2"/>
                  </a:cxn>
                  <a:cxn ang="0">
                    <a:pos x="2" y="2"/>
                  </a:cxn>
                  <a:cxn ang="0">
                    <a:pos x="2" y="1"/>
                  </a:cxn>
                  <a:cxn ang="0">
                    <a:pos x="1" y="1"/>
                  </a:cxn>
                  <a:cxn ang="0">
                    <a:pos x="1" y="1"/>
                  </a:cxn>
                  <a:cxn ang="0">
                    <a:pos x="1" y="1"/>
                  </a:cxn>
                  <a:cxn ang="0">
                    <a:pos x="1" y="0"/>
                  </a:cxn>
                  <a:cxn ang="0">
                    <a:pos x="1" y="0"/>
                  </a:cxn>
                  <a:cxn ang="0">
                    <a:pos x="0" y="0"/>
                  </a:cxn>
                  <a:cxn ang="0">
                    <a:pos x="0" y="0"/>
                  </a:cxn>
                  <a:cxn ang="0">
                    <a:pos x="0" y="0"/>
                  </a:cxn>
                  <a:cxn ang="0">
                    <a:pos x="0" y="0"/>
                  </a:cxn>
                  <a:cxn ang="0">
                    <a:pos x="0" y="0"/>
                  </a:cxn>
                  <a:cxn ang="0">
                    <a:pos x="0" y="0"/>
                  </a:cxn>
                </a:cxnLst>
                <a:rect l="0" t="0" r="r" b="b"/>
                <a:pathLst>
                  <a:path w="2" h="2">
                    <a:moveTo>
                      <a:pt x="0" y="0"/>
                    </a:moveTo>
                    <a:cubicBezTo>
                      <a:pt x="0" y="0"/>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2" y="2"/>
                    </a:cubicBezTo>
                    <a:cubicBezTo>
                      <a:pt x="2" y="2"/>
                      <a:pt x="2" y="2"/>
                      <a:pt x="2" y="2"/>
                    </a:cubicBezTo>
                    <a:cubicBezTo>
                      <a:pt x="2" y="2"/>
                      <a:pt x="2" y="2"/>
                      <a:pt x="2" y="2"/>
                    </a:cubicBezTo>
                    <a:cubicBezTo>
                      <a:pt x="2" y="1"/>
                      <a:pt x="2" y="1"/>
                      <a:pt x="2" y="1"/>
                    </a:cubicBezTo>
                    <a:cubicBezTo>
                      <a:pt x="2" y="1"/>
                      <a:pt x="2" y="1"/>
                      <a:pt x="1" y="1"/>
                    </a:cubicBezTo>
                    <a:cubicBezTo>
                      <a:pt x="1" y="1"/>
                      <a:pt x="1" y="1"/>
                      <a:pt x="1" y="1"/>
                    </a:cubicBezTo>
                    <a:cubicBezTo>
                      <a:pt x="1" y="1"/>
                      <a:pt x="1" y="1"/>
                      <a:pt x="1" y="1"/>
                    </a:cubicBezTo>
                    <a:cubicBezTo>
                      <a:pt x="1" y="1"/>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0" name="Freeform 380"/>
              <p:cNvSpPr>
                <a:spLocks/>
              </p:cNvSpPr>
              <p:nvPr/>
            </p:nvSpPr>
            <p:spPr bwMode="auto">
              <a:xfrm>
                <a:off x="5123260" y="2689622"/>
                <a:ext cx="5954" cy="5954"/>
              </a:xfrm>
              <a:custGeom>
                <a:avLst/>
                <a:gdLst/>
                <a:ahLst/>
                <a:cxnLst>
                  <a:cxn ang="0">
                    <a:pos x="0" y="1"/>
                  </a:cxn>
                  <a:cxn ang="0">
                    <a:pos x="0" y="1"/>
                  </a:cxn>
                  <a:cxn ang="0">
                    <a:pos x="0" y="1"/>
                  </a:cxn>
                  <a:cxn ang="0">
                    <a:pos x="0" y="1"/>
                  </a:cxn>
                  <a:cxn ang="0">
                    <a:pos x="0" y="1"/>
                  </a:cxn>
                  <a:cxn ang="0">
                    <a:pos x="0" y="1"/>
                  </a:cxn>
                  <a:cxn ang="0">
                    <a:pos x="0" y="1"/>
                  </a:cxn>
                  <a:cxn ang="0">
                    <a:pos x="0" y="2"/>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2" y="2"/>
                  </a:cxn>
                  <a:cxn ang="0">
                    <a:pos x="2" y="2"/>
                  </a:cxn>
                  <a:cxn ang="0">
                    <a:pos x="2" y="2"/>
                  </a:cxn>
                  <a:cxn ang="0">
                    <a:pos x="2" y="2"/>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0"/>
                  </a:cxn>
                  <a:cxn ang="0">
                    <a:pos x="0" y="1"/>
                  </a:cxn>
                  <a:cxn ang="0">
                    <a:pos x="0" y="1"/>
                  </a:cxn>
                  <a:cxn ang="0">
                    <a:pos x="0" y="1"/>
                  </a:cxn>
                </a:cxnLst>
                <a:rect l="0" t="0" r="r" b="b"/>
                <a:pathLst>
                  <a:path w="2" h="2">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2"/>
                    </a:cubicBezTo>
                    <a:cubicBezTo>
                      <a:pt x="0" y="2"/>
                      <a:pt x="0"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0"/>
                      <a:pt x="0" y="0"/>
                    </a:cubicBezTo>
                    <a:cubicBezTo>
                      <a:pt x="0" y="0"/>
                      <a:pt x="0" y="0"/>
                      <a:pt x="0" y="0"/>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1" name="Freeform 381"/>
              <p:cNvSpPr>
                <a:spLocks/>
              </p:cNvSpPr>
              <p:nvPr/>
            </p:nvSpPr>
            <p:spPr bwMode="auto">
              <a:xfrm>
                <a:off x="5042297" y="2661048"/>
                <a:ext cx="4763" cy="3572"/>
              </a:xfrm>
              <a:custGeom>
                <a:avLst/>
                <a:gdLst/>
                <a:ahLst/>
                <a:cxnLst>
                  <a:cxn ang="0">
                    <a:pos x="0" y="0"/>
                  </a:cxn>
                  <a:cxn ang="0">
                    <a:pos x="0" y="0"/>
                  </a:cxn>
                  <a:cxn ang="0">
                    <a:pos x="0" y="0"/>
                  </a:cxn>
                  <a:cxn ang="0">
                    <a:pos x="0" y="0"/>
                  </a:cxn>
                  <a:cxn ang="0">
                    <a:pos x="0" y="0"/>
                  </a:cxn>
                  <a:cxn ang="0">
                    <a:pos x="0" y="0"/>
                  </a:cxn>
                  <a:cxn ang="0">
                    <a:pos x="0" y="0"/>
                  </a:cxn>
                  <a:cxn ang="0">
                    <a:pos x="0" y="0"/>
                  </a:cxn>
                  <a:cxn ang="0">
                    <a:pos x="1" y="0"/>
                  </a:cxn>
                  <a:cxn ang="0">
                    <a:pos x="1" y="1"/>
                  </a:cxn>
                  <a:cxn ang="0">
                    <a:pos x="1" y="1"/>
                  </a:cxn>
                  <a:cxn ang="0">
                    <a:pos x="1" y="1"/>
                  </a:cxn>
                  <a:cxn ang="0">
                    <a:pos x="2" y="1"/>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Lst>
                <a:rect l="0" t="0" r="r" b="b"/>
                <a:pathLst>
                  <a:path w="2"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1"/>
                      <a:pt x="1" y="1"/>
                    </a:cubicBezTo>
                    <a:cubicBezTo>
                      <a:pt x="1" y="1"/>
                      <a:pt x="1" y="1"/>
                      <a:pt x="1" y="1"/>
                    </a:cubicBezTo>
                    <a:cubicBezTo>
                      <a:pt x="1" y="1"/>
                      <a:pt x="1" y="1"/>
                      <a:pt x="1" y="1"/>
                    </a:cubicBezTo>
                    <a:cubicBezTo>
                      <a:pt x="1" y="1"/>
                      <a:pt x="2" y="1"/>
                      <a:pt x="2" y="1"/>
                    </a:cubicBezTo>
                    <a:cubicBezTo>
                      <a:pt x="2" y="1"/>
                      <a:pt x="2"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2" name="Freeform 382"/>
              <p:cNvSpPr>
                <a:spLocks/>
              </p:cNvSpPr>
              <p:nvPr/>
            </p:nvSpPr>
            <p:spPr bwMode="auto">
              <a:xfrm>
                <a:off x="5042298" y="2658666"/>
                <a:ext cx="2381" cy="1191"/>
              </a:xfrm>
              <a:custGeom>
                <a:avLst/>
                <a:gdLst/>
                <a:ahLst/>
                <a:cxnLst>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Lst>
                <a:rect l="0" t="0" r="r" b="b"/>
                <a:pathLst>
                  <a:path w="1">
                    <a:moveTo>
                      <a:pt x="0" y="0"/>
                    </a:move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lnTo>
                      <a:pt x="0" y="0"/>
                    </a:ln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3" name="Freeform 383"/>
              <p:cNvSpPr>
                <a:spLocks/>
              </p:cNvSpPr>
              <p:nvPr/>
            </p:nvSpPr>
            <p:spPr bwMode="auto">
              <a:xfrm>
                <a:off x="5024439" y="2656285"/>
                <a:ext cx="70247" cy="50006"/>
              </a:xfrm>
              <a:custGeom>
                <a:avLst/>
                <a:gdLst/>
                <a:ahLst/>
                <a:cxnLst>
                  <a:cxn ang="0">
                    <a:pos x="10" y="2"/>
                  </a:cxn>
                  <a:cxn ang="0">
                    <a:pos x="9" y="2"/>
                  </a:cxn>
                  <a:cxn ang="0">
                    <a:pos x="7" y="3"/>
                  </a:cxn>
                  <a:cxn ang="0">
                    <a:pos x="6" y="5"/>
                  </a:cxn>
                  <a:cxn ang="0">
                    <a:pos x="5" y="4"/>
                  </a:cxn>
                  <a:cxn ang="0">
                    <a:pos x="5" y="3"/>
                  </a:cxn>
                  <a:cxn ang="0">
                    <a:pos x="4" y="1"/>
                  </a:cxn>
                  <a:cxn ang="0">
                    <a:pos x="3" y="0"/>
                  </a:cxn>
                  <a:cxn ang="0">
                    <a:pos x="1" y="1"/>
                  </a:cxn>
                  <a:cxn ang="0">
                    <a:pos x="1" y="2"/>
                  </a:cxn>
                  <a:cxn ang="0">
                    <a:pos x="2" y="2"/>
                  </a:cxn>
                  <a:cxn ang="0">
                    <a:pos x="2" y="3"/>
                  </a:cxn>
                  <a:cxn ang="0">
                    <a:pos x="3" y="3"/>
                  </a:cxn>
                  <a:cxn ang="0">
                    <a:pos x="2" y="5"/>
                  </a:cxn>
                  <a:cxn ang="0">
                    <a:pos x="3" y="6"/>
                  </a:cxn>
                  <a:cxn ang="0">
                    <a:pos x="3" y="6"/>
                  </a:cxn>
                  <a:cxn ang="0">
                    <a:pos x="4" y="5"/>
                  </a:cxn>
                  <a:cxn ang="0">
                    <a:pos x="4" y="5"/>
                  </a:cxn>
                  <a:cxn ang="0">
                    <a:pos x="5" y="6"/>
                  </a:cxn>
                  <a:cxn ang="0">
                    <a:pos x="5" y="7"/>
                  </a:cxn>
                  <a:cxn ang="0">
                    <a:pos x="7" y="7"/>
                  </a:cxn>
                  <a:cxn ang="0">
                    <a:pos x="8" y="8"/>
                  </a:cxn>
                  <a:cxn ang="0">
                    <a:pos x="8" y="8"/>
                  </a:cxn>
                  <a:cxn ang="0">
                    <a:pos x="9" y="8"/>
                  </a:cxn>
                  <a:cxn ang="0">
                    <a:pos x="9" y="10"/>
                  </a:cxn>
                  <a:cxn ang="0">
                    <a:pos x="10" y="11"/>
                  </a:cxn>
                  <a:cxn ang="0">
                    <a:pos x="10" y="12"/>
                  </a:cxn>
                  <a:cxn ang="0">
                    <a:pos x="11" y="13"/>
                  </a:cxn>
                  <a:cxn ang="0">
                    <a:pos x="12" y="15"/>
                  </a:cxn>
                  <a:cxn ang="0">
                    <a:pos x="13" y="15"/>
                  </a:cxn>
                  <a:cxn ang="0">
                    <a:pos x="14" y="15"/>
                  </a:cxn>
                  <a:cxn ang="0">
                    <a:pos x="15" y="15"/>
                  </a:cxn>
                  <a:cxn ang="0">
                    <a:pos x="14" y="13"/>
                  </a:cxn>
                  <a:cxn ang="0">
                    <a:pos x="15" y="14"/>
                  </a:cxn>
                  <a:cxn ang="0">
                    <a:pos x="16" y="13"/>
                  </a:cxn>
                  <a:cxn ang="0">
                    <a:pos x="17" y="12"/>
                  </a:cxn>
                  <a:cxn ang="0">
                    <a:pos x="17" y="12"/>
                  </a:cxn>
                  <a:cxn ang="0">
                    <a:pos x="18" y="13"/>
                  </a:cxn>
                  <a:cxn ang="0">
                    <a:pos x="19" y="14"/>
                  </a:cxn>
                  <a:cxn ang="0">
                    <a:pos x="20" y="15"/>
                  </a:cxn>
                  <a:cxn ang="0">
                    <a:pos x="21" y="17"/>
                  </a:cxn>
                  <a:cxn ang="0">
                    <a:pos x="22" y="17"/>
                  </a:cxn>
                  <a:cxn ang="0">
                    <a:pos x="23" y="17"/>
                  </a:cxn>
                  <a:cxn ang="0">
                    <a:pos x="24" y="18"/>
                  </a:cxn>
                  <a:cxn ang="0">
                    <a:pos x="24" y="17"/>
                  </a:cxn>
                  <a:cxn ang="0">
                    <a:pos x="24" y="17"/>
                  </a:cxn>
                  <a:cxn ang="0">
                    <a:pos x="24" y="16"/>
                  </a:cxn>
                  <a:cxn ang="0">
                    <a:pos x="23" y="15"/>
                  </a:cxn>
                  <a:cxn ang="0">
                    <a:pos x="22" y="15"/>
                  </a:cxn>
                  <a:cxn ang="0">
                    <a:pos x="21" y="13"/>
                  </a:cxn>
                  <a:cxn ang="0">
                    <a:pos x="21" y="11"/>
                  </a:cxn>
                  <a:cxn ang="0">
                    <a:pos x="22" y="11"/>
                  </a:cxn>
                  <a:cxn ang="0">
                    <a:pos x="20" y="9"/>
                  </a:cxn>
                  <a:cxn ang="0">
                    <a:pos x="19" y="8"/>
                  </a:cxn>
                  <a:cxn ang="0">
                    <a:pos x="18" y="7"/>
                  </a:cxn>
                  <a:cxn ang="0">
                    <a:pos x="17" y="6"/>
                  </a:cxn>
                  <a:cxn ang="0">
                    <a:pos x="15" y="5"/>
                  </a:cxn>
                  <a:cxn ang="0">
                    <a:pos x="14" y="4"/>
                  </a:cxn>
                  <a:cxn ang="0">
                    <a:pos x="13" y="4"/>
                  </a:cxn>
                </a:cxnLst>
                <a:rect l="0" t="0" r="r" b="b"/>
                <a:pathLst>
                  <a:path w="25" h="18">
                    <a:moveTo>
                      <a:pt x="12" y="3"/>
                    </a:moveTo>
                    <a:cubicBezTo>
                      <a:pt x="12" y="3"/>
                      <a:pt x="12" y="3"/>
                      <a:pt x="12" y="3"/>
                    </a:cubicBezTo>
                    <a:cubicBezTo>
                      <a:pt x="12" y="3"/>
                      <a:pt x="12" y="3"/>
                      <a:pt x="12" y="3"/>
                    </a:cubicBezTo>
                    <a:cubicBezTo>
                      <a:pt x="12" y="3"/>
                      <a:pt x="12" y="3"/>
                      <a:pt x="12" y="3"/>
                    </a:cubicBezTo>
                    <a:cubicBezTo>
                      <a:pt x="12" y="3"/>
                      <a:pt x="12" y="3"/>
                      <a:pt x="11" y="3"/>
                    </a:cubicBezTo>
                    <a:cubicBezTo>
                      <a:pt x="11" y="3"/>
                      <a:pt x="11" y="3"/>
                      <a:pt x="11" y="3"/>
                    </a:cubicBezTo>
                    <a:cubicBezTo>
                      <a:pt x="11" y="3"/>
                      <a:pt x="11" y="3"/>
                      <a:pt x="11" y="3"/>
                    </a:cubicBezTo>
                    <a:cubicBezTo>
                      <a:pt x="11" y="3"/>
                      <a:pt x="11" y="3"/>
                      <a:pt x="11" y="3"/>
                    </a:cubicBezTo>
                    <a:cubicBezTo>
                      <a:pt x="11" y="3"/>
                      <a:pt x="11" y="3"/>
                      <a:pt x="11" y="3"/>
                    </a:cubicBezTo>
                    <a:cubicBezTo>
                      <a:pt x="10" y="3"/>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9" y="2"/>
                      <a:pt x="9" y="2"/>
                      <a:pt x="9" y="2"/>
                    </a:cubicBezTo>
                    <a:cubicBezTo>
                      <a:pt x="8" y="2"/>
                      <a:pt x="8" y="2"/>
                      <a:pt x="8" y="3"/>
                    </a:cubicBezTo>
                    <a:cubicBezTo>
                      <a:pt x="8" y="3"/>
                      <a:pt x="8" y="3"/>
                      <a:pt x="8" y="3"/>
                    </a:cubicBezTo>
                    <a:cubicBezTo>
                      <a:pt x="8" y="3"/>
                      <a:pt x="8" y="3"/>
                      <a:pt x="8" y="3"/>
                    </a:cubicBezTo>
                    <a:cubicBezTo>
                      <a:pt x="8" y="3"/>
                      <a:pt x="8" y="3"/>
                      <a:pt x="8" y="3"/>
                    </a:cubicBezTo>
                    <a:cubicBezTo>
                      <a:pt x="8" y="3"/>
                      <a:pt x="8" y="3"/>
                      <a:pt x="8" y="3"/>
                    </a:cubicBezTo>
                    <a:cubicBezTo>
                      <a:pt x="8" y="3"/>
                      <a:pt x="7" y="3"/>
                      <a:pt x="7" y="3"/>
                    </a:cubicBezTo>
                    <a:cubicBezTo>
                      <a:pt x="7" y="3"/>
                      <a:pt x="7" y="3"/>
                      <a:pt x="7" y="3"/>
                    </a:cubicBezTo>
                    <a:cubicBezTo>
                      <a:pt x="7" y="3"/>
                      <a:pt x="7" y="3"/>
                      <a:pt x="7" y="3"/>
                    </a:cubicBezTo>
                    <a:cubicBezTo>
                      <a:pt x="7" y="3"/>
                      <a:pt x="7" y="3"/>
                      <a:pt x="7" y="3"/>
                    </a:cubicBezTo>
                    <a:cubicBezTo>
                      <a:pt x="7" y="3"/>
                      <a:pt x="7" y="4"/>
                      <a:pt x="7" y="4"/>
                    </a:cubicBezTo>
                    <a:cubicBezTo>
                      <a:pt x="7" y="4"/>
                      <a:pt x="7" y="4"/>
                      <a:pt x="7" y="4"/>
                    </a:cubicBezTo>
                    <a:cubicBezTo>
                      <a:pt x="7" y="4"/>
                      <a:pt x="7" y="4"/>
                      <a:pt x="7" y="4"/>
                    </a:cubicBezTo>
                    <a:cubicBezTo>
                      <a:pt x="7" y="4"/>
                      <a:pt x="7" y="4"/>
                      <a:pt x="6" y="4"/>
                    </a:cubicBezTo>
                    <a:cubicBezTo>
                      <a:pt x="6" y="4"/>
                      <a:pt x="6" y="4"/>
                      <a:pt x="6" y="4"/>
                    </a:cubicBezTo>
                    <a:cubicBezTo>
                      <a:pt x="6" y="4"/>
                      <a:pt x="6" y="4"/>
                      <a:pt x="6" y="4"/>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5" y="5"/>
                      <a:pt x="5" y="5"/>
                      <a:pt x="5" y="5"/>
                    </a:cubicBezTo>
                    <a:cubicBezTo>
                      <a:pt x="5" y="5"/>
                      <a:pt x="5" y="5"/>
                      <a:pt x="5" y="5"/>
                    </a:cubicBezTo>
                    <a:cubicBezTo>
                      <a:pt x="5" y="5"/>
                      <a:pt x="5" y="5"/>
                      <a:pt x="5" y="5"/>
                    </a:cubicBezTo>
                    <a:cubicBezTo>
                      <a:pt x="5" y="5"/>
                      <a:pt x="5" y="5"/>
                      <a:pt x="5" y="5"/>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3"/>
                    </a:cubicBezTo>
                    <a:cubicBezTo>
                      <a:pt x="5" y="3"/>
                      <a:pt x="5" y="3"/>
                      <a:pt x="5" y="3"/>
                    </a:cubicBezTo>
                    <a:cubicBezTo>
                      <a:pt x="5" y="3"/>
                      <a:pt x="5" y="3"/>
                      <a:pt x="5" y="3"/>
                    </a:cubicBezTo>
                    <a:cubicBezTo>
                      <a:pt x="5" y="3"/>
                      <a:pt x="5" y="3"/>
                      <a:pt x="5" y="3"/>
                    </a:cubicBezTo>
                    <a:cubicBezTo>
                      <a:pt x="5" y="3"/>
                      <a:pt x="5" y="3"/>
                      <a:pt x="5" y="3"/>
                    </a:cubicBezTo>
                    <a:cubicBezTo>
                      <a:pt x="5" y="3"/>
                      <a:pt x="5" y="3"/>
                      <a:pt x="5" y="2"/>
                    </a:cubicBezTo>
                    <a:cubicBezTo>
                      <a:pt x="5" y="2"/>
                      <a:pt x="5" y="2"/>
                      <a:pt x="5" y="2"/>
                    </a:cubicBezTo>
                    <a:cubicBezTo>
                      <a:pt x="5" y="2"/>
                      <a:pt x="5" y="2"/>
                      <a:pt x="5" y="2"/>
                    </a:cubicBezTo>
                    <a:cubicBezTo>
                      <a:pt x="5" y="2"/>
                      <a:pt x="5" y="2"/>
                      <a:pt x="5" y="2"/>
                    </a:cubicBezTo>
                    <a:cubicBezTo>
                      <a:pt x="5" y="2"/>
                      <a:pt x="5" y="1"/>
                      <a:pt x="5" y="1"/>
                    </a:cubicBezTo>
                    <a:cubicBezTo>
                      <a:pt x="5" y="1"/>
                      <a:pt x="5"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3" y="1"/>
                    </a:cubicBezTo>
                    <a:cubicBezTo>
                      <a:pt x="3" y="1"/>
                      <a:pt x="3" y="1"/>
                      <a:pt x="3" y="1"/>
                    </a:cubicBezTo>
                    <a:cubicBezTo>
                      <a:pt x="3" y="1"/>
                      <a:pt x="3" y="1"/>
                      <a:pt x="3" y="0"/>
                    </a:cubicBezTo>
                    <a:cubicBezTo>
                      <a:pt x="3" y="0"/>
                      <a:pt x="3"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2"/>
                      <a:pt x="1" y="2"/>
                    </a:cubicBezTo>
                    <a:cubicBezTo>
                      <a:pt x="1" y="2"/>
                      <a:pt x="1" y="2"/>
                      <a:pt x="1"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3" y="3"/>
                      <a:pt x="3" y="3"/>
                      <a:pt x="3" y="3"/>
                    </a:cubicBezTo>
                    <a:cubicBezTo>
                      <a:pt x="3" y="3"/>
                      <a:pt x="3" y="3"/>
                      <a:pt x="3" y="3"/>
                    </a:cubicBezTo>
                    <a:cubicBezTo>
                      <a:pt x="3" y="3"/>
                      <a:pt x="3" y="3"/>
                      <a:pt x="3" y="3"/>
                    </a:cubicBezTo>
                    <a:cubicBezTo>
                      <a:pt x="3" y="3"/>
                      <a:pt x="3" y="3"/>
                      <a:pt x="3" y="3"/>
                    </a:cubicBezTo>
                    <a:cubicBezTo>
                      <a:pt x="3" y="4"/>
                      <a:pt x="3" y="4"/>
                      <a:pt x="3" y="4"/>
                    </a:cubicBezTo>
                    <a:cubicBezTo>
                      <a:pt x="3" y="4"/>
                      <a:pt x="3" y="4"/>
                      <a:pt x="3" y="4"/>
                    </a:cubicBezTo>
                    <a:cubicBezTo>
                      <a:pt x="3" y="4"/>
                      <a:pt x="3" y="4"/>
                      <a:pt x="3"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5"/>
                    </a:cubicBezTo>
                    <a:cubicBezTo>
                      <a:pt x="3" y="5"/>
                      <a:pt x="3" y="5"/>
                      <a:pt x="3" y="5"/>
                    </a:cubicBezTo>
                    <a:cubicBezTo>
                      <a:pt x="3" y="5"/>
                      <a:pt x="3" y="5"/>
                      <a:pt x="3" y="5"/>
                    </a:cubicBezTo>
                    <a:cubicBezTo>
                      <a:pt x="2" y="5"/>
                      <a:pt x="2" y="5"/>
                      <a:pt x="2" y="5"/>
                    </a:cubicBezTo>
                    <a:cubicBezTo>
                      <a:pt x="2"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5"/>
                    </a:cubicBezTo>
                    <a:cubicBezTo>
                      <a:pt x="3" y="5"/>
                      <a:pt x="3"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7"/>
                      <a:pt x="5" y="7"/>
                    </a:cubicBezTo>
                    <a:cubicBezTo>
                      <a:pt x="5" y="7"/>
                      <a:pt x="5" y="7"/>
                      <a:pt x="5" y="7"/>
                    </a:cubicBezTo>
                    <a:cubicBezTo>
                      <a:pt x="5"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6" y="7"/>
                    </a:cubicBezTo>
                    <a:cubicBezTo>
                      <a:pt x="6" y="7"/>
                      <a:pt x="6" y="7"/>
                      <a:pt x="7" y="7"/>
                    </a:cubicBezTo>
                    <a:cubicBezTo>
                      <a:pt x="7" y="7"/>
                      <a:pt x="7" y="7"/>
                      <a:pt x="7" y="7"/>
                    </a:cubicBezTo>
                    <a:cubicBezTo>
                      <a:pt x="7" y="7"/>
                      <a:pt x="7" y="7"/>
                      <a:pt x="7" y="7"/>
                    </a:cubicBezTo>
                    <a:cubicBezTo>
                      <a:pt x="7" y="7"/>
                      <a:pt x="7" y="7"/>
                      <a:pt x="7" y="7"/>
                    </a:cubicBezTo>
                    <a:cubicBezTo>
                      <a:pt x="7" y="7"/>
                      <a:pt x="7" y="8"/>
                      <a:pt x="7" y="8"/>
                    </a:cubicBezTo>
                    <a:cubicBezTo>
                      <a:pt x="7" y="8"/>
                      <a:pt x="7" y="8"/>
                      <a:pt x="7" y="8"/>
                    </a:cubicBezTo>
                    <a:cubicBezTo>
                      <a:pt x="7" y="8"/>
                      <a:pt x="7" y="7"/>
                      <a:pt x="7" y="7"/>
                    </a:cubicBezTo>
                    <a:cubicBezTo>
                      <a:pt x="8" y="7"/>
                      <a:pt x="8" y="7"/>
                      <a:pt x="8" y="7"/>
                    </a:cubicBezTo>
                    <a:cubicBezTo>
                      <a:pt x="8" y="7"/>
                      <a:pt x="8" y="7"/>
                      <a:pt x="8" y="7"/>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7"/>
                      <a:pt x="8" y="7"/>
                    </a:cubicBezTo>
                    <a:cubicBezTo>
                      <a:pt x="8" y="7"/>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9" y="8"/>
                      <a:pt x="9" y="8"/>
                    </a:cubicBezTo>
                    <a:cubicBezTo>
                      <a:pt x="9" y="8"/>
                      <a:pt x="9" y="8"/>
                      <a:pt x="9" y="8"/>
                    </a:cubicBezTo>
                    <a:cubicBezTo>
                      <a:pt x="8" y="8"/>
                      <a:pt x="8" y="8"/>
                      <a:pt x="8" y="8"/>
                    </a:cubicBezTo>
                    <a:cubicBezTo>
                      <a:pt x="9" y="8"/>
                      <a:pt x="9" y="8"/>
                      <a:pt x="9" y="8"/>
                    </a:cubicBezTo>
                    <a:cubicBezTo>
                      <a:pt x="9" y="8"/>
                      <a:pt x="9" y="9"/>
                      <a:pt x="9" y="9"/>
                    </a:cubicBezTo>
                    <a:cubicBezTo>
                      <a:pt x="9" y="9"/>
                      <a:pt x="9" y="9"/>
                      <a:pt x="9" y="9"/>
                    </a:cubicBezTo>
                    <a:cubicBezTo>
                      <a:pt x="9" y="9"/>
                      <a:pt x="9" y="9"/>
                      <a:pt x="9" y="9"/>
                    </a:cubicBezTo>
                    <a:cubicBezTo>
                      <a:pt x="9" y="9"/>
                      <a:pt x="9" y="9"/>
                      <a:pt x="9" y="9"/>
                    </a:cubicBezTo>
                    <a:cubicBezTo>
                      <a:pt x="9" y="8"/>
                      <a:pt x="9" y="8"/>
                      <a:pt x="9" y="8"/>
                    </a:cubicBezTo>
                    <a:cubicBezTo>
                      <a:pt x="9" y="8"/>
                      <a:pt x="9" y="8"/>
                      <a:pt x="9" y="8"/>
                    </a:cubicBezTo>
                    <a:cubicBezTo>
                      <a:pt x="9" y="8"/>
                      <a:pt x="9" y="8"/>
                      <a:pt x="9" y="8"/>
                    </a:cubicBezTo>
                    <a:cubicBezTo>
                      <a:pt x="10" y="8"/>
                      <a:pt x="10" y="8"/>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9" y="9"/>
                      <a:pt x="9" y="9"/>
                    </a:cubicBezTo>
                    <a:cubicBezTo>
                      <a:pt x="9" y="9"/>
                      <a:pt x="9" y="9"/>
                      <a:pt x="9" y="9"/>
                    </a:cubicBezTo>
                    <a:cubicBezTo>
                      <a:pt x="9" y="9"/>
                      <a:pt x="9" y="9"/>
                      <a:pt x="9" y="9"/>
                    </a:cubicBezTo>
                    <a:cubicBezTo>
                      <a:pt x="9" y="9"/>
                      <a:pt x="9" y="9"/>
                      <a:pt x="9" y="9"/>
                    </a:cubicBezTo>
                    <a:cubicBezTo>
                      <a:pt x="9" y="9"/>
                      <a:pt x="9" y="10"/>
                      <a:pt x="9" y="10"/>
                    </a:cubicBezTo>
                    <a:cubicBezTo>
                      <a:pt x="9" y="10"/>
                      <a:pt x="9" y="10"/>
                      <a:pt x="9" y="10"/>
                    </a:cubicBezTo>
                    <a:cubicBezTo>
                      <a:pt x="9" y="10"/>
                      <a:pt x="9" y="10"/>
                      <a:pt x="10" y="10"/>
                    </a:cubicBezTo>
                    <a:cubicBezTo>
                      <a:pt x="10" y="10"/>
                      <a:pt x="10" y="10"/>
                      <a:pt x="10" y="10"/>
                    </a:cubicBezTo>
                    <a:cubicBezTo>
                      <a:pt x="10" y="10"/>
                      <a:pt x="10" y="10"/>
                      <a:pt x="10" y="10"/>
                    </a:cubicBezTo>
                    <a:cubicBezTo>
                      <a:pt x="10" y="10"/>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3"/>
                      <a:pt x="10" y="13"/>
                      <a:pt x="10" y="13"/>
                    </a:cubicBezTo>
                    <a:cubicBezTo>
                      <a:pt x="10" y="13"/>
                      <a:pt x="10" y="13"/>
                      <a:pt x="10" y="13"/>
                    </a:cubicBezTo>
                    <a:cubicBezTo>
                      <a:pt x="10" y="13"/>
                      <a:pt x="10" y="13"/>
                      <a:pt x="10" y="13"/>
                    </a:cubicBezTo>
                    <a:cubicBezTo>
                      <a:pt x="10" y="13"/>
                      <a:pt x="10" y="13"/>
                      <a:pt x="10"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4"/>
                      <a:pt x="11" y="14"/>
                      <a:pt x="11" y="14"/>
                    </a:cubicBezTo>
                    <a:cubicBezTo>
                      <a:pt x="11" y="14"/>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2" y="15"/>
                      <a:pt x="12" y="15"/>
                      <a:pt x="12" y="15"/>
                    </a:cubicBezTo>
                    <a:cubicBezTo>
                      <a:pt x="12" y="15"/>
                      <a:pt x="12" y="15"/>
                      <a:pt x="12" y="15"/>
                    </a:cubicBezTo>
                    <a:cubicBezTo>
                      <a:pt x="12" y="15"/>
                      <a:pt x="12" y="15"/>
                      <a:pt x="12" y="15"/>
                    </a:cubicBezTo>
                    <a:cubicBezTo>
                      <a:pt x="12" y="15"/>
                      <a:pt x="12" y="15"/>
                      <a:pt x="12" y="15"/>
                    </a:cubicBezTo>
                    <a:cubicBezTo>
                      <a:pt x="12" y="15"/>
                      <a:pt x="12" y="15"/>
                      <a:pt x="12"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3" y="15"/>
                      <a:pt x="13" y="15"/>
                    </a:cubicBezTo>
                    <a:cubicBezTo>
                      <a:pt x="13"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4" y="15"/>
                      <a:pt x="14" y="15"/>
                    </a:cubicBezTo>
                    <a:cubicBezTo>
                      <a:pt x="14" y="15"/>
                      <a:pt x="15" y="15"/>
                      <a:pt x="15" y="15"/>
                    </a:cubicBezTo>
                    <a:cubicBezTo>
                      <a:pt x="15" y="15"/>
                      <a:pt x="15" y="15"/>
                      <a:pt x="15" y="15"/>
                    </a:cubicBezTo>
                    <a:cubicBezTo>
                      <a:pt x="15" y="15"/>
                      <a:pt x="15" y="15"/>
                      <a:pt x="15" y="15"/>
                    </a:cubicBezTo>
                    <a:cubicBezTo>
                      <a:pt x="15" y="15"/>
                      <a:pt x="15" y="15"/>
                      <a:pt x="15" y="15"/>
                    </a:cubicBezTo>
                    <a:cubicBezTo>
                      <a:pt x="15" y="15"/>
                      <a:pt x="15" y="15"/>
                      <a:pt x="15" y="15"/>
                    </a:cubicBezTo>
                    <a:cubicBezTo>
                      <a:pt x="15" y="15"/>
                      <a:pt x="16" y="15"/>
                      <a:pt x="15" y="15"/>
                    </a:cubicBezTo>
                    <a:cubicBezTo>
                      <a:pt x="15" y="15"/>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4" y="14"/>
                      <a:pt x="14" y="14"/>
                    </a:cubicBezTo>
                    <a:cubicBezTo>
                      <a:pt x="14" y="14"/>
                      <a:pt x="14" y="14"/>
                      <a:pt x="14" y="14"/>
                    </a:cubicBezTo>
                    <a:cubicBezTo>
                      <a:pt x="14" y="14"/>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4" y="13"/>
                      <a:pt x="14" y="13"/>
                    </a:cubicBezTo>
                    <a:cubicBezTo>
                      <a:pt x="14" y="13"/>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5" y="14"/>
                    </a:cubicBezTo>
                    <a:cubicBezTo>
                      <a:pt x="15" y="14"/>
                      <a:pt x="15" y="14"/>
                      <a:pt x="16" y="14"/>
                    </a:cubicBezTo>
                    <a:cubicBezTo>
                      <a:pt x="16" y="14"/>
                      <a:pt x="16" y="14"/>
                      <a:pt x="16" y="14"/>
                    </a:cubicBezTo>
                    <a:cubicBezTo>
                      <a:pt x="16" y="14"/>
                      <a:pt x="16" y="14"/>
                      <a:pt x="16" y="14"/>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7" y="12"/>
                      <a:pt x="17" y="12"/>
                    </a:cubicBezTo>
                    <a:cubicBezTo>
                      <a:pt x="17"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2"/>
                      <a:pt x="18" y="12"/>
                      <a:pt x="18" y="12"/>
                    </a:cubicBezTo>
                    <a:cubicBezTo>
                      <a:pt x="18" y="13"/>
                      <a:pt x="18" y="13"/>
                      <a:pt x="18" y="13"/>
                    </a:cubicBezTo>
                    <a:cubicBezTo>
                      <a:pt x="18" y="13"/>
                      <a:pt x="18" y="13"/>
                      <a:pt x="18" y="13"/>
                    </a:cubicBezTo>
                    <a:cubicBezTo>
                      <a:pt x="18" y="13"/>
                      <a:pt x="18" y="13"/>
                      <a:pt x="18" y="13"/>
                    </a:cubicBezTo>
                    <a:cubicBezTo>
                      <a:pt x="18" y="13"/>
                      <a:pt x="18" y="13"/>
                      <a:pt x="18" y="13"/>
                    </a:cubicBezTo>
                    <a:cubicBezTo>
                      <a:pt x="18" y="13"/>
                      <a:pt x="18" y="13"/>
                      <a:pt x="18" y="13"/>
                    </a:cubicBezTo>
                    <a:cubicBezTo>
                      <a:pt x="18" y="13"/>
                      <a:pt x="18" y="13"/>
                      <a:pt x="18" y="13"/>
                    </a:cubicBezTo>
                    <a:cubicBezTo>
                      <a:pt x="18" y="13"/>
                      <a:pt x="18" y="13"/>
                      <a:pt x="18" y="13"/>
                    </a:cubicBezTo>
                    <a:cubicBezTo>
                      <a:pt x="18" y="13"/>
                      <a:pt x="18" y="13"/>
                      <a:pt x="18" y="13"/>
                    </a:cubicBezTo>
                    <a:cubicBezTo>
                      <a:pt x="19" y="13"/>
                      <a:pt x="19" y="13"/>
                      <a:pt x="19" y="13"/>
                    </a:cubicBezTo>
                    <a:cubicBezTo>
                      <a:pt x="19" y="13"/>
                      <a:pt x="19" y="13"/>
                      <a:pt x="19" y="14"/>
                    </a:cubicBezTo>
                    <a:cubicBezTo>
                      <a:pt x="19" y="14"/>
                      <a:pt x="19" y="14"/>
                      <a:pt x="19" y="14"/>
                    </a:cubicBezTo>
                    <a:cubicBezTo>
                      <a:pt x="19" y="14"/>
                      <a:pt x="19" y="14"/>
                      <a:pt x="19" y="14"/>
                    </a:cubicBezTo>
                    <a:cubicBezTo>
                      <a:pt x="19" y="14"/>
                      <a:pt x="19" y="14"/>
                      <a:pt x="19" y="14"/>
                    </a:cubicBezTo>
                    <a:cubicBezTo>
                      <a:pt x="19" y="14"/>
                      <a:pt x="20" y="14"/>
                      <a:pt x="20" y="14"/>
                    </a:cubicBezTo>
                    <a:cubicBezTo>
                      <a:pt x="20" y="14"/>
                      <a:pt x="20" y="15"/>
                      <a:pt x="20" y="15"/>
                    </a:cubicBezTo>
                    <a:cubicBezTo>
                      <a:pt x="20" y="15"/>
                      <a:pt x="20" y="15"/>
                      <a:pt x="20" y="15"/>
                    </a:cubicBezTo>
                    <a:cubicBezTo>
                      <a:pt x="20" y="15"/>
                      <a:pt x="20" y="15"/>
                      <a:pt x="20" y="15"/>
                    </a:cubicBezTo>
                    <a:cubicBezTo>
                      <a:pt x="20" y="15"/>
                      <a:pt x="20" y="15"/>
                      <a:pt x="20" y="15"/>
                    </a:cubicBezTo>
                    <a:cubicBezTo>
                      <a:pt x="20" y="15"/>
                      <a:pt x="20" y="15"/>
                      <a:pt x="20" y="15"/>
                    </a:cubicBezTo>
                    <a:cubicBezTo>
                      <a:pt x="20" y="15"/>
                      <a:pt x="20" y="15"/>
                      <a:pt x="20" y="15"/>
                    </a:cubicBezTo>
                    <a:cubicBezTo>
                      <a:pt x="20" y="15"/>
                      <a:pt x="20" y="15"/>
                      <a:pt x="20" y="15"/>
                    </a:cubicBezTo>
                    <a:cubicBezTo>
                      <a:pt x="20" y="15"/>
                      <a:pt x="20" y="15"/>
                      <a:pt x="20" y="15"/>
                    </a:cubicBezTo>
                    <a:cubicBezTo>
                      <a:pt x="20" y="15"/>
                      <a:pt x="20" y="15"/>
                      <a:pt x="20" y="15"/>
                    </a:cubicBezTo>
                    <a:cubicBezTo>
                      <a:pt x="20" y="15"/>
                      <a:pt x="20" y="15"/>
                      <a:pt x="20" y="15"/>
                    </a:cubicBezTo>
                    <a:cubicBezTo>
                      <a:pt x="20" y="16"/>
                      <a:pt x="20" y="16"/>
                      <a:pt x="20" y="16"/>
                    </a:cubicBezTo>
                    <a:cubicBezTo>
                      <a:pt x="20" y="16"/>
                      <a:pt x="20" y="16"/>
                      <a:pt x="20" y="16"/>
                    </a:cubicBezTo>
                    <a:cubicBezTo>
                      <a:pt x="20" y="16"/>
                      <a:pt x="21" y="16"/>
                      <a:pt x="21" y="16"/>
                    </a:cubicBezTo>
                    <a:cubicBezTo>
                      <a:pt x="21" y="16"/>
                      <a:pt x="21" y="16"/>
                      <a:pt x="21" y="16"/>
                    </a:cubicBezTo>
                    <a:cubicBezTo>
                      <a:pt x="21" y="16"/>
                      <a:pt x="21" y="16"/>
                      <a:pt x="21" y="16"/>
                    </a:cubicBezTo>
                    <a:cubicBezTo>
                      <a:pt x="21" y="16"/>
                      <a:pt x="21" y="16"/>
                      <a:pt x="21" y="16"/>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1" y="17"/>
                      <a:pt x="21" y="17"/>
                      <a:pt x="21" y="17"/>
                    </a:cubicBezTo>
                    <a:cubicBezTo>
                      <a:pt x="22" y="17"/>
                      <a:pt x="22" y="17"/>
                      <a:pt x="22" y="17"/>
                    </a:cubicBezTo>
                    <a:cubicBezTo>
                      <a:pt x="22" y="17"/>
                      <a:pt x="22" y="17"/>
                      <a:pt x="22" y="17"/>
                    </a:cubicBezTo>
                    <a:cubicBezTo>
                      <a:pt x="22" y="17"/>
                      <a:pt x="22" y="17"/>
                      <a:pt x="22" y="17"/>
                    </a:cubicBezTo>
                    <a:cubicBezTo>
                      <a:pt x="22" y="17"/>
                      <a:pt x="22" y="17"/>
                      <a:pt x="22" y="17"/>
                    </a:cubicBezTo>
                    <a:cubicBezTo>
                      <a:pt x="22" y="17"/>
                      <a:pt x="22" y="17"/>
                      <a:pt x="22" y="17"/>
                    </a:cubicBezTo>
                    <a:cubicBezTo>
                      <a:pt x="22" y="17"/>
                      <a:pt x="22" y="17"/>
                      <a:pt x="22" y="17"/>
                    </a:cubicBezTo>
                    <a:cubicBezTo>
                      <a:pt x="22" y="17"/>
                      <a:pt x="22" y="17"/>
                      <a:pt x="22" y="17"/>
                    </a:cubicBezTo>
                    <a:cubicBezTo>
                      <a:pt x="22" y="17"/>
                      <a:pt x="22" y="17"/>
                      <a:pt x="22" y="17"/>
                    </a:cubicBezTo>
                    <a:cubicBezTo>
                      <a:pt x="22" y="17"/>
                      <a:pt x="22" y="17"/>
                      <a:pt x="22" y="17"/>
                    </a:cubicBezTo>
                    <a:cubicBezTo>
                      <a:pt x="22" y="17"/>
                      <a:pt x="22" y="17"/>
                      <a:pt x="22" y="17"/>
                    </a:cubicBezTo>
                    <a:cubicBezTo>
                      <a:pt x="22" y="17"/>
                      <a:pt x="22" y="17"/>
                      <a:pt x="22" y="17"/>
                    </a:cubicBezTo>
                    <a:cubicBezTo>
                      <a:pt x="23" y="17"/>
                      <a:pt x="23" y="17"/>
                      <a:pt x="23" y="17"/>
                    </a:cubicBezTo>
                    <a:cubicBezTo>
                      <a:pt x="23" y="17"/>
                      <a:pt x="23" y="17"/>
                      <a:pt x="23" y="17"/>
                    </a:cubicBezTo>
                    <a:cubicBezTo>
                      <a:pt x="23" y="17"/>
                      <a:pt x="23" y="17"/>
                      <a:pt x="23" y="17"/>
                    </a:cubicBezTo>
                    <a:cubicBezTo>
                      <a:pt x="23" y="17"/>
                      <a:pt x="23" y="17"/>
                      <a:pt x="23" y="17"/>
                    </a:cubicBezTo>
                    <a:cubicBezTo>
                      <a:pt x="23" y="17"/>
                      <a:pt x="23" y="17"/>
                      <a:pt x="23" y="17"/>
                    </a:cubicBezTo>
                    <a:cubicBezTo>
                      <a:pt x="23" y="17"/>
                      <a:pt x="23" y="17"/>
                      <a:pt x="23" y="17"/>
                    </a:cubicBezTo>
                    <a:cubicBezTo>
                      <a:pt x="23" y="17"/>
                      <a:pt x="23" y="17"/>
                      <a:pt x="23" y="17"/>
                    </a:cubicBezTo>
                    <a:cubicBezTo>
                      <a:pt x="23" y="17"/>
                      <a:pt x="23" y="17"/>
                      <a:pt x="23" y="17"/>
                    </a:cubicBezTo>
                    <a:cubicBezTo>
                      <a:pt x="23" y="17"/>
                      <a:pt x="23" y="17"/>
                      <a:pt x="23" y="17"/>
                    </a:cubicBezTo>
                    <a:cubicBezTo>
                      <a:pt x="23" y="17"/>
                      <a:pt x="23" y="17"/>
                      <a:pt x="24" y="17"/>
                    </a:cubicBezTo>
                    <a:cubicBezTo>
                      <a:pt x="24" y="17"/>
                      <a:pt x="24" y="17"/>
                      <a:pt x="24" y="17"/>
                    </a:cubicBezTo>
                    <a:cubicBezTo>
                      <a:pt x="24" y="17"/>
                      <a:pt x="24" y="18"/>
                      <a:pt x="24" y="18"/>
                    </a:cubicBezTo>
                    <a:cubicBezTo>
                      <a:pt x="24" y="18"/>
                      <a:pt x="24" y="18"/>
                      <a:pt x="24" y="18"/>
                    </a:cubicBezTo>
                    <a:cubicBezTo>
                      <a:pt x="24" y="18"/>
                      <a:pt x="24" y="18"/>
                      <a:pt x="24" y="18"/>
                    </a:cubicBezTo>
                    <a:cubicBezTo>
                      <a:pt x="23" y="18"/>
                      <a:pt x="23"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8"/>
                    </a:cubicBezTo>
                    <a:cubicBezTo>
                      <a:pt x="24" y="18"/>
                      <a:pt x="24" y="18"/>
                      <a:pt x="24" y="17"/>
                    </a:cubicBezTo>
                    <a:cubicBezTo>
                      <a:pt x="24" y="17"/>
                      <a:pt x="24" y="17"/>
                      <a:pt x="24" y="17"/>
                    </a:cubicBezTo>
                    <a:cubicBezTo>
                      <a:pt x="24" y="17"/>
                      <a:pt x="24" y="17"/>
                      <a:pt x="24" y="17"/>
                    </a:cubicBezTo>
                    <a:cubicBezTo>
                      <a:pt x="24" y="17"/>
                      <a:pt x="24" y="17"/>
                      <a:pt x="24" y="17"/>
                    </a:cubicBezTo>
                    <a:cubicBezTo>
                      <a:pt x="24" y="17"/>
                      <a:pt x="24" y="17"/>
                      <a:pt x="25" y="17"/>
                    </a:cubicBezTo>
                    <a:cubicBezTo>
                      <a:pt x="25" y="17"/>
                      <a:pt x="25" y="17"/>
                      <a:pt x="25" y="17"/>
                    </a:cubicBezTo>
                    <a:cubicBezTo>
                      <a:pt x="25" y="17"/>
                      <a:pt x="25" y="17"/>
                      <a:pt x="25" y="17"/>
                    </a:cubicBezTo>
                    <a:cubicBezTo>
                      <a:pt x="25" y="17"/>
                      <a:pt x="25" y="17"/>
                      <a:pt x="25" y="17"/>
                    </a:cubicBezTo>
                    <a:cubicBezTo>
                      <a:pt x="25" y="17"/>
                      <a:pt x="25" y="17"/>
                      <a:pt x="25" y="17"/>
                    </a:cubicBezTo>
                    <a:cubicBezTo>
                      <a:pt x="25" y="17"/>
                      <a:pt x="25" y="17"/>
                      <a:pt x="25" y="17"/>
                    </a:cubicBezTo>
                    <a:cubicBezTo>
                      <a:pt x="25" y="17"/>
                      <a:pt x="25" y="17"/>
                      <a:pt x="25" y="17"/>
                    </a:cubicBezTo>
                    <a:cubicBezTo>
                      <a:pt x="25" y="17"/>
                      <a:pt x="24" y="17"/>
                      <a:pt x="24" y="17"/>
                    </a:cubicBezTo>
                    <a:cubicBezTo>
                      <a:pt x="24" y="17"/>
                      <a:pt x="24" y="17"/>
                      <a:pt x="24" y="17"/>
                    </a:cubicBezTo>
                    <a:cubicBezTo>
                      <a:pt x="24" y="17"/>
                      <a:pt x="24" y="17"/>
                      <a:pt x="24" y="17"/>
                    </a:cubicBezTo>
                    <a:cubicBezTo>
                      <a:pt x="24" y="17"/>
                      <a:pt x="24" y="17"/>
                      <a:pt x="24" y="17"/>
                    </a:cubicBezTo>
                    <a:cubicBezTo>
                      <a:pt x="24" y="17"/>
                      <a:pt x="24" y="17"/>
                      <a:pt x="24" y="17"/>
                    </a:cubicBezTo>
                    <a:cubicBezTo>
                      <a:pt x="24" y="17"/>
                      <a:pt x="24" y="17"/>
                      <a:pt x="24" y="17"/>
                    </a:cubicBezTo>
                    <a:cubicBezTo>
                      <a:pt x="24" y="17"/>
                      <a:pt x="24" y="17"/>
                      <a:pt x="24" y="17"/>
                    </a:cubicBezTo>
                    <a:cubicBezTo>
                      <a:pt x="24" y="17"/>
                      <a:pt x="24" y="17"/>
                      <a:pt x="24" y="17"/>
                    </a:cubicBezTo>
                    <a:cubicBezTo>
                      <a:pt x="24" y="16"/>
                      <a:pt x="24" y="16"/>
                      <a:pt x="23" y="16"/>
                    </a:cubicBezTo>
                    <a:cubicBezTo>
                      <a:pt x="23" y="16"/>
                      <a:pt x="23" y="16"/>
                      <a:pt x="24" y="16"/>
                    </a:cubicBezTo>
                    <a:cubicBezTo>
                      <a:pt x="24" y="16"/>
                      <a:pt x="24" y="16"/>
                      <a:pt x="24" y="16"/>
                    </a:cubicBezTo>
                    <a:cubicBezTo>
                      <a:pt x="24" y="16"/>
                      <a:pt x="24" y="16"/>
                      <a:pt x="24" y="16"/>
                    </a:cubicBezTo>
                    <a:cubicBezTo>
                      <a:pt x="24" y="16"/>
                      <a:pt x="24" y="16"/>
                      <a:pt x="24" y="16"/>
                    </a:cubicBezTo>
                    <a:cubicBezTo>
                      <a:pt x="24" y="16"/>
                      <a:pt x="23" y="16"/>
                      <a:pt x="23" y="16"/>
                    </a:cubicBezTo>
                    <a:cubicBezTo>
                      <a:pt x="23" y="16"/>
                      <a:pt x="23" y="16"/>
                      <a:pt x="23" y="16"/>
                    </a:cubicBezTo>
                    <a:cubicBezTo>
                      <a:pt x="23" y="16"/>
                      <a:pt x="23" y="16"/>
                      <a:pt x="23" y="16"/>
                    </a:cubicBezTo>
                    <a:cubicBezTo>
                      <a:pt x="23" y="16"/>
                      <a:pt x="23" y="16"/>
                      <a:pt x="23" y="16"/>
                    </a:cubicBezTo>
                    <a:cubicBezTo>
                      <a:pt x="23" y="16"/>
                      <a:pt x="23" y="16"/>
                      <a:pt x="23" y="16"/>
                    </a:cubicBezTo>
                    <a:cubicBezTo>
                      <a:pt x="23" y="16"/>
                      <a:pt x="23" y="16"/>
                      <a:pt x="23" y="15"/>
                    </a:cubicBezTo>
                    <a:cubicBezTo>
                      <a:pt x="23" y="15"/>
                      <a:pt x="23" y="15"/>
                      <a:pt x="23" y="15"/>
                    </a:cubicBezTo>
                    <a:cubicBezTo>
                      <a:pt x="23" y="15"/>
                      <a:pt x="23" y="15"/>
                      <a:pt x="23" y="15"/>
                    </a:cubicBezTo>
                    <a:cubicBezTo>
                      <a:pt x="23" y="15"/>
                      <a:pt x="23" y="15"/>
                      <a:pt x="23" y="15"/>
                    </a:cubicBezTo>
                    <a:cubicBezTo>
                      <a:pt x="23" y="15"/>
                      <a:pt x="23" y="15"/>
                      <a:pt x="23" y="15"/>
                    </a:cubicBezTo>
                    <a:cubicBezTo>
                      <a:pt x="23" y="15"/>
                      <a:pt x="23" y="15"/>
                      <a:pt x="23" y="15"/>
                    </a:cubicBezTo>
                    <a:cubicBezTo>
                      <a:pt x="23" y="15"/>
                      <a:pt x="23" y="15"/>
                      <a:pt x="23" y="15"/>
                    </a:cubicBezTo>
                    <a:cubicBezTo>
                      <a:pt x="23" y="15"/>
                      <a:pt x="23" y="15"/>
                      <a:pt x="23" y="15"/>
                    </a:cubicBezTo>
                    <a:cubicBezTo>
                      <a:pt x="23" y="15"/>
                      <a:pt x="23" y="15"/>
                      <a:pt x="23" y="15"/>
                    </a:cubicBezTo>
                    <a:cubicBezTo>
                      <a:pt x="23" y="15"/>
                      <a:pt x="23" y="15"/>
                      <a:pt x="23" y="15"/>
                    </a:cubicBezTo>
                    <a:cubicBezTo>
                      <a:pt x="23" y="15"/>
                      <a:pt x="23" y="15"/>
                      <a:pt x="23" y="15"/>
                    </a:cubicBezTo>
                    <a:cubicBezTo>
                      <a:pt x="22" y="15"/>
                      <a:pt x="22" y="15"/>
                      <a:pt x="22" y="15"/>
                    </a:cubicBezTo>
                    <a:cubicBezTo>
                      <a:pt x="22" y="15"/>
                      <a:pt x="22" y="15"/>
                      <a:pt x="22" y="15"/>
                    </a:cubicBezTo>
                    <a:cubicBezTo>
                      <a:pt x="22" y="15"/>
                      <a:pt x="22" y="15"/>
                      <a:pt x="22" y="15"/>
                    </a:cubicBezTo>
                    <a:cubicBezTo>
                      <a:pt x="22" y="15"/>
                      <a:pt x="22" y="15"/>
                      <a:pt x="22" y="15"/>
                    </a:cubicBezTo>
                    <a:cubicBezTo>
                      <a:pt x="22" y="15"/>
                      <a:pt x="22" y="15"/>
                      <a:pt x="22" y="15"/>
                    </a:cubicBezTo>
                    <a:cubicBezTo>
                      <a:pt x="22" y="15"/>
                      <a:pt x="22" y="15"/>
                      <a:pt x="22" y="15"/>
                    </a:cubicBezTo>
                    <a:cubicBezTo>
                      <a:pt x="22" y="15"/>
                      <a:pt x="22" y="15"/>
                      <a:pt x="22" y="15"/>
                    </a:cubicBezTo>
                    <a:cubicBezTo>
                      <a:pt x="22" y="15"/>
                      <a:pt x="22" y="15"/>
                      <a:pt x="22" y="15"/>
                    </a:cubicBezTo>
                    <a:cubicBezTo>
                      <a:pt x="22" y="14"/>
                      <a:pt x="22" y="14"/>
                      <a:pt x="22" y="14"/>
                    </a:cubicBezTo>
                    <a:cubicBezTo>
                      <a:pt x="22" y="14"/>
                      <a:pt x="22" y="14"/>
                      <a:pt x="22" y="14"/>
                    </a:cubicBezTo>
                    <a:cubicBezTo>
                      <a:pt x="22" y="14"/>
                      <a:pt x="22" y="14"/>
                      <a:pt x="22" y="14"/>
                    </a:cubicBezTo>
                    <a:cubicBezTo>
                      <a:pt x="22" y="14"/>
                      <a:pt x="22" y="14"/>
                      <a:pt x="22" y="14"/>
                    </a:cubicBezTo>
                    <a:cubicBezTo>
                      <a:pt x="22" y="14"/>
                      <a:pt x="22" y="14"/>
                      <a:pt x="22" y="14"/>
                    </a:cubicBezTo>
                    <a:cubicBezTo>
                      <a:pt x="22" y="14"/>
                      <a:pt x="22" y="14"/>
                      <a:pt x="22" y="14"/>
                    </a:cubicBezTo>
                    <a:cubicBezTo>
                      <a:pt x="22" y="14"/>
                      <a:pt x="22" y="14"/>
                      <a:pt x="22" y="14"/>
                    </a:cubicBezTo>
                    <a:cubicBezTo>
                      <a:pt x="22" y="13"/>
                      <a:pt x="22" y="13"/>
                      <a:pt x="22" y="13"/>
                    </a:cubicBezTo>
                    <a:cubicBezTo>
                      <a:pt x="21" y="13"/>
                      <a:pt x="21" y="13"/>
                      <a:pt x="21" y="13"/>
                    </a:cubicBezTo>
                    <a:cubicBezTo>
                      <a:pt x="21" y="13"/>
                      <a:pt x="21" y="13"/>
                      <a:pt x="21" y="13"/>
                    </a:cubicBezTo>
                    <a:cubicBezTo>
                      <a:pt x="21" y="13"/>
                      <a:pt x="21" y="13"/>
                      <a:pt x="21" y="13"/>
                    </a:cubicBezTo>
                    <a:cubicBezTo>
                      <a:pt x="21" y="13"/>
                      <a:pt x="21" y="13"/>
                      <a:pt x="21" y="12"/>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1"/>
                      <a:pt x="21" y="11"/>
                    </a:cubicBezTo>
                    <a:cubicBezTo>
                      <a:pt x="21" y="11"/>
                      <a:pt x="21" y="11"/>
                      <a:pt x="21" y="11"/>
                    </a:cubicBezTo>
                    <a:cubicBezTo>
                      <a:pt x="21" y="11"/>
                      <a:pt x="21" y="11"/>
                      <a:pt x="21" y="11"/>
                    </a:cubicBezTo>
                    <a:cubicBezTo>
                      <a:pt x="21" y="11"/>
                      <a:pt x="21" y="11"/>
                      <a:pt x="21" y="11"/>
                    </a:cubicBezTo>
                    <a:cubicBezTo>
                      <a:pt x="21" y="11"/>
                      <a:pt x="21" y="11"/>
                      <a:pt x="21" y="11"/>
                    </a:cubicBezTo>
                    <a:cubicBezTo>
                      <a:pt x="21" y="11"/>
                      <a:pt x="21" y="11"/>
                      <a:pt x="21" y="11"/>
                    </a:cubicBezTo>
                    <a:cubicBezTo>
                      <a:pt x="21" y="11"/>
                      <a:pt x="21" y="11"/>
                      <a:pt x="21" y="11"/>
                    </a:cubicBezTo>
                    <a:cubicBezTo>
                      <a:pt x="21" y="11"/>
                      <a:pt x="21" y="11"/>
                      <a:pt x="21" y="11"/>
                    </a:cubicBezTo>
                    <a:cubicBezTo>
                      <a:pt x="21" y="11"/>
                      <a:pt x="21" y="11"/>
                      <a:pt x="21" y="11"/>
                    </a:cubicBezTo>
                    <a:cubicBezTo>
                      <a:pt x="21" y="11"/>
                      <a:pt x="21" y="11"/>
                      <a:pt x="21" y="11"/>
                    </a:cubicBezTo>
                    <a:cubicBezTo>
                      <a:pt x="22" y="11"/>
                      <a:pt x="22" y="11"/>
                      <a:pt x="22" y="11"/>
                    </a:cubicBezTo>
                    <a:cubicBezTo>
                      <a:pt x="22" y="11"/>
                      <a:pt x="22" y="11"/>
                      <a:pt x="22" y="11"/>
                    </a:cubicBezTo>
                    <a:cubicBezTo>
                      <a:pt x="22" y="11"/>
                      <a:pt x="22" y="11"/>
                      <a:pt x="22" y="11"/>
                    </a:cubicBezTo>
                    <a:cubicBezTo>
                      <a:pt x="22" y="11"/>
                      <a:pt x="22" y="11"/>
                      <a:pt x="22" y="10"/>
                    </a:cubicBezTo>
                    <a:cubicBezTo>
                      <a:pt x="22" y="10"/>
                      <a:pt x="22" y="10"/>
                      <a:pt x="22" y="10"/>
                    </a:cubicBezTo>
                    <a:cubicBezTo>
                      <a:pt x="22" y="10"/>
                      <a:pt x="22" y="10"/>
                      <a:pt x="22" y="10"/>
                    </a:cubicBezTo>
                    <a:cubicBezTo>
                      <a:pt x="22" y="10"/>
                      <a:pt x="22" y="10"/>
                      <a:pt x="22" y="10"/>
                    </a:cubicBezTo>
                    <a:cubicBezTo>
                      <a:pt x="22" y="10"/>
                      <a:pt x="21" y="10"/>
                      <a:pt x="21" y="10"/>
                    </a:cubicBezTo>
                    <a:cubicBezTo>
                      <a:pt x="21" y="10"/>
                      <a:pt x="21" y="10"/>
                      <a:pt x="21" y="10"/>
                    </a:cubicBezTo>
                    <a:cubicBezTo>
                      <a:pt x="21" y="10"/>
                      <a:pt x="21" y="10"/>
                      <a:pt x="21" y="10"/>
                    </a:cubicBezTo>
                    <a:cubicBezTo>
                      <a:pt x="21" y="10"/>
                      <a:pt x="21" y="10"/>
                      <a:pt x="21" y="10"/>
                    </a:cubicBezTo>
                    <a:cubicBezTo>
                      <a:pt x="21" y="10"/>
                      <a:pt x="21" y="10"/>
                      <a:pt x="21" y="9"/>
                    </a:cubicBezTo>
                    <a:cubicBezTo>
                      <a:pt x="21" y="9"/>
                      <a:pt x="21" y="9"/>
                      <a:pt x="20" y="9"/>
                    </a:cubicBezTo>
                    <a:cubicBezTo>
                      <a:pt x="20" y="9"/>
                      <a:pt x="20" y="9"/>
                      <a:pt x="20" y="9"/>
                    </a:cubicBezTo>
                    <a:cubicBezTo>
                      <a:pt x="20" y="9"/>
                      <a:pt x="20" y="9"/>
                      <a:pt x="20" y="9"/>
                    </a:cubicBezTo>
                    <a:cubicBezTo>
                      <a:pt x="20" y="9"/>
                      <a:pt x="20" y="9"/>
                      <a:pt x="20" y="9"/>
                    </a:cubicBezTo>
                    <a:cubicBezTo>
                      <a:pt x="20" y="9"/>
                      <a:pt x="20" y="9"/>
                      <a:pt x="20" y="9"/>
                    </a:cubicBezTo>
                    <a:cubicBezTo>
                      <a:pt x="20" y="9"/>
                      <a:pt x="20" y="9"/>
                      <a:pt x="20" y="9"/>
                    </a:cubicBezTo>
                    <a:cubicBezTo>
                      <a:pt x="20" y="9"/>
                      <a:pt x="20" y="9"/>
                      <a:pt x="20" y="9"/>
                    </a:cubicBezTo>
                    <a:cubicBezTo>
                      <a:pt x="20" y="9"/>
                      <a:pt x="20" y="9"/>
                      <a:pt x="19" y="9"/>
                    </a:cubicBezTo>
                    <a:cubicBezTo>
                      <a:pt x="19" y="9"/>
                      <a:pt x="19" y="9"/>
                      <a:pt x="19" y="9"/>
                    </a:cubicBezTo>
                    <a:cubicBezTo>
                      <a:pt x="19" y="9"/>
                      <a:pt x="19" y="8"/>
                      <a:pt x="19" y="8"/>
                    </a:cubicBezTo>
                    <a:cubicBezTo>
                      <a:pt x="19" y="8"/>
                      <a:pt x="19" y="8"/>
                      <a:pt x="19" y="8"/>
                    </a:cubicBezTo>
                    <a:cubicBezTo>
                      <a:pt x="19" y="8"/>
                      <a:pt x="19" y="8"/>
                      <a:pt x="19" y="8"/>
                    </a:cubicBezTo>
                    <a:cubicBezTo>
                      <a:pt x="19" y="8"/>
                      <a:pt x="19" y="8"/>
                      <a:pt x="19" y="8"/>
                    </a:cubicBezTo>
                    <a:cubicBezTo>
                      <a:pt x="19" y="8"/>
                      <a:pt x="19" y="8"/>
                      <a:pt x="19" y="8"/>
                    </a:cubicBezTo>
                    <a:cubicBezTo>
                      <a:pt x="19" y="8"/>
                      <a:pt x="19" y="8"/>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8" y="7"/>
                    </a:cubicBezTo>
                    <a:cubicBezTo>
                      <a:pt x="18" y="7"/>
                      <a:pt x="18" y="7"/>
                      <a:pt x="18" y="7"/>
                    </a:cubicBezTo>
                    <a:cubicBezTo>
                      <a:pt x="18" y="7"/>
                      <a:pt x="18" y="7"/>
                      <a:pt x="18" y="7"/>
                    </a:cubicBezTo>
                    <a:cubicBezTo>
                      <a:pt x="18" y="7"/>
                      <a:pt x="18" y="6"/>
                      <a:pt x="18" y="6"/>
                    </a:cubicBezTo>
                    <a:cubicBezTo>
                      <a:pt x="18" y="6"/>
                      <a:pt x="18" y="6"/>
                      <a:pt x="18" y="6"/>
                    </a:cubicBezTo>
                    <a:cubicBezTo>
                      <a:pt x="18" y="6"/>
                      <a:pt x="18" y="6"/>
                      <a:pt x="18" y="6"/>
                    </a:cubicBezTo>
                    <a:cubicBezTo>
                      <a:pt x="18" y="6"/>
                      <a:pt x="18" y="6"/>
                      <a:pt x="18" y="6"/>
                    </a:cubicBezTo>
                    <a:cubicBezTo>
                      <a:pt x="18" y="6"/>
                      <a:pt x="18" y="6"/>
                      <a:pt x="18" y="6"/>
                    </a:cubicBezTo>
                    <a:cubicBezTo>
                      <a:pt x="17" y="6"/>
                      <a:pt x="17" y="6"/>
                      <a:pt x="17" y="6"/>
                    </a:cubicBezTo>
                    <a:cubicBezTo>
                      <a:pt x="17" y="6"/>
                      <a:pt x="17" y="6"/>
                      <a:pt x="17" y="6"/>
                    </a:cubicBezTo>
                    <a:cubicBezTo>
                      <a:pt x="17" y="6"/>
                      <a:pt x="17" y="6"/>
                      <a:pt x="17" y="6"/>
                    </a:cubicBezTo>
                    <a:cubicBezTo>
                      <a:pt x="17" y="6"/>
                      <a:pt x="17" y="6"/>
                      <a:pt x="17" y="6"/>
                    </a:cubicBezTo>
                    <a:cubicBezTo>
                      <a:pt x="17" y="6"/>
                      <a:pt x="17" y="6"/>
                      <a:pt x="17" y="6"/>
                    </a:cubicBezTo>
                    <a:cubicBezTo>
                      <a:pt x="17" y="6"/>
                      <a:pt x="17" y="6"/>
                      <a:pt x="17" y="6"/>
                    </a:cubicBezTo>
                    <a:cubicBezTo>
                      <a:pt x="17" y="6"/>
                      <a:pt x="17" y="6"/>
                      <a:pt x="17" y="6"/>
                    </a:cubicBezTo>
                    <a:cubicBezTo>
                      <a:pt x="17" y="6"/>
                      <a:pt x="17" y="6"/>
                      <a:pt x="17" y="6"/>
                    </a:cubicBezTo>
                    <a:cubicBezTo>
                      <a:pt x="17" y="6"/>
                      <a:pt x="17" y="6"/>
                      <a:pt x="17" y="6"/>
                    </a:cubicBezTo>
                    <a:cubicBezTo>
                      <a:pt x="17" y="6"/>
                      <a:pt x="17" y="6"/>
                      <a:pt x="17"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5"/>
                    </a:cubicBezTo>
                    <a:cubicBezTo>
                      <a:pt x="16" y="5"/>
                      <a:pt x="16" y="5"/>
                      <a:pt x="16"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4" y="5"/>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2" y="3"/>
                      <a:pt x="12" y="3"/>
                    </a:cubicBezTo>
                    <a:cubicBezTo>
                      <a:pt x="12" y="3"/>
                      <a:pt x="12" y="3"/>
                      <a:pt x="12" y="3"/>
                    </a:cubicBezTo>
                    <a:cubicBezTo>
                      <a:pt x="12" y="3"/>
                      <a:pt x="12" y="3"/>
                      <a:pt x="12"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4" name="Freeform 384"/>
              <p:cNvSpPr>
                <a:spLocks/>
              </p:cNvSpPr>
              <p:nvPr/>
            </p:nvSpPr>
            <p:spPr bwMode="auto">
              <a:xfrm>
                <a:off x="5047060" y="2689622"/>
                <a:ext cx="5954" cy="5954"/>
              </a:xfrm>
              <a:custGeom>
                <a:avLst/>
                <a:gdLst/>
                <a:ahLst/>
                <a:cxnLst>
                  <a:cxn ang="0">
                    <a:pos x="0" y="1"/>
                  </a:cxn>
                  <a:cxn ang="0">
                    <a:pos x="0" y="1"/>
                  </a:cxn>
                  <a:cxn ang="0">
                    <a:pos x="0" y="1"/>
                  </a:cxn>
                  <a:cxn ang="0">
                    <a:pos x="0" y="1"/>
                  </a:cxn>
                  <a:cxn ang="0">
                    <a:pos x="0" y="2"/>
                  </a:cxn>
                  <a:cxn ang="0">
                    <a:pos x="0" y="2"/>
                  </a:cxn>
                  <a:cxn ang="0">
                    <a:pos x="1" y="1"/>
                  </a:cxn>
                  <a:cxn ang="0">
                    <a:pos x="1" y="1"/>
                  </a:cxn>
                  <a:cxn ang="0">
                    <a:pos x="2" y="1"/>
                  </a:cxn>
                  <a:cxn ang="0">
                    <a:pos x="2" y="1"/>
                  </a:cxn>
                  <a:cxn ang="0">
                    <a:pos x="2" y="1"/>
                  </a:cxn>
                  <a:cxn ang="0">
                    <a:pos x="2" y="0"/>
                  </a:cxn>
                  <a:cxn ang="0">
                    <a:pos x="1" y="0"/>
                  </a:cxn>
                  <a:cxn ang="0">
                    <a:pos x="1" y="0"/>
                  </a:cxn>
                  <a:cxn ang="0">
                    <a:pos x="1" y="0"/>
                  </a:cxn>
                  <a:cxn ang="0">
                    <a:pos x="1" y="0"/>
                  </a:cxn>
                  <a:cxn ang="0">
                    <a:pos x="1" y="0"/>
                  </a:cxn>
                  <a:cxn ang="0">
                    <a:pos x="1" y="0"/>
                  </a:cxn>
                  <a:cxn ang="0">
                    <a:pos x="1" y="1"/>
                  </a:cxn>
                  <a:cxn ang="0">
                    <a:pos x="1" y="1"/>
                  </a:cxn>
                  <a:cxn ang="0">
                    <a:pos x="0" y="1"/>
                  </a:cxn>
                  <a:cxn ang="0">
                    <a:pos x="0" y="1"/>
                  </a:cxn>
                </a:cxnLst>
                <a:rect l="0" t="0" r="r" b="b"/>
                <a:pathLst>
                  <a:path w="2" h="2">
                    <a:moveTo>
                      <a:pt x="0" y="1"/>
                    </a:moveTo>
                    <a:cubicBezTo>
                      <a:pt x="0" y="1"/>
                      <a:pt x="0" y="1"/>
                      <a:pt x="0" y="1"/>
                    </a:cubicBezTo>
                    <a:cubicBezTo>
                      <a:pt x="0" y="1"/>
                      <a:pt x="0" y="1"/>
                      <a:pt x="0" y="1"/>
                    </a:cubicBezTo>
                    <a:cubicBezTo>
                      <a:pt x="0" y="1"/>
                      <a:pt x="0" y="1"/>
                      <a:pt x="0" y="1"/>
                    </a:cubicBezTo>
                    <a:cubicBezTo>
                      <a:pt x="0" y="1"/>
                      <a:pt x="0" y="1"/>
                      <a:pt x="0" y="2"/>
                    </a:cubicBezTo>
                    <a:cubicBezTo>
                      <a:pt x="0" y="2"/>
                      <a:pt x="0" y="2"/>
                      <a:pt x="0" y="2"/>
                    </a:cubicBezTo>
                    <a:cubicBezTo>
                      <a:pt x="1" y="2"/>
                      <a:pt x="1" y="2"/>
                      <a:pt x="1" y="1"/>
                    </a:cubicBezTo>
                    <a:cubicBezTo>
                      <a:pt x="1" y="1"/>
                      <a:pt x="1" y="1"/>
                      <a:pt x="1" y="1"/>
                    </a:cubicBezTo>
                    <a:cubicBezTo>
                      <a:pt x="1" y="1"/>
                      <a:pt x="1" y="1"/>
                      <a:pt x="2" y="1"/>
                    </a:cubicBezTo>
                    <a:cubicBezTo>
                      <a:pt x="2" y="1"/>
                      <a:pt x="2" y="1"/>
                      <a:pt x="2" y="1"/>
                    </a:cubicBezTo>
                    <a:cubicBezTo>
                      <a:pt x="2" y="1"/>
                      <a:pt x="2" y="1"/>
                      <a:pt x="2" y="1"/>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5" name="Freeform 385"/>
              <p:cNvSpPr>
                <a:spLocks/>
              </p:cNvSpPr>
              <p:nvPr/>
            </p:nvSpPr>
            <p:spPr bwMode="auto">
              <a:xfrm>
                <a:off x="5022058" y="2661048"/>
                <a:ext cx="2381" cy="3572"/>
              </a:xfrm>
              <a:custGeom>
                <a:avLst/>
                <a:gdLst/>
                <a:ahLst/>
                <a:cxnLst>
                  <a:cxn ang="0">
                    <a:pos x="1" y="1"/>
                  </a:cxn>
                  <a:cxn ang="0">
                    <a:pos x="1" y="0"/>
                  </a:cxn>
                  <a:cxn ang="0">
                    <a:pos x="1" y="0"/>
                  </a:cxn>
                  <a:cxn ang="0">
                    <a:pos x="0" y="0"/>
                  </a:cxn>
                  <a:cxn ang="0">
                    <a:pos x="0" y="0"/>
                  </a:cxn>
                  <a:cxn ang="0">
                    <a:pos x="0" y="0"/>
                  </a:cxn>
                  <a:cxn ang="0">
                    <a:pos x="0" y="0"/>
                  </a:cxn>
                  <a:cxn ang="0">
                    <a:pos x="0" y="1"/>
                  </a:cxn>
                  <a:cxn ang="0">
                    <a:pos x="0" y="1"/>
                  </a:cxn>
                  <a:cxn ang="0">
                    <a:pos x="0" y="1"/>
                  </a:cxn>
                  <a:cxn ang="0">
                    <a:pos x="1" y="1"/>
                  </a:cxn>
                  <a:cxn ang="0">
                    <a:pos x="1" y="1"/>
                  </a:cxn>
                  <a:cxn ang="0">
                    <a:pos x="1" y="1"/>
                  </a:cxn>
                  <a:cxn ang="0">
                    <a:pos x="1" y="1"/>
                  </a:cxn>
                </a:cxnLst>
                <a:rect l="0" t="0" r="r" b="b"/>
                <a:pathLst>
                  <a:path w="1" h="1">
                    <a:moveTo>
                      <a:pt x="1" y="1"/>
                    </a:moveTo>
                    <a:cubicBezTo>
                      <a:pt x="1" y="1"/>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6" name="Freeform 386"/>
              <p:cNvSpPr>
                <a:spLocks/>
              </p:cNvSpPr>
              <p:nvPr/>
            </p:nvSpPr>
            <p:spPr bwMode="auto">
              <a:xfrm>
                <a:off x="5117308" y="2692003"/>
                <a:ext cx="3572" cy="5954"/>
              </a:xfrm>
              <a:custGeom>
                <a:avLst/>
                <a:gdLst/>
                <a:ahLst/>
                <a:cxnLst>
                  <a:cxn ang="0">
                    <a:pos x="1" y="1"/>
                  </a:cxn>
                  <a:cxn ang="0">
                    <a:pos x="1"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2"/>
                  </a:cxn>
                  <a:cxn ang="0">
                    <a:pos x="1" y="1"/>
                  </a:cxn>
                  <a:cxn ang="0">
                    <a:pos x="1" y="1"/>
                  </a:cxn>
                  <a:cxn ang="0">
                    <a:pos x="1" y="1"/>
                  </a:cxn>
                  <a:cxn ang="0">
                    <a:pos x="1" y="1"/>
                  </a:cxn>
                  <a:cxn ang="0">
                    <a:pos x="1" y="1"/>
                  </a:cxn>
                </a:cxnLst>
                <a:rect l="0" t="0" r="r" b="b"/>
                <a:pathLst>
                  <a:path w="1" h="2">
                    <a:moveTo>
                      <a:pt x="1" y="1"/>
                    </a:moveTo>
                    <a:cubicBezTo>
                      <a:pt x="1" y="1"/>
                      <a:pt x="1" y="0"/>
                      <a:pt x="1" y="0"/>
                    </a:cubicBezTo>
                    <a:cubicBezTo>
                      <a:pt x="1"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2"/>
                      <a:pt x="1" y="2"/>
                    </a:cubicBezTo>
                    <a:cubicBezTo>
                      <a:pt x="1" y="2"/>
                      <a:pt x="1" y="2"/>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7" name="Freeform 387"/>
              <p:cNvSpPr>
                <a:spLocks/>
              </p:cNvSpPr>
              <p:nvPr/>
            </p:nvSpPr>
            <p:spPr bwMode="auto">
              <a:xfrm>
                <a:off x="5129214" y="2695576"/>
                <a:ext cx="2381" cy="4763"/>
              </a:xfrm>
              <a:custGeom>
                <a:avLst/>
                <a:gdLst/>
                <a:ahLst/>
                <a:cxnLst>
                  <a:cxn ang="0">
                    <a:pos x="1" y="1"/>
                  </a:cxn>
                  <a:cxn ang="0">
                    <a:pos x="1" y="1"/>
                  </a:cxn>
                  <a:cxn ang="0">
                    <a:pos x="1" y="1"/>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1"/>
                  </a:cxn>
                  <a:cxn ang="0">
                    <a:pos x="0" y="1"/>
                  </a:cxn>
                  <a:cxn ang="0">
                    <a:pos x="1" y="1"/>
                  </a:cxn>
                </a:cxnLst>
                <a:rect l="0" t="0" r="r" b="b"/>
                <a:pathLst>
                  <a:path w="1" h="2">
                    <a:moveTo>
                      <a:pt x="1" y="1"/>
                    </a:move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8" name="Freeform 388"/>
              <p:cNvSpPr>
                <a:spLocks/>
              </p:cNvSpPr>
              <p:nvPr/>
            </p:nvSpPr>
            <p:spPr bwMode="auto">
              <a:xfrm>
                <a:off x="5131595" y="2703910"/>
                <a:ext cx="2381" cy="4763"/>
              </a:xfrm>
              <a:custGeom>
                <a:avLst/>
                <a:gdLst/>
                <a:ahLst/>
                <a:cxnLst>
                  <a:cxn ang="0">
                    <a:pos x="0" y="0"/>
                  </a:cxn>
                  <a:cxn ang="0">
                    <a:pos x="0" y="1"/>
                  </a:cxn>
                  <a:cxn ang="0">
                    <a:pos x="0" y="1"/>
                  </a:cxn>
                  <a:cxn ang="0">
                    <a:pos x="0" y="1"/>
                  </a:cxn>
                  <a:cxn ang="0">
                    <a:pos x="0" y="1"/>
                  </a:cxn>
                  <a:cxn ang="0">
                    <a:pos x="0" y="1"/>
                  </a:cxn>
                  <a:cxn ang="0">
                    <a:pos x="0" y="1"/>
                  </a:cxn>
                  <a:cxn ang="0">
                    <a:pos x="0" y="1"/>
                  </a:cxn>
                  <a:cxn ang="0">
                    <a:pos x="1" y="1"/>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0"/>
                  </a:cxn>
                </a:cxnLst>
                <a:rect l="0" t="0" r="r" b="b"/>
                <a:pathLst>
                  <a:path w="1" h="2">
                    <a:moveTo>
                      <a:pt x="0" y="0"/>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lnTo>
                      <a:pt x="0" y="0"/>
                    </a:ln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09" name="Freeform 389"/>
              <p:cNvSpPr>
                <a:spLocks/>
              </p:cNvSpPr>
              <p:nvPr/>
            </p:nvSpPr>
            <p:spPr bwMode="auto">
              <a:xfrm>
                <a:off x="5125642" y="2700339"/>
                <a:ext cx="3572" cy="35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0" y="0"/>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0" name="Freeform 390"/>
              <p:cNvSpPr>
                <a:spLocks/>
              </p:cNvSpPr>
              <p:nvPr/>
            </p:nvSpPr>
            <p:spPr bwMode="auto">
              <a:xfrm>
                <a:off x="5148263" y="2734867"/>
                <a:ext cx="1191" cy="238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0"/>
                  </a:cxn>
                </a:cxnLst>
                <a:rect l="0" t="0" r="r" b="b"/>
                <a:pathLst>
                  <a:path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1" name="Freeform 391"/>
              <p:cNvSpPr>
                <a:spLocks/>
              </p:cNvSpPr>
              <p:nvPr/>
            </p:nvSpPr>
            <p:spPr bwMode="auto">
              <a:xfrm>
                <a:off x="5145883" y="2728914"/>
                <a:ext cx="2381" cy="2381"/>
              </a:xfrm>
              <a:custGeom>
                <a:avLst/>
                <a:gdLst/>
                <a:ahLst/>
                <a:cxnLst>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1"/>
                  </a:cxn>
                  <a:cxn ang="0">
                    <a:pos x="0" y="1"/>
                  </a:cxn>
                  <a:cxn ang="0">
                    <a:pos x="1" y="1"/>
                  </a:cxn>
                  <a:cxn ang="0">
                    <a:pos x="1" y="1"/>
                  </a:cxn>
                </a:cxnLst>
                <a:rect l="0" t="0" r="r" b="b"/>
                <a:pathLst>
                  <a:path w="1" h="1">
                    <a:moveTo>
                      <a:pt x="1" y="1"/>
                    </a:move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2" name="Freeform 392"/>
              <p:cNvSpPr>
                <a:spLocks/>
              </p:cNvSpPr>
              <p:nvPr/>
            </p:nvSpPr>
            <p:spPr bwMode="auto">
              <a:xfrm>
                <a:off x="5151835" y="2731295"/>
                <a:ext cx="1191" cy="3572"/>
              </a:xfrm>
              <a:custGeom>
                <a:avLst/>
                <a:gdLst/>
                <a:ahLst/>
                <a:cxnLst>
                  <a:cxn ang="0">
                    <a:pos x="0" y="0"/>
                  </a:cxn>
                  <a:cxn ang="0">
                    <a:pos x="0" y="0"/>
                  </a:cxn>
                  <a:cxn ang="0">
                    <a:pos x="0" y="0"/>
                  </a:cxn>
                  <a:cxn ang="0">
                    <a:pos x="0" y="1"/>
                  </a:cxn>
                  <a:cxn ang="0">
                    <a:pos x="0" y="1"/>
                  </a:cxn>
                  <a:cxn ang="0">
                    <a:pos x="0" y="1"/>
                  </a:cxn>
                  <a:cxn ang="0">
                    <a:pos x="0" y="1"/>
                  </a:cxn>
                  <a:cxn ang="0">
                    <a:pos x="0" y="0"/>
                  </a:cxn>
                  <a:cxn ang="0">
                    <a:pos x="0" y="0"/>
                  </a:cxn>
                </a:cxnLst>
                <a:rect l="0" t="0" r="r" b="b"/>
                <a:pathLst>
                  <a:path h="1">
                    <a:moveTo>
                      <a:pt x="0" y="0"/>
                    </a:move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3" name="Freeform 393"/>
              <p:cNvSpPr>
                <a:spLocks/>
              </p:cNvSpPr>
              <p:nvPr/>
            </p:nvSpPr>
            <p:spPr bwMode="auto">
              <a:xfrm>
                <a:off x="5148264" y="2743201"/>
                <a:ext cx="3572" cy="1191"/>
              </a:xfrm>
              <a:custGeom>
                <a:avLst/>
                <a:gdLst/>
                <a:ahLst/>
                <a:cxnLst>
                  <a:cxn ang="0">
                    <a:pos x="1" y="0"/>
                  </a:cxn>
                  <a:cxn ang="0">
                    <a:pos x="1" y="0"/>
                  </a:cxn>
                  <a:cxn ang="0">
                    <a:pos x="1"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Lst>
                <a:rect l="0" t="0" r="r" b="b"/>
                <a:pathLst>
                  <a:path w="1">
                    <a:moveTo>
                      <a:pt x="1" y="0"/>
                    </a:move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4" name="Freeform 394"/>
              <p:cNvSpPr>
                <a:spLocks/>
              </p:cNvSpPr>
              <p:nvPr/>
            </p:nvSpPr>
            <p:spPr bwMode="auto">
              <a:xfrm>
                <a:off x="5131595" y="2753917"/>
                <a:ext cx="8335" cy="11906"/>
              </a:xfrm>
              <a:custGeom>
                <a:avLst/>
                <a:gdLst/>
                <a:ahLst/>
                <a:cxnLst>
                  <a:cxn ang="0">
                    <a:pos x="1" y="1"/>
                  </a:cxn>
                  <a:cxn ang="0">
                    <a:pos x="1" y="1"/>
                  </a:cxn>
                  <a:cxn ang="0">
                    <a:pos x="1" y="1"/>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2"/>
                  </a:cxn>
                  <a:cxn ang="0">
                    <a:pos x="0" y="2"/>
                  </a:cxn>
                  <a:cxn ang="0">
                    <a:pos x="0" y="2"/>
                  </a:cxn>
                  <a:cxn ang="0">
                    <a:pos x="0" y="2"/>
                  </a:cxn>
                  <a:cxn ang="0">
                    <a:pos x="0" y="3"/>
                  </a:cxn>
                  <a:cxn ang="0">
                    <a:pos x="1" y="3"/>
                  </a:cxn>
                  <a:cxn ang="0">
                    <a:pos x="1" y="3"/>
                  </a:cxn>
                  <a:cxn ang="0">
                    <a:pos x="1" y="3"/>
                  </a:cxn>
                  <a:cxn ang="0">
                    <a:pos x="1" y="3"/>
                  </a:cxn>
                  <a:cxn ang="0">
                    <a:pos x="1" y="4"/>
                  </a:cxn>
                  <a:cxn ang="0">
                    <a:pos x="2" y="4"/>
                  </a:cxn>
                  <a:cxn ang="0">
                    <a:pos x="2" y="4"/>
                  </a:cxn>
                  <a:cxn ang="0">
                    <a:pos x="2" y="4"/>
                  </a:cxn>
                  <a:cxn ang="0">
                    <a:pos x="2" y="4"/>
                  </a:cxn>
                  <a:cxn ang="0">
                    <a:pos x="2" y="4"/>
                  </a:cxn>
                  <a:cxn ang="0">
                    <a:pos x="2" y="4"/>
                  </a:cxn>
                  <a:cxn ang="0">
                    <a:pos x="2" y="4"/>
                  </a:cxn>
                  <a:cxn ang="0">
                    <a:pos x="3" y="4"/>
                  </a:cxn>
                  <a:cxn ang="0">
                    <a:pos x="2" y="4"/>
                  </a:cxn>
                  <a:cxn ang="0">
                    <a:pos x="2" y="3"/>
                  </a:cxn>
                  <a:cxn ang="0">
                    <a:pos x="2" y="3"/>
                  </a:cxn>
                  <a:cxn ang="0">
                    <a:pos x="2" y="3"/>
                  </a:cxn>
                  <a:cxn ang="0">
                    <a:pos x="2" y="3"/>
                  </a:cxn>
                  <a:cxn ang="0">
                    <a:pos x="2" y="3"/>
                  </a:cxn>
                  <a:cxn ang="0">
                    <a:pos x="2" y="3"/>
                  </a:cxn>
                  <a:cxn ang="0">
                    <a:pos x="2" y="3"/>
                  </a:cxn>
                  <a:cxn ang="0">
                    <a:pos x="2" y="3"/>
                  </a:cxn>
                  <a:cxn ang="0">
                    <a:pos x="1" y="2"/>
                  </a:cxn>
                  <a:cxn ang="0">
                    <a:pos x="1" y="1"/>
                  </a:cxn>
                  <a:cxn ang="0">
                    <a:pos x="1" y="1"/>
                  </a:cxn>
                  <a:cxn ang="0">
                    <a:pos x="1" y="1"/>
                  </a:cxn>
                </a:cxnLst>
                <a:rect l="0" t="0" r="r" b="b"/>
                <a:pathLst>
                  <a:path w="3" h="4">
                    <a:moveTo>
                      <a:pt x="1" y="1"/>
                    </a:moveTo>
                    <a:cubicBezTo>
                      <a:pt x="1" y="1"/>
                      <a:pt x="1" y="1"/>
                      <a:pt x="1" y="1"/>
                    </a:cubicBezTo>
                    <a:cubicBezTo>
                      <a:pt x="1" y="1"/>
                      <a:pt x="1" y="1"/>
                      <a:pt x="1" y="1"/>
                    </a:cubicBezTo>
                    <a:cubicBezTo>
                      <a:pt x="1" y="1"/>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3"/>
                    </a:cubicBezTo>
                    <a:cubicBezTo>
                      <a:pt x="1" y="3"/>
                      <a:pt x="1" y="3"/>
                      <a:pt x="1" y="3"/>
                    </a:cubicBezTo>
                    <a:cubicBezTo>
                      <a:pt x="1" y="3"/>
                      <a:pt x="1" y="3"/>
                      <a:pt x="1" y="3"/>
                    </a:cubicBezTo>
                    <a:cubicBezTo>
                      <a:pt x="1" y="3"/>
                      <a:pt x="1" y="3"/>
                      <a:pt x="1" y="3"/>
                    </a:cubicBezTo>
                    <a:cubicBezTo>
                      <a:pt x="1" y="3"/>
                      <a:pt x="1" y="3"/>
                      <a:pt x="1" y="3"/>
                    </a:cubicBezTo>
                    <a:cubicBezTo>
                      <a:pt x="1" y="3"/>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3" y="4"/>
                      <a:pt x="3" y="4"/>
                    </a:cubicBezTo>
                    <a:cubicBezTo>
                      <a:pt x="3" y="4"/>
                      <a:pt x="3" y="4"/>
                      <a:pt x="2" y="4"/>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1" y="3"/>
                      <a:pt x="1" y="2"/>
                      <a:pt x="1" y="2"/>
                    </a:cubicBezTo>
                    <a:cubicBezTo>
                      <a:pt x="1" y="2"/>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5" name="Freeform 395"/>
              <p:cNvSpPr>
                <a:spLocks/>
              </p:cNvSpPr>
              <p:nvPr/>
            </p:nvSpPr>
            <p:spPr bwMode="auto">
              <a:xfrm>
                <a:off x="4887517" y="2290764"/>
                <a:ext cx="2381" cy="2381"/>
              </a:xfrm>
              <a:custGeom>
                <a:avLst/>
                <a:gdLst/>
                <a:ahLst/>
                <a:cxnLst>
                  <a:cxn ang="0">
                    <a:pos x="0" y="0"/>
                  </a:cxn>
                  <a:cxn ang="0">
                    <a:pos x="0" y="0"/>
                  </a:cxn>
                  <a:cxn ang="0">
                    <a:pos x="1" y="1"/>
                  </a:cxn>
                  <a:cxn ang="0">
                    <a:pos x="1" y="1"/>
                  </a:cxn>
                  <a:cxn ang="0">
                    <a:pos x="1" y="1"/>
                  </a:cxn>
                  <a:cxn ang="0">
                    <a:pos x="1" y="1"/>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1" h="1">
                    <a:moveTo>
                      <a:pt x="0" y="0"/>
                    </a:moveTo>
                    <a:cubicBezTo>
                      <a:pt x="0" y="0"/>
                      <a:pt x="0" y="0"/>
                      <a:pt x="0" y="0"/>
                    </a:cubicBezTo>
                    <a:cubicBezTo>
                      <a:pt x="0" y="0"/>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6" name="Freeform 396"/>
              <p:cNvSpPr>
                <a:spLocks/>
              </p:cNvSpPr>
              <p:nvPr/>
            </p:nvSpPr>
            <p:spPr bwMode="auto">
              <a:xfrm>
                <a:off x="4889897" y="2284810"/>
                <a:ext cx="20241" cy="8335"/>
              </a:xfrm>
              <a:custGeom>
                <a:avLst/>
                <a:gdLst/>
                <a:ahLst/>
                <a:cxnLst>
                  <a:cxn ang="0">
                    <a:pos x="0" y="2"/>
                  </a:cxn>
                  <a:cxn ang="0">
                    <a:pos x="1" y="2"/>
                  </a:cxn>
                  <a:cxn ang="0">
                    <a:pos x="1" y="3"/>
                  </a:cxn>
                  <a:cxn ang="0">
                    <a:pos x="2" y="3"/>
                  </a:cxn>
                  <a:cxn ang="0">
                    <a:pos x="2" y="3"/>
                  </a:cxn>
                  <a:cxn ang="0">
                    <a:pos x="3" y="3"/>
                  </a:cxn>
                  <a:cxn ang="0">
                    <a:pos x="3" y="3"/>
                  </a:cxn>
                  <a:cxn ang="0">
                    <a:pos x="3" y="3"/>
                  </a:cxn>
                  <a:cxn ang="0">
                    <a:pos x="4" y="3"/>
                  </a:cxn>
                  <a:cxn ang="0">
                    <a:pos x="4" y="3"/>
                  </a:cxn>
                  <a:cxn ang="0">
                    <a:pos x="4" y="3"/>
                  </a:cxn>
                  <a:cxn ang="0">
                    <a:pos x="5" y="2"/>
                  </a:cxn>
                  <a:cxn ang="0">
                    <a:pos x="5" y="3"/>
                  </a:cxn>
                  <a:cxn ang="0">
                    <a:pos x="5" y="3"/>
                  </a:cxn>
                  <a:cxn ang="0">
                    <a:pos x="5" y="3"/>
                  </a:cxn>
                  <a:cxn ang="0">
                    <a:pos x="6" y="3"/>
                  </a:cxn>
                  <a:cxn ang="0">
                    <a:pos x="6" y="2"/>
                  </a:cxn>
                  <a:cxn ang="0">
                    <a:pos x="6" y="2"/>
                  </a:cxn>
                  <a:cxn ang="0">
                    <a:pos x="6" y="2"/>
                  </a:cxn>
                  <a:cxn ang="0">
                    <a:pos x="4" y="1"/>
                  </a:cxn>
                  <a:cxn ang="0">
                    <a:pos x="5" y="1"/>
                  </a:cxn>
                  <a:cxn ang="0">
                    <a:pos x="5" y="2"/>
                  </a:cxn>
                  <a:cxn ang="0">
                    <a:pos x="6" y="2"/>
                  </a:cxn>
                  <a:cxn ang="0">
                    <a:pos x="7" y="1"/>
                  </a:cxn>
                  <a:cxn ang="0">
                    <a:pos x="6" y="1"/>
                  </a:cxn>
                  <a:cxn ang="0">
                    <a:pos x="6" y="1"/>
                  </a:cxn>
                  <a:cxn ang="0">
                    <a:pos x="5" y="1"/>
                  </a:cxn>
                  <a:cxn ang="0">
                    <a:pos x="5" y="1"/>
                  </a:cxn>
                  <a:cxn ang="0">
                    <a:pos x="4" y="1"/>
                  </a:cxn>
                  <a:cxn ang="0">
                    <a:pos x="4" y="1"/>
                  </a:cxn>
                  <a:cxn ang="0">
                    <a:pos x="3" y="0"/>
                  </a:cxn>
                  <a:cxn ang="0">
                    <a:pos x="2" y="0"/>
                  </a:cxn>
                  <a:cxn ang="0">
                    <a:pos x="3" y="1"/>
                  </a:cxn>
                  <a:cxn ang="0">
                    <a:pos x="3" y="1"/>
                  </a:cxn>
                  <a:cxn ang="0">
                    <a:pos x="2" y="1"/>
                  </a:cxn>
                  <a:cxn ang="0">
                    <a:pos x="3" y="1"/>
                  </a:cxn>
                  <a:cxn ang="0">
                    <a:pos x="2" y="1"/>
                  </a:cxn>
                  <a:cxn ang="0">
                    <a:pos x="2" y="1"/>
                  </a:cxn>
                  <a:cxn ang="0">
                    <a:pos x="2" y="1"/>
                  </a:cxn>
                  <a:cxn ang="0">
                    <a:pos x="1" y="1"/>
                  </a:cxn>
                  <a:cxn ang="0">
                    <a:pos x="1" y="1"/>
                  </a:cxn>
                  <a:cxn ang="0">
                    <a:pos x="0" y="1"/>
                  </a:cxn>
                  <a:cxn ang="0">
                    <a:pos x="0" y="1"/>
                  </a:cxn>
                  <a:cxn ang="0">
                    <a:pos x="0" y="1"/>
                  </a:cxn>
                </a:cxnLst>
                <a:rect l="0" t="0" r="r" b="b"/>
                <a:pathLst>
                  <a:path w="7" h="3">
                    <a:moveTo>
                      <a:pt x="0" y="1"/>
                    </a:moveTo>
                    <a:cubicBezTo>
                      <a:pt x="0" y="1"/>
                      <a:pt x="0" y="2"/>
                      <a:pt x="0" y="2"/>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5" y="3"/>
                    </a:cubicBezTo>
                    <a:cubicBezTo>
                      <a:pt x="5" y="3"/>
                      <a:pt x="5" y="3"/>
                      <a:pt x="5" y="3"/>
                    </a:cubicBezTo>
                    <a:cubicBezTo>
                      <a:pt x="5" y="3"/>
                      <a:pt x="5" y="2"/>
                      <a:pt x="5" y="2"/>
                    </a:cubicBezTo>
                    <a:cubicBezTo>
                      <a:pt x="5" y="2"/>
                      <a:pt x="5" y="2"/>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6" y="3"/>
                      <a:pt x="6" y="3"/>
                    </a:cubicBezTo>
                    <a:cubicBezTo>
                      <a:pt x="6" y="3"/>
                      <a:pt x="6" y="3"/>
                      <a:pt x="6" y="3"/>
                    </a:cubicBezTo>
                    <a:cubicBezTo>
                      <a:pt x="6" y="3"/>
                      <a:pt x="6" y="3"/>
                      <a:pt x="6" y="3"/>
                    </a:cubicBezTo>
                    <a:cubicBezTo>
                      <a:pt x="6" y="3"/>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5" y="2"/>
                      <a:pt x="5" y="2"/>
                      <a:pt x="5" y="2"/>
                    </a:cubicBezTo>
                    <a:cubicBezTo>
                      <a:pt x="5" y="2"/>
                      <a:pt x="5" y="2"/>
                      <a:pt x="5" y="2"/>
                    </a:cubicBezTo>
                    <a:cubicBezTo>
                      <a:pt x="5" y="2"/>
                      <a:pt x="4" y="2"/>
                      <a:pt x="4" y="1"/>
                    </a:cubicBezTo>
                    <a:cubicBezTo>
                      <a:pt x="4" y="1"/>
                      <a:pt x="4" y="1"/>
                      <a:pt x="5" y="1"/>
                    </a:cubicBezTo>
                    <a:cubicBezTo>
                      <a:pt x="5" y="1"/>
                      <a:pt x="5" y="1"/>
                      <a:pt x="5" y="1"/>
                    </a:cubicBezTo>
                    <a:cubicBezTo>
                      <a:pt x="5" y="1"/>
                      <a:pt x="5" y="1"/>
                      <a:pt x="5" y="1"/>
                    </a:cubicBezTo>
                    <a:cubicBezTo>
                      <a:pt x="5" y="1"/>
                      <a:pt x="5" y="1"/>
                      <a:pt x="5" y="1"/>
                    </a:cubicBezTo>
                    <a:cubicBezTo>
                      <a:pt x="5" y="2"/>
                      <a:pt x="5" y="2"/>
                      <a:pt x="5" y="2"/>
                    </a:cubicBezTo>
                    <a:cubicBezTo>
                      <a:pt x="5" y="2"/>
                      <a:pt x="5" y="2"/>
                      <a:pt x="5" y="2"/>
                    </a:cubicBezTo>
                    <a:cubicBezTo>
                      <a:pt x="6" y="2"/>
                      <a:pt x="6" y="2"/>
                      <a:pt x="6" y="2"/>
                    </a:cubicBezTo>
                    <a:cubicBezTo>
                      <a:pt x="6" y="2"/>
                      <a:pt x="6" y="2"/>
                      <a:pt x="6" y="2"/>
                    </a:cubicBezTo>
                    <a:cubicBezTo>
                      <a:pt x="6" y="2"/>
                      <a:pt x="6" y="2"/>
                      <a:pt x="6" y="2"/>
                    </a:cubicBezTo>
                    <a:cubicBezTo>
                      <a:pt x="6" y="1"/>
                      <a:pt x="6" y="1"/>
                      <a:pt x="6" y="1"/>
                    </a:cubicBezTo>
                    <a:cubicBezTo>
                      <a:pt x="6" y="1"/>
                      <a:pt x="6" y="1"/>
                      <a:pt x="6" y="1"/>
                    </a:cubicBezTo>
                    <a:cubicBezTo>
                      <a:pt x="6" y="1"/>
                      <a:pt x="7" y="1"/>
                      <a:pt x="7" y="1"/>
                    </a:cubicBezTo>
                    <a:cubicBezTo>
                      <a:pt x="7" y="1"/>
                      <a:pt x="7" y="1"/>
                      <a:pt x="7" y="1"/>
                    </a:cubicBezTo>
                    <a:cubicBezTo>
                      <a:pt x="7"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4" y="1"/>
                    </a:cubicBezTo>
                    <a:cubicBezTo>
                      <a:pt x="4" y="1"/>
                      <a:pt x="4" y="1"/>
                      <a:pt x="4" y="1"/>
                    </a:cubicBezTo>
                    <a:cubicBezTo>
                      <a:pt x="4" y="1"/>
                      <a:pt x="4" y="1"/>
                      <a:pt x="4" y="1"/>
                    </a:cubicBezTo>
                    <a:cubicBezTo>
                      <a:pt x="4" y="1"/>
                      <a:pt x="4" y="1"/>
                      <a:pt x="4" y="1"/>
                    </a:cubicBezTo>
                    <a:cubicBezTo>
                      <a:pt x="4" y="1"/>
                      <a:pt x="4" y="1"/>
                      <a:pt x="4" y="1"/>
                    </a:cubicBezTo>
                    <a:cubicBezTo>
                      <a:pt x="3" y="1"/>
                      <a:pt x="3" y="1"/>
                      <a:pt x="3" y="1"/>
                    </a:cubicBezTo>
                    <a:cubicBezTo>
                      <a:pt x="3" y="1"/>
                      <a:pt x="3" y="0"/>
                      <a:pt x="3" y="0"/>
                    </a:cubicBezTo>
                    <a:cubicBezTo>
                      <a:pt x="3" y="0"/>
                      <a:pt x="3" y="0"/>
                      <a:pt x="3" y="0"/>
                    </a:cubicBezTo>
                    <a:cubicBezTo>
                      <a:pt x="2" y="0"/>
                      <a:pt x="2" y="0"/>
                      <a:pt x="2" y="0"/>
                    </a:cubicBezTo>
                    <a:cubicBezTo>
                      <a:pt x="2" y="0"/>
                      <a:pt x="2" y="0"/>
                      <a:pt x="2" y="0"/>
                    </a:cubicBezTo>
                    <a:cubicBezTo>
                      <a:pt x="2" y="0"/>
                      <a:pt x="2" y="0"/>
                      <a:pt x="2" y="0"/>
                    </a:cubicBezTo>
                    <a:cubicBezTo>
                      <a:pt x="2" y="0"/>
                      <a:pt x="3" y="1"/>
                      <a:pt x="3"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3" y="1"/>
                    </a:cubicBezTo>
                    <a:cubicBezTo>
                      <a:pt x="3" y="1"/>
                      <a:pt x="3" y="1"/>
                      <a:pt x="3" y="1"/>
                    </a:cubicBezTo>
                    <a:cubicBezTo>
                      <a:pt x="3" y="1"/>
                      <a:pt x="3" y="1"/>
                      <a:pt x="3" y="1"/>
                    </a:cubicBezTo>
                    <a:cubicBezTo>
                      <a:pt x="3" y="1"/>
                      <a:pt x="3" y="2"/>
                      <a:pt x="3" y="2"/>
                    </a:cubicBezTo>
                    <a:cubicBezTo>
                      <a:pt x="3" y="2"/>
                      <a:pt x="3" y="2"/>
                      <a:pt x="3" y="2"/>
                    </a:cubicBezTo>
                    <a:cubicBezTo>
                      <a:pt x="3" y="2"/>
                      <a:pt x="3"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1" y="1"/>
                    </a:cubicBezTo>
                    <a:cubicBezTo>
                      <a:pt x="1" y="1"/>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7" name="Freeform 397"/>
              <p:cNvSpPr>
                <a:spLocks/>
              </p:cNvSpPr>
              <p:nvPr/>
            </p:nvSpPr>
            <p:spPr bwMode="auto">
              <a:xfrm>
                <a:off x="4910138" y="2287192"/>
                <a:ext cx="10716" cy="3572"/>
              </a:xfrm>
              <a:custGeom>
                <a:avLst/>
                <a:gdLst/>
                <a:ahLst/>
                <a:cxnLst>
                  <a:cxn ang="0">
                    <a:pos x="0" y="1"/>
                  </a:cxn>
                  <a:cxn ang="0">
                    <a:pos x="1" y="1"/>
                  </a:cxn>
                  <a:cxn ang="0">
                    <a:pos x="1" y="1"/>
                  </a:cxn>
                  <a:cxn ang="0">
                    <a:pos x="2" y="1"/>
                  </a:cxn>
                  <a:cxn ang="0">
                    <a:pos x="2" y="1"/>
                  </a:cxn>
                  <a:cxn ang="0">
                    <a:pos x="2" y="1"/>
                  </a:cxn>
                  <a:cxn ang="0">
                    <a:pos x="2" y="1"/>
                  </a:cxn>
                  <a:cxn ang="0">
                    <a:pos x="3" y="1"/>
                  </a:cxn>
                  <a:cxn ang="0">
                    <a:pos x="3" y="1"/>
                  </a:cxn>
                  <a:cxn ang="0">
                    <a:pos x="4" y="1"/>
                  </a:cxn>
                  <a:cxn ang="0">
                    <a:pos x="4" y="1"/>
                  </a:cxn>
                  <a:cxn ang="0">
                    <a:pos x="4" y="0"/>
                  </a:cxn>
                  <a:cxn ang="0">
                    <a:pos x="4" y="0"/>
                  </a:cxn>
                  <a:cxn ang="0">
                    <a:pos x="4" y="0"/>
                  </a:cxn>
                  <a:cxn ang="0">
                    <a:pos x="4" y="0"/>
                  </a:cxn>
                  <a:cxn ang="0">
                    <a:pos x="4" y="0"/>
                  </a:cxn>
                  <a:cxn ang="0">
                    <a:pos x="3" y="0"/>
                  </a:cxn>
                  <a:cxn ang="0">
                    <a:pos x="3" y="0"/>
                  </a:cxn>
                  <a:cxn ang="0">
                    <a:pos x="3" y="0"/>
                  </a:cxn>
                  <a:cxn ang="0">
                    <a:pos x="3" y="0"/>
                  </a:cxn>
                  <a:cxn ang="0">
                    <a:pos x="3"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0" y="0"/>
                  </a:cxn>
                  <a:cxn ang="0">
                    <a:pos x="0" y="0"/>
                  </a:cxn>
                  <a:cxn ang="0">
                    <a:pos x="0" y="0"/>
                  </a:cxn>
                  <a:cxn ang="0">
                    <a:pos x="0" y="0"/>
                  </a:cxn>
                </a:cxnLst>
                <a:rect l="0" t="0" r="r" b="b"/>
                <a:pathLst>
                  <a:path w="4" h="1">
                    <a:moveTo>
                      <a:pt x="0" y="0"/>
                    </a:moveTo>
                    <a:cubicBezTo>
                      <a:pt x="0" y="0"/>
                      <a:pt x="0" y="0"/>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3" y="1"/>
                      <a:pt x="3" y="1"/>
                      <a:pt x="3" y="1"/>
                    </a:cubicBezTo>
                    <a:cubicBezTo>
                      <a:pt x="3" y="1"/>
                      <a:pt x="3" y="1"/>
                      <a:pt x="3" y="1"/>
                    </a:cubicBezTo>
                    <a:cubicBezTo>
                      <a:pt x="3" y="1"/>
                      <a:pt x="3" y="1"/>
                      <a:pt x="3" y="1"/>
                    </a:cubicBezTo>
                    <a:cubicBezTo>
                      <a:pt x="3" y="1"/>
                      <a:pt x="3" y="1"/>
                      <a:pt x="3" y="1"/>
                    </a:cubicBezTo>
                    <a:cubicBezTo>
                      <a:pt x="3" y="1"/>
                      <a:pt x="3" y="1"/>
                      <a:pt x="4" y="1"/>
                    </a:cubicBezTo>
                    <a:cubicBezTo>
                      <a:pt x="4" y="1"/>
                      <a:pt x="4" y="1"/>
                      <a:pt x="4" y="1"/>
                    </a:cubicBezTo>
                    <a:cubicBezTo>
                      <a:pt x="4" y="1"/>
                      <a:pt x="4" y="1"/>
                      <a:pt x="4" y="1"/>
                    </a:cubicBezTo>
                    <a:cubicBezTo>
                      <a:pt x="4" y="1"/>
                      <a:pt x="4" y="1"/>
                      <a:pt x="4" y="1"/>
                    </a:cubicBezTo>
                    <a:cubicBezTo>
                      <a:pt x="4" y="1"/>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8" name="Freeform 398"/>
              <p:cNvSpPr>
                <a:spLocks/>
              </p:cNvSpPr>
              <p:nvPr/>
            </p:nvSpPr>
            <p:spPr bwMode="auto">
              <a:xfrm>
                <a:off x="4706541" y="2278858"/>
                <a:ext cx="9525" cy="2381"/>
              </a:xfrm>
              <a:custGeom>
                <a:avLst/>
                <a:gdLst/>
                <a:ahLst/>
                <a:cxnLst>
                  <a:cxn ang="0">
                    <a:pos x="0" y="0"/>
                  </a:cxn>
                  <a:cxn ang="0">
                    <a:pos x="0"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1" y="1"/>
                  </a:cxn>
                  <a:cxn ang="0">
                    <a:pos x="1" y="1"/>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3" y="0"/>
                  </a:cxn>
                  <a:cxn ang="0">
                    <a:pos x="3"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Lst>
                <a:rect l="0" t="0" r="r" b="b"/>
                <a:pathLst>
                  <a:path w="3" h="1">
                    <a:moveTo>
                      <a:pt x="0" y="0"/>
                    </a:move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19" name="Freeform 399"/>
              <p:cNvSpPr>
                <a:spLocks/>
              </p:cNvSpPr>
              <p:nvPr/>
            </p:nvSpPr>
            <p:spPr bwMode="auto">
              <a:xfrm>
                <a:off x="4710114" y="2278858"/>
                <a:ext cx="8335" cy="2381"/>
              </a:xfrm>
              <a:custGeom>
                <a:avLst/>
                <a:gdLst/>
                <a:ahLst/>
                <a:cxnLst>
                  <a:cxn ang="0">
                    <a:pos x="1" y="0"/>
                  </a:cxn>
                  <a:cxn ang="0">
                    <a:pos x="1" y="0"/>
                  </a:cxn>
                  <a:cxn ang="0">
                    <a:pos x="1" y="1"/>
                  </a:cxn>
                  <a:cxn ang="0">
                    <a:pos x="1" y="1"/>
                  </a:cxn>
                  <a:cxn ang="0">
                    <a:pos x="1" y="1"/>
                  </a:cxn>
                  <a:cxn ang="0">
                    <a:pos x="1" y="1"/>
                  </a:cxn>
                  <a:cxn ang="0">
                    <a:pos x="1" y="1"/>
                  </a:cxn>
                  <a:cxn ang="0">
                    <a:pos x="1" y="1"/>
                  </a:cxn>
                  <a:cxn ang="0">
                    <a:pos x="1" y="1"/>
                  </a:cxn>
                  <a:cxn ang="0">
                    <a:pos x="1"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3" y="0"/>
                  </a:cxn>
                  <a:cxn ang="0">
                    <a:pos x="3" y="0"/>
                  </a:cxn>
                  <a:cxn ang="0">
                    <a:pos x="3" y="0"/>
                  </a:cxn>
                  <a:cxn ang="0">
                    <a:pos x="3" y="0"/>
                  </a:cxn>
                  <a:cxn ang="0">
                    <a:pos x="3" y="0"/>
                  </a:cxn>
                  <a:cxn ang="0">
                    <a:pos x="3" y="0"/>
                  </a:cxn>
                  <a:cxn ang="0">
                    <a:pos x="3" y="0"/>
                  </a:cxn>
                  <a:cxn ang="0">
                    <a:pos x="3" y="0"/>
                  </a:cxn>
                  <a:cxn ang="0">
                    <a:pos x="3" y="0"/>
                  </a:cxn>
                  <a:cxn ang="0">
                    <a:pos x="3" y="0"/>
                  </a:cxn>
                  <a:cxn ang="0">
                    <a:pos x="3" y="0"/>
                  </a:cxn>
                  <a:cxn ang="0">
                    <a:pos x="3" y="0"/>
                  </a:cxn>
                  <a:cxn ang="0">
                    <a:pos x="3"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2" y="0"/>
                  </a:cxn>
                </a:cxnLst>
                <a:rect l="0" t="0" r="r" b="b"/>
                <a:pathLst>
                  <a:path w="3" h="1">
                    <a:moveTo>
                      <a:pt x="2" y="0"/>
                    </a:move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0" name="Freeform 400"/>
              <p:cNvSpPr>
                <a:spLocks/>
              </p:cNvSpPr>
              <p:nvPr/>
            </p:nvSpPr>
            <p:spPr bwMode="auto">
              <a:xfrm>
                <a:off x="4718447" y="2281239"/>
                <a:ext cx="1191" cy="35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 ang="0">
                    <a:pos x="0" y="0"/>
                  </a:cxn>
                  <a:cxn ang="0">
                    <a:pos x="0" y="0"/>
                  </a:cxn>
                </a:cxnLst>
                <a:rect l="0" t="0" r="r" b="b"/>
                <a:pathLst>
                  <a:path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1" name="Freeform 401"/>
              <p:cNvSpPr>
                <a:spLocks/>
              </p:cNvSpPr>
              <p:nvPr/>
            </p:nvSpPr>
            <p:spPr bwMode="auto">
              <a:xfrm>
                <a:off x="4720829" y="2281238"/>
                <a:ext cx="3572"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2" name="Freeform 402"/>
              <p:cNvSpPr>
                <a:spLocks/>
              </p:cNvSpPr>
              <p:nvPr/>
            </p:nvSpPr>
            <p:spPr bwMode="auto">
              <a:xfrm>
                <a:off x="4724401" y="2278857"/>
                <a:ext cx="238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3" name="Freeform 403"/>
              <p:cNvSpPr>
                <a:spLocks/>
              </p:cNvSpPr>
              <p:nvPr/>
            </p:nvSpPr>
            <p:spPr bwMode="auto">
              <a:xfrm>
                <a:off x="4726783" y="2276476"/>
                <a:ext cx="2381" cy="1191"/>
              </a:xfrm>
              <a:custGeom>
                <a:avLst/>
                <a:gdLst/>
                <a:ahLst/>
                <a:cxnLst>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4" name="Freeform 404"/>
              <p:cNvSpPr>
                <a:spLocks/>
              </p:cNvSpPr>
              <p:nvPr/>
            </p:nvSpPr>
            <p:spPr bwMode="auto">
              <a:xfrm>
                <a:off x="4724401" y="2276476"/>
                <a:ext cx="4763" cy="2381"/>
              </a:xfrm>
              <a:custGeom>
                <a:avLst/>
                <a:gdLst/>
                <a:ahLst/>
                <a:cxnLst>
                  <a:cxn ang="0">
                    <a:pos x="0" y="0"/>
                  </a:cxn>
                  <a:cxn ang="0">
                    <a:pos x="0" y="0"/>
                  </a:cxn>
                  <a:cxn ang="0">
                    <a:pos x="0" y="0"/>
                  </a:cxn>
                  <a:cxn ang="0">
                    <a:pos x="0" y="0"/>
                  </a:cxn>
                  <a:cxn ang="0">
                    <a:pos x="1" y="0"/>
                  </a:cxn>
                  <a:cxn ang="0">
                    <a:pos x="1" y="0"/>
                  </a:cxn>
                  <a:cxn ang="0">
                    <a:pos x="1" y="0"/>
                  </a:cxn>
                  <a:cxn ang="0">
                    <a:pos x="1" y="0"/>
                  </a:cxn>
                  <a:cxn ang="0">
                    <a:pos x="1" y="1"/>
                  </a:cxn>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2"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2"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5" name="Freeform 405"/>
              <p:cNvSpPr>
                <a:spLocks/>
              </p:cNvSpPr>
              <p:nvPr/>
            </p:nvSpPr>
            <p:spPr bwMode="auto">
              <a:xfrm>
                <a:off x="4726783" y="2281238"/>
                <a:ext cx="2381" cy="1191"/>
              </a:xfrm>
              <a:custGeom>
                <a:avLst/>
                <a:gdLst/>
                <a:ahLst/>
                <a:cxnLst>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6" name="Freeform 406"/>
              <p:cNvSpPr>
                <a:spLocks/>
              </p:cNvSpPr>
              <p:nvPr/>
            </p:nvSpPr>
            <p:spPr bwMode="auto">
              <a:xfrm>
                <a:off x="4726783" y="2272904"/>
                <a:ext cx="2381" cy="3572"/>
              </a:xfrm>
              <a:custGeom>
                <a:avLst/>
                <a:gdLst/>
                <a:ahLst/>
                <a:cxnLst>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7" name="Freeform 407"/>
              <p:cNvSpPr>
                <a:spLocks/>
              </p:cNvSpPr>
              <p:nvPr/>
            </p:nvSpPr>
            <p:spPr bwMode="auto">
              <a:xfrm>
                <a:off x="4732735" y="2281239"/>
                <a:ext cx="2381" cy="3572"/>
              </a:xfrm>
              <a:custGeom>
                <a:avLst/>
                <a:gdLst/>
                <a:ahLst/>
                <a:cxnLst>
                  <a:cxn ang="0">
                    <a:pos x="0" y="1"/>
                  </a:cxn>
                  <a:cxn ang="0">
                    <a:pos x="0" y="1"/>
                  </a:cxn>
                  <a:cxn ang="0">
                    <a:pos x="0" y="1"/>
                  </a:cxn>
                  <a:cxn ang="0">
                    <a:pos x="0" y="1"/>
                  </a:cxn>
                  <a:cxn ang="0">
                    <a:pos x="1" y="1"/>
                  </a:cxn>
                  <a:cxn ang="0">
                    <a:pos x="1" y="0"/>
                  </a:cxn>
                  <a:cxn ang="0">
                    <a:pos x="0" y="0"/>
                  </a:cxn>
                  <a:cxn ang="0">
                    <a:pos x="0" y="0"/>
                  </a:cxn>
                  <a:cxn ang="0">
                    <a:pos x="0" y="0"/>
                  </a:cxn>
                  <a:cxn ang="0">
                    <a:pos x="0" y="0"/>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1" y="1"/>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8" name="Freeform 408"/>
              <p:cNvSpPr>
                <a:spLocks/>
              </p:cNvSpPr>
              <p:nvPr/>
            </p:nvSpPr>
            <p:spPr bwMode="auto">
              <a:xfrm>
                <a:off x="4729164" y="2278858"/>
                <a:ext cx="3572" cy="2381"/>
              </a:xfrm>
              <a:custGeom>
                <a:avLst/>
                <a:gdLst/>
                <a:ahLst/>
                <a:cxnLst>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0" y="0"/>
                  </a:cxn>
                  <a:cxn ang="0">
                    <a:pos x="0" y="0"/>
                  </a:cxn>
                  <a:cxn ang="0">
                    <a:pos x="0" y="0"/>
                  </a:cxn>
                  <a:cxn ang="0">
                    <a:pos x="0" y="0"/>
                  </a:cxn>
                  <a:cxn ang="0">
                    <a:pos x="0" y="0"/>
                  </a:cxn>
                  <a:cxn ang="0">
                    <a:pos x="0" y="0"/>
                  </a:cxn>
                </a:cxnLst>
                <a:rect l="0" t="0" r="r" b="b"/>
                <a:pathLst>
                  <a:path w="1" h="1">
                    <a:moveTo>
                      <a:pt x="0" y="0"/>
                    </a:move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29" name="Freeform 409"/>
              <p:cNvSpPr>
                <a:spLocks/>
              </p:cNvSpPr>
              <p:nvPr/>
            </p:nvSpPr>
            <p:spPr bwMode="auto">
              <a:xfrm>
                <a:off x="4732735" y="2276476"/>
                <a:ext cx="4763" cy="4763"/>
              </a:xfrm>
              <a:custGeom>
                <a:avLst/>
                <a:gdLst/>
                <a:ahLst/>
                <a:cxnLst>
                  <a:cxn ang="0">
                    <a:pos x="1" y="2"/>
                  </a:cxn>
                  <a:cxn ang="0">
                    <a:pos x="1" y="1"/>
                  </a:cxn>
                  <a:cxn ang="0">
                    <a:pos x="1" y="1"/>
                  </a:cxn>
                  <a:cxn ang="0">
                    <a:pos x="1" y="1"/>
                  </a:cxn>
                  <a:cxn ang="0">
                    <a:pos x="1" y="1"/>
                  </a:cxn>
                  <a:cxn ang="0">
                    <a:pos x="1" y="1"/>
                  </a:cxn>
                  <a:cxn ang="0">
                    <a:pos x="1" y="2"/>
                  </a:cxn>
                  <a:cxn ang="0">
                    <a:pos x="1" y="2"/>
                  </a:cxn>
                  <a:cxn ang="0">
                    <a:pos x="2" y="1"/>
                  </a:cxn>
                  <a:cxn ang="0">
                    <a:pos x="2" y="1"/>
                  </a:cxn>
                  <a:cxn ang="0">
                    <a:pos x="2" y="1"/>
                  </a:cxn>
                  <a:cxn ang="0">
                    <a:pos x="2" y="1"/>
                  </a:cxn>
                  <a:cxn ang="0">
                    <a:pos x="2" y="1"/>
                  </a:cxn>
                  <a:cxn ang="0">
                    <a:pos x="2" y="0"/>
                  </a:cxn>
                  <a:cxn ang="0">
                    <a:pos x="1" y="0"/>
                  </a:cxn>
                  <a:cxn ang="0">
                    <a:pos x="1" y="0"/>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1" y="2"/>
                  </a:cxn>
                </a:cxnLst>
                <a:rect l="0" t="0" r="r" b="b"/>
                <a:pathLst>
                  <a:path w="2" h="2">
                    <a:moveTo>
                      <a:pt x="1" y="2"/>
                    </a:moveTo>
                    <a:cubicBezTo>
                      <a:pt x="1" y="2"/>
                      <a:pt x="1" y="2"/>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1"/>
                      <a:pt x="2" y="1"/>
                    </a:cubicBezTo>
                    <a:cubicBezTo>
                      <a:pt x="2" y="1"/>
                      <a:pt x="2" y="1"/>
                      <a:pt x="2" y="1"/>
                    </a:cubicBezTo>
                    <a:cubicBezTo>
                      <a:pt x="2" y="1"/>
                      <a:pt x="2" y="1"/>
                      <a:pt x="2" y="1"/>
                    </a:cubicBezTo>
                    <a:cubicBezTo>
                      <a:pt x="2" y="1"/>
                      <a:pt x="2" y="1"/>
                      <a:pt x="2" y="1"/>
                    </a:cubicBezTo>
                    <a:cubicBezTo>
                      <a:pt x="2" y="1"/>
                      <a:pt x="2" y="1"/>
                      <a:pt x="2" y="1"/>
                    </a:cubicBezTo>
                    <a:cubicBezTo>
                      <a:pt x="2" y="1"/>
                      <a:pt x="2" y="0"/>
                      <a:pt x="2" y="0"/>
                    </a:cubicBezTo>
                    <a:cubicBezTo>
                      <a:pt x="1" y="0"/>
                      <a:pt x="1" y="0"/>
                      <a:pt x="1" y="0"/>
                    </a:cubicBezTo>
                    <a:cubicBezTo>
                      <a:pt x="1" y="0"/>
                      <a:pt x="1" y="0"/>
                      <a:pt x="1" y="0"/>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0" name="Freeform 410"/>
              <p:cNvSpPr>
                <a:spLocks/>
              </p:cNvSpPr>
              <p:nvPr/>
            </p:nvSpPr>
            <p:spPr bwMode="auto">
              <a:xfrm>
                <a:off x="4726782" y="2299097"/>
                <a:ext cx="28575" cy="19050"/>
              </a:xfrm>
              <a:custGeom>
                <a:avLst/>
                <a:gdLst/>
                <a:ahLst/>
                <a:cxnLst>
                  <a:cxn ang="0">
                    <a:pos x="5" y="1"/>
                  </a:cxn>
                  <a:cxn ang="0">
                    <a:pos x="5" y="2"/>
                  </a:cxn>
                  <a:cxn ang="0">
                    <a:pos x="4" y="2"/>
                  </a:cxn>
                  <a:cxn ang="0">
                    <a:pos x="4" y="2"/>
                  </a:cxn>
                  <a:cxn ang="0">
                    <a:pos x="4" y="2"/>
                  </a:cxn>
                  <a:cxn ang="0">
                    <a:pos x="3" y="2"/>
                  </a:cxn>
                  <a:cxn ang="0">
                    <a:pos x="3" y="3"/>
                  </a:cxn>
                  <a:cxn ang="0">
                    <a:pos x="3" y="3"/>
                  </a:cxn>
                  <a:cxn ang="0">
                    <a:pos x="2" y="3"/>
                  </a:cxn>
                  <a:cxn ang="0">
                    <a:pos x="2" y="4"/>
                  </a:cxn>
                  <a:cxn ang="0">
                    <a:pos x="1" y="4"/>
                  </a:cxn>
                  <a:cxn ang="0">
                    <a:pos x="2" y="4"/>
                  </a:cxn>
                  <a:cxn ang="0">
                    <a:pos x="2" y="4"/>
                  </a:cxn>
                  <a:cxn ang="0">
                    <a:pos x="1" y="5"/>
                  </a:cxn>
                  <a:cxn ang="0">
                    <a:pos x="1" y="5"/>
                  </a:cxn>
                  <a:cxn ang="0">
                    <a:pos x="1" y="5"/>
                  </a:cxn>
                  <a:cxn ang="0">
                    <a:pos x="2" y="6"/>
                  </a:cxn>
                  <a:cxn ang="0">
                    <a:pos x="1" y="5"/>
                  </a:cxn>
                  <a:cxn ang="0">
                    <a:pos x="0" y="6"/>
                  </a:cxn>
                  <a:cxn ang="0">
                    <a:pos x="0" y="6"/>
                  </a:cxn>
                  <a:cxn ang="0">
                    <a:pos x="1" y="6"/>
                  </a:cxn>
                  <a:cxn ang="0">
                    <a:pos x="1" y="7"/>
                  </a:cxn>
                  <a:cxn ang="0">
                    <a:pos x="1" y="7"/>
                  </a:cxn>
                  <a:cxn ang="0">
                    <a:pos x="2" y="7"/>
                  </a:cxn>
                  <a:cxn ang="0">
                    <a:pos x="2" y="7"/>
                  </a:cxn>
                  <a:cxn ang="0">
                    <a:pos x="3" y="6"/>
                  </a:cxn>
                  <a:cxn ang="0">
                    <a:pos x="3" y="5"/>
                  </a:cxn>
                  <a:cxn ang="0">
                    <a:pos x="3" y="6"/>
                  </a:cxn>
                  <a:cxn ang="0">
                    <a:pos x="4" y="5"/>
                  </a:cxn>
                  <a:cxn ang="0">
                    <a:pos x="4" y="5"/>
                  </a:cxn>
                  <a:cxn ang="0">
                    <a:pos x="4" y="4"/>
                  </a:cxn>
                  <a:cxn ang="0">
                    <a:pos x="4" y="4"/>
                  </a:cxn>
                  <a:cxn ang="0">
                    <a:pos x="5" y="4"/>
                  </a:cxn>
                  <a:cxn ang="0">
                    <a:pos x="5" y="4"/>
                  </a:cxn>
                  <a:cxn ang="0">
                    <a:pos x="5" y="4"/>
                  </a:cxn>
                  <a:cxn ang="0">
                    <a:pos x="5" y="3"/>
                  </a:cxn>
                  <a:cxn ang="0">
                    <a:pos x="6" y="3"/>
                  </a:cxn>
                  <a:cxn ang="0">
                    <a:pos x="7" y="2"/>
                  </a:cxn>
                  <a:cxn ang="0">
                    <a:pos x="8" y="2"/>
                  </a:cxn>
                  <a:cxn ang="0">
                    <a:pos x="9" y="2"/>
                  </a:cxn>
                  <a:cxn ang="0">
                    <a:pos x="10" y="1"/>
                  </a:cxn>
                  <a:cxn ang="0">
                    <a:pos x="9" y="0"/>
                  </a:cxn>
                  <a:cxn ang="0">
                    <a:pos x="9" y="0"/>
                  </a:cxn>
                  <a:cxn ang="0">
                    <a:pos x="8" y="0"/>
                  </a:cxn>
                  <a:cxn ang="0">
                    <a:pos x="8" y="1"/>
                  </a:cxn>
                  <a:cxn ang="0">
                    <a:pos x="8" y="1"/>
                  </a:cxn>
                  <a:cxn ang="0">
                    <a:pos x="7" y="1"/>
                  </a:cxn>
                  <a:cxn ang="0">
                    <a:pos x="7" y="1"/>
                  </a:cxn>
                  <a:cxn ang="0">
                    <a:pos x="7" y="1"/>
                  </a:cxn>
                  <a:cxn ang="0">
                    <a:pos x="6" y="1"/>
                  </a:cxn>
                  <a:cxn ang="0">
                    <a:pos x="5" y="1"/>
                  </a:cxn>
                </a:cxnLst>
                <a:rect l="0" t="0" r="r" b="b"/>
                <a:pathLst>
                  <a:path w="10" h="7">
                    <a:moveTo>
                      <a:pt x="5" y="1"/>
                    </a:move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2"/>
                      <a:pt x="5" y="2"/>
                    </a:cubicBezTo>
                    <a:cubicBezTo>
                      <a:pt x="5" y="2"/>
                      <a:pt x="5" y="2"/>
                      <a:pt x="5" y="2"/>
                    </a:cubicBezTo>
                    <a:cubicBezTo>
                      <a:pt x="5" y="2"/>
                      <a:pt x="5" y="2"/>
                      <a:pt x="5" y="2"/>
                    </a:cubicBezTo>
                    <a:cubicBezTo>
                      <a:pt x="5"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3" y="2"/>
                      <a:pt x="3" y="2"/>
                      <a:pt x="3" y="2"/>
                    </a:cubicBezTo>
                    <a:cubicBezTo>
                      <a:pt x="3" y="2"/>
                      <a:pt x="3" y="2"/>
                      <a:pt x="3" y="2"/>
                    </a:cubicBezTo>
                    <a:cubicBezTo>
                      <a:pt x="3" y="2"/>
                      <a:pt x="3" y="2"/>
                      <a:pt x="3" y="2"/>
                    </a:cubicBezTo>
                    <a:cubicBezTo>
                      <a:pt x="3" y="2"/>
                      <a:pt x="3" y="2"/>
                      <a:pt x="3" y="2"/>
                    </a:cubicBezTo>
                    <a:cubicBezTo>
                      <a:pt x="3" y="2"/>
                      <a:pt x="3" y="2"/>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1" y="4"/>
                      <a:pt x="1" y="4"/>
                    </a:cubicBezTo>
                    <a:cubicBezTo>
                      <a:pt x="1" y="4"/>
                      <a:pt x="1" y="4"/>
                      <a:pt x="1" y="4"/>
                    </a:cubicBezTo>
                    <a:cubicBezTo>
                      <a:pt x="1" y="4"/>
                      <a:pt x="1"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1" y="4"/>
                      <a:pt x="1" y="4"/>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2" y="5"/>
                      <a:pt x="2" y="6"/>
                    </a:cubicBezTo>
                    <a:cubicBezTo>
                      <a:pt x="2" y="6"/>
                      <a:pt x="2" y="6"/>
                      <a:pt x="2" y="6"/>
                    </a:cubicBezTo>
                    <a:cubicBezTo>
                      <a:pt x="1" y="6"/>
                      <a:pt x="1" y="6"/>
                      <a:pt x="1" y="6"/>
                    </a:cubicBezTo>
                    <a:cubicBezTo>
                      <a:pt x="1" y="5"/>
                      <a:pt x="1" y="5"/>
                      <a:pt x="1" y="5"/>
                    </a:cubicBezTo>
                    <a:cubicBezTo>
                      <a:pt x="1" y="5"/>
                      <a:pt x="1" y="5"/>
                      <a:pt x="1" y="5"/>
                    </a:cubicBezTo>
                    <a:cubicBezTo>
                      <a:pt x="1" y="5"/>
                      <a:pt x="1" y="6"/>
                      <a:pt x="1" y="6"/>
                    </a:cubicBezTo>
                    <a:cubicBezTo>
                      <a:pt x="1" y="6"/>
                      <a:pt x="1" y="6"/>
                      <a:pt x="1" y="6"/>
                    </a:cubicBezTo>
                    <a:cubicBezTo>
                      <a:pt x="1" y="6"/>
                      <a:pt x="1" y="6"/>
                      <a:pt x="1" y="6"/>
                    </a:cubicBezTo>
                    <a:cubicBezTo>
                      <a:pt x="1"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3" y="7"/>
                      <a:pt x="3" y="7"/>
                      <a:pt x="3" y="7"/>
                    </a:cubicBezTo>
                    <a:cubicBezTo>
                      <a:pt x="3" y="7"/>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5"/>
                      <a:pt x="3" y="5"/>
                    </a:cubicBezTo>
                    <a:cubicBezTo>
                      <a:pt x="3" y="5"/>
                      <a:pt x="3" y="5"/>
                      <a:pt x="3" y="5"/>
                    </a:cubicBezTo>
                    <a:cubicBezTo>
                      <a:pt x="3" y="5"/>
                      <a:pt x="3" y="5"/>
                      <a:pt x="3" y="5"/>
                    </a:cubicBezTo>
                    <a:cubicBezTo>
                      <a:pt x="3" y="6"/>
                      <a:pt x="3" y="6"/>
                      <a:pt x="3" y="6"/>
                    </a:cubicBezTo>
                    <a:cubicBezTo>
                      <a:pt x="3" y="6"/>
                      <a:pt x="3" y="6"/>
                      <a:pt x="3" y="6"/>
                    </a:cubicBezTo>
                    <a:cubicBezTo>
                      <a:pt x="3" y="6"/>
                      <a:pt x="3" y="6"/>
                      <a:pt x="3" y="6"/>
                    </a:cubicBezTo>
                    <a:cubicBezTo>
                      <a:pt x="3" y="6"/>
                      <a:pt x="4" y="5"/>
                      <a:pt x="4" y="5"/>
                    </a:cubicBezTo>
                    <a:cubicBezTo>
                      <a:pt x="4" y="5"/>
                      <a:pt x="4" y="5"/>
                      <a:pt x="4" y="5"/>
                    </a:cubicBezTo>
                    <a:cubicBezTo>
                      <a:pt x="4" y="5"/>
                      <a:pt x="4" y="5"/>
                      <a:pt x="4" y="5"/>
                    </a:cubicBezTo>
                    <a:cubicBezTo>
                      <a:pt x="3" y="5"/>
                      <a:pt x="3" y="5"/>
                      <a:pt x="3" y="4"/>
                    </a:cubicBezTo>
                    <a:cubicBezTo>
                      <a:pt x="3" y="4"/>
                      <a:pt x="3" y="4"/>
                      <a:pt x="3" y="4"/>
                    </a:cubicBezTo>
                    <a:cubicBezTo>
                      <a:pt x="3" y="4"/>
                      <a:pt x="3" y="4"/>
                      <a:pt x="3" y="4"/>
                    </a:cubicBezTo>
                    <a:cubicBezTo>
                      <a:pt x="4" y="4"/>
                      <a:pt x="4" y="5"/>
                      <a:pt x="4" y="5"/>
                    </a:cubicBezTo>
                    <a:cubicBezTo>
                      <a:pt x="4" y="5"/>
                      <a:pt x="4" y="5"/>
                      <a:pt x="4" y="5"/>
                    </a:cubicBezTo>
                    <a:cubicBezTo>
                      <a:pt x="4" y="5"/>
                      <a:pt x="4" y="5"/>
                      <a:pt x="4" y="5"/>
                    </a:cubicBezTo>
                    <a:cubicBezTo>
                      <a:pt x="4" y="5"/>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3"/>
                      <a:pt x="5" y="3"/>
                      <a:pt x="5" y="3"/>
                    </a:cubicBezTo>
                    <a:cubicBezTo>
                      <a:pt x="5" y="3"/>
                      <a:pt x="5" y="3"/>
                      <a:pt x="5" y="3"/>
                    </a:cubicBezTo>
                    <a:cubicBezTo>
                      <a:pt x="5" y="3"/>
                      <a:pt x="5" y="3"/>
                      <a:pt x="5" y="3"/>
                    </a:cubicBezTo>
                    <a:cubicBezTo>
                      <a:pt x="6" y="3"/>
                      <a:pt x="6" y="3"/>
                      <a:pt x="6" y="3"/>
                    </a:cubicBezTo>
                    <a:cubicBezTo>
                      <a:pt x="6" y="3"/>
                      <a:pt x="6" y="3"/>
                      <a:pt x="6" y="3"/>
                    </a:cubicBezTo>
                    <a:cubicBezTo>
                      <a:pt x="6" y="3"/>
                      <a:pt x="6" y="3"/>
                      <a:pt x="6" y="3"/>
                    </a:cubicBezTo>
                    <a:cubicBezTo>
                      <a:pt x="6" y="3"/>
                      <a:pt x="7" y="3"/>
                      <a:pt x="7" y="3"/>
                    </a:cubicBezTo>
                    <a:cubicBezTo>
                      <a:pt x="7" y="3"/>
                      <a:pt x="7" y="3"/>
                      <a:pt x="7" y="3"/>
                    </a:cubicBezTo>
                    <a:cubicBezTo>
                      <a:pt x="7" y="3"/>
                      <a:pt x="7" y="3"/>
                      <a:pt x="7" y="2"/>
                    </a:cubicBezTo>
                    <a:cubicBezTo>
                      <a:pt x="7" y="2"/>
                      <a:pt x="7" y="2"/>
                      <a:pt x="7" y="2"/>
                    </a:cubicBezTo>
                    <a:cubicBezTo>
                      <a:pt x="7" y="2"/>
                      <a:pt x="7" y="2"/>
                      <a:pt x="7" y="2"/>
                    </a:cubicBezTo>
                    <a:cubicBezTo>
                      <a:pt x="7" y="2"/>
                      <a:pt x="7" y="2"/>
                      <a:pt x="7" y="2"/>
                    </a:cubicBezTo>
                    <a:cubicBezTo>
                      <a:pt x="8" y="2"/>
                      <a:pt x="8" y="2"/>
                      <a:pt x="8" y="2"/>
                    </a:cubicBezTo>
                    <a:cubicBezTo>
                      <a:pt x="8" y="2"/>
                      <a:pt x="8" y="2"/>
                      <a:pt x="8" y="2"/>
                    </a:cubicBezTo>
                    <a:cubicBezTo>
                      <a:pt x="8" y="2"/>
                      <a:pt x="8" y="2"/>
                      <a:pt x="8" y="2"/>
                    </a:cubicBezTo>
                    <a:cubicBezTo>
                      <a:pt x="8" y="2"/>
                      <a:pt x="8" y="2"/>
                      <a:pt x="8" y="2"/>
                    </a:cubicBezTo>
                    <a:cubicBezTo>
                      <a:pt x="9" y="2"/>
                      <a:pt x="9" y="2"/>
                      <a:pt x="9" y="2"/>
                    </a:cubicBezTo>
                    <a:cubicBezTo>
                      <a:pt x="9" y="2"/>
                      <a:pt x="9" y="2"/>
                      <a:pt x="9" y="2"/>
                    </a:cubicBezTo>
                    <a:cubicBezTo>
                      <a:pt x="9" y="2"/>
                      <a:pt x="9" y="2"/>
                      <a:pt x="9" y="2"/>
                    </a:cubicBezTo>
                    <a:cubicBezTo>
                      <a:pt x="9" y="1"/>
                      <a:pt x="9" y="1"/>
                      <a:pt x="9" y="1"/>
                    </a:cubicBezTo>
                    <a:cubicBezTo>
                      <a:pt x="9" y="1"/>
                      <a:pt x="9" y="1"/>
                      <a:pt x="9" y="1"/>
                    </a:cubicBezTo>
                    <a:cubicBezTo>
                      <a:pt x="10" y="1"/>
                      <a:pt x="10" y="1"/>
                      <a:pt x="10" y="1"/>
                    </a:cubicBezTo>
                    <a:cubicBezTo>
                      <a:pt x="10" y="1"/>
                      <a:pt x="10" y="1"/>
                      <a:pt x="10" y="1"/>
                    </a:cubicBezTo>
                    <a:cubicBezTo>
                      <a:pt x="10" y="1"/>
                      <a:pt x="10" y="1"/>
                      <a:pt x="10" y="1"/>
                    </a:cubicBezTo>
                    <a:cubicBezTo>
                      <a:pt x="10" y="0"/>
                      <a:pt x="10" y="0"/>
                      <a:pt x="10" y="0"/>
                    </a:cubicBezTo>
                    <a:cubicBezTo>
                      <a:pt x="10" y="0"/>
                      <a:pt x="10" y="0"/>
                      <a:pt x="9" y="0"/>
                    </a:cubicBezTo>
                    <a:cubicBezTo>
                      <a:pt x="9" y="0"/>
                      <a:pt x="9" y="0"/>
                      <a:pt x="9" y="0"/>
                    </a:cubicBezTo>
                    <a:cubicBezTo>
                      <a:pt x="9" y="0"/>
                      <a:pt x="9" y="0"/>
                      <a:pt x="9" y="0"/>
                    </a:cubicBezTo>
                    <a:cubicBezTo>
                      <a:pt x="9" y="0"/>
                      <a:pt x="9" y="0"/>
                      <a:pt x="9" y="0"/>
                    </a:cubicBezTo>
                    <a:cubicBezTo>
                      <a:pt x="9" y="0"/>
                      <a:pt x="9" y="0"/>
                      <a:pt x="9" y="0"/>
                    </a:cubicBezTo>
                    <a:cubicBezTo>
                      <a:pt x="9" y="0"/>
                      <a:pt x="9" y="0"/>
                      <a:pt x="9" y="0"/>
                    </a:cubicBezTo>
                    <a:cubicBezTo>
                      <a:pt x="8" y="0"/>
                      <a:pt x="8" y="0"/>
                      <a:pt x="8" y="0"/>
                    </a:cubicBezTo>
                    <a:cubicBezTo>
                      <a:pt x="8" y="0"/>
                      <a:pt x="8" y="0"/>
                      <a:pt x="8" y="0"/>
                    </a:cubicBezTo>
                    <a:cubicBezTo>
                      <a:pt x="8" y="0"/>
                      <a:pt x="8" y="0"/>
                      <a:pt x="8" y="0"/>
                    </a:cubicBezTo>
                    <a:cubicBezTo>
                      <a:pt x="8" y="0"/>
                      <a:pt x="8" y="0"/>
                      <a:pt x="8" y="0"/>
                    </a:cubicBezTo>
                    <a:cubicBezTo>
                      <a:pt x="8" y="0"/>
                      <a:pt x="8" y="0"/>
                      <a:pt x="8" y="0"/>
                    </a:cubicBezTo>
                    <a:cubicBezTo>
                      <a:pt x="8" y="0"/>
                      <a:pt x="8" y="0"/>
                      <a:pt x="8" y="0"/>
                    </a:cubicBezTo>
                    <a:cubicBezTo>
                      <a:pt x="8" y="0"/>
                      <a:pt x="8" y="0"/>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5" y="1"/>
                      <a:pt x="5" y="1"/>
                      <a:pt x="5" y="1"/>
                    </a:cubicBezTo>
                    <a:cubicBezTo>
                      <a:pt x="5" y="1"/>
                      <a:pt x="5" y="1"/>
                      <a:pt x="5" y="1"/>
                    </a:cubicBezTo>
                    <a:cubicBezTo>
                      <a:pt x="5" y="1"/>
                      <a:pt x="5" y="1"/>
                      <a:pt x="5" y="1"/>
                    </a:cubicBezTo>
                    <a:cubicBezTo>
                      <a:pt x="5" y="1"/>
                      <a:pt x="5" y="1"/>
                      <a:pt x="5"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1" name="Freeform 411"/>
              <p:cNvSpPr>
                <a:spLocks/>
              </p:cNvSpPr>
              <p:nvPr/>
            </p:nvSpPr>
            <p:spPr bwMode="auto">
              <a:xfrm>
                <a:off x="4737498" y="2276476"/>
                <a:ext cx="3572" cy="2381"/>
              </a:xfrm>
              <a:custGeom>
                <a:avLst/>
                <a:gdLst/>
                <a:ahLst/>
                <a:cxnLst>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0" y="0"/>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2" name="Freeform 412"/>
              <p:cNvSpPr>
                <a:spLocks/>
              </p:cNvSpPr>
              <p:nvPr/>
            </p:nvSpPr>
            <p:spPr bwMode="auto">
              <a:xfrm>
                <a:off x="4735117" y="2272904"/>
                <a:ext cx="2381" cy="1191"/>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3" name="Freeform 413"/>
              <p:cNvSpPr>
                <a:spLocks/>
              </p:cNvSpPr>
              <p:nvPr/>
            </p:nvSpPr>
            <p:spPr bwMode="auto">
              <a:xfrm>
                <a:off x="4662488" y="2290764"/>
                <a:ext cx="4763" cy="2381"/>
              </a:xfrm>
              <a:custGeom>
                <a:avLst/>
                <a:gdLst/>
                <a:ahLst/>
                <a:cxnLst>
                  <a:cxn ang="0">
                    <a:pos x="1" y="1"/>
                  </a:cxn>
                  <a:cxn ang="0">
                    <a:pos x="1" y="1"/>
                  </a:cxn>
                  <a:cxn ang="0">
                    <a:pos x="1" y="1"/>
                  </a:cxn>
                  <a:cxn ang="0">
                    <a:pos x="1" y="1"/>
                  </a:cxn>
                  <a:cxn ang="0">
                    <a:pos x="1" y="1"/>
                  </a:cxn>
                  <a:cxn ang="0">
                    <a:pos x="1" y="1"/>
                  </a:cxn>
                  <a:cxn ang="0">
                    <a:pos x="1" y="1"/>
                  </a:cxn>
                  <a:cxn ang="0">
                    <a:pos x="1" y="1"/>
                  </a:cxn>
                  <a:cxn ang="0">
                    <a:pos x="1" y="1"/>
                  </a:cxn>
                  <a:cxn ang="0">
                    <a:pos x="2" y="0"/>
                  </a:cxn>
                  <a:cxn ang="0">
                    <a:pos x="2"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1" y="1"/>
                  </a:cxn>
                  <a:cxn ang="0">
                    <a:pos x="1" y="1"/>
                  </a:cxn>
                  <a:cxn ang="0">
                    <a:pos x="1" y="1"/>
                  </a:cxn>
                </a:cxnLst>
                <a:rect l="0" t="0" r="r" b="b"/>
                <a:pathLst>
                  <a:path w="2" h="1">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1" y="0"/>
                      <a:pt x="1" y="1"/>
                    </a:cubicBezTo>
                    <a:cubicBezTo>
                      <a:pt x="1" y="1"/>
                      <a:pt x="1" y="1"/>
                      <a:pt x="1" y="1"/>
                    </a:cubicBezTo>
                    <a:cubicBezTo>
                      <a:pt x="1" y="1"/>
                      <a:pt x="0"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4" name="Freeform 414"/>
              <p:cNvSpPr>
                <a:spLocks/>
              </p:cNvSpPr>
              <p:nvPr/>
            </p:nvSpPr>
            <p:spPr bwMode="auto">
              <a:xfrm>
                <a:off x="4648201" y="2281238"/>
                <a:ext cx="16669" cy="20241"/>
              </a:xfrm>
              <a:custGeom>
                <a:avLst/>
                <a:gdLst/>
                <a:ahLst/>
                <a:cxnLst>
                  <a:cxn ang="0">
                    <a:pos x="0" y="2"/>
                  </a:cxn>
                  <a:cxn ang="0">
                    <a:pos x="0" y="3"/>
                  </a:cxn>
                  <a:cxn ang="0">
                    <a:pos x="0" y="3"/>
                  </a:cxn>
                  <a:cxn ang="0">
                    <a:pos x="0" y="3"/>
                  </a:cxn>
                  <a:cxn ang="0">
                    <a:pos x="1" y="3"/>
                  </a:cxn>
                  <a:cxn ang="0">
                    <a:pos x="2" y="3"/>
                  </a:cxn>
                  <a:cxn ang="0">
                    <a:pos x="2" y="3"/>
                  </a:cxn>
                  <a:cxn ang="0">
                    <a:pos x="2" y="3"/>
                  </a:cxn>
                  <a:cxn ang="0">
                    <a:pos x="2" y="3"/>
                  </a:cxn>
                  <a:cxn ang="0">
                    <a:pos x="3" y="3"/>
                  </a:cxn>
                  <a:cxn ang="0">
                    <a:pos x="3" y="3"/>
                  </a:cxn>
                  <a:cxn ang="0">
                    <a:pos x="3" y="3"/>
                  </a:cxn>
                  <a:cxn ang="0">
                    <a:pos x="3" y="3"/>
                  </a:cxn>
                  <a:cxn ang="0">
                    <a:pos x="3" y="4"/>
                  </a:cxn>
                  <a:cxn ang="0">
                    <a:pos x="3" y="4"/>
                  </a:cxn>
                  <a:cxn ang="0">
                    <a:pos x="2" y="4"/>
                  </a:cxn>
                  <a:cxn ang="0">
                    <a:pos x="1" y="4"/>
                  </a:cxn>
                  <a:cxn ang="0">
                    <a:pos x="1" y="5"/>
                  </a:cxn>
                  <a:cxn ang="0">
                    <a:pos x="1" y="5"/>
                  </a:cxn>
                  <a:cxn ang="0">
                    <a:pos x="2" y="4"/>
                  </a:cxn>
                  <a:cxn ang="0">
                    <a:pos x="2" y="4"/>
                  </a:cxn>
                  <a:cxn ang="0">
                    <a:pos x="2" y="4"/>
                  </a:cxn>
                  <a:cxn ang="0">
                    <a:pos x="2" y="4"/>
                  </a:cxn>
                  <a:cxn ang="0">
                    <a:pos x="2" y="4"/>
                  </a:cxn>
                  <a:cxn ang="0">
                    <a:pos x="2" y="5"/>
                  </a:cxn>
                  <a:cxn ang="0">
                    <a:pos x="2" y="5"/>
                  </a:cxn>
                  <a:cxn ang="0">
                    <a:pos x="1" y="5"/>
                  </a:cxn>
                  <a:cxn ang="0">
                    <a:pos x="1" y="5"/>
                  </a:cxn>
                  <a:cxn ang="0">
                    <a:pos x="2" y="6"/>
                  </a:cxn>
                  <a:cxn ang="0">
                    <a:pos x="2" y="6"/>
                  </a:cxn>
                  <a:cxn ang="0">
                    <a:pos x="2" y="7"/>
                  </a:cxn>
                  <a:cxn ang="0">
                    <a:pos x="3" y="7"/>
                  </a:cxn>
                  <a:cxn ang="0">
                    <a:pos x="3" y="6"/>
                  </a:cxn>
                  <a:cxn ang="0">
                    <a:pos x="3" y="5"/>
                  </a:cxn>
                  <a:cxn ang="0">
                    <a:pos x="4" y="5"/>
                  </a:cxn>
                  <a:cxn ang="0">
                    <a:pos x="4" y="4"/>
                  </a:cxn>
                  <a:cxn ang="0">
                    <a:pos x="5" y="3"/>
                  </a:cxn>
                  <a:cxn ang="0">
                    <a:pos x="6" y="3"/>
                  </a:cxn>
                  <a:cxn ang="0">
                    <a:pos x="6" y="2"/>
                  </a:cxn>
                  <a:cxn ang="0">
                    <a:pos x="5" y="2"/>
                  </a:cxn>
                  <a:cxn ang="0">
                    <a:pos x="5" y="1"/>
                  </a:cxn>
                  <a:cxn ang="0">
                    <a:pos x="4" y="1"/>
                  </a:cxn>
                  <a:cxn ang="0">
                    <a:pos x="4" y="0"/>
                  </a:cxn>
                  <a:cxn ang="0">
                    <a:pos x="4" y="0"/>
                  </a:cxn>
                  <a:cxn ang="0">
                    <a:pos x="4" y="0"/>
                  </a:cxn>
                  <a:cxn ang="0">
                    <a:pos x="3" y="1"/>
                  </a:cxn>
                  <a:cxn ang="0">
                    <a:pos x="3" y="2"/>
                  </a:cxn>
                  <a:cxn ang="0">
                    <a:pos x="3" y="2"/>
                  </a:cxn>
                  <a:cxn ang="0">
                    <a:pos x="3" y="2"/>
                  </a:cxn>
                  <a:cxn ang="0">
                    <a:pos x="2" y="2"/>
                  </a:cxn>
                  <a:cxn ang="0">
                    <a:pos x="2" y="1"/>
                  </a:cxn>
                  <a:cxn ang="0">
                    <a:pos x="2" y="1"/>
                  </a:cxn>
                  <a:cxn ang="0">
                    <a:pos x="2" y="1"/>
                  </a:cxn>
                  <a:cxn ang="0">
                    <a:pos x="1" y="1"/>
                  </a:cxn>
                  <a:cxn ang="0">
                    <a:pos x="1" y="1"/>
                  </a:cxn>
                  <a:cxn ang="0">
                    <a:pos x="2" y="0"/>
                  </a:cxn>
                  <a:cxn ang="0">
                    <a:pos x="1" y="0"/>
                  </a:cxn>
                  <a:cxn ang="0">
                    <a:pos x="1" y="0"/>
                  </a:cxn>
                  <a:cxn ang="0">
                    <a:pos x="0" y="1"/>
                  </a:cxn>
                  <a:cxn ang="0">
                    <a:pos x="0" y="2"/>
                  </a:cxn>
                  <a:cxn ang="0">
                    <a:pos x="0" y="2"/>
                  </a:cxn>
                </a:cxnLst>
                <a:rect l="0" t="0" r="r" b="b"/>
                <a:pathLst>
                  <a:path w="6" h="7">
                    <a:moveTo>
                      <a:pt x="0" y="2"/>
                    </a:move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4"/>
                      <a:pt x="1" y="4"/>
                    </a:cubicBezTo>
                    <a:cubicBezTo>
                      <a:pt x="1" y="4"/>
                      <a:pt x="1" y="4"/>
                      <a:pt x="1" y="4"/>
                    </a:cubicBezTo>
                    <a:cubicBezTo>
                      <a:pt x="1" y="4"/>
                      <a:pt x="1" y="4"/>
                      <a:pt x="1" y="4"/>
                    </a:cubicBezTo>
                    <a:cubicBezTo>
                      <a:pt x="1" y="4"/>
                      <a:pt x="1" y="4"/>
                      <a:pt x="1" y="3"/>
                    </a:cubicBezTo>
                    <a:cubicBezTo>
                      <a:pt x="1" y="3"/>
                      <a:pt x="1" y="3"/>
                      <a:pt x="1" y="3"/>
                    </a:cubicBezTo>
                    <a:cubicBezTo>
                      <a:pt x="1" y="3"/>
                      <a:pt x="1" y="3"/>
                      <a:pt x="1"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2"/>
                      <a:pt x="2" y="2"/>
                      <a:pt x="2" y="2"/>
                    </a:cubicBezTo>
                    <a:cubicBezTo>
                      <a:pt x="2" y="2"/>
                      <a:pt x="2" y="2"/>
                      <a:pt x="2" y="2"/>
                    </a:cubicBezTo>
                    <a:cubicBezTo>
                      <a:pt x="2" y="2"/>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4" y="3"/>
                      <a:pt x="4" y="3"/>
                      <a:pt x="4" y="3"/>
                    </a:cubicBezTo>
                    <a:cubicBezTo>
                      <a:pt x="4" y="3"/>
                      <a:pt x="4" y="3"/>
                      <a:pt x="3" y="3"/>
                    </a:cubicBezTo>
                    <a:cubicBezTo>
                      <a:pt x="3" y="3"/>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4"/>
                    </a:cubicBezTo>
                    <a:cubicBezTo>
                      <a:pt x="1"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4"/>
                      <a:pt x="3" y="4"/>
                      <a:pt x="3" y="4"/>
                    </a:cubicBezTo>
                    <a:cubicBezTo>
                      <a:pt x="3" y="4"/>
                      <a:pt x="3" y="4"/>
                      <a:pt x="3" y="4"/>
                    </a:cubicBezTo>
                    <a:cubicBezTo>
                      <a:pt x="3" y="4"/>
                      <a:pt x="3" y="4"/>
                      <a:pt x="3" y="4"/>
                    </a:cubicBezTo>
                    <a:cubicBezTo>
                      <a:pt x="3" y="4"/>
                      <a:pt x="3" y="4"/>
                      <a:pt x="2" y="4"/>
                    </a:cubicBezTo>
                    <a:cubicBezTo>
                      <a:pt x="2"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6"/>
                      <a:pt x="1" y="6"/>
                      <a:pt x="1" y="6"/>
                    </a:cubicBezTo>
                    <a:cubicBezTo>
                      <a:pt x="1" y="6"/>
                      <a:pt x="1" y="6"/>
                      <a:pt x="1" y="6"/>
                    </a:cubicBezTo>
                    <a:cubicBezTo>
                      <a:pt x="1" y="6"/>
                      <a:pt x="1" y="6"/>
                      <a:pt x="1"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7"/>
                    </a:cubicBezTo>
                    <a:cubicBezTo>
                      <a:pt x="2" y="7"/>
                      <a:pt x="2" y="7"/>
                      <a:pt x="2" y="7"/>
                    </a:cubicBezTo>
                    <a:cubicBezTo>
                      <a:pt x="2" y="7"/>
                      <a:pt x="2" y="7"/>
                      <a:pt x="2" y="7"/>
                    </a:cubicBezTo>
                    <a:cubicBezTo>
                      <a:pt x="2" y="7"/>
                      <a:pt x="2" y="7"/>
                      <a:pt x="2" y="7"/>
                    </a:cubicBezTo>
                    <a:cubicBezTo>
                      <a:pt x="3" y="7"/>
                      <a:pt x="3" y="7"/>
                      <a:pt x="3" y="7"/>
                    </a:cubicBezTo>
                    <a:cubicBezTo>
                      <a:pt x="3" y="7"/>
                      <a:pt x="3" y="7"/>
                      <a:pt x="3" y="7"/>
                    </a:cubicBezTo>
                    <a:cubicBezTo>
                      <a:pt x="3" y="7"/>
                      <a:pt x="3" y="7"/>
                      <a:pt x="3" y="7"/>
                    </a:cubicBezTo>
                    <a:cubicBezTo>
                      <a:pt x="3" y="7"/>
                      <a:pt x="3" y="7"/>
                      <a:pt x="3" y="7"/>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5"/>
                      <a:pt x="3" y="5"/>
                      <a:pt x="3" y="5"/>
                    </a:cubicBezTo>
                    <a:cubicBezTo>
                      <a:pt x="3" y="5"/>
                      <a:pt x="3" y="5"/>
                      <a:pt x="3" y="5"/>
                    </a:cubicBezTo>
                    <a:cubicBezTo>
                      <a:pt x="3" y="5"/>
                      <a:pt x="3" y="5"/>
                      <a:pt x="3" y="5"/>
                    </a:cubicBezTo>
                    <a:cubicBezTo>
                      <a:pt x="3"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3"/>
                    </a:cubicBezTo>
                    <a:cubicBezTo>
                      <a:pt x="4"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6" y="3"/>
                    </a:cubicBezTo>
                    <a:cubicBezTo>
                      <a:pt x="6" y="3"/>
                      <a:pt x="6" y="3"/>
                      <a:pt x="6" y="3"/>
                    </a:cubicBezTo>
                    <a:cubicBezTo>
                      <a:pt x="6" y="3"/>
                      <a:pt x="6" y="3"/>
                      <a:pt x="6" y="3"/>
                    </a:cubicBezTo>
                    <a:cubicBezTo>
                      <a:pt x="6" y="3"/>
                      <a:pt x="6" y="3"/>
                      <a:pt x="6" y="3"/>
                    </a:cubicBezTo>
                    <a:cubicBezTo>
                      <a:pt x="6" y="3"/>
                      <a:pt x="6" y="3"/>
                      <a:pt x="6" y="3"/>
                    </a:cubicBezTo>
                    <a:cubicBezTo>
                      <a:pt x="6" y="3"/>
                      <a:pt x="6" y="2"/>
                      <a:pt x="6" y="2"/>
                    </a:cubicBezTo>
                    <a:cubicBezTo>
                      <a:pt x="6" y="2"/>
                      <a:pt x="6" y="2"/>
                      <a:pt x="6"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3" y="0"/>
                      <a:pt x="3" y="0"/>
                      <a:pt x="3" y="0"/>
                    </a:cubicBezTo>
                    <a:cubicBezTo>
                      <a:pt x="3" y="0"/>
                      <a:pt x="3" y="0"/>
                      <a:pt x="3" y="0"/>
                    </a:cubicBezTo>
                    <a:cubicBezTo>
                      <a:pt x="3" y="0"/>
                      <a:pt x="3" y="0"/>
                      <a:pt x="3" y="1"/>
                    </a:cubicBezTo>
                    <a:cubicBezTo>
                      <a:pt x="3" y="1"/>
                      <a:pt x="3" y="1"/>
                      <a:pt x="3" y="1"/>
                    </a:cubicBezTo>
                    <a:cubicBezTo>
                      <a:pt x="3" y="1"/>
                      <a:pt x="3" y="1"/>
                      <a:pt x="3" y="1"/>
                    </a:cubicBezTo>
                    <a:cubicBezTo>
                      <a:pt x="3" y="1"/>
                      <a:pt x="3" y="1"/>
                      <a:pt x="3" y="1"/>
                    </a:cubicBezTo>
                    <a:cubicBezTo>
                      <a:pt x="3" y="1"/>
                      <a:pt x="3" y="1"/>
                      <a:pt x="3" y="2"/>
                    </a:cubicBezTo>
                    <a:cubicBezTo>
                      <a:pt x="3" y="1"/>
                      <a:pt x="3" y="1"/>
                      <a:pt x="3" y="1"/>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1"/>
                      <a:pt x="2" y="1"/>
                      <a:pt x="2" y="1"/>
                    </a:cubicBezTo>
                    <a:cubicBezTo>
                      <a:pt x="2" y="1"/>
                      <a:pt x="2" y="1"/>
                      <a:pt x="2" y="1"/>
                    </a:cubicBezTo>
                    <a:cubicBezTo>
                      <a:pt x="2" y="1"/>
                      <a:pt x="2" y="1"/>
                      <a:pt x="2" y="1"/>
                    </a:cubicBezTo>
                    <a:cubicBezTo>
                      <a:pt x="3" y="1"/>
                      <a:pt x="3" y="1"/>
                      <a:pt x="3"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2" y="1"/>
                    </a:cubicBezTo>
                    <a:cubicBezTo>
                      <a:pt x="2" y="1"/>
                      <a:pt x="2" y="1"/>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5" name="Freeform 415"/>
              <p:cNvSpPr>
                <a:spLocks/>
              </p:cNvSpPr>
              <p:nvPr/>
            </p:nvSpPr>
            <p:spPr bwMode="auto">
              <a:xfrm>
                <a:off x="4662489" y="2293144"/>
                <a:ext cx="8335" cy="5954"/>
              </a:xfrm>
              <a:custGeom>
                <a:avLst/>
                <a:gdLst/>
                <a:ahLst/>
                <a:cxnLst>
                  <a:cxn ang="0">
                    <a:pos x="3" y="1"/>
                  </a:cxn>
                  <a:cxn ang="0">
                    <a:pos x="3" y="1"/>
                  </a:cxn>
                  <a:cxn ang="0">
                    <a:pos x="3" y="1"/>
                  </a:cxn>
                  <a:cxn ang="0">
                    <a:pos x="3" y="1"/>
                  </a:cxn>
                  <a:cxn ang="0">
                    <a:pos x="3" y="1"/>
                  </a:cxn>
                  <a:cxn ang="0">
                    <a:pos x="3" y="0"/>
                  </a:cxn>
                  <a:cxn ang="0">
                    <a:pos x="3" y="0"/>
                  </a:cxn>
                  <a:cxn ang="0">
                    <a:pos x="3" y="0"/>
                  </a:cxn>
                  <a:cxn ang="0">
                    <a:pos x="3" y="0"/>
                  </a:cxn>
                  <a:cxn ang="0">
                    <a:pos x="2" y="1"/>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2" y="1"/>
                  </a:cxn>
                  <a:cxn ang="0">
                    <a:pos x="1" y="1"/>
                  </a:cxn>
                  <a:cxn ang="0">
                    <a:pos x="1" y="1"/>
                  </a:cxn>
                  <a:cxn ang="0">
                    <a:pos x="1" y="1"/>
                  </a:cxn>
                  <a:cxn ang="0">
                    <a:pos x="1" y="2"/>
                  </a:cxn>
                  <a:cxn ang="0">
                    <a:pos x="2" y="2"/>
                  </a:cxn>
                  <a:cxn ang="0">
                    <a:pos x="2" y="1"/>
                  </a:cxn>
                  <a:cxn ang="0">
                    <a:pos x="2" y="1"/>
                  </a:cxn>
                  <a:cxn ang="0">
                    <a:pos x="2" y="1"/>
                  </a:cxn>
                  <a:cxn ang="0">
                    <a:pos x="2" y="1"/>
                  </a:cxn>
                </a:cxnLst>
                <a:rect l="0" t="0" r="r" b="b"/>
                <a:pathLst>
                  <a:path w="3" h="2">
                    <a:moveTo>
                      <a:pt x="3" y="1"/>
                    </a:move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1"/>
                      <a:pt x="3" y="1"/>
                    </a:cubicBezTo>
                    <a:cubicBezTo>
                      <a:pt x="3" y="1"/>
                      <a:pt x="3" y="1"/>
                      <a:pt x="2"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2"/>
                      <a:pt x="1" y="2"/>
                    </a:cubicBezTo>
                    <a:cubicBezTo>
                      <a:pt x="2" y="2"/>
                      <a:pt x="2" y="2"/>
                      <a:pt x="2" y="2"/>
                    </a:cubicBezTo>
                    <a:cubicBezTo>
                      <a:pt x="2" y="2"/>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3" y="1"/>
                      <a:pt x="3" y="1"/>
                      <a:pt x="3"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6" name="Freeform 416"/>
              <p:cNvSpPr>
                <a:spLocks/>
              </p:cNvSpPr>
              <p:nvPr/>
            </p:nvSpPr>
            <p:spPr bwMode="auto">
              <a:xfrm>
                <a:off x="4658916" y="2278857"/>
                <a:ext cx="16669" cy="8335"/>
              </a:xfrm>
              <a:custGeom>
                <a:avLst/>
                <a:gdLst/>
                <a:ahLst/>
                <a:cxnLst>
                  <a:cxn ang="0">
                    <a:pos x="1" y="1"/>
                  </a:cxn>
                  <a:cxn ang="0">
                    <a:pos x="1" y="1"/>
                  </a:cxn>
                  <a:cxn ang="0">
                    <a:pos x="1" y="2"/>
                  </a:cxn>
                  <a:cxn ang="0">
                    <a:pos x="1" y="2"/>
                  </a:cxn>
                  <a:cxn ang="0">
                    <a:pos x="1" y="2"/>
                  </a:cxn>
                  <a:cxn ang="0">
                    <a:pos x="2" y="2"/>
                  </a:cxn>
                  <a:cxn ang="0">
                    <a:pos x="2" y="2"/>
                  </a:cxn>
                  <a:cxn ang="0">
                    <a:pos x="2" y="2"/>
                  </a:cxn>
                  <a:cxn ang="0">
                    <a:pos x="2" y="2"/>
                  </a:cxn>
                  <a:cxn ang="0">
                    <a:pos x="3" y="2"/>
                  </a:cxn>
                  <a:cxn ang="0">
                    <a:pos x="3" y="2"/>
                  </a:cxn>
                  <a:cxn ang="0">
                    <a:pos x="3" y="2"/>
                  </a:cxn>
                  <a:cxn ang="0">
                    <a:pos x="3" y="2"/>
                  </a:cxn>
                  <a:cxn ang="0">
                    <a:pos x="2" y="2"/>
                  </a:cxn>
                  <a:cxn ang="0">
                    <a:pos x="2" y="2"/>
                  </a:cxn>
                  <a:cxn ang="0">
                    <a:pos x="2" y="2"/>
                  </a:cxn>
                  <a:cxn ang="0">
                    <a:pos x="2" y="2"/>
                  </a:cxn>
                  <a:cxn ang="0">
                    <a:pos x="2" y="2"/>
                  </a:cxn>
                  <a:cxn ang="0">
                    <a:pos x="2" y="3"/>
                  </a:cxn>
                  <a:cxn ang="0">
                    <a:pos x="2" y="3"/>
                  </a:cxn>
                  <a:cxn ang="0">
                    <a:pos x="3" y="3"/>
                  </a:cxn>
                  <a:cxn ang="0">
                    <a:pos x="3" y="3"/>
                  </a:cxn>
                  <a:cxn ang="0">
                    <a:pos x="3" y="3"/>
                  </a:cxn>
                  <a:cxn ang="0">
                    <a:pos x="4" y="3"/>
                  </a:cxn>
                  <a:cxn ang="0">
                    <a:pos x="4" y="3"/>
                  </a:cxn>
                  <a:cxn ang="0">
                    <a:pos x="5" y="3"/>
                  </a:cxn>
                  <a:cxn ang="0">
                    <a:pos x="5" y="3"/>
                  </a:cxn>
                  <a:cxn ang="0">
                    <a:pos x="6" y="2"/>
                  </a:cxn>
                  <a:cxn ang="0">
                    <a:pos x="6" y="2"/>
                  </a:cxn>
                  <a:cxn ang="0">
                    <a:pos x="6" y="1"/>
                  </a:cxn>
                  <a:cxn ang="0">
                    <a:pos x="6" y="1"/>
                  </a:cxn>
                  <a:cxn ang="0">
                    <a:pos x="6" y="1"/>
                  </a:cxn>
                  <a:cxn ang="0">
                    <a:pos x="5" y="1"/>
                  </a:cxn>
                  <a:cxn ang="0">
                    <a:pos x="5" y="1"/>
                  </a:cxn>
                  <a:cxn ang="0">
                    <a:pos x="5" y="1"/>
                  </a:cxn>
                  <a:cxn ang="0">
                    <a:pos x="4" y="1"/>
                  </a:cxn>
                  <a:cxn ang="0">
                    <a:pos x="4" y="1"/>
                  </a:cxn>
                  <a:cxn ang="0">
                    <a:pos x="4" y="1"/>
                  </a:cxn>
                  <a:cxn ang="0">
                    <a:pos x="3" y="1"/>
                  </a:cxn>
                  <a:cxn ang="0">
                    <a:pos x="3" y="1"/>
                  </a:cxn>
                  <a:cxn ang="0">
                    <a:pos x="4" y="1"/>
                  </a:cxn>
                  <a:cxn ang="0">
                    <a:pos x="3" y="1"/>
                  </a:cxn>
                  <a:cxn ang="0">
                    <a:pos x="3" y="1"/>
                  </a:cxn>
                  <a:cxn ang="0">
                    <a:pos x="3" y="1"/>
                  </a:cxn>
                  <a:cxn ang="0">
                    <a:pos x="3" y="1"/>
                  </a:cxn>
                  <a:cxn ang="0">
                    <a:pos x="2" y="1"/>
                  </a:cxn>
                  <a:cxn ang="0">
                    <a:pos x="2" y="1"/>
                  </a:cxn>
                  <a:cxn ang="0">
                    <a:pos x="1" y="0"/>
                  </a:cxn>
                  <a:cxn ang="0">
                    <a:pos x="1" y="1"/>
                  </a:cxn>
                  <a:cxn ang="0">
                    <a:pos x="1" y="1"/>
                  </a:cxn>
                  <a:cxn ang="0">
                    <a:pos x="1" y="1"/>
                  </a:cxn>
                  <a:cxn ang="0">
                    <a:pos x="1" y="1"/>
                  </a:cxn>
                  <a:cxn ang="0">
                    <a:pos x="1" y="1"/>
                  </a:cxn>
                  <a:cxn ang="0">
                    <a:pos x="1" y="1"/>
                  </a:cxn>
                </a:cxnLst>
                <a:rect l="0" t="0" r="r" b="b"/>
                <a:pathLst>
                  <a:path w="6" h="3">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0" y="1"/>
                      <a:pt x="1" y="1"/>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1" y="2"/>
                      <a:pt x="1" y="2"/>
                    </a:cubicBezTo>
                    <a:cubicBezTo>
                      <a:pt x="1" y="2"/>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2"/>
                      <a:pt x="5" y="2"/>
                      <a:pt x="5" y="2"/>
                    </a:cubicBezTo>
                    <a:cubicBezTo>
                      <a:pt x="5" y="2"/>
                      <a:pt x="5" y="2"/>
                      <a:pt x="5" y="2"/>
                    </a:cubicBezTo>
                    <a:cubicBezTo>
                      <a:pt x="5" y="2"/>
                      <a:pt x="5" y="2"/>
                      <a:pt x="5" y="2"/>
                    </a:cubicBezTo>
                    <a:cubicBezTo>
                      <a:pt x="5" y="2"/>
                      <a:pt x="5"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4" y="1"/>
                      <a:pt x="4"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2" y="0"/>
                      <a:pt x="2"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7" name="Freeform 417"/>
              <p:cNvSpPr>
                <a:spLocks/>
              </p:cNvSpPr>
              <p:nvPr/>
            </p:nvSpPr>
            <p:spPr bwMode="auto">
              <a:xfrm>
                <a:off x="4592242" y="2324101"/>
                <a:ext cx="2381" cy="2381"/>
              </a:xfrm>
              <a:custGeom>
                <a:avLst/>
                <a:gdLst/>
                <a:ahLst/>
                <a:cxnLst>
                  <a:cxn ang="0">
                    <a:pos x="0" y="1"/>
                  </a:cxn>
                  <a:cxn ang="0">
                    <a:pos x="0" y="1"/>
                  </a:cxn>
                  <a:cxn ang="0">
                    <a:pos x="0"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0" y="1"/>
                  </a:cxn>
                  <a:cxn ang="0">
                    <a:pos x="0" y="1"/>
                  </a:cxn>
                  <a:cxn ang="0">
                    <a:pos x="0" y="1"/>
                  </a:cxn>
                  <a:cxn ang="0">
                    <a:pos x="0" y="1"/>
                  </a:cxn>
                  <a:cxn ang="0">
                    <a:pos x="0" y="1"/>
                  </a:cxn>
                  <a:cxn ang="0">
                    <a:pos x="0" y="1"/>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8" name="Freeform 418"/>
              <p:cNvSpPr>
                <a:spLocks/>
              </p:cNvSpPr>
              <p:nvPr/>
            </p:nvSpPr>
            <p:spPr bwMode="auto">
              <a:xfrm>
                <a:off x="4563666" y="2388394"/>
                <a:ext cx="25004" cy="42863"/>
              </a:xfrm>
              <a:custGeom>
                <a:avLst/>
                <a:gdLst/>
                <a:ahLst/>
                <a:cxnLst>
                  <a:cxn ang="0">
                    <a:pos x="9" y="12"/>
                  </a:cxn>
                  <a:cxn ang="0">
                    <a:pos x="9" y="11"/>
                  </a:cxn>
                  <a:cxn ang="0">
                    <a:pos x="8" y="11"/>
                  </a:cxn>
                  <a:cxn ang="0">
                    <a:pos x="8" y="10"/>
                  </a:cxn>
                  <a:cxn ang="0">
                    <a:pos x="8" y="9"/>
                  </a:cxn>
                  <a:cxn ang="0">
                    <a:pos x="8" y="8"/>
                  </a:cxn>
                  <a:cxn ang="0">
                    <a:pos x="7" y="7"/>
                  </a:cxn>
                  <a:cxn ang="0">
                    <a:pos x="7" y="6"/>
                  </a:cxn>
                  <a:cxn ang="0">
                    <a:pos x="7" y="5"/>
                  </a:cxn>
                  <a:cxn ang="0">
                    <a:pos x="6" y="5"/>
                  </a:cxn>
                  <a:cxn ang="0">
                    <a:pos x="6" y="5"/>
                  </a:cxn>
                  <a:cxn ang="0">
                    <a:pos x="6" y="4"/>
                  </a:cxn>
                  <a:cxn ang="0">
                    <a:pos x="7" y="3"/>
                  </a:cxn>
                  <a:cxn ang="0">
                    <a:pos x="6" y="2"/>
                  </a:cxn>
                  <a:cxn ang="0">
                    <a:pos x="6" y="2"/>
                  </a:cxn>
                  <a:cxn ang="0">
                    <a:pos x="7" y="1"/>
                  </a:cxn>
                  <a:cxn ang="0">
                    <a:pos x="7" y="0"/>
                  </a:cxn>
                  <a:cxn ang="0">
                    <a:pos x="6" y="1"/>
                  </a:cxn>
                  <a:cxn ang="0">
                    <a:pos x="5" y="1"/>
                  </a:cxn>
                  <a:cxn ang="0">
                    <a:pos x="5" y="1"/>
                  </a:cxn>
                  <a:cxn ang="0">
                    <a:pos x="4" y="2"/>
                  </a:cxn>
                  <a:cxn ang="0">
                    <a:pos x="4" y="2"/>
                  </a:cxn>
                  <a:cxn ang="0">
                    <a:pos x="4" y="3"/>
                  </a:cxn>
                  <a:cxn ang="0">
                    <a:pos x="3" y="4"/>
                  </a:cxn>
                  <a:cxn ang="0">
                    <a:pos x="4" y="4"/>
                  </a:cxn>
                  <a:cxn ang="0">
                    <a:pos x="4" y="4"/>
                  </a:cxn>
                  <a:cxn ang="0">
                    <a:pos x="4" y="4"/>
                  </a:cxn>
                  <a:cxn ang="0">
                    <a:pos x="3" y="5"/>
                  </a:cxn>
                  <a:cxn ang="0">
                    <a:pos x="3" y="5"/>
                  </a:cxn>
                  <a:cxn ang="0">
                    <a:pos x="4" y="5"/>
                  </a:cxn>
                  <a:cxn ang="0">
                    <a:pos x="4" y="5"/>
                  </a:cxn>
                  <a:cxn ang="0">
                    <a:pos x="4" y="6"/>
                  </a:cxn>
                  <a:cxn ang="0">
                    <a:pos x="3" y="7"/>
                  </a:cxn>
                  <a:cxn ang="0">
                    <a:pos x="3" y="7"/>
                  </a:cxn>
                  <a:cxn ang="0">
                    <a:pos x="4" y="7"/>
                  </a:cxn>
                  <a:cxn ang="0">
                    <a:pos x="4" y="7"/>
                  </a:cxn>
                  <a:cxn ang="0">
                    <a:pos x="5" y="7"/>
                  </a:cxn>
                  <a:cxn ang="0">
                    <a:pos x="5" y="8"/>
                  </a:cxn>
                  <a:cxn ang="0">
                    <a:pos x="5" y="8"/>
                  </a:cxn>
                  <a:cxn ang="0">
                    <a:pos x="5" y="9"/>
                  </a:cxn>
                  <a:cxn ang="0">
                    <a:pos x="5" y="10"/>
                  </a:cxn>
                  <a:cxn ang="0">
                    <a:pos x="4" y="9"/>
                  </a:cxn>
                  <a:cxn ang="0">
                    <a:pos x="3" y="10"/>
                  </a:cxn>
                  <a:cxn ang="0">
                    <a:pos x="3" y="10"/>
                  </a:cxn>
                  <a:cxn ang="0">
                    <a:pos x="3" y="10"/>
                  </a:cxn>
                  <a:cxn ang="0">
                    <a:pos x="3" y="11"/>
                  </a:cxn>
                  <a:cxn ang="0">
                    <a:pos x="2" y="12"/>
                  </a:cxn>
                  <a:cxn ang="0">
                    <a:pos x="3" y="13"/>
                  </a:cxn>
                  <a:cxn ang="0">
                    <a:pos x="3" y="13"/>
                  </a:cxn>
                  <a:cxn ang="0">
                    <a:pos x="4" y="13"/>
                  </a:cxn>
                  <a:cxn ang="0">
                    <a:pos x="2" y="13"/>
                  </a:cxn>
                  <a:cxn ang="0">
                    <a:pos x="1" y="15"/>
                  </a:cxn>
                  <a:cxn ang="0">
                    <a:pos x="3" y="15"/>
                  </a:cxn>
                  <a:cxn ang="0">
                    <a:pos x="4" y="14"/>
                  </a:cxn>
                  <a:cxn ang="0">
                    <a:pos x="4" y="14"/>
                  </a:cxn>
                  <a:cxn ang="0">
                    <a:pos x="5" y="14"/>
                  </a:cxn>
                  <a:cxn ang="0">
                    <a:pos x="6" y="14"/>
                  </a:cxn>
                  <a:cxn ang="0">
                    <a:pos x="7" y="14"/>
                  </a:cxn>
                  <a:cxn ang="0">
                    <a:pos x="8" y="14"/>
                  </a:cxn>
                  <a:cxn ang="0">
                    <a:pos x="8" y="13"/>
                  </a:cxn>
                  <a:cxn ang="0">
                    <a:pos x="8" y="13"/>
                  </a:cxn>
                  <a:cxn ang="0">
                    <a:pos x="8" y="13"/>
                  </a:cxn>
                </a:cxnLst>
                <a:rect l="0" t="0" r="r" b="b"/>
                <a:pathLst>
                  <a:path w="9" h="15">
                    <a:moveTo>
                      <a:pt x="8" y="12"/>
                    </a:moveTo>
                    <a:cubicBezTo>
                      <a:pt x="8" y="12"/>
                      <a:pt x="8" y="12"/>
                      <a:pt x="8" y="12"/>
                    </a:cubicBezTo>
                    <a:cubicBezTo>
                      <a:pt x="8" y="12"/>
                      <a:pt x="8" y="12"/>
                      <a:pt x="8" y="12"/>
                    </a:cubicBezTo>
                    <a:cubicBezTo>
                      <a:pt x="8" y="12"/>
                      <a:pt x="8" y="12"/>
                      <a:pt x="8" y="12"/>
                    </a:cubicBezTo>
                    <a:cubicBezTo>
                      <a:pt x="8" y="12"/>
                      <a:pt x="8" y="12"/>
                      <a:pt x="9" y="12"/>
                    </a:cubicBezTo>
                    <a:cubicBezTo>
                      <a:pt x="9" y="12"/>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1"/>
                      <a:pt x="9" y="11"/>
                      <a:pt x="9" y="11"/>
                    </a:cubicBezTo>
                    <a:cubicBezTo>
                      <a:pt x="9" y="11"/>
                      <a:pt x="9" y="11"/>
                      <a:pt x="9" y="11"/>
                    </a:cubicBezTo>
                    <a:cubicBezTo>
                      <a:pt x="9" y="11"/>
                      <a:pt x="9" y="11"/>
                      <a:pt x="9" y="11"/>
                    </a:cubicBezTo>
                    <a:cubicBezTo>
                      <a:pt x="9" y="11"/>
                      <a:pt x="9" y="11"/>
                      <a:pt x="9" y="11"/>
                    </a:cubicBezTo>
                    <a:cubicBezTo>
                      <a:pt x="9" y="11"/>
                      <a:pt x="9" y="10"/>
                      <a:pt x="8" y="10"/>
                    </a:cubicBezTo>
                    <a:cubicBezTo>
                      <a:pt x="8" y="10"/>
                      <a:pt x="8" y="10"/>
                      <a:pt x="8" y="10"/>
                    </a:cubicBezTo>
                    <a:cubicBezTo>
                      <a:pt x="8" y="10"/>
                      <a:pt x="8" y="10"/>
                      <a:pt x="8" y="10"/>
                    </a:cubicBezTo>
                    <a:cubicBezTo>
                      <a:pt x="8" y="11"/>
                      <a:pt x="8" y="11"/>
                      <a:pt x="8" y="11"/>
                    </a:cubicBezTo>
                    <a:cubicBezTo>
                      <a:pt x="8" y="11"/>
                      <a:pt x="8" y="11"/>
                      <a:pt x="8" y="11"/>
                    </a:cubicBezTo>
                    <a:cubicBezTo>
                      <a:pt x="8" y="11"/>
                      <a:pt x="8" y="11"/>
                      <a:pt x="8" y="11"/>
                    </a:cubicBezTo>
                    <a:cubicBezTo>
                      <a:pt x="8" y="11"/>
                      <a:pt x="8" y="11"/>
                      <a:pt x="8" y="10"/>
                    </a:cubicBezTo>
                    <a:cubicBezTo>
                      <a:pt x="8" y="10"/>
                      <a:pt x="8" y="10"/>
                      <a:pt x="8" y="10"/>
                    </a:cubicBezTo>
                    <a:cubicBezTo>
                      <a:pt x="8" y="10"/>
                      <a:pt x="8" y="10"/>
                      <a:pt x="8" y="10"/>
                    </a:cubicBezTo>
                    <a:cubicBezTo>
                      <a:pt x="8" y="10"/>
                      <a:pt x="8" y="10"/>
                      <a:pt x="8" y="10"/>
                    </a:cubicBezTo>
                    <a:cubicBezTo>
                      <a:pt x="8" y="10"/>
                      <a:pt x="8" y="10"/>
                      <a:pt x="8" y="10"/>
                    </a:cubicBezTo>
                    <a:cubicBezTo>
                      <a:pt x="8" y="9"/>
                      <a:pt x="7" y="9"/>
                      <a:pt x="7"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7"/>
                    </a:cubicBezTo>
                    <a:cubicBezTo>
                      <a:pt x="7" y="7"/>
                      <a:pt x="7" y="7"/>
                      <a:pt x="7" y="7"/>
                    </a:cubicBezTo>
                    <a:cubicBezTo>
                      <a:pt x="7" y="7"/>
                      <a:pt x="7" y="7"/>
                      <a:pt x="7" y="7"/>
                    </a:cubicBezTo>
                    <a:cubicBezTo>
                      <a:pt x="7" y="7"/>
                      <a:pt x="7" y="7"/>
                      <a:pt x="7" y="7"/>
                    </a:cubicBezTo>
                    <a:cubicBezTo>
                      <a:pt x="7" y="7"/>
                      <a:pt x="7" y="7"/>
                      <a:pt x="7" y="7"/>
                    </a:cubicBezTo>
                    <a:cubicBezTo>
                      <a:pt x="7" y="7"/>
                      <a:pt x="7" y="6"/>
                      <a:pt x="7" y="6"/>
                    </a:cubicBezTo>
                    <a:cubicBezTo>
                      <a:pt x="7" y="6"/>
                      <a:pt x="7" y="6"/>
                      <a:pt x="7" y="6"/>
                    </a:cubicBezTo>
                    <a:cubicBezTo>
                      <a:pt x="7" y="6"/>
                      <a:pt x="7" y="6"/>
                      <a:pt x="7" y="6"/>
                    </a:cubicBezTo>
                    <a:cubicBezTo>
                      <a:pt x="7" y="6"/>
                      <a:pt x="7" y="6"/>
                      <a:pt x="7" y="6"/>
                    </a:cubicBezTo>
                    <a:cubicBezTo>
                      <a:pt x="7" y="6"/>
                      <a:pt x="7" y="6"/>
                      <a:pt x="7" y="6"/>
                    </a:cubicBezTo>
                    <a:cubicBezTo>
                      <a:pt x="7" y="6"/>
                      <a:pt x="7" y="6"/>
                      <a:pt x="7" y="6"/>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6" y="5"/>
                      <a:pt x="6" y="5"/>
                    </a:cubicBezTo>
                    <a:cubicBezTo>
                      <a:pt x="6" y="5"/>
                      <a:pt x="6" y="5"/>
                      <a:pt x="6" y="5"/>
                    </a:cubicBezTo>
                    <a:cubicBezTo>
                      <a:pt x="6" y="5"/>
                      <a:pt x="6" y="5"/>
                      <a:pt x="6" y="5"/>
                    </a:cubicBezTo>
                    <a:cubicBezTo>
                      <a:pt x="6" y="5"/>
                      <a:pt x="6" y="5"/>
                      <a:pt x="6" y="5"/>
                    </a:cubicBezTo>
                    <a:cubicBezTo>
                      <a:pt x="6" y="5"/>
                      <a:pt x="5" y="5"/>
                      <a:pt x="5" y="5"/>
                    </a:cubicBezTo>
                    <a:cubicBezTo>
                      <a:pt x="5" y="5"/>
                      <a:pt x="5" y="5"/>
                      <a:pt x="6" y="5"/>
                    </a:cubicBezTo>
                    <a:cubicBezTo>
                      <a:pt x="6" y="5"/>
                      <a:pt x="6" y="5"/>
                      <a:pt x="6" y="5"/>
                    </a:cubicBezTo>
                    <a:cubicBezTo>
                      <a:pt x="6" y="5"/>
                      <a:pt x="6" y="5"/>
                      <a:pt x="6" y="5"/>
                    </a:cubicBezTo>
                    <a:cubicBezTo>
                      <a:pt x="6" y="5"/>
                      <a:pt x="6" y="5"/>
                      <a:pt x="6" y="5"/>
                    </a:cubicBezTo>
                    <a:cubicBezTo>
                      <a:pt x="6" y="5"/>
                      <a:pt x="6" y="5"/>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7" y="4"/>
                      <a:pt x="7" y="4"/>
                    </a:cubicBezTo>
                    <a:cubicBezTo>
                      <a:pt x="7" y="4"/>
                      <a:pt x="7" y="4"/>
                      <a:pt x="7" y="4"/>
                    </a:cubicBezTo>
                    <a:cubicBezTo>
                      <a:pt x="7" y="4"/>
                      <a:pt x="7" y="4"/>
                      <a:pt x="7" y="4"/>
                    </a:cubicBezTo>
                    <a:cubicBezTo>
                      <a:pt x="7" y="4"/>
                      <a:pt x="7" y="4"/>
                      <a:pt x="7" y="4"/>
                    </a:cubicBezTo>
                    <a:cubicBezTo>
                      <a:pt x="7" y="4"/>
                      <a:pt x="7" y="4"/>
                      <a:pt x="7" y="4"/>
                    </a:cubicBezTo>
                    <a:cubicBezTo>
                      <a:pt x="7" y="3"/>
                      <a:pt x="7" y="3"/>
                      <a:pt x="7" y="3"/>
                    </a:cubicBezTo>
                    <a:cubicBezTo>
                      <a:pt x="7" y="3"/>
                      <a:pt x="7" y="3"/>
                      <a:pt x="8" y="3"/>
                    </a:cubicBezTo>
                    <a:cubicBezTo>
                      <a:pt x="8" y="3"/>
                      <a:pt x="8" y="3"/>
                      <a:pt x="8" y="3"/>
                    </a:cubicBezTo>
                    <a:cubicBezTo>
                      <a:pt x="8" y="2"/>
                      <a:pt x="8" y="2"/>
                      <a:pt x="8" y="2"/>
                    </a:cubicBezTo>
                    <a:cubicBezTo>
                      <a:pt x="8" y="2"/>
                      <a:pt x="8" y="2"/>
                      <a:pt x="7" y="2"/>
                    </a:cubicBezTo>
                    <a:cubicBezTo>
                      <a:pt x="7" y="2"/>
                      <a:pt x="7" y="2"/>
                      <a:pt x="7" y="2"/>
                    </a:cubicBezTo>
                    <a:cubicBezTo>
                      <a:pt x="7" y="2"/>
                      <a:pt x="7"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7" y="0"/>
                      <a:pt x="7" y="0"/>
                      <a:pt x="7" y="0"/>
                    </a:cubicBezTo>
                    <a:cubicBezTo>
                      <a:pt x="7" y="0"/>
                      <a:pt x="7" y="0"/>
                      <a:pt x="7" y="0"/>
                    </a:cubicBezTo>
                    <a:cubicBezTo>
                      <a:pt x="7" y="0"/>
                      <a:pt x="7" y="0"/>
                      <a:pt x="7" y="0"/>
                    </a:cubicBezTo>
                    <a:cubicBezTo>
                      <a:pt x="7" y="0"/>
                      <a:pt x="6" y="0"/>
                      <a:pt x="6" y="0"/>
                    </a:cubicBezTo>
                    <a:cubicBezTo>
                      <a:pt x="6" y="0"/>
                      <a:pt x="6" y="0"/>
                      <a:pt x="6" y="0"/>
                    </a:cubicBezTo>
                    <a:cubicBezTo>
                      <a:pt x="6" y="0"/>
                      <a:pt x="6" y="0"/>
                      <a:pt x="6" y="1"/>
                    </a:cubicBezTo>
                    <a:cubicBezTo>
                      <a:pt x="6" y="1"/>
                      <a:pt x="6" y="1"/>
                      <a:pt x="6" y="1"/>
                    </a:cubicBezTo>
                    <a:cubicBezTo>
                      <a:pt x="6" y="1"/>
                      <a:pt x="6" y="1"/>
                      <a:pt x="6" y="0"/>
                    </a:cubicBezTo>
                    <a:cubicBezTo>
                      <a:pt x="6" y="0"/>
                      <a:pt x="6" y="0"/>
                      <a:pt x="5" y="0"/>
                    </a:cubicBezTo>
                    <a:cubicBezTo>
                      <a:pt x="5" y="0"/>
                      <a:pt x="5" y="0"/>
                      <a:pt x="5" y="0"/>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2"/>
                      <a:pt x="5" y="2"/>
                    </a:cubicBezTo>
                    <a:cubicBezTo>
                      <a:pt x="5" y="2"/>
                      <a:pt x="5" y="2"/>
                      <a:pt x="5" y="2"/>
                    </a:cubicBezTo>
                    <a:cubicBezTo>
                      <a:pt x="5" y="2"/>
                      <a:pt x="5"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3" y="3"/>
                    </a:cubicBezTo>
                    <a:cubicBezTo>
                      <a:pt x="3" y="3"/>
                      <a:pt x="3" y="3"/>
                      <a:pt x="3" y="3"/>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6"/>
                    </a:cubicBezTo>
                    <a:cubicBezTo>
                      <a:pt x="3" y="6"/>
                      <a:pt x="3" y="6"/>
                      <a:pt x="3" y="6"/>
                    </a:cubicBezTo>
                    <a:cubicBezTo>
                      <a:pt x="3" y="6"/>
                      <a:pt x="3" y="6"/>
                      <a:pt x="3" y="6"/>
                    </a:cubicBezTo>
                    <a:cubicBezTo>
                      <a:pt x="3" y="6"/>
                      <a:pt x="3" y="6"/>
                      <a:pt x="3" y="6"/>
                    </a:cubicBezTo>
                    <a:cubicBezTo>
                      <a:pt x="3" y="6"/>
                      <a:pt x="3" y="6"/>
                      <a:pt x="3" y="5"/>
                    </a:cubicBezTo>
                    <a:cubicBezTo>
                      <a:pt x="3"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6"/>
                      <a:pt x="4" y="6"/>
                    </a:cubicBezTo>
                    <a:cubicBezTo>
                      <a:pt x="4" y="6"/>
                      <a:pt x="4" y="6"/>
                      <a:pt x="4" y="6"/>
                    </a:cubicBezTo>
                    <a:cubicBezTo>
                      <a:pt x="4" y="6"/>
                      <a:pt x="4" y="6"/>
                      <a:pt x="4" y="6"/>
                    </a:cubicBezTo>
                    <a:cubicBezTo>
                      <a:pt x="4" y="6"/>
                      <a:pt x="4" y="6"/>
                      <a:pt x="4" y="6"/>
                    </a:cubicBezTo>
                    <a:cubicBezTo>
                      <a:pt x="4" y="6"/>
                      <a:pt x="4" y="6"/>
                      <a:pt x="4" y="7"/>
                    </a:cubicBezTo>
                    <a:cubicBezTo>
                      <a:pt x="4" y="7"/>
                      <a:pt x="3" y="7"/>
                      <a:pt x="3" y="7"/>
                    </a:cubicBezTo>
                    <a:cubicBezTo>
                      <a:pt x="3" y="7"/>
                      <a:pt x="3" y="7"/>
                      <a:pt x="3" y="7"/>
                    </a:cubicBezTo>
                    <a:cubicBezTo>
                      <a:pt x="3" y="6"/>
                      <a:pt x="3" y="6"/>
                      <a:pt x="3" y="6"/>
                    </a:cubicBezTo>
                    <a:cubicBezTo>
                      <a:pt x="3" y="6"/>
                      <a:pt x="3" y="6"/>
                      <a:pt x="3" y="6"/>
                    </a:cubicBezTo>
                    <a:cubicBezTo>
                      <a:pt x="3" y="6"/>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10"/>
                    </a:cubicBezTo>
                    <a:cubicBezTo>
                      <a:pt x="5" y="10"/>
                      <a:pt x="5" y="10"/>
                      <a:pt x="5" y="10"/>
                    </a:cubicBezTo>
                    <a:cubicBezTo>
                      <a:pt x="5" y="10"/>
                      <a:pt x="5" y="10"/>
                      <a:pt x="5" y="10"/>
                    </a:cubicBezTo>
                    <a:cubicBezTo>
                      <a:pt x="5" y="10"/>
                      <a:pt x="5" y="10"/>
                      <a:pt x="5" y="10"/>
                    </a:cubicBezTo>
                    <a:cubicBezTo>
                      <a:pt x="4" y="10"/>
                      <a:pt x="4" y="10"/>
                      <a:pt x="4" y="10"/>
                    </a:cubicBezTo>
                    <a:cubicBezTo>
                      <a:pt x="4" y="10"/>
                      <a:pt x="4" y="10"/>
                      <a:pt x="4" y="10"/>
                    </a:cubicBezTo>
                    <a:cubicBezTo>
                      <a:pt x="4" y="10"/>
                      <a:pt x="4" y="9"/>
                      <a:pt x="4" y="9"/>
                    </a:cubicBezTo>
                    <a:cubicBezTo>
                      <a:pt x="4" y="9"/>
                      <a:pt x="4" y="9"/>
                      <a:pt x="4" y="9"/>
                    </a:cubicBezTo>
                    <a:cubicBezTo>
                      <a:pt x="4" y="9"/>
                      <a:pt x="4" y="9"/>
                      <a:pt x="4" y="9"/>
                    </a:cubicBezTo>
                    <a:cubicBezTo>
                      <a:pt x="4" y="9"/>
                      <a:pt x="4" y="9"/>
                      <a:pt x="4" y="10"/>
                    </a:cubicBezTo>
                    <a:cubicBezTo>
                      <a:pt x="4" y="10"/>
                      <a:pt x="4" y="10"/>
                      <a:pt x="4"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0"/>
                      <a:pt x="3" y="10"/>
                    </a:cubicBezTo>
                    <a:cubicBezTo>
                      <a:pt x="3" y="10"/>
                      <a:pt x="3" y="11"/>
                      <a:pt x="3" y="11"/>
                    </a:cubicBezTo>
                    <a:cubicBezTo>
                      <a:pt x="3" y="11"/>
                      <a:pt x="3" y="11"/>
                      <a:pt x="3" y="11"/>
                    </a:cubicBezTo>
                    <a:cubicBezTo>
                      <a:pt x="3" y="11"/>
                      <a:pt x="3" y="11"/>
                      <a:pt x="3" y="11"/>
                    </a:cubicBezTo>
                    <a:cubicBezTo>
                      <a:pt x="3" y="11"/>
                      <a:pt x="3" y="11"/>
                      <a:pt x="3" y="11"/>
                    </a:cubicBezTo>
                    <a:cubicBezTo>
                      <a:pt x="3" y="12"/>
                      <a:pt x="3" y="12"/>
                      <a:pt x="2" y="12"/>
                    </a:cubicBezTo>
                    <a:cubicBezTo>
                      <a:pt x="2" y="12"/>
                      <a:pt x="2" y="12"/>
                      <a:pt x="2" y="12"/>
                    </a:cubicBezTo>
                    <a:cubicBezTo>
                      <a:pt x="2" y="12"/>
                      <a:pt x="2" y="12"/>
                      <a:pt x="2" y="12"/>
                    </a:cubicBezTo>
                    <a:cubicBezTo>
                      <a:pt x="2" y="12"/>
                      <a:pt x="2" y="12"/>
                      <a:pt x="2" y="12"/>
                    </a:cubicBezTo>
                    <a:cubicBezTo>
                      <a:pt x="2" y="12"/>
                      <a:pt x="2" y="12"/>
                      <a:pt x="2" y="12"/>
                    </a:cubicBezTo>
                    <a:cubicBezTo>
                      <a:pt x="2" y="12"/>
                      <a:pt x="2" y="12"/>
                      <a:pt x="2" y="12"/>
                    </a:cubicBezTo>
                    <a:cubicBezTo>
                      <a:pt x="2" y="12"/>
                      <a:pt x="2" y="12"/>
                      <a:pt x="2" y="12"/>
                    </a:cubicBezTo>
                    <a:cubicBezTo>
                      <a:pt x="3" y="12"/>
                      <a:pt x="3" y="12"/>
                      <a:pt x="3" y="12"/>
                    </a:cubicBezTo>
                    <a:cubicBezTo>
                      <a:pt x="3" y="12"/>
                      <a:pt x="3" y="12"/>
                      <a:pt x="3" y="12"/>
                    </a:cubicBezTo>
                    <a:cubicBezTo>
                      <a:pt x="3" y="12"/>
                      <a:pt x="3" y="12"/>
                      <a:pt x="3" y="12"/>
                    </a:cubicBezTo>
                    <a:cubicBezTo>
                      <a:pt x="3" y="12"/>
                      <a:pt x="2"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3" y="13"/>
                      <a:pt x="3" y="13"/>
                    </a:cubicBezTo>
                    <a:cubicBezTo>
                      <a:pt x="3" y="13"/>
                      <a:pt x="3" y="13"/>
                      <a:pt x="4" y="13"/>
                    </a:cubicBezTo>
                    <a:cubicBezTo>
                      <a:pt x="4" y="13"/>
                      <a:pt x="4" y="13"/>
                      <a:pt x="4" y="13"/>
                    </a:cubicBezTo>
                    <a:cubicBezTo>
                      <a:pt x="4" y="13"/>
                      <a:pt x="4" y="13"/>
                      <a:pt x="4" y="13"/>
                    </a:cubicBezTo>
                    <a:cubicBezTo>
                      <a:pt x="4" y="13"/>
                      <a:pt x="4" y="13"/>
                      <a:pt x="4" y="13"/>
                    </a:cubicBezTo>
                    <a:cubicBezTo>
                      <a:pt x="4" y="13"/>
                      <a:pt x="4" y="13"/>
                      <a:pt x="4" y="13"/>
                    </a:cubicBezTo>
                    <a:cubicBezTo>
                      <a:pt x="4" y="13"/>
                      <a:pt x="4" y="13"/>
                      <a:pt x="4" y="13"/>
                    </a:cubicBezTo>
                    <a:cubicBezTo>
                      <a:pt x="4" y="13"/>
                      <a:pt x="4" y="13"/>
                      <a:pt x="4" y="13"/>
                    </a:cubicBezTo>
                    <a:cubicBezTo>
                      <a:pt x="4" y="13"/>
                      <a:pt x="4" y="13"/>
                      <a:pt x="4" y="13"/>
                    </a:cubicBezTo>
                    <a:cubicBezTo>
                      <a:pt x="4" y="13"/>
                      <a:pt x="3" y="13"/>
                      <a:pt x="3" y="13"/>
                    </a:cubicBezTo>
                    <a:cubicBezTo>
                      <a:pt x="3" y="13"/>
                      <a:pt x="3" y="13"/>
                      <a:pt x="3" y="13"/>
                    </a:cubicBezTo>
                    <a:cubicBezTo>
                      <a:pt x="3" y="13"/>
                      <a:pt x="2" y="13"/>
                      <a:pt x="2" y="13"/>
                    </a:cubicBezTo>
                    <a:cubicBezTo>
                      <a:pt x="2" y="13"/>
                      <a:pt x="2" y="14"/>
                      <a:pt x="2" y="14"/>
                    </a:cubicBezTo>
                    <a:cubicBezTo>
                      <a:pt x="1" y="14"/>
                      <a:pt x="1" y="15"/>
                      <a:pt x="1" y="15"/>
                    </a:cubicBezTo>
                    <a:cubicBezTo>
                      <a:pt x="1" y="15"/>
                      <a:pt x="1" y="15"/>
                      <a:pt x="0" y="15"/>
                    </a:cubicBezTo>
                    <a:cubicBezTo>
                      <a:pt x="0" y="15"/>
                      <a:pt x="0" y="15"/>
                      <a:pt x="0" y="15"/>
                    </a:cubicBezTo>
                    <a:cubicBezTo>
                      <a:pt x="1" y="15"/>
                      <a:pt x="1" y="15"/>
                      <a:pt x="1" y="15"/>
                    </a:cubicBezTo>
                    <a:cubicBezTo>
                      <a:pt x="1" y="15"/>
                      <a:pt x="1" y="15"/>
                      <a:pt x="1" y="15"/>
                    </a:cubicBezTo>
                    <a:cubicBezTo>
                      <a:pt x="2" y="15"/>
                      <a:pt x="2" y="15"/>
                      <a:pt x="2" y="15"/>
                    </a:cubicBezTo>
                    <a:cubicBezTo>
                      <a:pt x="2" y="15"/>
                      <a:pt x="2" y="15"/>
                      <a:pt x="2" y="15"/>
                    </a:cubicBezTo>
                    <a:cubicBezTo>
                      <a:pt x="2" y="15"/>
                      <a:pt x="2" y="15"/>
                      <a:pt x="2" y="15"/>
                    </a:cubicBezTo>
                    <a:cubicBezTo>
                      <a:pt x="2" y="15"/>
                      <a:pt x="2" y="15"/>
                      <a:pt x="2" y="15"/>
                    </a:cubicBezTo>
                    <a:cubicBezTo>
                      <a:pt x="2" y="15"/>
                      <a:pt x="2" y="15"/>
                      <a:pt x="2" y="15"/>
                    </a:cubicBezTo>
                    <a:cubicBezTo>
                      <a:pt x="2" y="15"/>
                      <a:pt x="2" y="15"/>
                      <a:pt x="3" y="15"/>
                    </a:cubicBezTo>
                    <a:cubicBezTo>
                      <a:pt x="3" y="15"/>
                      <a:pt x="3" y="15"/>
                      <a:pt x="3" y="15"/>
                    </a:cubicBezTo>
                    <a:cubicBezTo>
                      <a:pt x="3" y="15"/>
                      <a:pt x="3" y="15"/>
                      <a:pt x="3" y="15"/>
                    </a:cubicBezTo>
                    <a:cubicBezTo>
                      <a:pt x="3" y="14"/>
                      <a:pt x="3" y="14"/>
                      <a:pt x="3" y="14"/>
                    </a:cubicBezTo>
                    <a:cubicBezTo>
                      <a:pt x="3"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4" y="14"/>
                      <a:pt x="4" y="14"/>
                    </a:cubicBezTo>
                    <a:cubicBezTo>
                      <a:pt x="4" y="14"/>
                      <a:pt x="5" y="14"/>
                      <a:pt x="5" y="14"/>
                    </a:cubicBezTo>
                    <a:cubicBezTo>
                      <a:pt x="5" y="14"/>
                      <a:pt x="5" y="14"/>
                      <a:pt x="5" y="14"/>
                    </a:cubicBezTo>
                    <a:cubicBezTo>
                      <a:pt x="5" y="14"/>
                      <a:pt x="5" y="14"/>
                      <a:pt x="5" y="14"/>
                    </a:cubicBezTo>
                    <a:cubicBezTo>
                      <a:pt x="5" y="14"/>
                      <a:pt x="5" y="14"/>
                      <a:pt x="5" y="14"/>
                    </a:cubicBezTo>
                    <a:cubicBezTo>
                      <a:pt x="5" y="14"/>
                      <a:pt x="5" y="14"/>
                      <a:pt x="5" y="14"/>
                    </a:cubicBezTo>
                    <a:cubicBezTo>
                      <a:pt x="5" y="14"/>
                      <a:pt x="5" y="14"/>
                      <a:pt x="5" y="14"/>
                    </a:cubicBezTo>
                    <a:cubicBezTo>
                      <a:pt x="5" y="14"/>
                      <a:pt x="5" y="14"/>
                      <a:pt x="5" y="14"/>
                    </a:cubicBezTo>
                    <a:cubicBezTo>
                      <a:pt x="5" y="14"/>
                      <a:pt x="5"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6" y="14"/>
                      <a:pt x="6" y="14"/>
                      <a:pt x="6"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7" y="14"/>
                      <a:pt x="7" y="14"/>
                      <a:pt x="7" y="14"/>
                    </a:cubicBezTo>
                    <a:cubicBezTo>
                      <a:pt x="8" y="14"/>
                      <a:pt x="8" y="14"/>
                      <a:pt x="8" y="14"/>
                    </a:cubicBezTo>
                    <a:cubicBezTo>
                      <a:pt x="8" y="14"/>
                      <a:pt x="8" y="14"/>
                      <a:pt x="8" y="14"/>
                    </a:cubicBezTo>
                    <a:cubicBezTo>
                      <a:pt x="8" y="14"/>
                      <a:pt x="8" y="13"/>
                      <a:pt x="8" y="13"/>
                    </a:cubicBezTo>
                    <a:cubicBezTo>
                      <a:pt x="8" y="13"/>
                      <a:pt x="8" y="13"/>
                      <a:pt x="8" y="13"/>
                    </a:cubicBezTo>
                    <a:cubicBezTo>
                      <a:pt x="8" y="13"/>
                      <a:pt x="8" y="13"/>
                      <a:pt x="8" y="13"/>
                    </a:cubicBezTo>
                    <a:cubicBezTo>
                      <a:pt x="8" y="13"/>
                      <a:pt x="9"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3"/>
                    </a:cubicBezTo>
                    <a:cubicBezTo>
                      <a:pt x="8" y="13"/>
                      <a:pt x="8" y="13"/>
                      <a:pt x="8" y="12"/>
                    </a:cubicBezTo>
                    <a:cubicBezTo>
                      <a:pt x="8" y="12"/>
                      <a:pt x="8" y="12"/>
                      <a:pt x="8" y="12"/>
                    </a:cubicBezTo>
                    <a:cubicBezTo>
                      <a:pt x="8" y="12"/>
                      <a:pt x="8" y="12"/>
                      <a:pt x="8" y="1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39" name="Freeform 419"/>
              <p:cNvSpPr>
                <a:spLocks/>
              </p:cNvSpPr>
              <p:nvPr/>
            </p:nvSpPr>
            <p:spPr bwMode="auto">
              <a:xfrm>
                <a:off x="4588670" y="2380060"/>
                <a:ext cx="3572" cy="2381"/>
              </a:xfrm>
              <a:custGeom>
                <a:avLst/>
                <a:gdLst/>
                <a:ahLst/>
                <a:cxnLst>
                  <a:cxn ang="0">
                    <a:pos x="0" y="1"/>
                  </a:cxn>
                  <a:cxn ang="0">
                    <a:pos x="0"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1"/>
                  </a:cxn>
                  <a:cxn ang="0">
                    <a:pos x="1" y="1"/>
                  </a:cxn>
                  <a:cxn ang="0">
                    <a:pos x="1" y="1"/>
                  </a:cxn>
                  <a:cxn ang="0">
                    <a:pos x="1" y="1"/>
                  </a:cxn>
                  <a:cxn ang="0">
                    <a:pos x="0" y="1"/>
                  </a:cxn>
                  <a:cxn ang="0">
                    <a:pos x="0" y="1"/>
                  </a:cxn>
                  <a:cxn ang="0">
                    <a:pos x="0" y="1"/>
                  </a:cxn>
                  <a:cxn ang="0">
                    <a:pos x="1" y="1"/>
                  </a:cxn>
                  <a:cxn ang="0">
                    <a:pos x="0" y="1"/>
                  </a:cxn>
                </a:cxnLst>
                <a:rect l="0" t="0" r="r" b="b"/>
                <a:pathLst>
                  <a:path w="1" h="1">
                    <a:moveTo>
                      <a:pt x="0" y="1"/>
                    </a:move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1" y="1"/>
                      <a:pt x="1" y="1"/>
                    </a:cubicBezTo>
                    <a:cubicBezTo>
                      <a:pt x="1"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0" name="Freeform 420"/>
              <p:cNvSpPr>
                <a:spLocks/>
              </p:cNvSpPr>
              <p:nvPr/>
            </p:nvSpPr>
            <p:spPr bwMode="auto">
              <a:xfrm>
                <a:off x="4583908" y="2386014"/>
                <a:ext cx="2381" cy="2381"/>
              </a:xfrm>
              <a:custGeom>
                <a:avLst/>
                <a:gdLst/>
                <a:ahLst/>
                <a:cxnLst>
                  <a:cxn ang="0">
                    <a:pos x="1" y="0"/>
                  </a:cxn>
                  <a:cxn ang="0">
                    <a:pos x="1" y="0"/>
                  </a:cxn>
                  <a:cxn ang="0">
                    <a:pos x="1" y="0"/>
                  </a:cxn>
                  <a:cxn ang="0">
                    <a:pos x="0" y="0"/>
                  </a:cxn>
                  <a:cxn ang="0">
                    <a:pos x="0" y="0"/>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0" y="1"/>
                  </a:cxn>
                  <a:cxn ang="0">
                    <a:pos x="0" y="1"/>
                  </a:cxn>
                  <a:cxn ang="0">
                    <a:pos x="0" y="1"/>
                  </a:cxn>
                  <a:cxn ang="0">
                    <a:pos x="1" y="0"/>
                  </a:cxn>
                </a:cxnLst>
                <a:rect l="0" t="0" r="r" b="b"/>
                <a:pathLst>
                  <a:path w="1" h="1">
                    <a:moveTo>
                      <a:pt x="1" y="0"/>
                    </a:moveTo>
                    <a:cubicBezTo>
                      <a:pt x="1" y="0"/>
                      <a:pt x="1" y="0"/>
                      <a:pt x="1" y="0"/>
                    </a:cubicBezTo>
                    <a:cubicBezTo>
                      <a:pt x="1" y="0"/>
                      <a:pt x="1" y="0"/>
                      <a:pt x="1"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1" y="1"/>
                      <a:pt x="1" y="1"/>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1" name="Freeform 421"/>
              <p:cNvSpPr>
                <a:spLocks/>
              </p:cNvSpPr>
              <p:nvPr/>
            </p:nvSpPr>
            <p:spPr bwMode="auto">
              <a:xfrm>
                <a:off x="4580335" y="2371726"/>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3" name="Freeform 423"/>
              <p:cNvSpPr>
                <a:spLocks/>
              </p:cNvSpPr>
              <p:nvPr/>
            </p:nvSpPr>
            <p:spPr bwMode="auto">
              <a:xfrm>
                <a:off x="4577954" y="2374107"/>
                <a:ext cx="2381" cy="1191"/>
              </a:xfrm>
              <a:custGeom>
                <a:avLst/>
                <a:gdLst/>
                <a:ahLst/>
                <a:cxnLst>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4" name="Freeform 424"/>
              <p:cNvSpPr>
                <a:spLocks/>
              </p:cNvSpPr>
              <p:nvPr/>
            </p:nvSpPr>
            <p:spPr bwMode="auto">
              <a:xfrm>
                <a:off x="4577954" y="2371726"/>
                <a:ext cx="2381" cy="2381"/>
              </a:xfrm>
              <a:custGeom>
                <a:avLst/>
                <a:gdLst/>
                <a:ahLst/>
                <a:cxnLst>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5" name="Freeform 425"/>
              <p:cNvSpPr>
                <a:spLocks noEditPoints="1"/>
              </p:cNvSpPr>
              <p:nvPr/>
            </p:nvSpPr>
            <p:spPr bwMode="auto">
              <a:xfrm>
                <a:off x="4470798" y="2253854"/>
                <a:ext cx="140494" cy="120254"/>
              </a:xfrm>
              <a:custGeom>
                <a:avLst/>
                <a:gdLst/>
                <a:ahLst/>
                <a:cxnLst>
                  <a:cxn ang="0">
                    <a:pos x="11" y="35"/>
                  </a:cxn>
                  <a:cxn ang="0">
                    <a:pos x="14" y="33"/>
                  </a:cxn>
                  <a:cxn ang="0">
                    <a:pos x="16" y="33"/>
                  </a:cxn>
                  <a:cxn ang="0">
                    <a:pos x="20" y="31"/>
                  </a:cxn>
                  <a:cxn ang="0">
                    <a:pos x="23" y="29"/>
                  </a:cxn>
                  <a:cxn ang="0">
                    <a:pos x="26" y="29"/>
                  </a:cxn>
                  <a:cxn ang="0">
                    <a:pos x="31" y="26"/>
                  </a:cxn>
                  <a:cxn ang="0">
                    <a:pos x="27" y="25"/>
                  </a:cxn>
                  <a:cxn ang="0">
                    <a:pos x="31" y="24"/>
                  </a:cxn>
                  <a:cxn ang="0">
                    <a:pos x="33" y="23"/>
                  </a:cxn>
                  <a:cxn ang="0">
                    <a:pos x="31" y="22"/>
                  </a:cxn>
                  <a:cxn ang="0">
                    <a:pos x="32" y="20"/>
                  </a:cxn>
                  <a:cxn ang="0">
                    <a:pos x="35" y="21"/>
                  </a:cxn>
                  <a:cxn ang="0">
                    <a:pos x="38" y="19"/>
                  </a:cxn>
                  <a:cxn ang="0">
                    <a:pos x="39" y="17"/>
                  </a:cxn>
                  <a:cxn ang="0">
                    <a:pos x="38" y="15"/>
                  </a:cxn>
                  <a:cxn ang="0">
                    <a:pos x="41" y="13"/>
                  </a:cxn>
                  <a:cxn ang="0">
                    <a:pos x="45" y="8"/>
                  </a:cxn>
                  <a:cxn ang="0">
                    <a:pos x="48" y="7"/>
                  </a:cxn>
                  <a:cxn ang="0">
                    <a:pos x="45" y="6"/>
                  </a:cxn>
                  <a:cxn ang="0">
                    <a:pos x="43" y="6"/>
                  </a:cxn>
                  <a:cxn ang="0">
                    <a:pos x="42" y="4"/>
                  </a:cxn>
                  <a:cxn ang="0">
                    <a:pos x="38" y="4"/>
                  </a:cxn>
                  <a:cxn ang="0">
                    <a:pos x="46" y="3"/>
                  </a:cxn>
                  <a:cxn ang="0">
                    <a:pos x="36" y="2"/>
                  </a:cxn>
                  <a:cxn ang="0">
                    <a:pos x="36" y="0"/>
                  </a:cxn>
                  <a:cxn ang="0">
                    <a:pos x="33" y="2"/>
                  </a:cxn>
                  <a:cxn ang="0">
                    <a:pos x="30" y="2"/>
                  </a:cxn>
                  <a:cxn ang="0">
                    <a:pos x="25" y="2"/>
                  </a:cxn>
                  <a:cxn ang="0">
                    <a:pos x="22" y="1"/>
                  </a:cxn>
                  <a:cxn ang="0">
                    <a:pos x="19" y="3"/>
                  </a:cxn>
                  <a:cxn ang="0">
                    <a:pos x="15" y="4"/>
                  </a:cxn>
                  <a:cxn ang="0">
                    <a:pos x="13" y="6"/>
                  </a:cxn>
                  <a:cxn ang="0">
                    <a:pos x="8" y="6"/>
                  </a:cxn>
                  <a:cxn ang="0">
                    <a:pos x="7" y="8"/>
                  </a:cxn>
                  <a:cxn ang="0">
                    <a:pos x="9" y="9"/>
                  </a:cxn>
                  <a:cxn ang="0">
                    <a:pos x="7" y="10"/>
                  </a:cxn>
                  <a:cxn ang="0">
                    <a:pos x="8" y="11"/>
                  </a:cxn>
                  <a:cxn ang="0">
                    <a:pos x="10" y="12"/>
                  </a:cxn>
                  <a:cxn ang="0">
                    <a:pos x="11" y="16"/>
                  </a:cxn>
                  <a:cxn ang="0">
                    <a:pos x="9" y="19"/>
                  </a:cxn>
                  <a:cxn ang="0">
                    <a:pos x="9" y="21"/>
                  </a:cxn>
                  <a:cxn ang="0">
                    <a:pos x="10" y="22"/>
                  </a:cxn>
                  <a:cxn ang="0">
                    <a:pos x="8" y="22"/>
                  </a:cxn>
                  <a:cxn ang="0">
                    <a:pos x="8" y="25"/>
                  </a:cxn>
                  <a:cxn ang="0">
                    <a:pos x="7" y="26"/>
                  </a:cxn>
                  <a:cxn ang="0">
                    <a:pos x="6" y="27"/>
                  </a:cxn>
                  <a:cxn ang="0">
                    <a:pos x="4" y="28"/>
                  </a:cxn>
                  <a:cxn ang="0">
                    <a:pos x="3" y="29"/>
                  </a:cxn>
                  <a:cxn ang="0">
                    <a:pos x="2" y="30"/>
                  </a:cxn>
                  <a:cxn ang="0">
                    <a:pos x="5" y="30"/>
                  </a:cxn>
                  <a:cxn ang="0">
                    <a:pos x="2" y="31"/>
                  </a:cxn>
                  <a:cxn ang="0">
                    <a:pos x="1" y="32"/>
                  </a:cxn>
                  <a:cxn ang="0">
                    <a:pos x="2" y="33"/>
                  </a:cxn>
                  <a:cxn ang="0">
                    <a:pos x="2" y="34"/>
                  </a:cxn>
                  <a:cxn ang="0">
                    <a:pos x="1" y="36"/>
                  </a:cxn>
                  <a:cxn ang="0">
                    <a:pos x="0" y="38"/>
                  </a:cxn>
                  <a:cxn ang="0">
                    <a:pos x="0" y="40"/>
                  </a:cxn>
                  <a:cxn ang="0">
                    <a:pos x="2" y="41"/>
                  </a:cxn>
                  <a:cxn ang="0">
                    <a:pos x="4" y="42"/>
                  </a:cxn>
                  <a:cxn ang="0">
                    <a:pos x="6" y="39"/>
                  </a:cxn>
                  <a:cxn ang="0">
                    <a:pos x="9" y="37"/>
                  </a:cxn>
                </a:cxnLst>
                <a:rect l="0" t="0" r="r" b="b"/>
                <a:pathLst>
                  <a:path w="50" h="43">
                    <a:moveTo>
                      <a:pt x="9" y="37"/>
                    </a:move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10" y="37"/>
                    </a:cubicBezTo>
                    <a:cubicBezTo>
                      <a:pt x="10" y="37"/>
                      <a:pt x="10" y="37"/>
                      <a:pt x="10" y="37"/>
                    </a:cubicBezTo>
                    <a:cubicBezTo>
                      <a:pt x="10" y="36"/>
                      <a:pt x="9" y="36"/>
                      <a:pt x="9" y="36"/>
                    </a:cubicBezTo>
                    <a:cubicBezTo>
                      <a:pt x="9" y="36"/>
                      <a:pt x="9" y="36"/>
                      <a:pt x="9" y="36"/>
                    </a:cubicBezTo>
                    <a:cubicBezTo>
                      <a:pt x="9" y="36"/>
                      <a:pt x="9" y="36"/>
                      <a:pt x="9" y="36"/>
                    </a:cubicBezTo>
                    <a:cubicBezTo>
                      <a:pt x="9" y="36"/>
                      <a:pt x="9" y="36"/>
                      <a:pt x="9" y="36"/>
                    </a:cubicBezTo>
                    <a:cubicBezTo>
                      <a:pt x="9" y="36"/>
                      <a:pt x="9" y="36"/>
                      <a:pt x="9" y="36"/>
                    </a:cubicBezTo>
                    <a:cubicBezTo>
                      <a:pt x="9" y="36"/>
                      <a:pt x="9" y="36"/>
                      <a:pt x="9"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0" y="36"/>
                      <a:pt x="10" y="36"/>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0" y="35"/>
                      <a:pt x="10" y="35"/>
                    </a:cubicBezTo>
                    <a:cubicBezTo>
                      <a:pt x="10"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5"/>
                      <a:pt x="11" y="35"/>
                      <a:pt x="11" y="35"/>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1" y="34"/>
                      <a:pt x="11" y="34"/>
                      <a:pt x="11" y="34"/>
                    </a:cubicBezTo>
                    <a:cubicBezTo>
                      <a:pt x="12" y="34"/>
                      <a:pt x="12" y="34"/>
                      <a:pt x="12" y="34"/>
                    </a:cubicBezTo>
                    <a:cubicBezTo>
                      <a:pt x="12" y="34"/>
                      <a:pt x="12" y="34"/>
                      <a:pt x="12" y="34"/>
                    </a:cubicBezTo>
                    <a:cubicBezTo>
                      <a:pt x="12" y="34"/>
                      <a:pt x="12" y="34"/>
                      <a:pt x="12" y="34"/>
                    </a:cubicBezTo>
                    <a:cubicBezTo>
                      <a:pt x="12" y="34"/>
                      <a:pt x="12" y="34"/>
                      <a:pt x="12" y="34"/>
                    </a:cubicBezTo>
                    <a:cubicBezTo>
                      <a:pt x="12" y="34"/>
                      <a:pt x="12" y="34"/>
                      <a:pt x="12" y="34"/>
                    </a:cubicBezTo>
                    <a:cubicBezTo>
                      <a:pt x="12" y="34"/>
                      <a:pt x="12" y="34"/>
                      <a:pt x="12" y="34"/>
                    </a:cubicBezTo>
                    <a:cubicBezTo>
                      <a:pt x="12" y="34"/>
                      <a:pt x="12" y="34"/>
                      <a:pt x="12" y="34"/>
                    </a:cubicBezTo>
                    <a:cubicBezTo>
                      <a:pt x="12" y="34"/>
                      <a:pt x="12" y="34"/>
                      <a:pt x="12" y="34"/>
                    </a:cubicBezTo>
                    <a:cubicBezTo>
                      <a:pt x="12" y="34"/>
                      <a:pt x="12" y="34"/>
                      <a:pt x="12" y="34"/>
                    </a:cubicBezTo>
                    <a:cubicBezTo>
                      <a:pt x="12" y="34"/>
                      <a:pt x="12" y="34"/>
                      <a:pt x="12" y="34"/>
                    </a:cubicBezTo>
                    <a:cubicBezTo>
                      <a:pt x="12" y="33"/>
                      <a:pt x="12" y="33"/>
                      <a:pt x="12" y="33"/>
                    </a:cubicBezTo>
                    <a:cubicBezTo>
                      <a:pt x="12" y="33"/>
                      <a:pt x="12" y="33"/>
                      <a:pt x="13" y="33"/>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3" y="33"/>
                    </a:cubicBezTo>
                    <a:cubicBezTo>
                      <a:pt x="13" y="33"/>
                      <a:pt x="13"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4" y="33"/>
                      <a:pt x="14" y="33"/>
                    </a:cubicBezTo>
                    <a:cubicBezTo>
                      <a:pt x="14" y="33"/>
                      <a:pt x="15" y="33"/>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2"/>
                      <a:pt x="15" y="32"/>
                      <a:pt x="15" y="32"/>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5" y="33"/>
                      <a:pt x="15" y="33"/>
                    </a:cubicBezTo>
                    <a:cubicBezTo>
                      <a:pt x="15"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6" y="33"/>
                      <a:pt x="16" y="33"/>
                      <a:pt x="16" y="33"/>
                    </a:cubicBezTo>
                    <a:cubicBezTo>
                      <a:pt x="17" y="33"/>
                      <a:pt x="17" y="33"/>
                      <a:pt x="17" y="33"/>
                    </a:cubicBezTo>
                    <a:cubicBezTo>
                      <a:pt x="17" y="33"/>
                      <a:pt x="17" y="33"/>
                      <a:pt x="17" y="33"/>
                    </a:cubicBezTo>
                    <a:cubicBezTo>
                      <a:pt x="17" y="33"/>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7" y="32"/>
                    </a:cubicBezTo>
                    <a:cubicBezTo>
                      <a:pt x="17" y="32"/>
                      <a:pt x="17"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8" y="32"/>
                      <a:pt x="18" y="32"/>
                      <a:pt x="18" y="32"/>
                    </a:cubicBezTo>
                    <a:cubicBezTo>
                      <a:pt x="19" y="32"/>
                      <a:pt x="19" y="32"/>
                      <a:pt x="19" y="32"/>
                    </a:cubicBezTo>
                    <a:cubicBezTo>
                      <a:pt x="19" y="32"/>
                      <a:pt x="19" y="32"/>
                      <a:pt x="19" y="32"/>
                    </a:cubicBezTo>
                    <a:cubicBezTo>
                      <a:pt x="19" y="32"/>
                      <a:pt x="19" y="32"/>
                      <a:pt x="19" y="31"/>
                    </a:cubicBezTo>
                    <a:cubicBezTo>
                      <a:pt x="19" y="31"/>
                      <a:pt x="19" y="31"/>
                      <a:pt x="19" y="31"/>
                    </a:cubicBezTo>
                    <a:cubicBezTo>
                      <a:pt x="19" y="31"/>
                      <a:pt x="19" y="31"/>
                      <a:pt x="19" y="31"/>
                    </a:cubicBezTo>
                    <a:cubicBezTo>
                      <a:pt x="19" y="31"/>
                      <a:pt x="19" y="31"/>
                      <a:pt x="19" y="31"/>
                    </a:cubicBezTo>
                    <a:cubicBezTo>
                      <a:pt x="19" y="31"/>
                      <a:pt x="19" y="31"/>
                      <a:pt x="19" y="31"/>
                    </a:cubicBezTo>
                    <a:cubicBezTo>
                      <a:pt x="19" y="31"/>
                      <a:pt x="19" y="31"/>
                      <a:pt x="19" y="31"/>
                    </a:cubicBezTo>
                    <a:cubicBezTo>
                      <a:pt x="19" y="31"/>
                      <a:pt x="19" y="31"/>
                      <a:pt x="20" y="31"/>
                    </a:cubicBezTo>
                    <a:cubicBezTo>
                      <a:pt x="20" y="31"/>
                      <a:pt x="20" y="31"/>
                      <a:pt x="20" y="31"/>
                    </a:cubicBezTo>
                    <a:cubicBezTo>
                      <a:pt x="20" y="31"/>
                      <a:pt x="20" y="31"/>
                      <a:pt x="20" y="31"/>
                    </a:cubicBezTo>
                    <a:cubicBezTo>
                      <a:pt x="20" y="31"/>
                      <a:pt x="20" y="31"/>
                      <a:pt x="20" y="31"/>
                    </a:cubicBezTo>
                    <a:cubicBezTo>
                      <a:pt x="20" y="31"/>
                      <a:pt x="20" y="31"/>
                      <a:pt x="20" y="31"/>
                    </a:cubicBezTo>
                    <a:cubicBezTo>
                      <a:pt x="20" y="31"/>
                      <a:pt x="20" y="30"/>
                      <a:pt x="20" y="30"/>
                    </a:cubicBezTo>
                    <a:cubicBezTo>
                      <a:pt x="20" y="30"/>
                      <a:pt x="20" y="30"/>
                      <a:pt x="20" y="30"/>
                    </a:cubicBezTo>
                    <a:cubicBezTo>
                      <a:pt x="20" y="30"/>
                      <a:pt x="20" y="30"/>
                      <a:pt x="20" y="30"/>
                    </a:cubicBezTo>
                    <a:cubicBezTo>
                      <a:pt x="20" y="30"/>
                      <a:pt x="20" y="30"/>
                      <a:pt x="20"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1" y="30"/>
                      <a:pt x="21" y="30"/>
                      <a:pt x="21" y="30"/>
                    </a:cubicBezTo>
                    <a:cubicBezTo>
                      <a:pt x="22" y="30"/>
                      <a:pt x="22" y="30"/>
                      <a:pt x="22" y="30"/>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8"/>
                    </a:cubicBezTo>
                    <a:cubicBezTo>
                      <a:pt x="22" y="28"/>
                      <a:pt x="22" y="28"/>
                      <a:pt x="22" y="28"/>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29"/>
                      <a:pt x="22" y="29"/>
                      <a:pt x="22" y="29"/>
                    </a:cubicBezTo>
                    <a:cubicBezTo>
                      <a:pt x="22" y="30"/>
                      <a:pt x="22" y="30"/>
                      <a:pt x="22" y="30"/>
                    </a:cubicBezTo>
                    <a:cubicBezTo>
                      <a:pt x="22" y="30"/>
                      <a:pt x="22" y="30"/>
                      <a:pt x="22" y="30"/>
                    </a:cubicBezTo>
                    <a:cubicBezTo>
                      <a:pt x="23" y="29"/>
                      <a:pt x="23" y="29"/>
                      <a:pt x="23" y="29"/>
                    </a:cubicBezTo>
                    <a:cubicBezTo>
                      <a:pt x="23" y="29"/>
                      <a:pt x="23" y="29"/>
                      <a:pt x="23" y="29"/>
                    </a:cubicBezTo>
                    <a:cubicBezTo>
                      <a:pt x="23" y="29"/>
                      <a:pt x="23" y="29"/>
                      <a:pt x="23" y="29"/>
                    </a:cubicBezTo>
                    <a:cubicBezTo>
                      <a:pt x="23" y="29"/>
                      <a:pt x="23" y="29"/>
                      <a:pt x="23" y="29"/>
                    </a:cubicBezTo>
                    <a:cubicBezTo>
                      <a:pt x="23" y="29"/>
                      <a:pt x="23" y="29"/>
                      <a:pt x="23" y="29"/>
                    </a:cubicBezTo>
                    <a:cubicBezTo>
                      <a:pt x="23" y="29"/>
                      <a:pt x="23" y="29"/>
                      <a:pt x="23" y="29"/>
                    </a:cubicBezTo>
                    <a:cubicBezTo>
                      <a:pt x="23" y="30"/>
                      <a:pt x="23" y="30"/>
                      <a:pt x="23" y="30"/>
                    </a:cubicBezTo>
                    <a:cubicBezTo>
                      <a:pt x="23" y="30"/>
                      <a:pt x="23" y="30"/>
                      <a:pt x="23" y="30"/>
                    </a:cubicBezTo>
                    <a:cubicBezTo>
                      <a:pt x="23" y="30"/>
                      <a:pt x="23" y="30"/>
                      <a:pt x="23" y="30"/>
                    </a:cubicBezTo>
                    <a:cubicBezTo>
                      <a:pt x="23" y="30"/>
                      <a:pt x="23" y="29"/>
                      <a:pt x="23" y="29"/>
                    </a:cubicBezTo>
                    <a:cubicBezTo>
                      <a:pt x="23" y="29"/>
                      <a:pt x="23" y="29"/>
                      <a:pt x="23" y="29"/>
                    </a:cubicBezTo>
                    <a:cubicBezTo>
                      <a:pt x="23" y="29"/>
                      <a:pt x="23" y="29"/>
                      <a:pt x="23" y="29"/>
                    </a:cubicBezTo>
                    <a:cubicBezTo>
                      <a:pt x="23" y="29"/>
                      <a:pt x="23" y="29"/>
                      <a:pt x="23" y="29"/>
                    </a:cubicBezTo>
                    <a:cubicBezTo>
                      <a:pt x="23" y="29"/>
                      <a:pt x="23" y="29"/>
                      <a:pt x="23" y="29"/>
                    </a:cubicBezTo>
                    <a:cubicBezTo>
                      <a:pt x="23" y="29"/>
                      <a:pt x="23" y="29"/>
                      <a:pt x="23" y="29"/>
                    </a:cubicBezTo>
                    <a:cubicBezTo>
                      <a:pt x="23" y="30"/>
                      <a:pt x="23" y="30"/>
                      <a:pt x="23" y="30"/>
                    </a:cubicBezTo>
                    <a:cubicBezTo>
                      <a:pt x="23" y="30"/>
                      <a:pt x="23" y="30"/>
                      <a:pt x="23"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4" y="29"/>
                      <a:pt x="24" y="29"/>
                      <a:pt x="24"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5" y="29"/>
                      <a:pt x="25" y="29"/>
                    </a:cubicBezTo>
                    <a:cubicBezTo>
                      <a:pt x="25" y="29"/>
                      <a:pt x="26" y="29"/>
                      <a:pt x="26" y="29"/>
                    </a:cubicBezTo>
                    <a:cubicBezTo>
                      <a:pt x="26" y="29"/>
                      <a:pt x="26" y="29"/>
                      <a:pt x="26" y="29"/>
                    </a:cubicBezTo>
                    <a:cubicBezTo>
                      <a:pt x="26" y="29"/>
                      <a:pt x="26" y="29"/>
                      <a:pt x="26" y="29"/>
                    </a:cubicBezTo>
                    <a:cubicBezTo>
                      <a:pt x="26" y="29"/>
                      <a:pt x="26" y="29"/>
                      <a:pt x="26" y="29"/>
                    </a:cubicBezTo>
                    <a:cubicBezTo>
                      <a:pt x="26" y="29"/>
                      <a:pt x="26" y="29"/>
                      <a:pt x="26" y="29"/>
                    </a:cubicBezTo>
                    <a:cubicBezTo>
                      <a:pt x="26" y="29"/>
                      <a:pt x="26" y="29"/>
                      <a:pt x="26" y="29"/>
                    </a:cubicBezTo>
                    <a:cubicBezTo>
                      <a:pt x="26" y="29"/>
                      <a:pt x="26" y="29"/>
                      <a:pt x="26" y="29"/>
                    </a:cubicBezTo>
                    <a:cubicBezTo>
                      <a:pt x="26" y="29"/>
                      <a:pt x="27" y="29"/>
                      <a:pt x="27" y="29"/>
                    </a:cubicBezTo>
                    <a:cubicBezTo>
                      <a:pt x="27" y="29"/>
                      <a:pt x="27" y="29"/>
                      <a:pt x="27" y="29"/>
                    </a:cubicBezTo>
                    <a:cubicBezTo>
                      <a:pt x="27" y="29"/>
                      <a:pt x="27" y="29"/>
                      <a:pt x="27" y="29"/>
                    </a:cubicBezTo>
                    <a:cubicBezTo>
                      <a:pt x="27" y="29"/>
                      <a:pt x="27" y="29"/>
                      <a:pt x="27" y="29"/>
                    </a:cubicBezTo>
                    <a:cubicBezTo>
                      <a:pt x="27" y="29"/>
                      <a:pt x="27" y="29"/>
                      <a:pt x="27" y="29"/>
                    </a:cubicBezTo>
                    <a:cubicBezTo>
                      <a:pt x="27" y="29"/>
                      <a:pt x="27" y="29"/>
                      <a:pt x="27" y="29"/>
                    </a:cubicBezTo>
                    <a:cubicBezTo>
                      <a:pt x="28" y="29"/>
                      <a:pt x="28" y="29"/>
                      <a:pt x="28" y="29"/>
                    </a:cubicBezTo>
                    <a:cubicBezTo>
                      <a:pt x="28" y="29"/>
                      <a:pt x="28" y="29"/>
                      <a:pt x="28" y="29"/>
                    </a:cubicBezTo>
                    <a:cubicBezTo>
                      <a:pt x="28" y="29"/>
                      <a:pt x="28" y="29"/>
                      <a:pt x="28" y="29"/>
                    </a:cubicBezTo>
                    <a:cubicBezTo>
                      <a:pt x="28" y="28"/>
                      <a:pt x="28" y="28"/>
                      <a:pt x="28" y="28"/>
                    </a:cubicBezTo>
                    <a:cubicBezTo>
                      <a:pt x="28" y="28"/>
                      <a:pt x="28" y="28"/>
                      <a:pt x="29" y="28"/>
                    </a:cubicBezTo>
                    <a:cubicBezTo>
                      <a:pt x="29" y="28"/>
                      <a:pt x="29" y="28"/>
                      <a:pt x="29" y="28"/>
                    </a:cubicBezTo>
                    <a:cubicBezTo>
                      <a:pt x="29" y="28"/>
                      <a:pt x="29" y="28"/>
                      <a:pt x="29" y="28"/>
                    </a:cubicBezTo>
                    <a:cubicBezTo>
                      <a:pt x="29" y="28"/>
                      <a:pt x="29" y="28"/>
                      <a:pt x="29" y="28"/>
                    </a:cubicBezTo>
                    <a:cubicBezTo>
                      <a:pt x="29" y="28"/>
                      <a:pt x="29" y="28"/>
                      <a:pt x="29" y="28"/>
                    </a:cubicBezTo>
                    <a:cubicBezTo>
                      <a:pt x="29" y="28"/>
                      <a:pt x="29" y="28"/>
                      <a:pt x="29" y="28"/>
                    </a:cubicBezTo>
                    <a:cubicBezTo>
                      <a:pt x="29" y="28"/>
                      <a:pt x="29" y="28"/>
                      <a:pt x="29" y="28"/>
                    </a:cubicBezTo>
                    <a:cubicBezTo>
                      <a:pt x="29" y="28"/>
                      <a:pt x="29" y="28"/>
                      <a:pt x="29" y="28"/>
                    </a:cubicBezTo>
                    <a:cubicBezTo>
                      <a:pt x="29" y="28"/>
                      <a:pt x="29" y="28"/>
                      <a:pt x="29" y="28"/>
                    </a:cubicBezTo>
                    <a:cubicBezTo>
                      <a:pt x="29" y="28"/>
                      <a:pt x="29" y="28"/>
                      <a:pt x="29" y="28"/>
                    </a:cubicBezTo>
                    <a:cubicBezTo>
                      <a:pt x="29" y="28"/>
                      <a:pt x="30" y="28"/>
                      <a:pt x="30" y="28"/>
                    </a:cubicBezTo>
                    <a:cubicBezTo>
                      <a:pt x="30" y="28"/>
                      <a:pt x="30" y="28"/>
                      <a:pt x="30" y="28"/>
                    </a:cubicBezTo>
                    <a:cubicBezTo>
                      <a:pt x="30" y="28"/>
                      <a:pt x="30" y="28"/>
                      <a:pt x="30" y="28"/>
                    </a:cubicBezTo>
                    <a:cubicBezTo>
                      <a:pt x="30" y="28"/>
                      <a:pt x="30" y="28"/>
                      <a:pt x="30" y="28"/>
                    </a:cubicBezTo>
                    <a:cubicBezTo>
                      <a:pt x="30" y="28"/>
                      <a:pt x="30" y="27"/>
                      <a:pt x="30" y="27"/>
                    </a:cubicBezTo>
                    <a:cubicBezTo>
                      <a:pt x="30" y="27"/>
                      <a:pt x="30" y="27"/>
                      <a:pt x="30" y="27"/>
                    </a:cubicBezTo>
                    <a:cubicBezTo>
                      <a:pt x="30" y="27"/>
                      <a:pt x="30" y="27"/>
                      <a:pt x="30" y="27"/>
                    </a:cubicBezTo>
                    <a:cubicBezTo>
                      <a:pt x="30" y="27"/>
                      <a:pt x="30" y="27"/>
                      <a:pt x="30" y="27"/>
                    </a:cubicBezTo>
                    <a:cubicBezTo>
                      <a:pt x="31" y="27"/>
                      <a:pt x="31" y="27"/>
                      <a:pt x="31" y="27"/>
                    </a:cubicBezTo>
                    <a:cubicBezTo>
                      <a:pt x="31" y="27"/>
                      <a:pt x="31" y="27"/>
                      <a:pt x="31" y="27"/>
                    </a:cubicBezTo>
                    <a:cubicBezTo>
                      <a:pt x="31" y="27"/>
                      <a:pt x="31" y="27"/>
                      <a:pt x="31" y="27"/>
                    </a:cubicBezTo>
                    <a:cubicBezTo>
                      <a:pt x="31" y="27"/>
                      <a:pt x="31" y="27"/>
                      <a:pt x="31" y="27"/>
                    </a:cubicBezTo>
                    <a:cubicBezTo>
                      <a:pt x="31" y="27"/>
                      <a:pt x="31" y="27"/>
                      <a:pt x="31" y="27"/>
                    </a:cubicBezTo>
                    <a:cubicBezTo>
                      <a:pt x="31" y="27"/>
                      <a:pt x="31" y="27"/>
                      <a:pt x="31" y="27"/>
                    </a:cubicBezTo>
                    <a:cubicBezTo>
                      <a:pt x="31" y="27"/>
                      <a:pt x="31" y="27"/>
                      <a:pt x="31" y="27"/>
                    </a:cubicBezTo>
                    <a:cubicBezTo>
                      <a:pt x="31" y="27"/>
                      <a:pt x="31" y="27"/>
                      <a:pt x="32" y="27"/>
                    </a:cubicBezTo>
                    <a:cubicBezTo>
                      <a:pt x="32" y="27"/>
                      <a:pt x="32" y="27"/>
                      <a:pt x="32" y="27"/>
                    </a:cubicBezTo>
                    <a:cubicBezTo>
                      <a:pt x="32" y="27"/>
                      <a:pt x="32" y="27"/>
                      <a:pt x="32" y="27"/>
                    </a:cubicBezTo>
                    <a:cubicBezTo>
                      <a:pt x="32" y="26"/>
                      <a:pt x="32" y="26"/>
                      <a:pt x="32" y="26"/>
                    </a:cubicBezTo>
                    <a:cubicBezTo>
                      <a:pt x="32" y="26"/>
                      <a:pt x="32" y="26"/>
                      <a:pt x="31" y="26"/>
                    </a:cubicBezTo>
                    <a:cubicBezTo>
                      <a:pt x="31" y="26"/>
                      <a:pt x="31" y="26"/>
                      <a:pt x="31" y="26"/>
                    </a:cubicBezTo>
                    <a:cubicBezTo>
                      <a:pt x="31" y="26"/>
                      <a:pt x="31" y="26"/>
                      <a:pt x="31" y="26"/>
                    </a:cubicBezTo>
                    <a:cubicBezTo>
                      <a:pt x="31" y="26"/>
                      <a:pt x="31" y="26"/>
                      <a:pt x="31" y="26"/>
                    </a:cubicBezTo>
                    <a:cubicBezTo>
                      <a:pt x="31" y="26"/>
                      <a:pt x="31" y="26"/>
                      <a:pt x="31" y="26"/>
                    </a:cubicBezTo>
                    <a:cubicBezTo>
                      <a:pt x="31" y="26"/>
                      <a:pt x="31" y="26"/>
                      <a:pt x="30" y="26"/>
                    </a:cubicBezTo>
                    <a:cubicBezTo>
                      <a:pt x="30" y="26"/>
                      <a:pt x="30" y="26"/>
                      <a:pt x="30" y="26"/>
                    </a:cubicBezTo>
                    <a:cubicBezTo>
                      <a:pt x="30" y="26"/>
                      <a:pt x="30" y="26"/>
                      <a:pt x="30" y="26"/>
                    </a:cubicBezTo>
                    <a:cubicBezTo>
                      <a:pt x="30" y="26"/>
                      <a:pt x="30" y="26"/>
                      <a:pt x="30" y="26"/>
                    </a:cubicBezTo>
                    <a:cubicBezTo>
                      <a:pt x="30" y="26"/>
                      <a:pt x="30" y="26"/>
                      <a:pt x="30" y="26"/>
                    </a:cubicBezTo>
                    <a:cubicBezTo>
                      <a:pt x="30" y="26"/>
                      <a:pt x="30" y="26"/>
                      <a:pt x="30" y="26"/>
                    </a:cubicBezTo>
                    <a:cubicBezTo>
                      <a:pt x="30" y="26"/>
                      <a:pt x="30" y="26"/>
                      <a:pt x="30" y="26"/>
                    </a:cubicBezTo>
                    <a:cubicBezTo>
                      <a:pt x="30" y="26"/>
                      <a:pt x="29" y="26"/>
                      <a:pt x="29" y="26"/>
                    </a:cubicBezTo>
                    <a:cubicBezTo>
                      <a:pt x="29" y="26"/>
                      <a:pt x="29" y="26"/>
                      <a:pt x="29" y="26"/>
                    </a:cubicBezTo>
                    <a:cubicBezTo>
                      <a:pt x="29" y="26"/>
                      <a:pt x="29" y="26"/>
                      <a:pt x="29" y="26"/>
                    </a:cubicBezTo>
                    <a:cubicBezTo>
                      <a:pt x="29" y="26"/>
                      <a:pt x="29" y="26"/>
                      <a:pt x="29" y="26"/>
                    </a:cubicBezTo>
                    <a:cubicBezTo>
                      <a:pt x="29" y="26"/>
                      <a:pt x="29" y="26"/>
                      <a:pt x="29" y="26"/>
                    </a:cubicBezTo>
                    <a:cubicBezTo>
                      <a:pt x="29" y="26"/>
                      <a:pt x="29" y="26"/>
                      <a:pt x="29" y="26"/>
                    </a:cubicBezTo>
                    <a:cubicBezTo>
                      <a:pt x="29" y="26"/>
                      <a:pt x="29" y="26"/>
                      <a:pt x="29" y="26"/>
                    </a:cubicBezTo>
                    <a:cubicBezTo>
                      <a:pt x="29" y="26"/>
                      <a:pt x="29" y="26"/>
                      <a:pt x="29" y="26"/>
                    </a:cubicBezTo>
                    <a:cubicBezTo>
                      <a:pt x="29" y="26"/>
                      <a:pt x="29" y="26"/>
                      <a:pt x="29" y="26"/>
                    </a:cubicBezTo>
                    <a:cubicBezTo>
                      <a:pt x="29"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7"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9" y="26"/>
                      <a:pt x="29"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6"/>
                      <a:pt x="28" y="26"/>
                    </a:cubicBezTo>
                    <a:cubicBezTo>
                      <a:pt x="28" y="26"/>
                      <a:pt x="28" y="25"/>
                      <a:pt x="28"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7" y="25"/>
                      <a:pt x="27" y="25"/>
                      <a:pt x="27" y="25"/>
                    </a:cubicBezTo>
                    <a:cubicBezTo>
                      <a:pt x="28" y="25"/>
                      <a:pt x="28" y="25"/>
                      <a:pt x="28" y="25"/>
                    </a:cubicBezTo>
                    <a:cubicBezTo>
                      <a:pt x="28" y="25"/>
                      <a:pt x="28" y="25"/>
                      <a:pt x="28" y="25"/>
                    </a:cubicBezTo>
                    <a:cubicBezTo>
                      <a:pt x="28" y="25"/>
                      <a:pt x="28" y="25"/>
                      <a:pt x="28" y="25"/>
                    </a:cubicBezTo>
                    <a:cubicBezTo>
                      <a:pt x="28" y="25"/>
                      <a:pt x="28" y="25"/>
                      <a:pt x="28" y="25"/>
                    </a:cubicBezTo>
                    <a:cubicBezTo>
                      <a:pt x="28" y="25"/>
                      <a:pt x="28" y="25"/>
                      <a:pt x="28" y="25"/>
                    </a:cubicBezTo>
                    <a:cubicBezTo>
                      <a:pt x="29" y="25"/>
                      <a:pt x="29" y="24"/>
                      <a:pt x="29" y="24"/>
                    </a:cubicBezTo>
                    <a:cubicBezTo>
                      <a:pt x="29" y="24"/>
                      <a:pt x="29" y="24"/>
                      <a:pt x="29" y="24"/>
                    </a:cubicBezTo>
                    <a:cubicBezTo>
                      <a:pt x="29" y="24"/>
                      <a:pt x="29" y="24"/>
                      <a:pt x="29" y="24"/>
                    </a:cubicBezTo>
                    <a:cubicBezTo>
                      <a:pt x="29" y="24"/>
                      <a:pt x="29" y="25"/>
                      <a:pt x="29" y="25"/>
                    </a:cubicBezTo>
                    <a:cubicBezTo>
                      <a:pt x="29" y="25"/>
                      <a:pt x="29" y="25"/>
                      <a:pt x="29" y="25"/>
                    </a:cubicBezTo>
                    <a:cubicBezTo>
                      <a:pt x="29" y="25"/>
                      <a:pt x="29" y="24"/>
                      <a:pt x="29" y="24"/>
                    </a:cubicBezTo>
                    <a:cubicBezTo>
                      <a:pt x="29" y="24"/>
                      <a:pt x="29" y="24"/>
                      <a:pt x="29" y="24"/>
                    </a:cubicBezTo>
                    <a:cubicBezTo>
                      <a:pt x="30" y="24"/>
                      <a:pt x="30" y="24"/>
                      <a:pt x="30" y="24"/>
                    </a:cubicBezTo>
                    <a:cubicBezTo>
                      <a:pt x="30" y="24"/>
                      <a:pt x="30" y="24"/>
                      <a:pt x="30" y="24"/>
                    </a:cubicBezTo>
                    <a:cubicBezTo>
                      <a:pt x="30" y="24"/>
                      <a:pt x="30" y="24"/>
                      <a:pt x="30" y="24"/>
                    </a:cubicBezTo>
                    <a:cubicBezTo>
                      <a:pt x="30" y="24"/>
                      <a:pt x="30" y="24"/>
                      <a:pt x="30" y="24"/>
                    </a:cubicBezTo>
                    <a:cubicBezTo>
                      <a:pt x="30" y="24"/>
                      <a:pt x="30" y="24"/>
                      <a:pt x="30" y="24"/>
                    </a:cubicBezTo>
                    <a:cubicBezTo>
                      <a:pt x="30" y="24"/>
                      <a:pt x="30" y="24"/>
                      <a:pt x="30" y="24"/>
                    </a:cubicBezTo>
                    <a:cubicBezTo>
                      <a:pt x="30" y="24"/>
                      <a:pt x="30" y="24"/>
                      <a:pt x="29" y="24"/>
                    </a:cubicBezTo>
                    <a:cubicBezTo>
                      <a:pt x="29" y="23"/>
                      <a:pt x="29" y="23"/>
                      <a:pt x="29" y="23"/>
                    </a:cubicBezTo>
                    <a:cubicBezTo>
                      <a:pt x="29" y="23"/>
                      <a:pt x="29" y="23"/>
                      <a:pt x="29" y="23"/>
                    </a:cubicBezTo>
                    <a:cubicBezTo>
                      <a:pt x="29" y="23"/>
                      <a:pt x="29" y="23"/>
                      <a:pt x="29" y="23"/>
                    </a:cubicBezTo>
                    <a:cubicBezTo>
                      <a:pt x="29" y="23"/>
                      <a:pt x="29" y="23"/>
                      <a:pt x="29" y="23"/>
                    </a:cubicBezTo>
                    <a:cubicBezTo>
                      <a:pt x="29" y="23"/>
                      <a:pt x="29" y="23"/>
                      <a:pt x="29" y="23"/>
                    </a:cubicBezTo>
                    <a:cubicBezTo>
                      <a:pt x="29" y="23"/>
                      <a:pt x="29" y="23"/>
                      <a:pt x="29" y="23"/>
                    </a:cubicBezTo>
                    <a:cubicBezTo>
                      <a:pt x="29" y="23"/>
                      <a:pt x="29" y="23"/>
                      <a:pt x="29" y="23"/>
                    </a:cubicBezTo>
                    <a:cubicBezTo>
                      <a:pt x="29" y="23"/>
                      <a:pt x="29" y="23"/>
                      <a:pt x="30" y="23"/>
                    </a:cubicBezTo>
                    <a:cubicBezTo>
                      <a:pt x="30" y="23"/>
                      <a:pt x="30" y="24"/>
                      <a:pt x="30" y="24"/>
                    </a:cubicBezTo>
                    <a:cubicBezTo>
                      <a:pt x="30" y="24"/>
                      <a:pt x="30" y="24"/>
                      <a:pt x="30" y="24"/>
                    </a:cubicBezTo>
                    <a:cubicBezTo>
                      <a:pt x="30" y="24"/>
                      <a:pt x="30" y="24"/>
                      <a:pt x="30" y="24"/>
                    </a:cubicBezTo>
                    <a:cubicBezTo>
                      <a:pt x="30" y="24"/>
                      <a:pt x="30" y="24"/>
                      <a:pt x="30" y="24"/>
                    </a:cubicBezTo>
                    <a:cubicBezTo>
                      <a:pt x="30" y="24"/>
                      <a:pt x="30" y="24"/>
                      <a:pt x="30" y="24"/>
                    </a:cubicBezTo>
                    <a:cubicBezTo>
                      <a:pt x="30" y="24"/>
                      <a:pt x="31" y="24"/>
                      <a:pt x="31" y="24"/>
                    </a:cubicBezTo>
                    <a:cubicBezTo>
                      <a:pt x="31" y="24"/>
                      <a:pt x="31" y="24"/>
                      <a:pt x="31" y="24"/>
                    </a:cubicBezTo>
                    <a:cubicBezTo>
                      <a:pt x="31" y="24"/>
                      <a:pt x="31" y="24"/>
                      <a:pt x="31" y="24"/>
                    </a:cubicBezTo>
                    <a:cubicBezTo>
                      <a:pt x="31" y="24"/>
                      <a:pt x="31" y="24"/>
                      <a:pt x="31" y="24"/>
                    </a:cubicBezTo>
                    <a:cubicBezTo>
                      <a:pt x="31" y="24"/>
                      <a:pt x="31" y="24"/>
                      <a:pt x="31" y="25"/>
                    </a:cubicBezTo>
                    <a:cubicBezTo>
                      <a:pt x="31" y="25"/>
                      <a:pt x="31" y="25"/>
                      <a:pt x="31" y="25"/>
                    </a:cubicBezTo>
                    <a:cubicBezTo>
                      <a:pt x="31" y="25"/>
                      <a:pt x="31" y="25"/>
                      <a:pt x="31" y="25"/>
                    </a:cubicBezTo>
                    <a:cubicBezTo>
                      <a:pt x="31" y="25"/>
                      <a:pt x="31" y="25"/>
                      <a:pt x="31" y="26"/>
                    </a:cubicBezTo>
                    <a:cubicBezTo>
                      <a:pt x="31" y="26"/>
                      <a:pt x="31" y="26"/>
                      <a:pt x="31" y="26"/>
                    </a:cubicBezTo>
                    <a:cubicBezTo>
                      <a:pt x="31" y="26"/>
                      <a:pt x="31" y="26"/>
                      <a:pt x="32" y="26"/>
                    </a:cubicBezTo>
                    <a:cubicBezTo>
                      <a:pt x="32" y="26"/>
                      <a:pt x="32" y="26"/>
                      <a:pt x="32" y="26"/>
                    </a:cubicBezTo>
                    <a:cubicBezTo>
                      <a:pt x="32" y="26"/>
                      <a:pt x="32" y="26"/>
                      <a:pt x="32" y="26"/>
                    </a:cubicBezTo>
                    <a:cubicBezTo>
                      <a:pt x="32" y="26"/>
                      <a:pt x="32" y="25"/>
                      <a:pt x="32" y="25"/>
                    </a:cubicBezTo>
                    <a:cubicBezTo>
                      <a:pt x="32" y="25"/>
                      <a:pt x="32" y="26"/>
                      <a:pt x="32" y="26"/>
                    </a:cubicBezTo>
                    <a:cubicBezTo>
                      <a:pt x="32" y="26"/>
                      <a:pt x="32" y="26"/>
                      <a:pt x="32" y="26"/>
                    </a:cubicBezTo>
                    <a:cubicBezTo>
                      <a:pt x="32" y="26"/>
                      <a:pt x="32" y="26"/>
                      <a:pt x="32" y="26"/>
                    </a:cubicBezTo>
                    <a:cubicBezTo>
                      <a:pt x="32" y="26"/>
                      <a:pt x="32" y="26"/>
                      <a:pt x="32" y="26"/>
                    </a:cubicBezTo>
                    <a:cubicBezTo>
                      <a:pt x="32" y="26"/>
                      <a:pt x="32" y="26"/>
                      <a:pt x="32" y="26"/>
                    </a:cubicBezTo>
                    <a:cubicBezTo>
                      <a:pt x="32" y="26"/>
                      <a:pt x="33" y="26"/>
                      <a:pt x="33" y="26"/>
                    </a:cubicBezTo>
                    <a:cubicBezTo>
                      <a:pt x="33" y="26"/>
                      <a:pt x="33" y="26"/>
                      <a:pt x="33" y="26"/>
                    </a:cubicBezTo>
                    <a:cubicBezTo>
                      <a:pt x="33" y="26"/>
                      <a:pt x="33" y="26"/>
                      <a:pt x="33" y="26"/>
                    </a:cubicBezTo>
                    <a:cubicBezTo>
                      <a:pt x="33" y="26"/>
                      <a:pt x="33" y="26"/>
                      <a:pt x="33" y="26"/>
                    </a:cubicBezTo>
                    <a:cubicBezTo>
                      <a:pt x="33" y="25"/>
                      <a:pt x="33" y="25"/>
                      <a:pt x="33" y="25"/>
                    </a:cubicBezTo>
                    <a:cubicBezTo>
                      <a:pt x="33" y="25"/>
                      <a:pt x="33" y="25"/>
                      <a:pt x="33" y="25"/>
                    </a:cubicBezTo>
                    <a:cubicBezTo>
                      <a:pt x="33" y="25"/>
                      <a:pt x="33" y="25"/>
                      <a:pt x="33" y="25"/>
                    </a:cubicBezTo>
                    <a:cubicBezTo>
                      <a:pt x="33" y="25"/>
                      <a:pt x="33" y="25"/>
                      <a:pt x="33" y="25"/>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1" y="22"/>
                      <a:pt x="31" y="22"/>
                      <a:pt x="31" y="22"/>
                    </a:cubicBezTo>
                    <a:cubicBezTo>
                      <a:pt x="31" y="22"/>
                      <a:pt x="31" y="23"/>
                      <a:pt x="31" y="23"/>
                    </a:cubicBezTo>
                    <a:cubicBezTo>
                      <a:pt x="31" y="23"/>
                      <a:pt x="31" y="23"/>
                      <a:pt x="31" y="23"/>
                    </a:cubicBezTo>
                    <a:cubicBezTo>
                      <a:pt x="31" y="23"/>
                      <a:pt x="31" y="23"/>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1"/>
                      <a:pt x="32" y="21"/>
                      <a:pt x="32" y="21"/>
                    </a:cubicBezTo>
                    <a:cubicBezTo>
                      <a:pt x="32" y="21"/>
                      <a:pt x="32" y="21"/>
                      <a:pt x="32" y="21"/>
                    </a:cubicBezTo>
                    <a:cubicBezTo>
                      <a:pt x="32" y="21"/>
                      <a:pt x="32" y="21"/>
                      <a:pt x="32" y="21"/>
                    </a:cubicBezTo>
                    <a:cubicBezTo>
                      <a:pt x="32" y="22"/>
                      <a:pt x="32" y="22"/>
                      <a:pt x="32"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2" y="21"/>
                      <a:pt x="32" y="21"/>
                    </a:cubicBezTo>
                    <a:cubicBezTo>
                      <a:pt x="32" y="21"/>
                      <a:pt x="32" y="21"/>
                      <a:pt x="32" y="21"/>
                    </a:cubicBezTo>
                    <a:cubicBezTo>
                      <a:pt x="32" y="21"/>
                      <a:pt x="32" y="21"/>
                      <a:pt x="32" y="21"/>
                    </a:cubicBezTo>
                    <a:cubicBezTo>
                      <a:pt x="32" y="21"/>
                      <a:pt x="32" y="21"/>
                      <a:pt x="32" y="21"/>
                    </a:cubicBezTo>
                    <a:cubicBezTo>
                      <a:pt x="32" y="21"/>
                      <a:pt x="32" y="21"/>
                      <a:pt x="32" y="21"/>
                    </a:cubicBezTo>
                    <a:cubicBezTo>
                      <a:pt x="32" y="21"/>
                      <a:pt x="32" y="21"/>
                      <a:pt x="32" y="21"/>
                    </a:cubicBezTo>
                    <a:cubicBezTo>
                      <a:pt x="32" y="21"/>
                      <a:pt x="32" y="21"/>
                      <a:pt x="32" y="21"/>
                    </a:cubicBezTo>
                    <a:cubicBezTo>
                      <a:pt x="32" y="21"/>
                      <a:pt x="32" y="21"/>
                      <a:pt x="32" y="21"/>
                    </a:cubicBezTo>
                    <a:cubicBezTo>
                      <a:pt x="32" y="21"/>
                      <a:pt x="32" y="21"/>
                      <a:pt x="32" y="21"/>
                    </a:cubicBezTo>
                    <a:cubicBezTo>
                      <a:pt x="32" y="21"/>
                      <a:pt x="32" y="21"/>
                      <a:pt x="32"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2" y="21"/>
                    </a:cubicBezTo>
                    <a:cubicBezTo>
                      <a:pt x="32" y="21"/>
                      <a:pt x="32" y="21"/>
                      <a:pt x="32" y="21"/>
                    </a:cubicBezTo>
                    <a:cubicBezTo>
                      <a:pt x="32" y="21"/>
                      <a:pt x="32" y="21"/>
                      <a:pt x="32" y="21"/>
                    </a:cubicBezTo>
                    <a:cubicBezTo>
                      <a:pt x="32" y="20"/>
                      <a:pt x="32" y="20"/>
                      <a:pt x="32" y="20"/>
                    </a:cubicBezTo>
                    <a:cubicBezTo>
                      <a:pt x="32" y="20"/>
                      <a:pt x="32" y="20"/>
                      <a:pt x="32" y="20"/>
                    </a:cubicBezTo>
                    <a:cubicBezTo>
                      <a:pt x="32" y="20"/>
                      <a:pt x="31" y="20"/>
                      <a:pt x="31" y="20"/>
                    </a:cubicBezTo>
                    <a:cubicBezTo>
                      <a:pt x="31" y="20"/>
                      <a:pt x="31" y="20"/>
                      <a:pt x="31" y="20"/>
                    </a:cubicBezTo>
                    <a:cubicBezTo>
                      <a:pt x="32" y="20"/>
                      <a:pt x="32" y="20"/>
                      <a:pt x="32" y="20"/>
                    </a:cubicBezTo>
                    <a:cubicBezTo>
                      <a:pt x="32" y="20"/>
                      <a:pt x="32" y="20"/>
                      <a:pt x="32" y="20"/>
                    </a:cubicBezTo>
                    <a:cubicBezTo>
                      <a:pt x="32" y="20"/>
                      <a:pt x="32" y="20"/>
                      <a:pt x="32" y="20"/>
                    </a:cubicBezTo>
                    <a:cubicBezTo>
                      <a:pt x="32" y="20"/>
                      <a:pt x="32" y="20"/>
                      <a:pt x="32" y="20"/>
                    </a:cubicBezTo>
                    <a:cubicBezTo>
                      <a:pt x="32" y="20"/>
                      <a:pt x="32" y="20"/>
                      <a:pt x="32" y="20"/>
                    </a:cubicBezTo>
                    <a:cubicBezTo>
                      <a:pt x="32" y="20"/>
                      <a:pt x="32" y="20"/>
                      <a:pt x="32" y="20"/>
                    </a:cubicBezTo>
                    <a:cubicBezTo>
                      <a:pt x="32" y="20"/>
                      <a:pt x="32" y="20"/>
                      <a:pt x="32" y="20"/>
                    </a:cubicBezTo>
                    <a:cubicBezTo>
                      <a:pt x="32" y="20"/>
                      <a:pt x="32" y="20"/>
                      <a:pt x="32" y="20"/>
                    </a:cubicBezTo>
                    <a:cubicBezTo>
                      <a:pt x="32"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19"/>
                    </a:cubicBezTo>
                    <a:cubicBezTo>
                      <a:pt x="33" y="19"/>
                      <a:pt x="33" y="19"/>
                      <a:pt x="33" y="19"/>
                    </a:cubicBezTo>
                    <a:cubicBezTo>
                      <a:pt x="33" y="19"/>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3" y="20"/>
                      <a:pt x="33" y="20"/>
                      <a:pt x="33"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5" y="20"/>
                    </a:cubicBezTo>
                    <a:cubicBezTo>
                      <a:pt x="35" y="20"/>
                      <a:pt x="35" y="20"/>
                      <a:pt x="35" y="20"/>
                    </a:cubicBezTo>
                    <a:cubicBezTo>
                      <a:pt x="35" y="20"/>
                      <a:pt x="35" y="20"/>
                      <a:pt x="35" y="20"/>
                    </a:cubicBezTo>
                    <a:cubicBezTo>
                      <a:pt x="35" y="20"/>
                      <a:pt x="35" y="20"/>
                      <a:pt x="35" y="20"/>
                    </a:cubicBezTo>
                    <a:cubicBezTo>
                      <a:pt x="35" y="20"/>
                      <a:pt x="35" y="21"/>
                      <a:pt x="35" y="21"/>
                    </a:cubicBezTo>
                    <a:cubicBezTo>
                      <a:pt x="35" y="21"/>
                      <a:pt x="35" y="20"/>
                      <a:pt x="35" y="20"/>
                    </a:cubicBezTo>
                    <a:cubicBezTo>
                      <a:pt x="35"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0"/>
                      <a:pt x="34" y="20"/>
                    </a:cubicBezTo>
                    <a:cubicBezTo>
                      <a:pt x="34" y="20"/>
                      <a:pt x="34" y="21"/>
                      <a:pt x="34" y="21"/>
                    </a:cubicBezTo>
                    <a:cubicBezTo>
                      <a:pt x="34" y="21"/>
                      <a:pt x="34" y="21"/>
                      <a:pt x="34" y="21"/>
                    </a:cubicBezTo>
                    <a:cubicBezTo>
                      <a:pt x="34" y="21"/>
                      <a:pt x="34" y="21"/>
                      <a:pt x="35" y="21"/>
                    </a:cubicBezTo>
                    <a:cubicBezTo>
                      <a:pt x="35" y="21"/>
                      <a:pt x="35" y="21"/>
                      <a:pt x="35" y="21"/>
                    </a:cubicBezTo>
                    <a:cubicBezTo>
                      <a:pt x="35" y="21"/>
                      <a:pt x="35" y="21"/>
                      <a:pt x="35" y="21"/>
                    </a:cubicBezTo>
                    <a:cubicBezTo>
                      <a:pt x="35" y="21"/>
                      <a:pt x="35" y="21"/>
                      <a:pt x="35" y="21"/>
                    </a:cubicBezTo>
                    <a:cubicBezTo>
                      <a:pt x="35" y="21"/>
                      <a:pt x="35" y="21"/>
                      <a:pt x="35" y="21"/>
                    </a:cubicBezTo>
                    <a:cubicBezTo>
                      <a:pt x="35" y="21"/>
                      <a:pt x="35" y="21"/>
                      <a:pt x="35" y="21"/>
                    </a:cubicBezTo>
                    <a:cubicBezTo>
                      <a:pt x="35" y="21"/>
                      <a:pt x="35" y="21"/>
                      <a:pt x="35" y="21"/>
                    </a:cubicBezTo>
                    <a:cubicBezTo>
                      <a:pt x="35"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1"/>
                      <a:pt x="36" y="21"/>
                    </a:cubicBezTo>
                    <a:cubicBezTo>
                      <a:pt x="36" y="21"/>
                      <a:pt x="36" y="20"/>
                      <a:pt x="36" y="20"/>
                    </a:cubicBezTo>
                    <a:cubicBezTo>
                      <a:pt x="36" y="20"/>
                      <a:pt x="36" y="20"/>
                      <a:pt x="36" y="20"/>
                    </a:cubicBezTo>
                    <a:cubicBezTo>
                      <a:pt x="37" y="20"/>
                      <a:pt x="37" y="20"/>
                      <a:pt x="37" y="20"/>
                    </a:cubicBezTo>
                    <a:cubicBezTo>
                      <a:pt x="37" y="20"/>
                      <a:pt x="37" y="20"/>
                      <a:pt x="37" y="20"/>
                    </a:cubicBezTo>
                    <a:cubicBezTo>
                      <a:pt x="37" y="20"/>
                      <a:pt x="37" y="20"/>
                      <a:pt x="36" y="20"/>
                    </a:cubicBezTo>
                    <a:cubicBezTo>
                      <a:pt x="36" y="20"/>
                      <a:pt x="36" y="20"/>
                      <a:pt x="36" y="20"/>
                    </a:cubicBezTo>
                    <a:cubicBezTo>
                      <a:pt x="36" y="20"/>
                      <a:pt x="36" y="20"/>
                      <a:pt x="36" y="20"/>
                    </a:cubicBezTo>
                    <a:cubicBezTo>
                      <a:pt x="36" y="20"/>
                      <a:pt x="36" y="20"/>
                      <a:pt x="36" y="20"/>
                    </a:cubicBezTo>
                    <a:cubicBezTo>
                      <a:pt x="36" y="20"/>
                      <a:pt x="36" y="20"/>
                      <a:pt x="36" y="20"/>
                    </a:cubicBezTo>
                    <a:cubicBezTo>
                      <a:pt x="36" y="20"/>
                      <a:pt x="36" y="20"/>
                      <a:pt x="36" y="20"/>
                    </a:cubicBezTo>
                    <a:cubicBezTo>
                      <a:pt x="36" y="20"/>
                      <a:pt x="36" y="20"/>
                      <a:pt x="36" y="20"/>
                    </a:cubicBezTo>
                    <a:cubicBezTo>
                      <a:pt x="36" y="20"/>
                      <a:pt x="36" y="20"/>
                      <a:pt x="36" y="20"/>
                    </a:cubicBezTo>
                    <a:cubicBezTo>
                      <a:pt x="35" y="20"/>
                      <a:pt x="35" y="20"/>
                      <a:pt x="35" y="20"/>
                    </a:cubicBezTo>
                    <a:cubicBezTo>
                      <a:pt x="35" y="20"/>
                      <a:pt x="35" y="20"/>
                      <a:pt x="36" y="20"/>
                    </a:cubicBezTo>
                    <a:cubicBezTo>
                      <a:pt x="36" y="19"/>
                      <a:pt x="36" y="19"/>
                      <a:pt x="36" y="19"/>
                    </a:cubicBezTo>
                    <a:cubicBezTo>
                      <a:pt x="36" y="19"/>
                      <a:pt x="36" y="19"/>
                      <a:pt x="36" y="19"/>
                    </a:cubicBezTo>
                    <a:cubicBezTo>
                      <a:pt x="36" y="19"/>
                      <a:pt x="36" y="19"/>
                      <a:pt x="36" y="19"/>
                    </a:cubicBezTo>
                    <a:cubicBezTo>
                      <a:pt x="36" y="19"/>
                      <a:pt x="36" y="19"/>
                      <a:pt x="36" y="19"/>
                    </a:cubicBezTo>
                    <a:cubicBezTo>
                      <a:pt x="36" y="19"/>
                      <a:pt x="36" y="19"/>
                      <a:pt x="36" y="19"/>
                    </a:cubicBezTo>
                    <a:cubicBezTo>
                      <a:pt x="36" y="19"/>
                      <a:pt x="36" y="19"/>
                      <a:pt x="36" y="19"/>
                    </a:cubicBezTo>
                    <a:cubicBezTo>
                      <a:pt x="36" y="19"/>
                      <a:pt x="36" y="19"/>
                      <a:pt x="36" y="19"/>
                    </a:cubicBezTo>
                    <a:cubicBezTo>
                      <a:pt x="36" y="19"/>
                      <a:pt x="36" y="19"/>
                      <a:pt x="36" y="19"/>
                    </a:cubicBezTo>
                    <a:cubicBezTo>
                      <a:pt x="36" y="19"/>
                      <a:pt x="36" y="19"/>
                      <a:pt x="36" y="19"/>
                    </a:cubicBezTo>
                    <a:cubicBezTo>
                      <a:pt x="37" y="19"/>
                      <a:pt x="37" y="19"/>
                      <a:pt x="37" y="19"/>
                    </a:cubicBezTo>
                    <a:cubicBezTo>
                      <a:pt x="37" y="19"/>
                      <a:pt x="37" y="19"/>
                      <a:pt x="37" y="19"/>
                    </a:cubicBezTo>
                    <a:cubicBezTo>
                      <a:pt x="37" y="19"/>
                      <a:pt x="37" y="19"/>
                      <a:pt x="37" y="19"/>
                    </a:cubicBezTo>
                    <a:cubicBezTo>
                      <a:pt x="37" y="19"/>
                      <a:pt x="37" y="19"/>
                      <a:pt x="37" y="19"/>
                    </a:cubicBezTo>
                    <a:cubicBezTo>
                      <a:pt x="37" y="19"/>
                      <a:pt x="37" y="19"/>
                      <a:pt x="37" y="19"/>
                    </a:cubicBezTo>
                    <a:cubicBezTo>
                      <a:pt x="37" y="19"/>
                      <a:pt x="37" y="19"/>
                      <a:pt x="37" y="19"/>
                    </a:cubicBezTo>
                    <a:cubicBezTo>
                      <a:pt x="37" y="19"/>
                      <a:pt x="37" y="19"/>
                      <a:pt x="38" y="19"/>
                    </a:cubicBezTo>
                    <a:cubicBezTo>
                      <a:pt x="38" y="19"/>
                      <a:pt x="38" y="19"/>
                      <a:pt x="38" y="19"/>
                    </a:cubicBezTo>
                    <a:cubicBezTo>
                      <a:pt x="38" y="19"/>
                      <a:pt x="38" y="19"/>
                      <a:pt x="38" y="19"/>
                    </a:cubicBezTo>
                    <a:cubicBezTo>
                      <a:pt x="38" y="19"/>
                      <a:pt x="38" y="19"/>
                      <a:pt x="38" y="19"/>
                    </a:cubicBezTo>
                    <a:cubicBezTo>
                      <a:pt x="38" y="19"/>
                      <a:pt x="38" y="19"/>
                      <a:pt x="38" y="19"/>
                    </a:cubicBezTo>
                    <a:cubicBezTo>
                      <a:pt x="38" y="19"/>
                      <a:pt x="38" y="19"/>
                      <a:pt x="38" y="19"/>
                    </a:cubicBezTo>
                    <a:cubicBezTo>
                      <a:pt x="38" y="19"/>
                      <a:pt x="38" y="19"/>
                      <a:pt x="38" y="19"/>
                    </a:cubicBezTo>
                    <a:cubicBezTo>
                      <a:pt x="38" y="19"/>
                      <a:pt x="38" y="19"/>
                      <a:pt x="38" y="19"/>
                    </a:cubicBezTo>
                    <a:cubicBezTo>
                      <a:pt x="38" y="19"/>
                      <a:pt x="38" y="19"/>
                      <a:pt x="38" y="19"/>
                    </a:cubicBezTo>
                    <a:cubicBezTo>
                      <a:pt x="38" y="18"/>
                      <a:pt x="38" y="18"/>
                      <a:pt x="38" y="18"/>
                    </a:cubicBezTo>
                    <a:cubicBezTo>
                      <a:pt x="38" y="18"/>
                      <a:pt x="38" y="18"/>
                      <a:pt x="38" y="19"/>
                    </a:cubicBezTo>
                    <a:cubicBezTo>
                      <a:pt x="38" y="19"/>
                      <a:pt x="38" y="19"/>
                      <a:pt x="38" y="19"/>
                    </a:cubicBezTo>
                    <a:cubicBezTo>
                      <a:pt x="38" y="19"/>
                      <a:pt x="38" y="19"/>
                      <a:pt x="38" y="19"/>
                    </a:cubicBezTo>
                    <a:cubicBezTo>
                      <a:pt x="38" y="19"/>
                      <a:pt x="38" y="19"/>
                      <a:pt x="38" y="19"/>
                    </a:cubicBezTo>
                    <a:cubicBezTo>
                      <a:pt x="38" y="19"/>
                      <a:pt x="38" y="19"/>
                      <a:pt x="37" y="19"/>
                    </a:cubicBezTo>
                    <a:cubicBezTo>
                      <a:pt x="37" y="19"/>
                      <a:pt x="37" y="18"/>
                      <a:pt x="37" y="18"/>
                    </a:cubicBezTo>
                    <a:cubicBezTo>
                      <a:pt x="37" y="18"/>
                      <a:pt x="37" y="18"/>
                      <a:pt x="37" y="18"/>
                    </a:cubicBezTo>
                    <a:cubicBezTo>
                      <a:pt x="37" y="18"/>
                      <a:pt x="37" y="18"/>
                      <a:pt x="37" y="18"/>
                    </a:cubicBezTo>
                    <a:cubicBezTo>
                      <a:pt x="38" y="18"/>
                      <a:pt x="38" y="18"/>
                      <a:pt x="38" y="18"/>
                    </a:cubicBezTo>
                    <a:cubicBezTo>
                      <a:pt x="38" y="18"/>
                      <a:pt x="38" y="18"/>
                      <a:pt x="38" y="18"/>
                    </a:cubicBezTo>
                    <a:cubicBezTo>
                      <a:pt x="38" y="18"/>
                      <a:pt x="38" y="18"/>
                      <a:pt x="38" y="18"/>
                    </a:cubicBezTo>
                    <a:cubicBezTo>
                      <a:pt x="37" y="18"/>
                      <a:pt x="37" y="18"/>
                      <a:pt x="37" y="18"/>
                    </a:cubicBezTo>
                    <a:cubicBezTo>
                      <a:pt x="37" y="18"/>
                      <a:pt x="37" y="18"/>
                      <a:pt x="37" y="18"/>
                    </a:cubicBezTo>
                    <a:cubicBezTo>
                      <a:pt x="37" y="18"/>
                      <a:pt x="37" y="18"/>
                      <a:pt x="37" y="18"/>
                    </a:cubicBezTo>
                    <a:cubicBezTo>
                      <a:pt x="37" y="18"/>
                      <a:pt x="37" y="18"/>
                      <a:pt x="37" y="18"/>
                    </a:cubicBezTo>
                    <a:cubicBezTo>
                      <a:pt x="37" y="18"/>
                      <a:pt x="37" y="18"/>
                      <a:pt x="37" y="18"/>
                    </a:cubicBezTo>
                    <a:cubicBezTo>
                      <a:pt x="37" y="18"/>
                      <a:pt x="37" y="18"/>
                      <a:pt x="37" y="18"/>
                    </a:cubicBezTo>
                    <a:cubicBezTo>
                      <a:pt x="37" y="18"/>
                      <a:pt x="37" y="18"/>
                      <a:pt x="37" y="18"/>
                    </a:cubicBezTo>
                    <a:cubicBezTo>
                      <a:pt x="37" y="18"/>
                      <a:pt x="37" y="18"/>
                      <a:pt x="37" y="18"/>
                    </a:cubicBezTo>
                    <a:cubicBezTo>
                      <a:pt x="37" y="18"/>
                      <a:pt x="37" y="18"/>
                      <a:pt x="37" y="18"/>
                    </a:cubicBezTo>
                    <a:cubicBezTo>
                      <a:pt x="37" y="18"/>
                      <a:pt x="38" y="18"/>
                      <a:pt x="38" y="18"/>
                    </a:cubicBezTo>
                    <a:cubicBezTo>
                      <a:pt x="38" y="18"/>
                      <a:pt x="38" y="18"/>
                      <a:pt x="38" y="18"/>
                    </a:cubicBezTo>
                    <a:cubicBezTo>
                      <a:pt x="38" y="18"/>
                      <a:pt x="38" y="18"/>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7" y="17"/>
                      <a:pt x="37" y="17"/>
                    </a:cubicBezTo>
                    <a:cubicBezTo>
                      <a:pt x="37" y="17"/>
                      <a:pt x="37" y="17"/>
                      <a:pt x="37" y="17"/>
                    </a:cubicBezTo>
                    <a:cubicBezTo>
                      <a:pt x="37" y="17"/>
                      <a:pt x="37" y="17"/>
                      <a:pt x="37" y="17"/>
                    </a:cubicBezTo>
                    <a:cubicBezTo>
                      <a:pt x="37" y="17"/>
                      <a:pt x="37" y="17"/>
                      <a:pt x="37" y="17"/>
                    </a:cubicBezTo>
                    <a:cubicBezTo>
                      <a:pt x="37" y="17"/>
                      <a:pt x="37" y="17"/>
                      <a:pt x="37"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8" y="17"/>
                    </a:cubicBezTo>
                    <a:cubicBezTo>
                      <a:pt x="38" y="17"/>
                      <a:pt x="38" y="17"/>
                      <a:pt x="39" y="17"/>
                    </a:cubicBezTo>
                    <a:cubicBezTo>
                      <a:pt x="39" y="17"/>
                      <a:pt x="39" y="17"/>
                      <a:pt x="39" y="17"/>
                    </a:cubicBezTo>
                    <a:cubicBezTo>
                      <a:pt x="39" y="17"/>
                      <a:pt x="39" y="17"/>
                      <a:pt x="39" y="17"/>
                    </a:cubicBezTo>
                    <a:cubicBezTo>
                      <a:pt x="39" y="17"/>
                      <a:pt x="38" y="17"/>
                      <a:pt x="38" y="17"/>
                    </a:cubicBezTo>
                    <a:cubicBezTo>
                      <a:pt x="38" y="17"/>
                      <a:pt x="38" y="17"/>
                      <a:pt x="38" y="17"/>
                    </a:cubicBezTo>
                    <a:cubicBezTo>
                      <a:pt x="38" y="17"/>
                      <a:pt x="38" y="17"/>
                      <a:pt x="38" y="17"/>
                    </a:cubicBezTo>
                    <a:cubicBezTo>
                      <a:pt x="38" y="18"/>
                      <a:pt x="38" y="18"/>
                      <a:pt x="39" y="18"/>
                    </a:cubicBezTo>
                    <a:cubicBezTo>
                      <a:pt x="39" y="18"/>
                      <a:pt x="39" y="18"/>
                      <a:pt x="39" y="17"/>
                    </a:cubicBezTo>
                    <a:cubicBezTo>
                      <a:pt x="39" y="17"/>
                      <a:pt x="39" y="17"/>
                      <a:pt x="39" y="17"/>
                    </a:cubicBezTo>
                    <a:cubicBezTo>
                      <a:pt x="39" y="17"/>
                      <a:pt x="39" y="17"/>
                      <a:pt x="39" y="17"/>
                    </a:cubicBezTo>
                    <a:cubicBezTo>
                      <a:pt x="39" y="17"/>
                      <a:pt x="39" y="17"/>
                      <a:pt x="39" y="17"/>
                    </a:cubicBezTo>
                    <a:cubicBezTo>
                      <a:pt x="39" y="17"/>
                      <a:pt x="39" y="17"/>
                      <a:pt x="39" y="17"/>
                    </a:cubicBezTo>
                    <a:cubicBezTo>
                      <a:pt x="39" y="17"/>
                      <a:pt x="39" y="17"/>
                      <a:pt x="39" y="17"/>
                    </a:cubicBezTo>
                    <a:cubicBezTo>
                      <a:pt x="39" y="17"/>
                      <a:pt x="39" y="17"/>
                      <a:pt x="39" y="17"/>
                    </a:cubicBezTo>
                    <a:cubicBezTo>
                      <a:pt x="39" y="17"/>
                      <a:pt x="39" y="17"/>
                      <a:pt x="39" y="17"/>
                    </a:cubicBezTo>
                    <a:cubicBezTo>
                      <a:pt x="40" y="17"/>
                      <a:pt x="40" y="16"/>
                      <a:pt x="40" y="16"/>
                    </a:cubicBezTo>
                    <a:cubicBezTo>
                      <a:pt x="40" y="16"/>
                      <a:pt x="40" y="16"/>
                      <a:pt x="40" y="16"/>
                    </a:cubicBezTo>
                    <a:cubicBezTo>
                      <a:pt x="39" y="16"/>
                      <a:pt x="39" y="16"/>
                      <a:pt x="39" y="16"/>
                    </a:cubicBezTo>
                    <a:cubicBezTo>
                      <a:pt x="39" y="16"/>
                      <a:pt x="39" y="16"/>
                      <a:pt x="39" y="16"/>
                    </a:cubicBezTo>
                    <a:cubicBezTo>
                      <a:pt x="39" y="16"/>
                      <a:pt x="39" y="16"/>
                      <a:pt x="39" y="16"/>
                    </a:cubicBezTo>
                    <a:cubicBezTo>
                      <a:pt x="39" y="16"/>
                      <a:pt x="39" y="16"/>
                      <a:pt x="38" y="16"/>
                    </a:cubicBezTo>
                    <a:cubicBezTo>
                      <a:pt x="38" y="16"/>
                      <a:pt x="38" y="16"/>
                      <a:pt x="38" y="16"/>
                    </a:cubicBezTo>
                    <a:cubicBezTo>
                      <a:pt x="38" y="16"/>
                      <a:pt x="38" y="16"/>
                      <a:pt x="38" y="16"/>
                    </a:cubicBezTo>
                    <a:cubicBezTo>
                      <a:pt x="38" y="16"/>
                      <a:pt x="38" y="16"/>
                      <a:pt x="38" y="16"/>
                    </a:cubicBezTo>
                    <a:cubicBezTo>
                      <a:pt x="38" y="16"/>
                      <a:pt x="38" y="16"/>
                      <a:pt x="38" y="16"/>
                    </a:cubicBezTo>
                    <a:cubicBezTo>
                      <a:pt x="38" y="16"/>
                      <a:pt x="38" y="16"/>
                      <a:pt x="38" y="16"/>
                    </a:cubicBezTo>
                    <a:cubicBezTo>
                      <a:pt x="38" y="16"/>
                      <a:pt x="39" y="16"/>
                      <a:pt x="39" y="16"/>
                    </a:cubicBezTo>
                    <a:cubicBezTo>
                      <a:pt x="39" y="16"/>
                      <a:pt x="39" y="16"/>
                      <a:pt x="39" y="16"/>
                    </a:cubicBezTo>
                    <a:cubicBezTo>
                      <a:pt x="39" y="16"/>
                      <a:pt x="39" y="16"/>
                      <a:pt x="39" y="16"/>
                    </a:cubicBezTo>
                    <a:cubicBezTo>
                      <a:pt x="39" y="16"/>
                      <a:pt x="40" y="16"/>
                      <a:pt x="40" y="16"/>
                    </a:cubicBezTo>
                    <a:cubicBezTo>
                      <a:pt x="40" y="16"/>
                      <a:pt x="40" y="15"/>
                      <a:pt x="40"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8" y="15"/>
                      <a:pt x="38" y="15"/>
                    </a:cubicBezTo>
                    <a:cubicBezTo>
                      <a:pt x="38"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5"/>
                      <a:pt x="39" y="15"/>
                    </a:cubicBezTo>
                    <a:cubicBezTo>
                      <a:pt x="39" y="15"/>
                      <a:pt x="39" y="14"/>
                      <a:pt x="40" y="14"/>
                    </a:cubicBezTo>
                    <a:cubicBezTo>
                      <a:pt x="40" y="14"/>
                      <a:pt x="40" y="14"/>
                      <a:pt x="40" y="14"/>
                    </a:cubicBezTo>
                    <a:cubicBezTo>
                      <a:pt x="40" y="14"/>
                      <a:pt x="40" y="14"/>
                      <a:pt x="40" y="14"/>
                    </a:cubicBezTo>
                    <a:cubicBezTo>
                      <a:pt x="40" y="14"/>
                      <a:pt x="40" y="14"/>
                      <a:pt x="40" y="14"/>
                    </a:cubicBezTo>
                    <a:cubicBezTo>
                      <a:pt x="40" y="14"/>
                      <a:pt x="40" y="14"/>
                      <a:pt x="40" y="14"/>
                    </a:cubicBezTo>
                    <a:cubicBezTo>
                      <a:pt x="40" y="14"/>
                      <a:pt x="40" y="14"/>
                      <a:pt x="40" y="14"/>
                    </a:cubicBezTo>
                    <a:cubicBezTo>
                      <a:pt x="40" y="15"/>
                      <a:pt x="40"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5"/>
                      <a:pt x="41" y="15"/>
                      <a:pt x="41" y="15"/>
                    </a:cubicBezTo>
                    <a:cubicBezTo>
                      <a:pt x="41" y="14"/>
                      <a:pt x="41" y="14"/>
                      <a:pt x="41" y="14"/>
                    </a:cubicBezTo>
                    <a:cubicBezTo>
                      <a:pt x="41" y="14"/>
                      <a:pt x="41" y="14"/>
                      <a:pt x="42" y="14"/>
                    </a:cubicBezTo>
                    <a:cubicBezTo>
                      <a:pt x="42" y="14"/>
                      <a:pt x="42" y="14"/>
                      <a:pt x="42" y="14"/>
                    </a:cubicBezTo>
                    <a:cubicBezTo>
                      <a:pt x="42" y="14"/>
                      <a:pt x="42" y="14"/>
                      <a:pt x="42" y="14"/>
                    </a:cubicBezTo>
                    <a:cubicBezTo>
                      <a:pt x="42" y="14"/>
                      <a:pt x="42" y="14"/>
                      <a:pt x="42" y="14"/>
                    </a:cubicBezTo>
                    <a:cubicBezTo>
                      <a:pt x="42" y="14"/>
                      <a:pt x="42" y="14"/>
                      <a:pt x="41" y="14"/>
                    </a:cubicBezTo>
                    <a:cubicBezTo>
                      <a:pt x="41" y="14"/>
                      <a:pt x="41" y="14"/>
                      <a:pt x="41" y="14"/>
                    </a:cubicBezTo>
                    <a:cubicBezTo>
                      <a:pt x="41" y="14"/>
                      <a:pt x="41" y="14"/>
                      <a:pt x="41" y="14"/>
                    </a:cubicBezTo>
                    <a:cubicBezTo>
                      <a:pt x="41" y="14"/>
                      <a:pt x="41" y="14"/>
                      <a:pt x="41" y="14"/>
                    </a:cubicBezTo>
                    <a:cubicBezTo>
                      <a:pt x="41" y="14"/>
                      <a:pt x="41" y="14"/>
                      <a:pt x="41" y="14"/>
                    </a:cubicBezTo>
                    <a:cubicBezTo>
                      <a:pt x="41" y="14"/>
                      <a:pt x="41" y="14"/>
                      <a:pt x="41" y="14"/>
                    </a:cubicBezTo>
                    <a:cubicBezTo>
                      <a:pt x="41" y="14"/>
                      <a:pt x="41" y="14"/>
                      <a:pt x="41" y="14"/>
                    </a:cubicBezTo>
                    <a:cubicBezTo>
                      <a:pt x="40" y="14"/>
                      <a:pt x="40" y="14"/>
                      <a:pt x="40" y="14"/>
                    </a:cubicBezTo>
                    <a:cubicBezTo>
                      <a:pt x="40" y="14"/>
                      <a:pt x="40" y="14"/>
                      <a:pt x="40" y="14"/>
                    </a:cubicBezTo>
                    <a:cubicBezTo>
                      <a:pt x="40" y="14"/>
                      <a:pt x="40" y="13"/>
                      <a:pt x="40" y="13"/>
                    </a:cubicBezTo>
                    <a:cubicBezTo>
                      <a:pt x="40" y="13"/>
                      <a:pt x="40"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2" y="13"/>
                      <a:pt x="42" y="13"/>
                      <a:pt x="42" y="13"/>
                    </a:cubicBezTo>
                    <a:cubicBezTo>
                      <a:pt x="42"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1" y="13"/>
                      <a:pt x="41" y="13"/>
                      <a:pt x="41" y="13"/>
                    </a:cubicBezTo>
                    <a:cubicBezTo>
                      <a:pt x="40" y="13"/>
                      <a:pt x="40" y="12"/>
                      <a:pt x="40" y="12"/>
                    </a:cubicBezTo>
                    <a:cubicBezTo>
                      <a:pt x="40" y="12"/>
                      <a:pt x="40" y="12"/>
                      <a:pt x="41" y="12"/>
                    </a:cubicBezTo>
                    <a:cubicBezTo>
                      <a:pt x="41" y="12"/>
                      <a:pt x="41" y="12"/>
                      <a:pt x="41" y="12"/>
                    </a:cubicBezTo>
                    <a:cubicBezTo>
                      <a:pt x="41" y="12"/>
                      <a:pt x="41" y="12"/>
                      <a:pt x="41" y="12"/>
                    </a:cubicBezTo>
                    <a:cubicBezTo>
                      <a:pt x="41" y="12"/>
                      <a:pt x="41" y="12"/>
                      <a:pt x="41" y="12"/>
                    </a:cubicBezTo>
                    <a:cubicBezTo>
                      <a:pt x="41" y="12"/>
                      <a:pt x="41" y="12"/>
                      <a:pt x="41" y="12"/>
                    </a:cubicBezTo>
                    <a:cubicBezTo>
                      <a:pt x="41" y="12"/>
                      <a:pt x="41" y="12"/>
                      <a:pt x="41" y="12"/>
                    </a:cubicBezTo>
                    <a:cubicBezTo>
                      <a:pt x="41" y="12"/>
                      <a:pt x="41" y="12"/>
                      <a:pt x="41" y="12"/>
                    </a:cubicBezTo>
                    <a:cubicBezTo>
                      <a:pt x="41" y="12"/>
                      <a:pt x="41" y="12"/>
                      <a:pt x="41" y="12"/>
                    </a:cubicBezTo>
                    <a:cubicBezTo>
                      <a:pt x="41" y="12"/>
                      <a:pt x="41" y="12"/>
                      <a:pt x="41" y="12"/>
                    </a:cubicBezTo>
                    <a:cubicBezTo>
                      <a:pt x="41" y="12"/>
                      <a:pt x="41" y="12"/>
                      <a:pt x="42" y="12"/>
                    </a:cubicBezTo>
                    <a:cubicBezTo>
                      <a:pt x="42" y="12"/>
                      <a:pt x="42" y="12"/>
                      <a:pt x="42" y="12"/>
                    </a:cubicBezTo>
                    <a:cubicBezTo>
                      <a:pt x="42" y="12"/>
                      <a:pt x="42" y="12"/>
                      <a:pt x="42" y="12"/>
                    </a:cubicBezTo>
                    <a:cubicBezTo>
                      <a:pt x="42" y="12"/>
                      <a:pt x="42" y="12"/>
                      <a:pt x="42" y="12"/>
                    </a:cubicBezTo>
                    <a:cubicBezTo>
                      <a:pt x="42" y="12"/>
                      <a:pt x="42" y="12"/>
                      <a:pt x="42" y="11"/>
                    </a:cubicBezTo>
                    <a:cubicBezTo>
                      <a:pt x="42" y="11"/>
                      <a:pt x="42" y="11"/>
                      <a:pt x="42" y="11"/>
                    </a:cubicBezTo>
                    <a:cubicBezTo>
                      <a:pt x="42" y="11"/>
                      <a:pt x="42" y="11"/>
                      <a:pt x="42" y="11"/>
                    </a:cubicBezTo>
                    <a:cubicBezTo>
                      <a:pt x="43" y="11"/>
                      <a:pt x="43" y="11"/>
                      <a:pt x="43" y="11"/>
                    </a:cubicBezTo>
                    <a:cubicBezTo>
                      <a:pt x="43" y="11"/>
                      <a:pt x="43" y="10"/>
                      <a:pt x="43" y="10"/>
                    </a:cubicBezTo>
                    <a:cubicBezTo>
                      <a:pt x="43" y="10"/>
                      <a:pt x="44" y="10"/>
                      <a:pt x="44" y="10"/>
                    </a:cubicBezTo>
                    <a:cubicBezTo>
                      <a:pt x="44" y="10"/>
                      <a:pt x="44" y="10"/>
                      <a:pt x="44" y="9"/>
                    </a:cubicBezTo>
                    <a:cubicBezTo>
                      <a:pt x="45" y="9"/>
                      <a:pt x="45" y="9"/>
                      <a:pt x="45" y="9"/>
                    </a:cubicBezTo>
                    <a:cubicBezTo>
                      <a:pt x="45" y="9"/>
                      <a:pt x="45" y="9"/>
                      <a:pt x="45" y="9"/>
                    </a:cubicBezTo>
                    <a:cubicBezTo>
                      <a:pt x="45" y="9"/>
                      <a:pt x="45" y="9"/>
                      <a:pt x="45" y="9"/>
                    </a:cubicBezTo>
                    <a:cubicBezTo>
                      <a:pt x="45" y="9"/>
                      <a:pt x="45" y="9"/>
                      <a:pt x="45" y="9"/>
                    </a:cubicBezTo>
                    <a:cubicBezTo>
                      <a:pt x="45" y="9"/>
                      <a:pt x="46" y="9"/>
                      <a:pt x="46" y="9"/>
                    </a:cubicBezTo>
                    <a:cubicBezTo>
                      <a:pt x="46" y="9"/>
                      <a:pt x="46" y="9"/>
                      <a:pt x="46" y="9"/>
                    </a:cubicBezTo>
                    <a:cubicBezTo>
                      <a:pt x="45" y="9"/>
                      <a:pt x="45" y="9"/>
                      <a:pt x="45" y="8"/>
                    </a:cubicBezTo>
                    <a:cubicBezTo>
                      <a:pt x="45" y="8"/>
                      <a:pt x="45" y="8"/>
                      <a:pt x="45" y="8"/>
                    </a:cubicBezTo>
                    <a:cubicBezTo>
                      <a:pt x="45" y="8"/>
                      <a:pt x="45" y="8"/>
                      <a:pt x="45" y="8"/>
                    </a:cubicBezTo>
                    <a:cubicBezTo>
                      <a:pt x="45" y="8"/>
                      <a:pt x="45" y="8"/>
                      <a:pt x="45" y="8"/>
                    </a:cubicBezTo>
                    <a:cubicBezTo>
                      <a:pt x="45" y="8"/>
                      <a:pt x="45" y="8"/>
                      <a:pt x="44" y="8"/>
                    </a:cubicBezTo>
                    <a:cubicBezTo>
                      <a:pt x="44" y="8"/>
                      <a:pt x="44" y="9"/>
                      <a:pt x="44" y="9"/>
                    </a:cubicBezTo>
                    <a:cubicBezTo>
                      <a:pt x="44" y="9"/>
                      <a:pt x="44" y="9"/>
                      <a:pt x="43" y="9"/>
                    </a:cubicBezTo>
                    <a:cubicBezTo>
                      <a:pt x="43" y="9"/>
                      <a:pt x="43" y="9"/>
                      <a:pt x="43" y="9"/>
                    </a:cubicBezTo>
                    <a:cubicBezTo>
                      <a:pt x="43" y="9"/>
                      <a:pt x="43" y="9"/>
                      <a:pt x="43" y="9"/>
                    </a:cubicBezTo>
                    <a:cubicBezTo>
                      <a:pt x="43" y="9"/>
                      <a:pt x="43" y="9"/>
                      <a:pt x="43" y="8"/>
                    </a:cubicBezTo>
                    <a:cubicBezTo>
                      <a:pt x="43" y="8"/>
                      <a:pt x="43" y="8"/>
                      <a:pt x="43" y="8"/>
                    </a:cubicBezTo>
                    <a:cubicBezTo>
                      <a:pt x="44" y="8"/>
                      <a:pt x="44" y="8"/>
                      <a:pt x="44" y="8"/>
                    </a:cubicBezTo>
                    <a:cubicBezTo>
                      <a:pt x="44" y="8"/>
                      <a:pt x="44" y="8"/>
                      <a:pt x="44" y="8"/>
                    </a:cubicBezTo>
                    <a:cubicBezTo>
                      <a:pt x="44" y="8"/>
                      <a:pt x="44" y="8"/>
                      <a:pt x="45" y="8"/>
                    </a:cubicBezTo>
                    <a:cubicBezTo>
                      <a:pt x="45" y="8"/>
                      <a:pt x="45" y="8"/>
                      <a:pt x="45" y="8"/>
                    </a:cubicBezTo>
                    <a:cubicBezTo>
                      <a:pt x="45" y="8"/>
                      <a:pt x="45" y="8"/>
                      <a:pt x="45" y="8"/>
                    </a:cubicBezTo>
                    <a:cubicBezTo>
                      <a:pt x="45" y="8"/>
                      <a:pt x="45" y="8"/>
                      <a:pt x="45" y="8"/>
                    </a:cubicBezTo>
                    <a:cubicBezTo>
                      <a:pt x="45" y="8"/>
                      <a:pt x="45" y="8"/>
                      <a:pt x="45" y="8"/>
                    </a:cubicBezTo>
                    <a:cubicBezTo>
                      <a:pt x="46" y="8"/>
                      <a:pt x="46" y="8"/>
                      <a:pt x="46" y="8"/>
                    </a:cubicBezTo>
                    <a:cubicBezTo>
                      <a:pt x="46" y="8"/>
                      <a:pt x="46" y="8"/>
                      <a:pt x="46" y="8"/>
                    </a:cubicBezTo>
                    <a:cubicBezTo>
                      <a:pt x="46" y="8"/>
                      <a:pt x="46" y="8"/>
                      <a:pt x="46" y="8"/>
                    </a:cubicBezTo>
                    <a:cubicBezTo>
                      <a:pt x="46" y="8"/>
                      <a:pt x="47" y="8"/>
                      <a:pt x="47" y="8"/>
                    </a:cubicBezTo>
                    <a:cubicBezTo>
                      <a:pt x="47" y="8"/>
                      <a:pt x="47" y="8"/>
                      <a:pt x="47" y="8"/>
                    </a:cubicBezTo>
                    <a:cubicBezTo>
                      <a:pt x="47" y="8"/>
                      <a:pt x="47" y="8"/>
                      <a:pt x="47" y="8"/>
                    </a:cubicBezTo>
                    <a:cubicBezTo>
                      <a:pt x="47" y="8"/>
                      <a:pt x="46" y="8"/>
                      <a:pt x="46" y="8"/>
                    </a:cubicBezTo>
                    <a:cubicBezTo>
                      <a:pt x="46" y="8"/>
                      <a:pt x="46" y="8"/>
                      <a:pt x="46" y="8"/>
                    </a:cubicBezTo>
                    <a:cubicBezTo>
                      <a:pt x="46" y="8"/>
                      <a:pt x="46" y="8"/>
                      <a:pt x="46" y="8"/>
                    </a:cubicBezTo>
                    <a:cubicBezTo>
                      <a:pt x="46" y="8"/>
                      <a:pt x="46" y="8"/>
                      <a:pt x="46" y="8"/>
                    </a:cubicBezTo>
                    <a:cubicBezTo>
                      <a:pt x="46" y="8"/>
                      <a:pt x="45" y="8"/>
                      <a:pt x="45" y="8"/>
                    </a:cubicBezTo>
                    <a:cubicBezTo>
                      <a:pt x="45" y="8"/>
                      <a:pt x="45" y="8"/>
                      <a:pt x="45" y="8"/>
                    </a:cubicBezTo>
                    <a:cubicBezTo>
                      <a:pt x="45" y="8"/>
                      <a:pt x="45" y="8"/>
                      <a:pt x="45" y="8"/>
                    </a:cubicBezTo>
                    <a:cubicBezTo>
                      <a:pt x="45" y="8"/>
                      <a:pt x="45" y="8"/>
                      <a:pt x="45" y="8"/>
                    </a:cubicBezTo>
                    <a:cubicBezTo>
                      <a:pt x="45" y="8"/>
                      <a:pt x="45" y="8"/>
                      <a:pt x="45" y="8"/>
                    </a:cubicBezTo>
                    <a:cubicBezTo>
                      <a:pt x="45" y="8"/>
                      <a:pt x="45" y="8"/>
                      <a:pt x="45" y="8"/>
                    </a:cubicBezTo>
                    <a:cubicBezTo>
                      <a:pt x="45" y="8"/>
                      <a:pt x="45" y="8"/>
                      <a:pt x="45" y="8"/>
                    </a:cubicBezTo>
                    <a:cubicBezTo>
                      <a:pt x="45" y="8"/>
                      <a:pt x="45" y="8"/>
                      <a:pt x="45" y="8"/>
                    </a:cubicBezTo>
                    <a:cubicBezTo>
                      <a:pt x="45" y="8"/>
                      <a:pt x="45" y="7"/>
                      <a:pt x="46" y="7"/>
                    </a:cubicBezTo>
                    <a:cubicBezTo>
                      <a:pt x="46" y="7"/>
                      <a:pt x="46" y="7"/>
                      <a:pt x="46" y="7"/>
                    </a:cubicBezTo>
                    <a:cubicBezTo>
                      <a:pt x="46" y="7"/>
                      <a:pt x="46" y="7"/>
                      <a:pt x="46" y="7"/>
                    </a:cubicBezTo>
                    <a:cubicBezTo>
                      <a:pt x="46" y="7"/>
                      <a:pt x="46" y="7"/>
                      <a:pt x="46" y="7"/>
                    </a:cubicBezTo>
                    <a:cubicBezTo>
                      <a:pt x="46" y="7"/>
                      <a:pt x="46" y="7"/>
                      <a:pt x="47" y="7"/>
                    </a:cubicBezTo>
                    <a:cubicBezTo>
                      <a:pt x="47" y="7"/>
                      <a:pt x="47" y="7"/>
                      <a:pt x="47" y="7"/>
                    </a:cubicBezTo>
                    <a:cubicBezTo>
                      <a:pt x="47" y="7"/>
                      <a:pt x="47" y="7"/>
                      <a:pt x="47" y="7"/>
                    </a:cubicBezTo>
                    <a:cubicBezTo>
                      <a:pt x="47" y="7"/>
                      <a:pt x="47" y="7"/>
                      <a:pt x="47" y="7"/>
                    </a:cubicBezTo>
                    <a:cubicBezTo>
                      <a:pt x="48" y="7"/>
                      <a:pt x="48" y="7"/>
                      <a:pt x="48" y="7"/>
                    </a:cubicBezTo>
                    <a:cubicBezTo>
                      <a:pt x="48" y="7"/>
                      <a:pt x="48" y="7"/>
                      <a:pt x="48" y="7"/>
                    </a:cubicBezTo>
                    <a:cubicBezTo>
                      <a:pt x="48" y="7"/>
                      <a:pt x="48" y="7"/>
                      <a:pt x="48" y="7"/>
                    </a:cubicBezTo>
                    <a:cubicBezTo>
                      <a:pt x="48" y="7"/>
                      <a:pt x="48" y="7"/>
                      <a:pt x="48" y="7"/>
                    </a:cubicBezTo>
                    <a:cubicBezTo>
                      <a:pt x="48" y="7"/>
                      <a:pt x="48" y="7"/>
                      <a:pt x="48" y="7"/>
                    </a:cubicBezTo>
                    <a:cubicBezTo>
                      <a:pt x="48" y="7"/>
                      <a:pt x="48" y="7"/>
                      <a:pt x="48" y="7"/>
                    </a:cubicBezTo>
                    <a:cubicBezTo>
                      <a:pt x="49" y="7"/>
                      <a:pt x="49" y="7"/>
                      <a:pt x="49" y="7"/>
                    </a:cubicBezTo>
                    <a:cubicBezTo>
                      <a:pt x="49" y="7"/>
                      <a:pt x="49" y="7"/>
                      <a:pt x="49" y="7"/>
                    </a:cubicBezTo>
                    <a:cubicBezTo>
                      <a:pt x="49" y="7"/>
                      <a:pt x="49" y="7"/>
                      <a:pt x="49" y="7"/>
                    </a:cubicBezTo>
                    <a:cubicBezTo>
                      <a:pt x="49" y="7"/>
                      <a:pt x="49" y="7"/>
                      <a:pt x="49" y="7"/>
                    </a:cubicBezTo>
                    <a:cubicBezTo>
                      <a:pt x="49" y="7"/>
                      <a:pt x="49" y="7"/>
                      <a:pt x="49" y="7"/>
                    </a:cubicBezTo>
                    <a:cubicBezTo>
                      <a:pt x="49" y="7"/>
                      <a:pt x="49" y="7"/>
                      <a:pt x="49" y="7"/>
                    </a:cubicBezTo>
                    <a:cubicBezTo>
                      <a:pt x="50" y="7"/>
                      <a:pt x="50" y="7"/>
                      <a:pt x="50" y="7"/>
                    </a:cubicBezTo>
                    <a:cubicBezTo>
                      <a:pt x="50" y="7"/>
                      <a:pt x="50" y="6"/>
                      <a:pt x="50" y="6"/>
                    </a:cubicBezTo>
                    <a:cubicBezTo>
                      <a:pt x="50" y="6"/>
                      <a:pt x="50" y="6"/>
                      <a:pt x="50" y="6"/>
                    </a:cubicBezTo>
                    <a:cubicBezTo>
                      <a:pt x="50" y="6"/>
                      <a:pt x="50" y="6"/>
                      <a:pt x="49" y="6"/>
                    </a:cubicBezTo>
                    <a:cubicBezTo>
                      <a:pt x="49" y="6"/>
                      <a:pt x="49" y="6"/>
                      <a:pt x="49" y="6"/>
                    </a:cubicBezTo>
                    <a:cubicBezTo>
                      <a:pt x="49" y="6"/>
                      <a:pt x="49" y="6"/>
                      <a:pt x="49" y="5"/>
                    </a:cubicBezTo>
                    <a:cubicBezTo>
                      <a:pt x="49" y="5"/>
                      <a:pt x="49" y="5"/>
                      <a:pt x="49" y="5"/>
                    </a:cubicBezTo>
                    <a:cubicBezTo>
                      <a:pt x="49" y="5"/>
                      <a:pt x="49" y="5"/>
                      <a:pt x="48" y="5"/>
                    </a:cubicBezTo>
                    <a:cubicBezTo>
                      <a:pt x="48" y="5"/>
                      <a:pt x="48" y="5"/>
                      <a:pt x="48" y="5"/>
                    </a:cubicBezTo>
                    <a:cubicBezTo>
                      <a:pt x="48" y="5"/>
                      <a:pt x="48" y="5"/>
                      <a:pt x="48" y="5"/>
                    </a:cubicBezTo>
                    <a:cubicBezTo>
                      <a:pt x="48" y="5"/>
                      <a:pt x="48" y="5"/>
                      <a:pt x="48" y="5"/>
                    </a:cubicBezTo>
                    <a:cubicBezTo>
                      <a:pt x="48" y="5"/>
                      <a:pt x="48" y="5"/>
                      <a:pt x="47" y="5"/>
                    </a:cubicBezTo>
                    <a:cubicBezTo>
                      <a:pt x="47" y="5"/>
                      <a:pt x="47" y="5"/>
                      <a:pt x="47" y="5"/>
                    </a:cubicBezTo>
                    <a:cubicBezTo>
                      <a:pt x="47" y="5"/>
                      <a:pt x="47" y="5"/>
                      <a:pt x="47" y="5"/>
                    </a:cubicBezTo>
                    <a:cubicBezTo>
                      <a:pt x="47" y="5"/>
                      <a:pt x="47" y="5"/>
                      <a:pt x="47" y="5"/>
                    </a:cubicBezTo>
                    <a:cubicBezTo>
                      <a:pt x="47" y="5"/>
                      <a:pt x="47" y="5"/>
                      <a:pt x="47" y="5"/>
                    </a:cubicBezTo>
                    <a:cubicBezTo>
                      <a:pt x="47" y="5"/>
                      <a:pt x="46" y="5"/>
                      <a:pt x="46" y="5"/>
                    </a:cubicBezTo>
                    <a:cubicBezTo>
                      <a:pt x="46" y="5"/>
                      <a:pt x="46" y="6"/>
                      <a:pt x="46" y="6"/>
                    </a:cubicBezTo>
                    <a:cubicBezTo>
                      <a:pt x="46" y="6"/>
                      <a:pt x="46" y="6"/>
                      <a:pt x="46" y="6"/>
                    </a:cubicBezTo>
                    <a:cubicBezTo>
                      <a:pt x="46" y="6"/>
                      <a:pt x="46" y="6"/>
                      <a:pt x="46" y="6"/>
                    </a:cubicBezTo>
                    <a:cubicBezTo>
                      <a:pt x="46" y="6"/>
                      <a:pt x="46" y="6"/>
                      <a:pt x="46" y="6"/>
                    </a:cubicBezTo>
                    <a:cubicBezTo>
                      <a:pt x="46" y="6"/>
                      <a:pt x="46" y="6"/>
                      <a:pt x="46" y="6"/>
                    </a:cubicBezTo>
                    <a:cubicBezTo>
                      <a:pt x="46" y="6"/>
                      <a:pt x="46" y="6"/>
                      <a:pt x="46" y="6"/>
                    </a:cubicBezTo>
                    <a:cubicBezTo>
                      <a:pt x="46" y="6"/>
                      <a:pt x="46" y="6"/>
                      <a:pt x="46" y="6"/>
                    </a:cubicBezTo>
                    <a:cubicBezTo>
                      <a:pt x="46" y="6"/>
                      <a:pt x="46" y="6"/>
                      <a:pt x="46" y="6"/>
                    </a:cubicBezTo>
                    <a:cubicBezTo>
                      <a:pt x="46" y="6"/>
                      <a:pt x="46" y="5"/>
                      <a:pt x="46" y="5"/>
                    </a:cubicBezTo>
                    <a:cubicBezTo>
                      <a:pt x="46" y="5"/>
                      <a:pt x="46" y="5"/>
                      <a:pt x="46" y="5"/>
                    </a:cubicBezTo>
                    <a:cubicBezTo>
                      <a:pt x="46" y="5"/>
                      <a:pt x="46" y="5"/>
                      <a:pt x="46" y="5"/>
                    </a:cubicBezTo>
                    <a:cubicBezTo>
                      <a:pt x="46" y="5"/>
                      <a:pt x="46" y="5"/>
                      <a:pt x="46" y="5"/>
                    </a:cubicBezTo>
                    <a:cubicBezTo>
                      <a:pt x="46" y="5"/>
                      <a:pt x="46" y="5"/>
                      <a:pt x="46" y="5"/>
                    </a:cubicBezTo>
                    <a:cubicBezTo>
                      <a:pt x="45" y="5"/>
                      <a:pt x="45" y="5"/>
                      <a:pt x="45" y="5"/>
                    </a:cubicBezTo>
                    <a:cubicBezTo>
                      <a:pt x="45" y="5"/>
                      <a:pt x="45" y="6"/>
                      <a:pt x="45" y="6"/>
                    </a:cubicBezTo>
                    <a:cubicBezTo>
                      <a:pt x="45" y="6"/>
                      <a:pt x="45" y="6"/>
                      <a:pt x="45" y="6"/>
                    </a:cubicBezTo>
                    <a:cubicBezTo>
                      <a:pt x="45" y="6"/>
                      <a:pt x="45" y="6"/>
                      <a:pt x="45" y="6"/>
                    </a:cubicBezTo>
                    <a:cubicBezTo>
                      <a:pt x="44" y="6"/>
                      <a:pt x="44" y="6"/>
                      <a:pt x="44" y="6"/>
                    </a:cubicBezTo>
                    <a:cubicBezTo>
                      <a:pt x="44" y="6"/>
                      <a:pt x="44" y="6"/>
                      <a:pt x="44" y="6"/>
                    </a:cubicBezTo>
                    <a:cubicBezTo>
                      <a:pt x="44" y="6"/>
                      <a:pt x="44" y="6"/>
                      <a:pt x="44" y="6"/>
                    </a:cubicBezTo>
                    <a:cubicBezTo>
                      <a:pt x="44" y="6"/>
                      <a:pt x="44" y="6"/>
                      <a:pt x="44" y="6"/>
                    </a:cubicBezTo>
                    <a:cubicBezTo>
                      <a:pt x="44" y="6"/>
                      <a:pt x="44" y="6"/>
                      <a:pt x="44" y="6"/>
                    </a:cubicBezTo>
                    <a:cubicBezTo>
                      <a:pt x="44" y="6"/>
                      <a:pt x="43" y="6"/>
                      <a:pt x="43" y="6"/>
                    </a:cubicBezTo>
                    <a:cubicBezTo>
                      <a:pt x="43" y="6"/>
                      <a:pt x="43" y="6"/>
                      <a:pt x="43" y="6"/>
                    </a:cubicBezTo>
                    <a:cubicBezTo>
                      <a:pt x="43" y="6"/>
                      <a:pt x="43" y="6"/>
                      <a:pt x="43" y="6"/>
                    </a:cubicBezTo>
                    <a:cubicBezTo>
                      <a:pt x="43" y="6"/>
                      <a:pt x="43" y="6"/>
                      <a:pt x="43" y="6"/>
                    </a:cubicBezTo>
                    <a:cubicBezTo>
                      <a:pt x="43" y="6"/>
                      <a:pt x="43" y="6"/>
                      <a:pt x="43" y="6"/>
                    </a:cubicBezTo>
                    <a:cubicBezTo>
                      <a:pt x="43" y="6"/>
                      <a:pt x="42" y="6"/>
                      <a:pt x="42" y="6"/>
                    </a:cubicBezTo>
                    <a:cubicBezTo>
                      <a:pt x="42" y="6"/>
                      <a:pt x="42" y="6"/>
                      <a:pt x="42" y="6"/>
                    </a:cubicBezTo>
                    <a:cubicBezTo>
                      <a:pt x="42" y="6"/>
                      <a:pt x="42" y="6"/>
                      <a:pt x="42" y="6"/>
                    </a:cubicBezTo>
                    <a:cubicBezTo>
                      <a:pt x="42" y="6"/>
                      <a:pt x="42" y="6"/>
                      <a:pt x="42" y="6"/>
                    </a:cubicBezTo>
                    <a:cubicBezTo>
                      <a:pt x="42" y="6"/>
                      <a:pt x="42" y="7"/>
                      <a:pt x="42" y="7"/>
                    </a:cubicBezTo>
                    <a:cubicBezTo>
                      <a:pt x="41" y="7"/>
                      <a:pt x="41" y="7"/>
                      <a:pt x="41" y="7"/>
                    </a:cubicBezTo>
                    <a:cubicBezTo>
                      <a:pt x="41" y="7"/>
                      <a:pt x="41" y="7"/>
                      <a:pt x="41" y="7"/>
                    </a:cubicBezTo>
                    <a:cubicBezTo>
                      <a:pt x="41" y="7"/>
                      <a:pt x="41" y="7"/>
                      <a:pt x="41" y="7"/>
                    </a:cubicBezTo>
                    <a:cubicBezTo>
                      <a:pt x="41" y="7"/>
                      <a:pt x="41" y="7"/>
                      <a:pt x="41" y="7"/>
                    </a:cubicBezTo>
                    <a:cubicBezTo>
                      <a:pt x="40" y="7"/>
                      <a:pt x="40" y="7"/>
                      <a:pt x="40" y="7"/>
                    </a:cubicBezTo>
                    <a:cubicBezTo>
                      <a:pt x="40" y="7"/>
                      <a:pt x="40" y="7"/>
                      <a:pt x="40" y="7"/>
                    </a:cubicBezTo>
                    <a:cubicBezTo>
                      <a:pt x="40" y="7"/>
                      <a:pt x="40" y="8"/>
                      <a:pt x="40" y="8"/>
                    </a:cubicBezTo>
                    <a:cubicBezTo>
                      <a:pt x="40" y="8"/>
                      <a:pt x="40" y="8"/>
                      <a:pt x="40" y="8"/>
                    </a:cubicBezTo>
                    <a:cubicBezTo>
                      <a:pt x="40" y="8"/>
                      <a:pt x="40" y="8"/>
                      <a:pt x="40" y="8"/>
                    </a:cubicBezTo>
                    <a:cubicBezTo>
                      <a:pt x="40" y="8"/>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1" y="7"/>
                    </a:cubicBezTo>
                    <a:cubicBezTo>
                      <a:pt x="41" y="7"/>
                      <a:pt x="41" y="7"/>
                      <a:pt x="41" y="7"/>
                    </a:cubicBezTo>
                    <a:cubicBezTo>
                      <a:pt x="41" y="7"/>
                      <a:pt x="41" y="7"/>
                      <a:pt x="41" y="7"/>
                    </a:cubicBezTo>
                    <a:cubicBezTo>
                      <a:pt x="41" y="7"/>
                      <a:pt x="41" y="7"/>
                      <a:pt x="41" y="7"/>
                    </a:cubicBezTo>
                    <a:cubicBezTo>
                      <a:pt x="41" y="7"/>
                      <a:pt x="41" y="6"/>
                      <a:pt x="41" y="6"/>
                    </a:cubicBezTo>
                    <a:cubicBezTo>
                      <a:pt x="41" y="6"/>
                      <a:pt x="41" y="6"/>
                      <a:pt x="41" y="6"/>
                    </a:cubicBezTo>
                    <a:cubicBezTo>
                      <a:pt x="41" y="6"/>
                      <a:pt x="41" y="6"/>
                      <a:pt x="41" y="6"/>
                    </a:cubicBezTo>
                    <a:cubicBezTo>
                      <a:pt x="42" y="6"/>
                      <a:pt x="42" y="6"/>
                      <a:pt x="42" y="6"/>
                    </a:cubicBezTo>
                    <a:cubicBezTo>
                      <a:pt x="42" y="6"/>
                      <a:pt x="42" y="6"/>
                      <a:pt x="42" y="6"/>
                    </a:cubicBezTo>
                    <a:cubicBezTo>
                      <a:pt x="42" y="6"/>
                      <a:pt x="42" y="6"/>
                      <a:pt x="42" y="6"/>
                    </a:cubicBezTo>
                    <a:cubicBezTo>
                      <a:pt x="42" y="6"/>
                      <a:pt x="42" y="6"/>
                      <a:pt x="42" y="6"/>
                    </a:cubicBezTo>
                    <a:cubicBezTo>
                      <a:pt x="42" y="6"/>
                      <a:pt x="42" y="6"/>
                      <a:pt x="42" y="6"/>
                    </a:cubicBezTo>
                    <a:cubicBezTo>
                      <a:pt x="42" y="6"/>
                      <a:pt x="43" y="6"/>
                      <a:pt x="43" y="6"/>
                    </a:cubicBezTo>
                    <a:cubicBezTo>
                      <a:pt x="43" y="6"/>
                      <a:pt x="43" y="6"/>
                      <a:pt x="43" y="6"/>
                    </a:cubicBezTo>
                    <a:cubicBezTo>
                      <a:pt x="43" y="6"/>
                      <a:pt x="43" y="6"/>
                      <a:pt x="43" y="6"/>
                    </a:cubicBezTo>
                    <a:cubicBezTo>
                      <a:pt x="43" y="6"/>
                      <a:pt x="43" y="6"/>
                      <a:pt x="43" y="6"/>
                    </a:cubicBezTo>
                    <a:cubicBezTo>
                      <a:pt x="43" y="6"/>
                      <a:pt x="43" y="6"/>
                      <a:pt x="43" y="6"/>
                    </a:cubicBezTo>
                    <a:cubicBezTo>
                      <a:pt x="43" y="6"/>
                      <a:pt x="43" y="6"/>
                      <a:pt x="43" y="6"/>
                    </a:cubicBezTo>
                    <a:cubicBezTo>
                      <a:pt x="43" y="6"/>
                      <a:pt x="44" y="6"/>
                      <a:pt x="44" y="5"/>
                    </a:cubicBezTo>
                    <a:cubicBezTo>
                      <a:pt x="44" y="5"/>
                      <a:pt x="44" y="5"/>
                      <a:pt x="44" y="5"/>
                    </a:cubicBezTo>
                    <a:cubicBezTo>
                      <a:pt x="44" y="5"/>
                      <a:pt x="44" y="5"/>
                      <a:pt x="44" y="5"/>
                    </a:cubicBezTo>
                    <a:cubicBezTo>
                      <a:pt x="44" y="5"/>
                      <a:pt x="44" y="5"/>
                      <a:pt x="44" y="5"/>
                    </a:cubicBezTo>
                    <a:cubicBezTo>
                      <a:pt x="44" y="5"/>
                      <a:pt x="44" y="5"/>
                      <a:pt x="44" y="5"/>
                    </a:cubicBezTo>
                    <a:cubicBezTo>
                      <a:pt x="44" y="5"/>
                      <a:pt x="44" y="5"/>
                      <a:pt x="44" y="5"/>
                    </a:cubicBezTo>
                    <a:cubicBezTo>
                      <a:pt x="44" y="5"/>
                      <a:pt x="44" y="5"/>
                      <a:pt x="44" y="5"/>
                    </a:cubicBezTo>
                    <a:cubicBezTo>
                      <a:pt x="44" y="5"/>
                      <a:pt x="44" y="5"/>
                      <a:pt x="45" y="5"/>
                    </a:cubicBezTo>
                    <a:cubicBezTo>
                      <a:pt x="45" y="5"/>
                      <a:pt x="45" y="5"/>
                      <a:pt x="45" y="5"/>
                    </a:cubicBezTo>
                    <a:cubicBezTo>
                      <a:pt x="45" y="5"/>
                      <a:pt x="45" y="5"/>
                      <a:pt x="45" y="5"/>
                    </a:cubicBezTo>
                    <a:cubicBezTo>
                      <a:pt x="45" y="4"/>
                      <a:pt x="45" y="4"/>
                      <a:pt x="45" y="4"/>
                    </a:cubicBezTo>
                    <a:cubicBezTo>
                      <a:pt x="45" y="4"/>
                      <a:pt x="45" y="4"/>
                      <a:pt x="45" y="4"/>
                    </a:cubicBezTo>
                    <a:cubicBezTo>
                      <a:pt x="45" y="4"/>
                      <a:pt x="45" y="4"/>
                      <a:pt x="44" y="4"/>
                    </a:cubicBezTo>
                    <a:cubicBezTo>
                      <a:pt x="44" y="4"/>
                      <a:pt x="44" y="4"/>
                      <a:pt x="44" y="4"/>
                    </a:cubicBezTo>
                    <a:cubicBezTo>
                      <a:pt x="44" y="4"/>
                      <a:pt x="44" y="4"/>
                      <a:pt x="44" y="4"/>
                    </a:cubicBezTo>
                    <a:cubicBezTo>
                      <a:pt x="44" y="4"/>
                      <a:pt x="44" y="4"/>
                      <a:pt x="44" y="4"/>
                    </a:cubicBezTo>
                    <a:cubicBezTo>
                      <a:pt x="44" y="4"/>
                      <a:pt x="44" y="4"/>
                      <a:pt x="44" y="4"/>
                    </a:cubicBezTo>
                    <a:cubicBezTo>
                      <a:pt x="43" y="4"/>
                      <a:pt x="43" y="5"/>
                      <a:pt x="43" y="5"/>
                    </a:cubicBezTo>
                    <a:cubicBezTo>
                      <a:pt x="43" y="5"/>
                      <a:pt x="43" y="5"/>
                      <a:pt x="43" y="5"/>
                    </a:cubicBezTo>
                    <a:cubicBezTo>
                      <a:pt x="43" y="5"/>
                      <a:pt x="43" y="5"/>
                      <a:pt x="43" y="5"/>
                    </a:cubicBezTo>
                    <a:cubicBezTo>
                      <a:pt x="43" y="5"/>
                      <a:pt x="43" y="5"/>
                      <a:pt x="43" y="5"/>
                    </a:cubicBezTo>
                    <a:cubicBezTo>
                      <a:pt x="43" y="5"/>
                      <a:pt x="43" y="5"/>
                      <a:pt x="42" y="5"/>
                    </a:cubicBezTo>
                    <a:cubicBezTo>
                      <a:pt x="42" y="5"/>
                      <a:pt x="42" y="5"/>
                      <a:pt x="42" y="5"/>
                    </a:cubicBezTo>
                    <a:cubicBezTo>
                      <a:pt x="42" y="5"/>
                      <a:pt x="42" y="5"/>
                      <a:pt x="42" y="5"/>
                    </a:cubicBezTo>
                    <a:cubicBezTo>
                      <a:pt x="42" y="5"/>
                      <a:pt x="42" y="5"/>
                      <a:pt x="42" y="5"/>
                    </a:cubicBezTo>
                    <a:cubicBezTo>
                      <a:pt x="42" y="5"/>
                      <a:pt x="42" y="5"/>
                      <a:pt x="42" y="5"/>
                    </a:cubicBezTo>
                    <a:cubicBezTo>
                      <a:pt x="42" y="5"/>
                      <a:pt x="42"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1" y="5"/>
                      <a:pt x="41" y="5"/>
                      <a:pt x="41" y="5"/>
                    </a:cubicBezTo>
                    <a:cubicBezTo>
                      <a:pt x="42" y="5"/>
                      <a:pt x="42" y="5"/>
                      <a:pt x="42" y="5"/>
                    </a:cubicBezTo>
                    <a:cubicBezTo>
                      <a:pt x="42" y="5"/>
                      <a:pt x="42" y="5"/>
                      <a:pt x="42" y="5"/>
                    </a:cubicBezTo>
                    <a:cubicBezTo>
                      <a:pt x="42" y="5"/>
                      <a:pt x="42" y="5"/>
                      <a:pt x="42" y="5"/>
                    </a:cubicBezTo>
                    <a:cubicBezTo>
                      <a:pt x="42" y="5"/>
                      <a:pt x="42" y="5"/>
                      <a:pt x="42" y="4"/>
                    </a:cubicBezTo>
                    <a:cubicBezTo>
                      <a:pt x="42" y="4"/>
                      <a:pt x="42" y="4"/>
                      <a:pt x="42" y="4"/>
                    </a:cubicBezTo>
                    <a:cubicBezTo>
                      <a:pt x="42" y="4"/>
                      <a:pt x="42" y="4"/>
                      <a:pt x="42" y="4"/>
                    </a:cubicBezTo>
                    <a:cubicBezTo>
                      <a:pt x="42" y="4"/>
                      <a:pt x="42" y="4"/>
                      <a:pt x="42" y="4"/>
                    </a:cubicBezTo>
                    <a:cubicBezTo>
                      <a:pt x="42" y="4"/>
                      <a:pt x="42" y="4"/>
                      <a:pt x="41" y="4"/>
                    </a:cubicBezTo>
                    <a:cubicBezTo>
                      <a:pt x="41" y="4"/>
                      <a:pt x="41" y="4"/>
                      <a:pt x="41" y="4"/>
                    </a:cubicBezTo>
                    <a:cubicBezTo>
                      <a:pt x="41" y="4"/>
                      <a:pt x="41" y="4"/>
                      <a:pt x="41" y="4"/>
                    </a:cubicBezTo>
                    <a:cubicBezTo>
                      <a:pt x="41"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9" y="4"/>
                      <a:pt x="39" y="4"/>
                    </a:cubicBezTo>
                    <a:cubicBezTo>
                      <a:pt x="39"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ubicBezTo>
                      <a:pt x="37" y="4"/>
                      <a:pt x="37" y="4"/>
                      <a:pt x="37" y="4"/>
                    </a:cubicBezTo>
                    <a:cubicBezTo>
                      <a:pt x="37" y="4"/>
                      <a:pt x="37" y="4"/>
                      <a:pt x="37" y="4"/>
                    </a:cubicBezTo>
                    <a:cubicBezTo>
                      <a:pt x="37" y="4"/>
                      <a:pt x="37" y="4"/>
                      <a:pt x="37" y="4"/>
                    </a:cubicBezTo>
                    <a:cubicBezTo>
                      <a:pt x="37" y="4"/>
                      <a:pt x="37" y="4"/>
                      <a:pt x="37" y="4"/>
                    </a:cubicBezTo>
                    <a:cubicBezTo>
                      <a:pt x="37" y="4"/>
                      <a:pt x="37" y="4"/>
                      <a:pt x="37" y="4"/>
                    </a:cubicBezTo>
                    <a:cubicBezTo>
                      <a:pt x="37" y="4"/>
                      <a:pt x="37" y="4"/>
                      <a:pt x="37" y="4"/>
                    </a:cubicBezTo>
                    <a:cubicBezTo>
                      <a:pt x="37" y="4"/>
                      <a:pt x="38" y="4"/>
                      <a:pt x="38" y="4"/>
                    </a:cubicBezTo>
                    <a:cubicBezTo>
                      <a:pt x="38" y="4"/>
                      <a:pt x="38" y="4"/>
                      <a:pt x="38" y="4"/>
                    </a:cubicBezTo>
                    <a:cubicBezTo>
                      <a:pt x="38" y="4"/>
                      <a:pt x="38" y="4"/>
                      <a:pt x="38" y="4"/>
                    </a:cubicBezTo>
                    <a:cubicBezTo>
                      <a:pt x="38" y="4"/>
                      <a:pt x="38" y="4"/>
                      <a:pt x="39" y="4"/>
                    </a:cubicBezTo>
                    <a:cubicBezTo>
                      <a:pt x="39" y="4"/>
                      <a:pt x="39" y="4"/>
                      <a:pt x="39" y="4"/>
                    </a:cubicBezTo>
                    <a:cubicBezTo>
                      <a:pt x="39" y="4"/>
                      <a:pt x="39" y="4"/>
                      <a:pt x="39" y="4"/>
                    </a:cubicBezTo>
                    <a:cubicBezTo>
                      <a:pt x="39" y="4"/>
                      <a:pt x="39" y="4"/>
                      <a:pt x="39" y="4"/>
                    </a:cubicBezTo>
                    <a:cubicBezTo>
                      <a:pt x="39" y="4"/>
                      <a:pt x="39" y="4"/>
                      <a:pt x="39" y="3"/>
                    </a:cubicBezTo>
                    <a:cubicBezTo>
                      <a:pt x="39" y="3"/>
                      <a:pt x="39" y="3"/>
                      <a:pt x="39" y="3"/>
                    </a:cubicBezTo>
                    <a:cubicBezTo>
                      <a:pt x="39" y="3"/>
                      <a:pt x="39" y="3"/>
                      <a:pt x="39" y="3"/>
                    </a:cubicBezTo>
                    <a:cubicBezTo>
                      <a:pt x="39" y="3"/>
                      <a:pt x="39" y="3"/>
                      <a:pt x="39" y="3"/>
                    </a:cubicBezTo>
                    <a:cubicBezTo>
                      <a:pt x="39" y="4"/>
                      <a:pt x="39" y="4"/>
                      <a:pt x="39" y="4"/>
                    </a:cubicBezTo>
                    <a:cubicBezTo>
                      <a:pt x="39"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1" y="4"/>
                      <a:pt x="41" y="4"/>
                      <a:pt x="41" y="4"/>
                    </a:cubicBezTo>
                    <a:cubicBezTo>
                      <a:pt x="41" y="4"/>
                      <a:pt x="41" y="4"/>
                      <a:pt x="41" y="4"/>
                    </a:cubicBezTo>
                    <a:cubicBezTo>
                      <a:pt x="41" y="4"/>
                      <a:pt x="41" y="4"/>
                      <a:pt x="42" y="4"/>
                    </a:cubicBezTo>
                    <a:cubicBezTo>
                      <a:pt x="42" y="4"/>
                      <a:pt x="42" y="4"/>
                      <a:pt x="42" y="4"/>
                    </a:cubicBezTo>
                    <a:cubicBezTo>
                      <a:pt x="42" y="4"/>
                      <a:pt x="42" y="4"/>
                      <a:pt x="43" y="4"/>
                    </a:cubicBezTo>
                    <a:cubicBezTo>
                      <a:pt x="43" y="4"/>
                      <a:pt x="43" y="4"/>
                      <a:pt x="43" y="4"/>
                    </a:cubicBezTo>
                    <a:cubicBezTo>
                      <a:pt x="43" y="4"/>
                      <a:pt x="43" y="4"/>
                      <a:pt x="43" y="4"/>
                    </a:cubicBezTo>
                    <a:cubicBezTo>
                      <a:pt x="43" y="4"/>
                      <a:pt x="43" y="4"/>
                      <a:pt x="43" y="4"/>
                    </a:cubicBezTo>
                    <a:cubicBezTo>
                      <a:pt x="43" y="4"/>
                      <a:pt x="43" y="4"/>
                      <a:pt x="43" y="4"/>
                    </a:cubicBezTo>
                    <a:cubicBezTo>
                      <a:pt x="43" y="4"/>
                      <a:pt x="43" y="4"/>
                      <a:pt x="44" y="4"/>
                    </a:cubicBezTo>
                    <a:cubicBezTo>
                      <a:pt x="44" y="4"/>
                      <a:pt x="44" y="4"/>
                      <a:pt x="44" y="4"/>
                    </a:cubicBezTo>
                    <a:cubicBezTo>
                      <a:pt x="44" y="4"/>
                      <a:pt x="44" y="4"/>
                      <a:pt x="44" y="4"/>
                    </a:cubicBezTo>
                    <a:cubicBezTo>
                      <a:pt x="44" y="4"/>
                      <a:pt x="44" y="4"/>
                      <a:pt x="44" y="4"/>
                    </a:cubicBezTo>
                    <a:cubicBezTo>
                      <a:pt x="44" y="4"/>
                      <a:pt x="44" y="4"/>
                      <a:pt x="44" y="4"/>
                    </a:cubicBezTo>
                    <a:cubicBezTo>
                      <a:pt x="44" y="4"/>
                      <a:pt x="44" y="4"/>
                      <a:pt x="44" y="4"/>
                    </a:cubicBezTo>
                    <a:cubicBezTo>
                      <a:pt x="44" y="4"/>
                      <a:pt x="44" y="4"/>
                      <a:pt x="44" y="4"/>
                    </a:cubicBezTo>
                    <a:cubicBezTo>
                      <a:pt x="44" y="4"/>
                      <a:pt x="44" y="4"/>
                      <a:pt x="44" y="4"/>
                    </a:cubicBezTo>
                    <a:cubicBezTo>
                      <a:pt x="44" y="4"/>
                      <a:pt x="44" y="4"/>
                      <a:pt x="45" y="4"/>
                    </a:cubicBezTo>
                    <a:cubicBezTo>
                      <a:pt x="45" y="4"/>
                      <a:pt x="45" y="4"/>
                      <a:pt x="45" y="4"/>
                    </a:cubicBezTo>
                    <a:cubicBezTo>
                      <a:pt x="45" y="4"/>
                      <a:pt x="45" y="4"/>
                      <a:pt x="45" y="4"/>
                    </a:cubicBezTo>
                    <a:cubicBezTo>
                      <a:pt x="45" y="4"/>
                      <a:pt x="45" y="4"/>
                      <a:pt x="45" y="4"/>
                    </a:cubicBezTo>
                    <a:cubicBezTo>
                      <a:pt x="45" y="4"/>
                      <a:pt x="45" y="4"/>
                      <a:pt x="45" y="4"/>
                    </a:cubicBezTo>
                    <a:cubicBezTo>
                      <a:pt x="45" y="4"/>
                      <a:pt x="45" y="4"/>
                      <a:pt x="45" y="4"/>
                    </a:cubicBezTo>
                    <a:cubicBezTo>
                      <a:pt x="46" y="4"/>
                      <a:pt x="46" y="4"/>
                      <a:pt x="46" y="4"/>
                    </a:cubicBezTo>
                    <a:cubicBezTo>
                      <a:pt x="46" y="4"/>
                      <a:pt x="46" y="4"/>
                      <a:pt x="46" y="3"/>
                    </a:cubicBezTo>
                    <a:cubicBezTo>
                      <a:pt x="46" y="3"/>
                      <a:pt x="46" y="3"/>
                      <a:pt x="46" y="3"/>
                    </a:cubicBezTo>
                    <a:cubicBezTo>
                      <a:pt x="46" y="3"/>
                      <a:pt x="46" y="3"/>
                      <a:pt x="46" y="3"/>
                    </a:cubicBezTo>
                    <a:cubicBezTo>
                      <a:pt x="46" y="3"/>
                      <a:pt x="46" y="3"/>
                      <a:pt x="46" y="3"/>
                    </a:cubicBezTo>
                    <a:cubicBezTo>
                      <a:pt x="46" y="3"/>
                      <a:pt x="46" y="3"/>
                      <a:pt x="46" y="3"/>
                    </a:cubicBezTo>
                    <a:cubicBezTo>
                      <a:pt x="46" y="3"/>
                      <a:pt x="46" y="3"/>
                      <a:pt x="46" y="3"/>
                    </a:cubicBezTo>
                    <a:cubicBezTo>
                      <a:pt x="46" y="3"/>
                      <a:pt x="46" y="3"/>
                      <a:pt x="46" y="3"/>
                    </a:cubicBezTo>
                    <a:cubicBezTo>
                      <a:pt x="46" y="3"/>
                      <a:pt x="46" y="3"/>
                      <a:pt x="46" y="3"/>
                    </a:cubicBezTo>
                    <a:cubicBezTo>
                      <a:pt x="45" y="3"/>
                      <a:pt x="45" y="3"/>
                      <a:pt x="45" y="3"/>
                    </a:cubicBezTo>
                    <a:cubicBezTo>
                      <a:pt x="45" y="3"/>
                      <a:pt x="45" y="3"/>
                      <a:pt x="45" y="3"/>
                    </a:cubicBezTo>
                    <a:cubicBezTo>
                      <a:pt x="45" y="3"/>
                      <a:pt x="45" y="3"/>
                      <a:pt x="45" y="3"/>
                    </a:cubicBezTo>
                    <a:cubicBezTo>
                      <a:pt x="45" y="3"/>
                      <a:pt x="45" y="3"/>
                      <a:pt x="45" y="3"/>
                    </a:cubicBezTo>
                    <a:cubicBezTo>
                      <a:pt x="45" y="3"/>
                      <a:pt x="45" y="3"/>
                      <a:pt x="44" y="3"/>
                    </a:cubicBezTo>
                    <a:cubicBezTo>
                      <a:pt x="44" y="3"/>
                      <a:pt x="44" y="3"/>
                      <a:pt x="44" y="3"/>
                    </a:cubicBezTo>
                    <a:cubicBezTo>
                      <a:pt x="44" y="3"/>
                      <a:pt x="44" y="3"/>
                      <a:pt x="44" y="3"/>
                    </a:cubicBezTo>
                    <a:cubicBezTo>
                      <a:pt x="44" y="3"/>
                      <a:pt x="44" y="3"/>
                      <a:pt x="44" y="3"/>
                    </a:cubicBezTo>
                    <a:cubicBezTo>
                      <a:pt x="44" y="3"/>
                      <a:pt x="44" y="3"/>
                      <a:pt x="44" y="3"/>
                    </a:cubicBezTo>
                    <a:cubicBezTo>
                      <a:pt x="44" y="3"/>
                      <a:pt x="44" y="3"/>
                      <a:pt x="44" y="3"/>
                    </a:cubicBezTo>
                    <a:cubicBezTo>
                      <a:pt x="44" y="3"/>
                      <a:pt x="44" y="3"/>
                      <a:pt x="43" y="3"/>
                    </a:cubicBezTo>
                    <a:cubicBezTo>
                      <a:pt x="43" y="3"/>
                      <a:pt x="43" y="3"/>
                      <a:pt x="43" y="3"/>
                    </a:cubicBezTo>
                    <a:cubicBezTo>
                      <a:pt x="43" y="3"/>
                      <a:pt x="43" y="3"/>
                      <a:pt x="43" y="3"/>
                    </a:cubicBezTo>
                    <a:cubicBezTo>
                      <a:pt x="43" y="3"/>
                      <a:pt x="43" y="3"/>
                      <a:pt x="43" y="3"/>
                    </a:cubicBezTo>
                    <a:cubicBezTo>
                      <a:pt x="43" y="3"/>
                      <a:pt x="44" y="3"/>
                      <a:pt x="44" y="3"/>
                    </a:cubicBezTo>
                    <a:cubicBezTo>
                      <a:pt x="44" y="3"/>
                      <a:pt x="44" y="2"/>
                      <a:pt x="44" y="2"/>
                    </a:cubicBezTo>
                    <a:cubicBezTo>
                      <a:pt x="44" y="2"/>
                      <a:pt x="44" y="2"/>
                      <a:pt x="44" y="2"/>
                    </a:cubicBezTo>
                    <a:cubicBezTo>
                      <a:pt x="44" y="2"/>
                      <a:pt x="44" y="2"/>
                      <a:pt x="44" y="2"/>
                    </a:cubicBezTo>
                    <a:cubicBezTo>
                      <a:pt x="44" y="2"/>
                      <a:pt x="44" y="2"/>
                      <a:pt x="44" y="2"/>
                    </a:cubicBezTo>
                    <a:cubicBezTo>
                      <a:pt x="44" y="2"/>
                      <a:pt x="43" y="2"/>
                      <a:pt x="43" y="2"/>
                    </a:cubicBezTo>
                    <a:cubicBezTo>
                      <a:pt x="43" y="2"/>
                      <a:pt x="43" y="2"/>
                      <a:pt x="43" y="2"/>
                    </a:cubicBezTo>
                    <a:cubicBezTo>
                      <a:pt x="43" y="2"/>
                      <a:pt x="43" y="2"/>
                      <a:pt x="43" y="2"/>
                    </a:cubicBezTo>
                    <a:cubicBezTo>
                      <a:pt x="43" y="2"/>
                      <a:pt x="43" y="2"/>
                      <a:pt x="43" y="2"/>
                    </a:cubicBezTo>
                    <a:cubicBezTo>
                      <a:pt x="43" y="2"/>
                      <a:pt x="43" y="2"/>
                      <a:pt x="43" y="2"/>
                    </a:cubicBezTo>
                    <a:cubicBezTo>
                      <a:pt x="42" y="2"/>
                      <a:pt x="42" y="2"/>
                      <a:pt x="41" y="2"/>
                    </a:cubicBezTo>
                    <a:cubicBezTo>
                      <a:pt x="41" y="2"/>
                      <a:pt x="41" y="2"/>
                      <a:pt x="41" y="2"/>
                    </a:cubicBezTo>
                    <a:cubicBezTo>
                      <a:pt x="41" y="2"/>
                      <a:pt x="40" y="2"/>
                      <a:pt x="40" y="2"/>
                    </a:cubicBezTo>
                    <a:cubicBezTo>
                      <a:pt x="40" y="2"/>
                      <a:pt x="40" y="2"/>
                      <a:pt x="40" y="2"/>
                    </a:cubicBezTo>
                    <a:cubicBezTo>
                      <a:pt x="40" y="2"/>
                      <a:pt x="40" y="2"/>
                      <a:pt x="40" y="2"/>
                    </a:cubicBezTo>
                    <a:cubicBezTo>
                      <a:pt x="39" y="2"/>
                      <a:pt x="39" y="2"/>
                      <a:pt x="39" y="2"/>
                    </a:cubicBezTo>
                    <a:cubicBezTo>
                      <a:pt x="39" y="2"/>
                      <a:pt x="39" y="2"/>
                      <a:pt x="39" y="2"/>
                    </a:cubicBezTo>
                    <a:cubicBezTo>
                      <a:pt x="39" y="2"/>
                      <a:pt x="39" y="2"/>
                      <a:pt x="38" y="2"/>
                    </a:cubicBezTo>
                    <a:cubicBezTo>
                      <a:pt x="38" y="2"/>
                      <a:pt x="38" y="2"/>
                      <a:pt x="38" y="2"/>
                    </a:cubicBezTo>
                    <a:cubicBezTo>
                      <a:pt x="38" y="2"/>
                      <a:pt x="38" y="2"/>
                      <a:pt x="38" y="2"/>
                    </a:cubicBezTo>
                    <a:cubicBezTo>
                      <a:pt x="37" y="2"/>
                      <a:pt x="37" y="2"/>
                      <a:pt x="37" y="2"/>
                    </a:cubicBezTo>
                    <a:cubicBezTo>
                      <a:pt x="37" y="2"/>
                      <a:pt x="37" y="2"/>
                      <a:pt x="36" y="2"/>
                    </a:cubicBezTo>
                    <a:cubicBezTo>
                      <a:pt x="36" y="2"/>
                      <a:pt x="36" y="2"/>
                      <a:pt x="36" y="2"/>
                    </a:cubicBezTo>
                    <a:cubicBezTo>
                      <a:pt x="36" y="2"/>
                      <a:pt x="36" y="2"/>
                      <a:pt x="36" y="2"/>
                    </a:cubicBezTo>
                    <a:cubicBezTo>
                      <a:pt x="36" y="2"/>
                      <a:pt x="36" y="2"/>
                      <a:pt x="36" y="2"/>
                    </a:cubicBezTo>
                    <a:cubicBezTo>
                      <a:pt x="36" y="2"/>
                      <a:pt x="36" y="2"/>
                      <a:pt x="36" y="2"/>
                    </a:cubicBezTo>
                    <a:cubicBezTo>
                      <a:pt x="37" y="2"/>
                      <a:pt x="37" y="2"/>
                      <a:pt x="37" y="2"/>
                    </a:cubicBezTo>
                    <a:cubicBezTo>
                      <a:pt x="37" y="2"/>
                      <a:pt x="37" y="2"/>
                      <a:pt x="37" y="1"/>
                    </a:cubicBezTo>
                    <a:cubicBezTo>
                      <a:pt x="37" y="1"/>
                      <a:pt x="37" y="1"/>
                      <a:pt x="38" y="1"/>
                    </a:cubicBezTo>
                    <a:cubicBezTo>
                      <a:pt x="38" y="1"/>
                      <a:pt x="38" y="1"/>
                      <a:pt x="38" y="2"/>
                    </a:cubicBezTo>
                    <a:cubicBezTo>
                      <a:pt x="38" y="2"/>
                      <a:pt x="38" y="2"/>
                      <a:pt x="38" y="2"/>
                    </a:cubicBezTo>
                    <a:cubicBezTo>
                      <a:pt x="38" y="2"/>
                      <a:pt x="38" y="2"/>
                      <a:pt x="38" y="2"/>
                    </a:cubicBezTo>
                    <a:cubicBezTo>
                      <a:pt x="39" y="2"/>
                      <a:pt x="39" y="2"/>
                      <a:pt x="39" y="2"/>
                    </a:cubicBezTo>
                    <a:cubicBezTo>
                      <a:pt x="39" y="2"/>
                      <a:pt x="39" y="2"/>
                      <a:pt x="39" y="2"/>
                    </a:cubicBezTo>
                    <a:cubicBezTo>
                      <a:pt x="39" y="2"/>
                      <a:pt x="39" y="1"/>
                      <a:pt x="39" y="1"/>
                    </a:cubicBezTo>
                    <a:cubicBezTo>
                      <a:pt x="39" y="1"/>
                      <a:pt x="39" y="1"/>
                      <a:pt x="39" y="1"/>
                    </a:cubicBezTo>
                    <a:cubicBezTo>
                      <a:pt x="40" y="2"/>
                      <a:pt x="40" y="2"/>
                      <a:pt x="40" y="2"/>
                    </a:cubicBezTo>
                    <a:cubicBezTo>
                      <a:pt x="40" y="2"/>
                      <a:pt x="40" y="2"/>
                      <a:pt x="40" y="2"/>
                    </a:cubicBezTo>
                    <a:cubicBezTo>
                      <a:pt x="40" y="2"/>
                      <a:pt x="40" y="2"/>
                      <a:pt x="41" y="2"/>
                    </a:cubicBezTo>
                    <a:cubicBezTo>
                      <a:pt x="41" y="2"/>
                      <a:pt x="41" y="2"/>
                      <a:pt x="41" y="2"/>
                    </a:cubicBezTo>
                    <a:cubicBezTo>
                      <a:pt x="41" y="2"/>
                      <a:pt x="41" y="2"/>
                      <a:pt x="41" y="2"/>
                    </a:cubicBezTo>
                    <a:cubicBezTo>
                      <a:pt x="42" y="2"/>
                      <a:pt x="42" y="2"/>
                      <a:pt x="42" y="2"/>
                    </a:cubicBezTo>
                    <a:cubicBezTo>
                      <a:pt x="42" y="2"/>
                      <a:pt x="42" y="2"/>
                      <a:pt x="43" y="2"/>
                    </a:cubicBezTo>
                    <a:cubicBezTo>
                      <a:pt x="43" y="2"/>
                      <a:pt x="43" y="2"/>
                      <a:pt x="43" y="2"/>
                    </a:cubicBezTo>
                    <a:cubicBezTo>
                      <a:pt x="43" y="2"/>
                      <a:pt x="44" y="2"/>
                      <a:pt x="44" y="2"/>
                    </a:cubicBezTo>
                    <a:cubicBezTo>
                      <a:pt x="44" y="2"/>
                      <a:pt x="44" y="2"/>
                      <a:pt x="44" y="1"/>
                    </a:cubicBezTo>
                    <a:cubicBezTo>
                      <a:pt x="44" y="1"/>
                      <a:pt x="43" y="1"/>
                      <a:pt x="43" y="1"/>
                    </a:cubicBezTo>
                    <a:cubicBezTo>
                      <a:pt x="43" y="1"/>
                      <a:pt x="43" y="1"/>
                      <a:pt x="43" y="1"/>
                    </a:cubicBezTo>
                    <a:cubicBezTo>
                      <a:pt x="43" y="1"/>
                      <a:pt x="43" y="1"/>
                      <a:pt x="43" y="1"/>
                    </a:cubicBezTo>
                    <a:cubicBezTo>
                      <a:pt x="42" y="1"/>
                      <a:pt x="42" y="1"/>
                      <a:pt x="42" y="1"/>
                    </a:cubicBezTo>
                    <a:cubicBezTo>
                      <a:pt x="42" y="1"/>
                      <a:pt x="42" y="1"/>
                      <a:pt x="41" y="1"/>
                    </a:cubicBezTo>
                    <a:cubicBezTo>
                      <a:pt x="41" y="1"/>
                      <a:pt x="41" y="1"/>
                      <a:pt x="41" y="1"/>
                    </a:cubicBezTo>
                    <a:cubicBezTo>
                      <a:pt x="41" y="1"/>
                      <a:pt x="41" y="1"/>
                      <a:pt x="41" y="1"/>
                    </a:cubicBezTo>
                    <a:cubicBezTo>
                      <a:pt x="41" y="1"/>
                      <a:pt x="40" y="1"/>
                      <a:pt x="40" y="1"/>
                    </a:cubicBezTo>
                    <a:cubicBezTo>
                      <a:pt x="40" y="1"/>
                      <a:pt x="40" y="1"/>
                      <a:pt x="40" y="1"/>
                    </a:cubicBezTo>
                    <a:cubicBezTo>
                      <a:pt x="40" y="1"/>
                      <a:pt x="40" y="1"/>
                      <a:pt x="40" y="1"/>
                    </a:cubicBezTo>
                    <a:cubicBezTo>
                      <a:pt x="40" y="1"/>
                      <a:pt x="40" y="1"/>
                      <a:pt x="40" y="1"/>
                    </a:cubicBezTo>
                    <a:cubicBezTo>
                      <a:pt x="40" y="1"/>
                      <a:pt x="40" y="1"/>
                      <a:pt x="40" y="1"/>
                    </a:cubicBezTo>
                    <a:cubicBezTo>
                      <a:pt x="39" y="1"/>
                      <a:pt x="39" y="1"/>
                      <a:pt x="39" y="1"/>
                    </a:cubicBezTo>
                    <a:cubicBezTo>
                      <a:pt x="39" y="0"/>
                      <a:pt x="39" y="0"/>
                      <a:pt x="39" y="0"/>
                    </a:cubicBezTo>
                    <a:cubicBezTo>
                      <a:pt x="39" y="0"/>
                      <a:pt x="39" y="0"/>
                      <a:pt x="38" y="0"/>
                    </a:cubicBezTo>
                    <a:cubicBezTo>
                      <a:pt x="38" y="0"/>
                      <a:pt x="38" y="0"/>
                      <a:pt x="38" y="0"/>
                    </a:cubicBezTo>
                    <a:cubicBezTo>
                      <a:pt x="38" y="0"/>
                      <a:pt x="38" y="0"/>
                      <a:pt x="38" y="0"/>
                    </a:cubicBezTo>
                    <a:cubicBezTo>
                      <a:pt x="38" y="0"/>
                      <a:pt x="38" y="0"/>
                      <a:pt x="37" y="0"/>
                    </a:cubicBezTo>
                    <a:cubicBezTo>
                      <a:pt x="37" y="0"/>
                      <a:pt x="37" y="0"/>
                      <a:pt x="37" y="0"/>
                    </a:cubicBezTo>
                    <a:cubicBezTo>
                      <a:pt x="37" y="0"/>
                      <a:pt x="37" y="0"/>
                      <a:pt x="37" y="0"/>
                    </a:cubicBezTo>
                    <a:cubicBezTo>
                      <a:pt x="37" y="0"/>
                      <a:pt x="37" y="0"/>
                      <a:pt x="37" y="0"/>
                    </a:cubicBezTo>
                    <a:cubicBezTo>
                      <a:pt x="37" y="0"/>
                      <a:pt x="37" y="0"/>
                      <a:pt x="36" y="0"/>
                    </a:cubicBezTo>
                    <a:cubicBezTo>
                      <a:pt x="36" y="0"/>
                      <a:pt x="36" y="0"/>
                      <a:pt x="36" y="0"/>
                    </a:cubicBezTo>
                    <a:cubicBezTo>
                      <a:pt x="36" y="0"/>
                      <a:pt x="36" y="0"/>
                      <a:pt x="36" y="0"/>
                    </a:cubicBezTo>
                    <a:cubicBezTo>
                      <a:pt x="36" y="0"/>
                      <a:pt x="36" y="0"/>
                      <a:pt x="36" y="0"/>
                    </a:cubicBezTo>
                    <a:cubicBezTo>
                      <a:pt x="36" y="0"/>
                      <a:pt x="36" y="0"/>
                      <a:pt x="36" y="0"/>
                    </a:cubicBezTo>
                    <a:cubicBezTo>
                      <a:pt x="36" y="1"/>
                      <a:pt x="36" y="1"/>
                      <a:pt x="36" y="1"/>
                    </a:cubicBezTo>
                    <a:cubicBezTo>
                      <a:pt x="36" y="1"/>
                      <a:pt x="36" y="1"/>
                      <a:pt x="36" y="1"/>
                    </a:cubicBezTo>
                    <a:cubicBezTo>
                      <a:pt x="36" y="1"/>
                      <a:pt x="36" y="1"/>
                      <a:pt x="36" y="1"/>
                    </a:cubicBezTo>
                    <a:cubicBezTo>
                      <a:pt x="36" y="1"/>
                      <a:pt x="36" y="1"/>
                      <a:pt x="36" y="1"/>
                    </a:cubicBezTo>
                    <a:cubicBezTo>
                      <a:pt x="36" y="1"/>
                      <a:pt x="36" y="1"/>
                      <a:pt x="36" y="1"/>
                    </a:cubicBezTo>
                    <a:cubicBezTo>
                      <a:pt x="36" y="1"/>
                      <a:pt x="36" y="1"/>
                      <a:pt x="36" y="1"/>
                    </a:cubicBezTo>
                    <a:cubicBezTo>
                      <a:pt x="35" y="1"/>
                      <a:pt x="35" y="1"/>
                      <a:pt x="35" y="1"/>
                    </a:cubicBezTo>
                    <a:cubicBezTo>
                      <a:pt x="35" y="1"/>
                      <a:pt x="35" y="1"/>
                      <a:pt x="35" y="1"/>
                    </a:cubicBezTo>
                    <a:cubicBezTo>
                      <a:pt x="35" y="1"/>
                      <a:pt x="35" y="1"/>
                      <a:pt x="35" y="1"/>
                    </a:cubicBezTo>
                    <a:cubicBezTo>
                      <a:pt x="35" y="1"/>
                      <a:pt x="35" y="1"/>
                      <a:pt x="35" y="2"/>
                    </a:cubicBezTo>
                    <a:cubicBezTo>
                      <a:pt x="35" y="2"/>
                      <a:pt x="35" y="2"/>
                      <a:pt x="35" y="2"/>
                    </a:cubicBezTo>
                    <a:cubicBezTo>
                      <a:pt x="35" y="2"/>
                      <a:pt x="35" y="2"/>
                      <a:pt x="35" y="2"/>
                    </a:cubicBezTo>
                    <a:cubicBezTo>
                      <a:pt x="35" y="2"/>
                      <a:pt x="35" y="2"/>
                      <a:pt x="35" y="2"/>
                    </a:cubicBezTo>
                    <a:cubicBezTo>
                      <a:pt x="35" y="2"/>
                      <a:pt x="35" y="2"/>
                      <a:pt x="35" y="2"/>
                    </a:cubicBezTo>
                    <a:cubicBezTo>
                      <a:pt x="35" y="2"/>
                      <a:pt x="35" y="2"/>
                      <a:pt x="35" y="1"/>
                    </a:cubicBezTo>
                    <a:cubicBezTo>
                      <a:pt x="35" y="1"/>
                      <a:pt x="35" y="1"/>
                      <a:pt x="35" y="1"/>
                    </a:cubicBezTo>
                    <a:cubicBezTo>
                      <a:pt x="35" y="1"/>
                      <a:pt x="35" y="1"/>
                      <a:pt x="35" y="1"/>
                    </a:cubicBezTo>
                    <a:cubicBezTo>
                      <a:pt x="35" y="1"/>
                      <a:pt x="35" y="1"/>
                      <a:pt x="35" y="1"/>
                    </a:cubicBezTo>
                    <a:cubicBezTo>
                      <a:pt x="35" y="1"/>
                      <a:pt x="35" y="1"/>
                      <a:pt x="34" y="1"/>
                    </a:cubicBezTo>
                    <a:cubicBezTo>
                      <a:pt x="34" y="1"/>
                      <a:pt x="34" y="1"/>
                      <a:pt x="34" y="1"/>
                    </a:cubicBezTo>
                    <a:cubicBezTo>
                      <a:pt x="34" y="1"/>
                      <a:pt x="34" y="1"/>
                      <a:pt x="34" y="1"/>
                    </a:cubicBezTo>
                    <a:cubicBezTo>
                      <a:pt x="34" y="1"/>
                      <a:pt x="34" y="1"/>
                      <a:pt x="34" y="1"/>
                    </a:cubicBezTo>
                    <a:cubicBezTo>
                      <a:pt x="34" y="1"/>
                      <a:pt x="34" y="1"/>
                      <a:pt x="34" y="1"/>
                    </a:cubicBezTo>
                    <a:cubicBezTo>
                      <a:pt x="34" y="1"/>
                      <a:pt x="34" y="1"/>
                      <a:pt x="33" y="1"/>
                    </a:cubicBezTo>
                    <a:cubicBezTo>
                      <a:pt x="33" y="1"/>
                      <a:pt x="33" y="1"/>
                      <a:pt x="33" y="0"/>
                    </a:cubicBezTo>
                    <a:cubicBezTo>
                      <a:pt x="33" y="0"/>
                      <a:pt x="33" y="0"/>
                      <a:pt x="33" y="0"/>
                    </a:cubicBezTo>
                    <a:cubicBezTo>
                      <a:pt x="33" y="0"/>
                      <a:pt x="33" y="0"/>
                      <a:pt x="33" y="0"/>
                    </a:cubicBezTo>
                    <a:cubicBezTo>
                      <a:pt x="33" y="0"/>
                      <a:pt x="33" y="0"/>
                      <a:pt x="33" y="0"/>
                    </a:cubicBezTo>
                    <a:cubicBezTo>
                      <a:pt x="33" y="0"/>
                      <a:pt x="33" y="0"/>
                      <a:pt x="33" y="1"/>
                    </a:cubicBezTo>
                    <a:cubicBezTo>
                      <a:pt x="33" y="1"/>
                      <a:pt x="33" y="1"/>
                      <a:pt x="33" y="1"/>
                    </a:cubicBezTo>
                    <a:cubicBezTo>
                      <a:pt x="33" y="1"/>
                      <a:pt x="33" y="1"/>
                      <a:pt x="33" y="1"/>
                    </a:cubicBezTo>
                    <a:cubicBezTo>
                      <a:pt x="33" y="1"/>
                      <a:pt x="33" y="1"/>
                      <a:pt x="33" y="1"/>
                    </a:cubicBezTo>
                    <a:cubicBezTo>
                      <a:pt x="33" y="1"/>
                      <a:pt x="33" y="1"/>
                      <a:pt x="33" y="1"/>
                    </a:cubicBezTo>
                    <a:cubicBezTo>
                      <a:pt x="33" y="1"/>
                      <a:pt x="33" y="1"/>
                      <a:pt x="33" y="1"/>
                    </a:cubicBezTo>
                    <a:cubicBezTo>
                      <a:pt x="32" y="1"/>
                      <a:pt x="32" y="1"/>
                      <a:pt x="32" y="1"/>
                    </a:cubicBezTo>
                    <a:cubicBezTo>
                      <a:pt x="32" y="1"/>
                      <a:pt x="32" y="1"/>
                      <a:pt x="32" y="1"/>
                    </a:cubicBezTo>
                    <a:cubicBezTo>
                      <a:pt x="32" y="1"/>
                      <a:pt x="32" y="1"/>
                      <a:pt x="32" y="1"/>
                    </a:cubicBezTo>
                    <a:cubicBezTo>
                      <a:pt x="32" y="1"/>
                      <a:pt x="33" y="1"/>
                      <a:pt x="33" y="1"/>
                    </a:cubicBezTo>
                    <a:cubicBezTo>
                      <a:pt x="33" y="1"/>
                      <a:pt x="33" y="1"/>
                      <a:pt x="33" y="1"/>
                    </a:cubicBezTo>
                    <a:cubicBezTo>
                      <a:pt x="33" y="1"/>
                      <a:pt x="33" y="1"/>
                      <a:pt x="33" y="1"/>
                    </a:cubicBezTo>
                    <a:cubicBezTo>
                      <a:pt x="33" y="1"/>
                      <a:pt x="33"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3" y="1"/>
                      <a:pt x="33" y="1"/>
                    </a:cubicBezTo>
                    <a:cubicBezTo>
                      <a:pt x="32" y="1"/>
                      <a:pt x="32" y="1"/>
                      <a:pt x="32" y="1"/>
                    </a:cubicBezTo>
                    <a:cubicBezTo>
                      <a:pt x="32" y="1"/>
                      <a:pt x="32" y="1"/>
                      <a:pt x="32" y="1"/>
                    </a:cubicBezTo>
                    <a:cubicBezTo>
                      <a:pt x="32" y="1"/>
                      <a:pt x="32" y="1"/>
                      <a:pt x="32" y="1"/>
                    </a:cubicBezTo>
                    <a:cubicBezTo>
                      <a:pt x="32" y="1"/>
                      <a:pt x="32" y="1"/>
                      <a:pt x="32" y="1"/>
                    </a:cubicBezTo>
                    <a:cubicBezTo>
                      <a:pt x="32" y="1"/>
                      <a:pt x="31" y="1"/>
                      <a:pt x="31" y="1"/>
                    </a:cubicBezTo>
                    <a:cubicBezTo>
                      <a:pt x="31" y="2"/>
                      <a:pt x="31"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1" y="2"/>
                      <a:pt x="31" y="2"/>
                    </a:cubicBezTo>
                    <a:cubicBezTo>
                      <a:pt x="31" y="2"/>
                      <a:pt x="31" y="2"/>
                      <a:pt x="31" y="2"/>
                    </a:cubicBezTo>
                    <a:cubicBezTo>
                      <a:pt x="31" y="3"/>
                      <a:pt x="31" y="3"/>
                      <a:pt x="31" y="3"/>
                    </a:cubicBezTo>
                    <a:cubicBezTo>
                      <a:pt x="31" y="3"/>
                      <a:pt x="31" y="3"/>
                      <a:pt x="31" y="3"/>
                    </a:cubicBezTo>
                    <a:cubicBezTo>
                      <a:pt x="31" y="3"/>
                      <a:pt x="31" y="3"/>
                      <a:pt x="31" y="3"/>
                    </a:cubicBezTo>
                    <a:cubicBezTo>
                      <a:pt x="31" y="3"/>
                      <a:pt x="31" y="3"/>
                      <a:pt x="31" y="3"/>
                    </a:cubicBezTo>
                    <a:cubicBezTo>
                      <a:pt x="31" y="3"/>
                      <a:pt x="31" y="3"/>
                      <a:pt x="31" y="3"/>
                    </a:cubicBezTo>
                    <a:cubicBezTo>
                      <a:pt x="31" y="3"/>
                      <a:pt x="31" y="3"/>
                      <a:pt x="31" y="3"/>
                    </a:cubicBezTo>
                    <a:cubicBezTo>
                      <a:pt x="31"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2"/>
                      <a:pt x="30" y="2"/>
                      <a:pt x="30" y="2"/>
                    </a:cubicBezTo>
                    <a:cubicBezTo>
                      <a:pt x="30"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1"/>
                      <a:pt x="29" y="1"/>
                    </a:cubicBezTo>
                    <a:cubicBezTo>
                      <a:pt x="29" y="1"/>
                      <a:pt x="29" y="1"/>
                      <a:pt x="29" y="1"/>
                    </a:cubicBezTo>
                    <a:cubicBezTo>
                      <a:pt x="29" y="1"/>
                      <a:pt x="28" y="1"/>
                      <a:pt x="28" y="1"/>
                    </a:cubicBezTo>
                    <a:cubicBezTo>
                      <a:pt x="28" y="1"/>
                      <a:pt x="28" y="1"/>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3"/>
                      <a:pt x="28" y="3"/>
                      <a:pt x="28" y="3"/>
                    </a:cubicBezTo>
                    <a:cubicBezTo>
                      <a:pt x="28" y="3"/>
                      <a:pt x="28" y="3"/>
                      <a:pt x="28" y="3"/>
                    </a:cubicBezTo>
                    <a:cubicBezTo>
                      <a:pt x="28" y="3"/>
                      <a:pt x="28" y="3"/>
                      <a:pt x="28" y="3"/>
                    </a:cubicBezTo>
                    <a:cubicBezTo>
                      <a:pt x="28" y="3"/>
                      <a:pt x="28" y="3"/>
                      <a:pt x="28" y="3"/>
                    </a:cubicBezTo>
                    <a:cubicBezTo>
                      <a:pt x="28" y="3"/>
                      <a:pt x="28" y="3"/>
                      <a:pt x="28" y="3"/>
                    </a:cubicBezTo>
                    <a:cubicBezTo>
                      <a:pt x="28" y="3"/>
                      <a:pt x="28" y="3"/>
                      <a:pt x="27" y="3"/>
                    </a:cubicBezTo>
                    <a:cubicBezTo>
                      <a:pt x="27" y="3"/>
                      <a:pt x="27" y="3"/>
                      <a:pt x="27" y="3"/>
                    </a:cubicBezTo>
                    <a:cubicBezTo>
                      <a:pt x="27" y="3"/>
                      <a:pt x="27" y="2"/>
                      <a:pt x="27" y="2"/>
                    </a:cubicBezTo>
                    <a:cubicBezTo>
                      <a:pt x="27" y="2"/>
                      <a:pt x="27" y="2"/>
                      <a:pt x="27" y="2"/>
                    </a:cubicBezTo>
                    <a:cubicBezTo>
                      <a:pt x="27" y="3"/>
                      <a:pt x="27" y="3"/>
                      <a:pt x="27" y="3"/>
                    </a:cubicBezTo>
                    <a:cubicBezTo>
                      <a:pt x="27" y="3"/>
                      <a:pt x="27" y="3"/>
                      <a:pt x="27" y="3"/>
                    </a:cubicBezTo>
                    <a:cubicBezTo>
                      <a:pt x="27" y="3"/>
                      <a:pt x="27" y="3"/>
                      <a:pt x="27" y="3"/>
                    </a:cubicBezTo>
                    <a:cubicBezTo>
                      <a:pt x="27" y="3"/>
                      <a:pt x="27" y="3"/>
                      <a:pt x="27" y="3"/>
                    </a:cubicBezTo>
                    <a:cubicBezTo>
                      <a:pt x="27" y="3"/>
                      <a:pt x="27" y="3"/>
                      <a:pt x="27" y="3"/>
                    </a:cubicBezTo>
                    <a:cubicBezTo>
                      <a:pt x="26" y="3"/>
                      <a:pt x="26" y="3"/>
                      <a:pt x="26" y="3"/>
                    </a:cubicBezTo>
                    <a:cubicBezTo>
                      <a:pt x="26" y="3"/>
                      <a:pt x="26" y="3"/>
                      <a:pt x="26" y="3"/>
                    </a:cubicBezTo>
                    <a:cubicBezTo>
                      <a:pt x="26" y="3"/>
                      <a:pt x="26" y="3"/>
                      <a:pt x="26" y="3"/>
                    </a:cubicBezTo>
                    <a:cubicBezTo>
                      <a:pt x="26" y="3"/>
                      <a:pt x="26" y="2"/>
                      <a:pt x="26" y="2"/>
                    </a:cubicBezTo>
                    <a:cubicBezTo>
                      <a:pt x="26" y="2"/>
                      <a:pt x="26" y="2"/>
                      <a:pt x="26" y="2"/>
                    </a:cubicBezTo>
                    <a:cubicBezTo>
                      <a:pt x="26" y="2"/>
                      <a:pt x="26" y="2"/>
                      <a:pt x="26" y="2"/>
                    </a:cubicBezTo>
                    <a:cubicBezTo>
                      <a:pt x="26" y="2"/>
                      <a:pt x="26" y="2"/>
                      <a:pt x="26" y="2"/>
                    </a:cubicBezTo>
                    <a:cubicBezTo>
                      <a:pt x="26" y="2"/>
                      <a:pt x="26" y="2"/>
                      <a:pt x="26" y="2"/>
                    </a:cubicBezTo>
                    <a:cubicBezTo>
                      <a:pt x="26" y="2"/>
                      <a:pt x="26" y="2"/>
                      <a:pt x="26" y="2"/>
                    </a:cubicBezTo>
                    <a:cubicBezTo>
                      <a:pt x="26" y="2"/>
                      <a:pt x="26" y="2"/>
                      <a:pt x="26" y="2"/>
                    </a:cubicBezTo>
                    <a:cubicBezTo>
                      <a:pt x="26" y="2"/>
                      <a:pt x="26" y="2"/>
                      <a:pt x="26" y="2"/>
                    </a:cubicBezTo>
                    <a:cubicBezTo>
                      <a:pt x="25" y="2"/>
                      <a:pt x="25" y="2"/>
                      <a:pt x="25" y="2"/>
                    </a:cubicBezTo>
                    <a:cubicBezTo>
                      <a:pt x="25" y="2"/>
                      <a:pt x="25" y="2"/>
                      <a:pt x="25" y="2"/>
                    </a:cubicBezTo>
                    <a:cubicBezTo>
                      <a:pt x="25" y="2"/>
                      <a:pt x="25" y="2"/>
                      <a:pt x="25" y="2"/>
                    </a:cubicBezTo>
                    <a:cubicBezTo>
                      <a:pt x="25" y="2"/>
                      <a:pt x="25" y="2"/>
                      <a:pt x="25" y="2"/>
                    </a:cubicBezTo>
                    <a:cubicBezTo>
                      <a:pt x="25" y="3"/>
                      <a:pt x="25" y="3"/>
                      <a:pt x="25" y="3"/>
                    </a:cubicBezTo>
                    <a:cubicBezTo>
                      <a:pt x="25" y="3"/>
                      <a:pt x="25" y="3"/>
                      <a:pt x="25" y="3"/>
                    </a:cubicBezTo>
                    <a:cubicBezTo>
                      <a:pt x="25" y="3"/>
                      <a:pt x="25" y="3"/>
                      <a:pt x="25" y="3"/>
                    </a:cubicBezTo>
                    <a:cubicBezTo>
                      <a:pt x="25" y="3"/>
                      <a:pt x="25" y="3"/>
                      <a:pt x="25" y="3"/>
                    </a:cubicBezTo>
                    <a:cubicBezTo>
                      <a:pt x="25" y="3"/>
                      <a:pt x="25" y="3"/>
                      <a:pt x="25" y="3"/>
                    </a:cubicBezTo>
                    <a:cubicBezTo>
                      <a:pt x="25" y="3"/>
                      <a:pt x="25" y="3"/>
                      <a:pt x="25" y="3"/>
                    </a:cubicBezTo>
                    <a:cubicBezTo>
                      <a:pt x="25" y="3"/>
                      <a:pt x="25" y="3"/>
                      <a:pt x="25" y="3"/>
                    </a:cubicBezTo>
                    <a:cubicBezTo>
                      <a:pt x="25" y="3"/>
                      <a:pt x="25" y="3"/>
                      <a:pt x="25" y="2"/>
                    </a:cubicBezTo>
                    <a:cubicBezTo>
                      <a:pt x="25" y="2"/>
                      <a:pt x="25" y="2"/>
                      <a:pt x="25" y="2"/>
                    </a:cubicBezTo>
                    <a:cubicBezTo>
                      <a:pt x="25" y="2"/>
                      <a:pt x="25" y="2"/>
                      <a:pt x="25" y="2"/>
                    </a:cubicBezTo>
                    <a:cubicBezTo>
                      <a:pt x="25" y="2"/>
                      <a:pt x="25" y="2"/>
                      <a:pt x="25" y="2"/>
                    </a:cubicBezTo>
                    <a:cubicBezTo>
                      <a:pt x="25" y="2"/>
                      <a:pt x="25" y="2"/>
                      <a:pt x="25" y="2"/>
                    </a:cubicBezTo>
                    <a:cubicBezTo>
                      <a:pt x="25" y="2"/>
                      <a:pt x="25" y="2"/>
                      <a:pt x="25" y="2"/>
                    </a:cubicBezTo>
                    <a:cubicBezTo>
                      <a:pt x="25" y="2"/>
                      <a:pt x="25" y="2"/>
                      <a:pt x="26" y="2"/>
                    </a:cubicBezTo>
                    <a:cubicBezTo>
                      <a:pt x="26" y="2"/>
                      <a:pt x="26" y="2"/>
                      <a:pt x="26" y="2"/>
                    </a:cubicBezTo>
                    <a:cubicBezTo>
                      <a:pt x="26" y="2"/>
                      <a:pt x="26" y="2"/>
                      <a:pt x="26" y="1"/>
                    </a:cubicBezTo>
                    <a:cubicBezTo>
                      <a:pt x="26" y="1"/>
                      <a:pt x="26" y="1"/>
                      <a:pt x="26" y="1"/>
                    </a:cubicBezTo>
                    <a:cubicBezTo>
                      <a:pt x="26" y="1"/>
                      <a:pt x="26" y="1"/>
                      <a:pt x="26" y="1"/>
                    </a:cubicBezTo>
                    <a:cubicBezTo>
                      <a:pt x="25" y="1"/>
                      <a:pt x="25" y="1"/>
                      <a:pt x="25" y="1"/>
                    </a:cubicBezTo>
                    <a:cubicBezTo>
                      <a:pt x="25" y="1"/>
                      <a:pt x="25" y="1"/>
                      <a:pt x="25" y="1"/>
                    </a:cubicBezTo>
                    <a:cubicBezTo>
                      <a:pt x="25" y="1"/>
                      <a:pt x="25" y="1"/>
                      <a:pt x="25" y="1"/>
                    </a:cubicBezTo>
                    <a:cubicBezTo>
                      <a:pt x="25" y="1"/>
                      <a:pt x="25" y="1"/>
                      <a:pt x="25" y="1"/>
                    </a:cubicBezTo>
                    <a:cubicBezTo>
                      <a:pt x="25" y="1"/>
                      <a:pt x="25" y="1"/>
                      <a:pt x="25" y="1"/>
                    </a:cubicBezTo>
                    <a:cubicBezTo>
                      <a:pt x="25" y="1"/>
                      <a:pt x="25" y="1"/>
                      <a:pt x="25" y="1"/>
                    </a:cubicBezTo>
                    <a:cubicBezTo>
                      <a:pt x="25" y="1"/>
                      <a:pt x="25" y="1"/>
                      <a:pt x="25" y="1"/>
                    </a:cubicBezTo>
                    <a:cubicBezTo>
                      <a:pt x="25" y="1"/>
                      <a:pt x="25" y="1"/>
                      <a:pt x="25"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3" y="1"/>
                      <a:pt x="23" y="1"/>
                      <a:pt x="23" y="1"/>
                    </a:cubicBezTo>
                    <a:cubicBezTo>
                      <a:pt x="23" y="1"/>
                      <a:pt x="23" y="1"/>
                      <a:pt x="23" y="1"/>
                    </a:cubicBezTo>
                    <a:cubicBezTo>
                      <a:pt x="23" y="1"/>
                      <a:pt x="23" y="1"/>
                      <a:pt x="23" y="1"/>
                    </a:cubicBezTo>
                    <a:cubicBezTo>
                      <a:pt x="23" y="1"/>
                      <a:pt x="23" y="1"/>
                      <a:pt x="23" y="1"/>
                    </a:cubicBezTo>
                    <a:cubicBezTo>
                      <a:pt x="23" y="1"/>
                      <a:pt x="23" y="1"/>
                      <a:pt x="23" y="1"/>
                    </a:cubicBezTo>
                    <a:cubicBezTo>
                      <a:pt x="23" y="1"/>
                      <a:pt x="23" y="1"/>
                      <a:pt x="23" y="1"/>
                    </a:cubicBezTo>
                    <a:cubicBezTo>
                      <a:pt x="23" y="1"/>
                      <a:pt x="23" y="1"/>
                      <a:pt x="23" y="1"/>
                    </a:cubicBezTo>
                    <a:cubicBezTo>
                      <a:pt x="22" y="1"/>
                      <a:pt x="22" y="1"/>
                      <a:pt x="22" y="1"/>
                    </a:cubicBezTo>
                    <a:cubicBezTo>
                      <a:pt x="22" y="1"/>
                      <a:pt x="22" y="1"/>
                      <a:pt x="22" y="1"/>
                    </a:cubicBezTo>
                    <a:cubicBezTo>
                      <a:pt x="22" y="1"/>
                      <a:pt x="22" y="1"/>
                      <a:pt x="22" y="1"/>
                    </a:cubicBezTo>
                    <a:cubicBezTo>
                      <a:pt x="22" y="1"/>
                      <a:pt x="22" y="1"/>
                      <a:pt x="22" y="1"/>
                    </a:cubicBezTo>
                    <a:cubicBezTo>
                      <a:pt x="22" y="1"/>
                      <a:pt x="22" y="1"/>
                      <a:pt x="22" y="1"/>
                    </a:cubicBezTo>
                    <a:cubicBezTo>
                      <a:pt x="22" y="1"/>
                      <a:pt x="22" y="2"/>
                      <a:pt x="22" y="2"/>
                    </a:cubicBezTo>
                    <a:cubicBezTo>
                      <a:pt x="22" y="2"/>
                      <a:pt x="22" y="2"/>
                      <a:pt x="22" y="2"/>
                    </a:cubicBezTo>
                    <a:cubicBezTo>
                      <a:pt x="22" y="2"/>
                      <a:pt x="22" y="2"/>
                      <a:pt x="22" y="2"/>
                    </a:cubicBezTo>
                    <a:cubicBezTo>
                      <a:pt x="22" y="2"/>
                      <a:pt x="22" y="2"/>
                      <a:pt x="22" y="2"/>
                    </a:cubicBezTo>
                    <a:cubicBezTo>
                      <a:pt x="22" y="2"/>
                      <a:pt x="22" y="2"/>
                      <a:pt x="22" y="2"/>
                    </a:cubicBezTo>
                    <a:cubicBezTo>
                      <a:pt x="22" y="2"/>
                      <a:pt x="22" y="2"/>
                      <a:pt x="22" y="2"/>
                    </a:cubicBezTo>
                    <a:cubicBezTo>
                      <a:pt x="22" y="2"/>
                      <a:pt x="22" y="2"/>
                      <a:pt x="22" y="2"/>
                    </a:cubicBezTo>
                    <a:cubicBezTo>
                      <a:pt x="22" y="2"/>
                      <a:pt x="22" y="2"/>
                      <a:pt x="22" y="2"/>
                    </a:cubicBezTo>
                    <a:cubicBezTo>
                      <a:pt x="22" y="2"/>
                      <a:pt x="22" y="2"/>
                      <a:pt x="22" y="2"/>
                    </a:cubicBezTo>
                    <a:cubicBezTo>
                      <a:pt x="22" y="1"/>
                      <a:pt x="22" y="1"/>
                      <a:pt x="22" y="1"/>
                    </a:cubicBezTo>
                    <a:cubicBezTo>
                      <a:pt x="22" y="1"/>
                      <a:pt x="22" y="1"/>
                      <a:pt x="22" y="1"/>
                    </a:cubicBezTo>
                    <a:cubicBezTo>
                      <a:pt x="21" y="1"/>
                      <a:pt x="21" y="1"/>
                      <a:pt x="21" y="1"/>
                    </a:cubicBezTo>
                    <a:cubicBezTo>
                      <a:pt x="21" y="1"/>
                      <a:pt x="21" y="1"/>
                      <a:pt x="21" y="1"/>
                    </a:cubicBezTo>
                    <a:cubicBezTo>
                      <a:pt x="21" y="1"/>
                      <a:pt x="21" y="1"/>
                      <a:pt x="21" y="1"/>
                    </a:cubicBezTo>
                    <a:cubicBezTo>
                      <a:pt x="21" y="1"/>
                      <a:pt x="21" y="1"/>
                      <a:pt x="21" y="1"/>
                    </a:cubicBezTo>
                    <a:cubicBezTo>
                      <a:pt x="21" y="1"/>
                      <a:pt x="21" y="1"/>
                      <a:pt x="21" y="1"/>
                    </a:cubicBezTo>
                    <a:cubicBezTo>
                      <a:pt x="21" y="1"/>
                      <a:pt x="21" y="1"/>
                      <a:pt x="21" y="1"/>
                    </a:cubicBezTo>
                    <a:cubicBezTo>
                      <a:pt x="21" y="1"/>
                      <a:pt x="21" y="2"/>
                      <a:pt x="21" y="2"/>
                    </a:cubicBezTo>
                    <a:cubicBezTo>
                      <a:pt x="21" y="2"/>
                      <a:pt x="21" y="2"/>
                      <a:pt x="21" y="2"/>
                    </a:cubicBezTo>
                    <a:cubicBezTo>
                      <a:pt x="21" y="2"/>
                      <a:pt x="21"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20" y="2"/>
                      <a:pt x="20" y="2"/>
                    </a:cubicBezTo>
                    <a:cubicBezTo>
                      <a:pt x="20" y="2"/>
                      <a:pt x="19" y="2"/>
                      <a:pt x="19" y="2"/>
                    </a:cubicBezTo>
                    <a:cubicBezTo>
                      <a:pt x="19" y="2"/>
                      <a:pt x="19" y="2"/>
                      <a:pt x="19" y="3"/>
                    </a:cubicBezTo>
                    <a:cubicBezTo>
                      <a:pt x="19" y="3"/>
                      <a:pt x="19" y="3"/>
                      <a:pt x="19" y="3"/>
                    </a:cubicBezTo>
                    <a:cubicBezTo>
                      <a:pt x="19" y="3"/>
                      <a:pt x="19" y="3"/>
                      <a:pt x="19" y="3"/>
                    </a:cubicBezTo>
                    <a:cubicBezTo>
                      <a:pt x="19" y="3"/>
                      <a:pt x="19" y="3"/>
                      <a:pt x="19" y="3"/>
                    </a:cubicBezTo>
                    <a:cubicBezTo>
                      <a:pt x="19" y="3"/>
                      <a:pt x="19" y="3"/>
                      <a:pt x="19" y="3"/>
                    </a:cubicBezTo>
                    <a:cubicBezTo>
                      <a:pt x="19" y="3"/>
                      <a:pt x="19" y="3"/>
                      <a:pt x="19" y="3"/>
                    </a:cubicBezTo>
                    <a:cubicBezTo>
                      <a:pt x="19" y="3"/>
                      <a:pt x="19" y="3"/>
                      <a:pt x="19" y="3"/>
                    </a:cubicBezTo>
                    <a:cubicBezTo>
                      <a:pt x="19" y="3"/>
                      <a:pt x="19" y="3"/>
                      <a:pt x="19" y="3"/>
                    </a:cubicBezTo>
                    <a:cubicBezTo>
                      <a:pt x="19" y="3"/>
                      <a:pt x="19" y="2"/>
                      <a:pt x="19" y="2"/>
                    </a:cubicBezTo>
                    <a:cubicBezTo>
                      <a:pt x="19" y="2"/>
                      <a:pt x="19" y="2"/>
                      <a:pt x="19" y="2"/>
                    </a:cubicBezTo>
                    <a:cubicBezTo>
                      <a:pt x="19" y="2"/>
                      <a:pt x="19" y="2"/>
                      <a:pt x="19" y="2"/>
                    </a:cubicBezTo>
                    <a:cubicBezTo>
                      <a:pt x="19" y="2"/>
                      <a:pt x="19" y="2"/>
                      <a:pt x="19" y="2"/>
                    </a:cubicBezTo>
                    <a:cubicBezTo>
                      <a:pt x="19" y="2"/>
                      <a:pt x="19" y="2"/>
                      <a:pt x="19" y="2"/>
                    </a:cubicBezTo>
                    <a:cubicBezTo>
                      <a:pt x="19" y="2"/>
                      <a:pt x="18" y="2"/>
                      <a:pt x="18" y="2"/>
                    </a:cubicBezTo>
                    <a:cubicBezTo>
                      <a:pt x="18" y="2"/>
                      <a:pt x="18" y="2"/>
                      <a:pt x="18" y="2"/>
                    </a:cubicBezTo>
                    <a:cubicBezTo>
                      <a:pt x="18" y="2"/>
                      <a:pt x="18" y="2"/>
                      <a:pt x="18" y="2"/>
                    </a:cubicBezTo>
                    <a:cubicBezTo>
                      <a:pt x="18" y="2"/>
                      <a:pt x="18" y="2"/>
                      <a:pt x="18" y="2"/>
                    </a:cubicBezTo>
                    <a:cubicBezTo>
                      <a:pt x="18" y="2"/>
                      <a:pt x="18" y="2"/>
                      <a:pt x="18" y="2"/>
                    </a:cubicBezTo>
                    <a:cubicBezTo>
                      <a:pt x="18" y="2"/>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2"/>
                      <a:pt x="18" y="2"/>
                    </a:cubicBezTo>
                    <a:cubicBezTo>
                      <a:pt x="18" y="2"/>
                      <a:pt x="18" y="2"/>
                      <a:pt x="17" y="2"/>
                    </a:cubicBezTo>
                    <a:cubicBezTo>
                      <a:pt x="17" y="2"/>
                      <a:pt x="17" y="2"/>
                      <a:pt x="17" y="2"/>
                    </a:cubicBezTo>
                    <a:cubicBezTo>
                      <a:pt x="17" y="2"/>
                      <a:pt x="17" y="2"/>
                      <a:pt x="17" y="2"/>
                    </a:cubicBezTo>
                    <a:cubicBezTo>
                      <a:pt x="17" y="2"/>
                      <a:pt x="17" y="2"/>
                      <a:pt x="17" y="2"/>
                    </a:cubicBezTo>
                    <a:cubicBezTo>
                      <a:pt x="17" y="2"/>
                      <a:pt x="17" y="2"/>
                      <a:pt x="17" y="3"/>
                    </a:cubicBezTo>
                    <a:cubicBezTo>
                      <a:pt x="17" y="3"/>
                      <a:pt x="17" y="3"/>
                      <a:pt x="17" y="3"/>
                    </a:cubicBezTo>
                    <a:cubicBezTo>
                      <a:pt x="17" y="3"/>
                      <a:pt x="17" y="3"/>
                      <a:pt x="17" y="3"/>
                    </a:cubicBezTo>
                    <a:cubicBezTo>
                      <a:pt x="17" y="3"/>
                      <a:pt x="17" y="3"/>
                      <a:pt x="17" y="3"/>
                    </a:cubicBezTo>
                    <a:cubicBezTo>
                      <a:pt x="17" y="3"/>
                      <a:pt x="17" y="3"/>
                      <a:pt x="17" y="3"/>
                    </a:cubicBezTo>
                    <a:cubicBezTo>
                      <a:pt x="17" y="3"/>
                      <a:pt x="17" y="3"/>
                      <a:pt x="16" y="3"/>
                    </a:cubicBezTo>
                    <a:cubicBezTo>
                      <a:pt x="16" y="3"/>
                      <a:pt x="16" y="3"/>
                      <a:pt x="16" y="3"/>
                    </a:cubicBezTo>
                    <a:cubicBezTo>
                      <a:pt x="16" y="3"/>
                      <a:pt x="16" y="3"/>
                      <a:pt x="16" y="3"/>
                    </a:cubicBezTo>
                    <a:cubicBezTo>
                      <a:pt x="16" y="3"/>
                      <a:pt x="16" y="3"/>
                      <a:pt x="16" y="3"/>
                    </a:cubicBezTo>
                    <a:cubicBezTo>
                      <a:pt x="16" y="3"/>
                      <a:pt x="16" y="3"/>
                      <a:pt x="16" y="3"/>
                    </a:cubicBezTo>
                    <a:cubicBezTo>
                      <a:pt x="15" y="3"/>
                      <a:pt x="15" y="3"/>
                      <a:pt x="15" y="3"/>
                    </a:cubicBezTo>
                    <a:cubicBezTo>
                      <a:pt x="15" y="3"/>
                      <a:pt x="15" y="3"/>
                      <a:pt x="15" y="3"/>
                    </a:cubicBezTo>
                    <a:cubicBezTo>
                      <a:pt x="15" y="3"/>
                      <a:pt x="15" y="3"/>
                      <a:pt x="15" y="3"/>
                    </a:cubicBezTo>
                    <a:cubicBezTo>
                      <a:pt x="15" y="3"/>
                      <a:pt x="15" y="3"/>
                      <a:pt x="15" y="3"/>
                    </a:cubicBezTo>
                    <a:cubicBezTo>
                      <a:pt x="15" y="3"/>
                      <a:pt x="15" y="3"/>
                      <a:pt x="15" y="3"/>
                    </a:cubicBezTo>
                    <a:cubicBezTo>
                      <a:pt x="15" y="3"/>
                      <a:pt x="15" y="3"/>
                      <a:pt x="15" y="3"/>
                    </a:cubicBezTo>
                    <a:cubicBezTo>
                      <a:pt x="15" y="3"/>
                      <a:pt x="14" y="3"/>
                      <a:pt x="14" y="4"/>
                    </a:cubicBezTo>
                    <a:cubicBezTo>
                      <a:pt x="14" y="4"/>
                      <a:pt x="14" y="4"/>
                      <a:pt x="14" y="4"/>
                    </a:cubicBezTo>
                    <a:cubicBezTo>
                      <a:pt x="14" y="4"/>
                      <a:pt x="14" y="4"/>
                      <a:pt x="14" y="4"/>
                    </a:cubicBezTo>
                    <a:cubicBezTo>
                      <a:pt x="14" y="4"/>
                      <a:pt x="14" y="4"/>
                      <a:pt x="14" y="4"/>
                    </a:cubicBezTo>
                    <a:cubicBezTo>
                      <a:pt x="14" y="4"/>
                      <a:pt x="15" y="4"/>
                      <a:pt x="15" y="4"/>
                    </a:cubicBezTo>
                    <a:cubicBezTo>
                      <a:pt x="15" y="4"/>
                      <a:pt x="15" y="4"/>
                      <a:pt x="15" y="4"/>
                    </a:cubicBezTo>
                    <a:cubicBezTo>
                      <a:pt x="15" y="4"/>
                      <a:pt x="15" y="4"/>
                      <a:pt x="15" y="4"/>
                    </a:cubicBezTo>
                    <a:cubicBezTo>
                      <a:pt x="15" y="4"/>
                      <a:pt x="15" y="4"/>
                      <a:pt x="15" y="4"/>
                    </a:cubicBezTo>
                    <a:cubicBezTo>
                      <a:pt x="15" y="4"/>
                      <a:pt x="15" y="4"/>
                      <a:pt x="15" y="4"/>
                    </a:cubicBezTo>
                    <a:cubicBezTo>
                      <a:pt x="15" y="4"/>
                      <a:pt x="15" y="4"/>
                      <a:pt x="15" y="4"/>
                    </a:cubicBezTo>
                    <a:cubicBezTo>
                      <a:pt x="15" y="4"/>
                      <a:pt x="15" y="4"/>
                      <a:pt x="15"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5" y="4"/>
                      <a:pt x="15" y="4"/>
                      <a:pt x="15" y="4"/>
                    </a:cubicBezTo>
                    <a:cubicBezTo>
                      <a:pt x="15" y="4"/>
                      <a:pt x="15" y="4"/>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5" y="5"/>
                      <a:pt x="15" y="5"/>
                    </a:cubicBezTo>
                    <a:cubicBezTo>
                      <a:pt x="15" y="5"/>
                      <a:pt x="14" y="5"/>
                      <a:pt x="14" y="5"/>
                    </a:cubicBezTo>
                    <a:cubicBezTo>
                      <a:pt x="14" y="5"/>
                      <a:pt x="14" y="5"/>
                      <a:pt x="14" y="5"/>
                    </a:cubicBezTo>
                    <a:cubicBezTo>
                      <a:pt x="14" y="5"/>
                      <a:pt x="14" y="5"/>
                      <a:pt x="14" y="5"/>
                    </a:cubicBezTo>
                    <a:cubicBezTo>
                      <a:pt x="14" y="6"/>
                      <a:pt x="14" y="6"/>
                      <a:pt x="14" y="6"/>
                    </a:cubicBezTo>
                    <a:cubicBezTo>
                      <a:pt x="14" y="6"/>
                      <a:pt x="14" y="6"/>
                      <a:pt x="14"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2" y="6"/>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2"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1" y="6"/>
                      <a:pt x="11" y="6"/>
                    </a:cubicBezTo>
                    <a:cubicBezTo>
                      <a:pt x="11"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8" y="6"/>
                      <a:pt x="8" y="6"/>
                      <a:pt x="8" y="6"/>
                    </a:cubicBezTo>
                    <a:cubicBezTo>
                      <a:pt x="8" y="6"/>
                      <a:pt x="8" y="6"/>
                      <a:pt x="8" y="6"/>
                    </a:cubicBezTo>
                    <a:cubicBezTo>
                      <a:pt x="8" y="6"/>
                      <a:pt x="8" y="6"/>
                      <a:pt x="8" y="6"/>
                    </a:cubicBezTo>
                    <a:cubicBezTo>
                      <a:pt x="8" y="6"/>
                      <a:pt x="8" y="6"/>
                      <a:pt x="8" y="6"/>
                    </a:cubicBezTo>
                    <a:cubicBezTo>
                      <a:pt x="8" y="6"/>
                      <a:pt x="8" y="6"/>
                      <a:pt x="8" y="6"/>
                    </a:cubicBezTo>
                    <a:cubicBezTo>
                      <a:pt x="8" y="6"/>
                      <a:pt x="8" y="6"/>
                      <a:pt x="8" y="6"/>
                    </a:cubicBezTo>
                    <a:cubicBezTo>
                      <a:pt x="8" y="6"/>
                      <a:pt x="8" y="6"/>
                      <a:pt x="8" y="6"/>
                    </a:cubicBezTo>
                    <a:cubicBezTo>
                      <a:pt x="8" y="6"/>
                      <a:pt x="8" y="6"/>
                      <a:pt x="8" y="6"/>
                    </a:cubicBezTo>
                    <a:cubicBezTo>
                      <a:pt x="8" y="6"/>
                      <a:pt x="8" y="6"/>
                      <a:pt x="8" y="6"/>
                    </a:cubicBezTo>
                    <a:cubicBezTo>
                      <a:pt x="8" y="6"/>
                      <a:pt x="8" y="6"/>
                      <a:pt x="8" y="6"/>
                    </a:cubicBezTo>
                    <a:cubicBezTo>
                      <a:pt x="8" y="6"/>
                      <a:pt x="8" y="6"/>
                      <a:pt x="7" y="6"/>
                    </a:cubicBezTo>
                    <a:cubicBezTo>
                      <a:pt x="7" y="6"/>
                      <a:pt x="7" y="6"/>
                      <a:pt x="7" y="6"/>
                    </a:cubicBezTo>
                    <a:cubicBezTo>
                      <a:pt x="7" y="6"/>
                      <a:pt x="7" y="6"/>
                      <a:pt x="7" y="6"/>
                    </a:cubicBezTo>
                    <a:cubicBezTo>
                      <a:pt x="7" y="6"/>
                      <a:pt x="7" y="6"/>
                      <a:pt x="7" y="6"/>
                    </a:cubicBezTo>
                    <a:cubicBezTo>
                      <a:pt x="7" y="6"/>
                      <a:pt x="7" y="6"/>
                      <a:pt x="7" y="6"/>
                    </a:cubicBezTo>
                    <a:cubicBezTo>
                      <a:pt x="7" y="6"/>
                      <a:pt x="7" y="6"/>
                      <a:pt x="7" y="6"/>
                    </a:cubicBezTo>
                    <a:cubicBezTo>
                      <a:pt x="7" y="6"/>
                      <a:pt x="7" y="6"/>
                      <a:pt x="7" y="6"/>
                    </a:cubicBezTo>
                    <a:cubicBezTo>
                      <a:pt x="7" y="6"/>
                      <a:pt x="7" y="6"/>
                      <a:pt x="7" y="6"/>
                    </a:cubicBezTo>
                    <a:cubicBezTo>
                      <a:pt x="7" y="6"/>
                      <a:pt x="7" y="6"/>
                      <a:pt x="7" y="6"/>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8"/>
                      <a:pt x="7" y="8"/>
                      <a:pt x="7" y="8"/>
                    </a:cubicBezTo>
                    <a:cubicBezTo>
                      <a:pt x="7" y="8"/>
                      <a:pt x="7" y="8"/>
                      <a:pt x="7" y="8"/>
                    </a:cubicBezTo>
                    <a:cubicBezTo>
                      <a:pt x="7" y="8"/>
                      <a:pt x="7" y="8"/>
                      <a:pt x="7" y="8"/>
                    </a:cubicBezTo>
                    <a:cubicBezTo>
                      <a:pt x="7"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8" y="9"/>
                      <a:pt x="8" y="9"/>
                    </a:cubicBezTo>
                    <a:cubicBezTo>
                      <a:pt x="8" y="9"/>
                      <a:pt x="8" y="9"/>
                      <a:pt x="8" y="9"/>
                    </a:cubicBezTo>
                    <a:cubicBezTo>
                      <a:pt x="8" y="9"/>
                      <a:pt x="8" y="9"/>
                      <a:pt x="8" y="9"/>
                    </a:cubicBezTo>
                    <a:cubicBezTo>
                      <a:pt x="8" y="9"/>
                      <a:pt x="8" y="9"/>
                      <a:pt x="8" y="8"/>
                    </a:cubicBezTo>
                    <a:cubicBezTo>
                      <a:pt x="8" y="8"/>
                      <a:pt x="8" y="8"/>
                      <a:pt x="8" y="8"/>
                    </a:cubicBezTo>
                    <a:cubicBezTo>
                      <a:pt x="8" y="8"/>
                      <a:pt x="8" y="9"/>
                      <a:pt x="8" y="9"/>
                    </a:cubicBezTo>
                    <a:cubicBezTo>
                      <a:pt x="8"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9" y="9"/>
                      <a:pt x="9" y="9"/>
                      <a:pt x="9"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7" y="9"/>
                      <a:pt x="7" y="9"/>
                      <a:pt x="7"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7" y="9"/>
                    </a:cubicBezTo>
                    <a:cubicBezTo>
                      <a:pt x="7" y="9"/>
                      <a:pt x="7" y="9"/>
                      <a:pt x="7" y="9"/>
                    </a:cubicBezTo>
                    <a:cubicBezTo>
                      <a:pt x="7" y="9"/>
                      <a:pt x="7" y="10"/>
                      <a:pt x="7" y="10"/>
                    </a:cubicBezTo>
                    <a:cubicBezTo>
                      <a:pt x="7" y="10"/>
                      <a:pt x="7" y="10"/>
                      <a:pt x="7" y="10"/>
                    </a:cubicBezTo>
                    <a:cubicBezTo>
                      <a:pt x="6" y="10"/>
                      <a:pt x="6" y="10"/>
                      <a:pt x="6" y="10"/>
                    </a:cubicBezTo>
                    <a:cubicBezTo>
                      <a:pt x="6" y="10"/>
                      <a:pt x="7" y="10"/>
                      <a:pt x="7" y="10"/>
                    </a:cubicBezTo>
                    <a:cubicBezTo>
                      <a:pt x="7" y="10"/>
                      <a:pt x="7" y="10"/>
                      <a:pt x="7" y="10"/>
                    </a:cubicBezTo>
                    <a:cubicBezTo>
                      <a:pt x="7" y="10"/>
                      <a:pt x="7" y="10"/>
                      <a:pt x="7" y="10"/>
                    </a:cubicBezTo>
                    <a:cubicBezTo>
                      <a:pt x="7" y="10"/>
                      <a:pt x="7" y="10"/>
                      <a:pt x="7" y="10"/>
                    </a:cubicBezTo>
                    <a:cubicBezTo>
                      <a:pt x="7" y="10"/>
                      <a:pt x="7"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6" y="10"/>
                      <a:pt x="6" y="10"/>
                    </a:cubicBezTo>
                    <a:cubicBezTo>
                      <a:pt x="6" y="10"/>
                      <a:pt x="5" y="10"/>
                      <a:pt x="5" y="11"/>
                    </a:cubicBezTo>
                    <a:cubicBezTo>
                      <a:pt x="5" y="11"/>
                      <a:pt x="5" y="11"/>
                      <a:pt x="5" y="11"/>
                    </a:cubicBezTo>
                    <a:cubicBezTo>
                      <a:pt x="5" y="11"/>
                      <a:pt x="5" y="11"/>
                      <a:pt x="5"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1"/>
                      <a:pt x="7" y="11"/>
                    </a:cubicBezTo>
                    <a:cubicBezTo>
                      <a:pt x="7" y="11"/>
                      <a:pt x="7" y="11"/>
                      <a:pt x="7" y="11"/>
                    </a:cubicBezTo>
                    <a:cubicBezTo>
                      <a:pt x="7" y="11"/>
                      <a:pt x="7" y="11"/>
                      <a:pt x="7" y="11"/>
                    </a:cubicBezTo>
                    <a:cubicBezTo>
                      <a:pt x="7" y="11"/>
                      <a:pt x="7" y="11"/>
                      <a:pt x="7"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7" y="11"/>
                    </a:cubicBezTo>
                    <a:cubicBezTo>
                      <a:pt x="7" y="11"/>
                      <a:pt x="7" y="11"/>
                      <a:pt x="7" y="11"/>
                    </a:cubicBezTo>
                    <a:cubicBezTo>
                      <a:pt x="7" y="11"/>
                      <a:pt x="7"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2"/>
                    </a:cubicBezTo>
                    <a:cubicBezTo>
                      <a:pt x="8" y="12"/>
                      <a:pt x="8" y="12"/>
                      <a:pt x="8" y="12"/>
                    </a:cubicBezTo>
                    <a:cubicBezTo>
                      <a:pt x="8" y="12"/>
                      <a:pt x="8" y="12"/>
                      <a:pt x="8" y="12"/>
                    </a:cubicBezTo>
                    <a:cubicBezTo>
                      <a:pt x="8" y="12"/>
                      <a:pt x="8" y="12"/>
                      <a:pt x="8" y="12"/>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2"/>
                      <a:pt x="9" y="12"/>
                    </a:cubicBezTo>
                    <a:cubicBezTo>
                      <a:pt x="9" y="12"/>
                      <a:pt x="9" y="12"/>
                      <a:pt x="9" y="12"/>
                    </a:cubicBezTo>
                    <a:cubicBezTo>
                      <a:pt x="9" y="12"/>
                      <a:pt x="9" y="12"/>
                      <a:pt x="9" y="12"/>
                    </a:cubicBezTo>
                    <a:cubicBezTo>
                      <a:pt x="9" y="12"/>
                      <a:pt x="9" y="12"/>
                      <a:pt x="9" y="12"/>
                    </a:cubicBezTo>
                    <a:cubicBezTo>
                      <a:pt x="9" y="12"/>
                      <a:pt x="9" y="12"/>
                      <a:pt x="9" y="12"/>
                    </a:cubicBezTo>
                    <a:cubicBezTo>
                      <a:pt x="9" y="11"/>
                      <a:pt x="9" y="11"/>
                      <a:pt x="9" y="11"/>
                    </a:cubicBezTo>
                    <a:cubicBezTo>
                      <a:pt x="9" y="11"/>
                      <a:pt x="10" y="11"/>
                      <a:pt x="10" y="11"/>
                    </a:cubicBezTo>
                    <a:cubicBezTo>
                      <a:pt x="10" y="11"/>
                      <a:pt x="10" y="11"/>
                      <a:pt x="10" y="11"/>
                    </a:cubicBezTo>
                    <a:cubicBezTo>
                      <a:pt x="10" y="11"/>
                      <a:pt x="10" y="11"/>
                      <a:pt x="10" y="11"/>
                    </a:cubicBezTo>
                    <a:cubicBezTo>
                      <a:pt x="10" y="11"/>
                      <a:pt x="10" y="11"/>
                      <a:pt x="10" y="11"/>
                    </a:cubicBezTo>
                    <a:cubicBezTo>
                      <a:pt x="10" y="12"/>
                      <a:pt x="10" y="12"/>
                      <a:pt x="10" y="12"/>
                    </a:cubicBezTo>
                    <a:cubicBezTo>
                      <a:pt x="10" y="11"/>
                      <a:pt x="10" y="11"/>
                      <a:pt x="10" y="11"/>
                    </a:cubicBezTo>
                    <a:cubicBezTo>
                      <a:pt x="10" y="11"/>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3"/>
                    </a:cubicBezTo>
                    <a:cubicBezTo>
                      <a:pt x="11" y="13"/>
                      <a:pt x="11" y="13"/>
                      <a:pt x="11" y="13"/>
                    </a:cubicBezTo>
                    <a:cubicBezTo>
                      <a:pt x="11" y="13"/>
                      <a:pt x="11" y="13"/>
                      <a:pt x="11" y="13"/>
                    </a:cubicBezTo>
                    <a:cubicBezTo>
                      <a:pt x="11" y="13"/>
                      <a:pt x="11" y="13"/>
                      <a:pt x="11" y="13"/>
                    </a:cubicBezTo>
                    <a:cubicBezTo>
                      <a:pt x="11" y="13"/>
                      <a:pt x="11" y="13"/>
                      <a:pt x="11" y="13"/>
                    </a:cubicBezTo>
                    <a:cubicBezTo>
                      <a:pt x="11" y="13"/>
                      <a:pt x="11" y="12"/>
                      <a:pt x="11" y="12"/>
                    </a:cubicBezTo>
                    <a:cubicBezTo>
                      <a:pt x="11" y="12"/>
                      <a:pt x="11" y="12"/>
                      <a:pt x="11" y="12"/>
                    </a:cubicBezTo>
                    <a:cubicBezTo>
                      <a:pt x="12" y="12"/>
                      <a:pt x="12" y="12"/>
                      <a:pt x="12" y="12"/>
                    </a:cubicBezTo>
                    <a:cubicBezTo>
                      <a:pt x="12" y="12"/>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3"/>
                    </a:cubicBezTo>
                    <a:cubicBezTo>
                      <a:pt x="12" y="13"/>
                      <a:pt x="12" y="13"/>
                      <a:pt x="12" y="14"/>
                    </a:cubicBezTo>
                    <a:cubicBezTo>
                      <a:pt x="12" y="14"/>
                      <a:pt x="12" y="14"/>
                      <a:pt x="12" y="14"/>
                    </a:cubicBezTo>
                    <a:cubicBezTo>
                      <a:pt x="12" y="14"/>
                      <a:pt x="12" y="14"/>
                      <a:pt x="12" y="14"/>
                    </a:cubicBezTo>
                    <a:cubicBezTo>
                      <a:pt x="12" y="14"/>
                      <a:pt x="12" y="14"/>
                      <a:pt x="12" y="14"/>
                    </a:cubicBezTo>
                    <a:cubicBezTo>
                      <a:pt x="12" y="14"/>
                      <a:pt x="11" y="14"/>
                      <a:pt x="11" y="14"/>
                    </a:cubicBezTo>
                    <a:cubicBezTo>
                      <a:pt x="11" y="14"/>
                      <a:pt x="11" y="14"/>
                      <a:pt x="11" y="14"/>
                    </a:cubicBezTo>
                    <a:cubicBezTo>
                      <a:pt x="11" y="14"/>
                      <a:pt x="11" y="14"/>
                      <a:pt x="11" y="14"/>
                    </a:cubicBezTo>
                    <a:cubicBezTo>
                      <a:pt x="12" y="14"/>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2" y="15"/>
                      <a:pt x="12" y="15"/>
                      <a:pt x="12" y="15"/>
                    </a:cubicBezTo>
                    <a:cubicBezTo>
                      <a:pt x="12" y="15"/>
                      <a:pt x="12" y="15"/>
                      <a:pt x="12" y="15"/>
                    </a:cubicBezTo>
                    <a:cubicBezTo>
                      <a:pt x="12" y="15"/>
                      <a:pt x="12" y="15"/>
                      <a:pt x="12" y="15"/>
                    </a:cubicBezTo>
                    <a:cubicBezTo>
                      <a:pt x="12" y="16"/>
                      <a:pt x="12" y="16"/>
                      <a:pt x="12"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7"/>
                      <a:pt x="11" y="17"/>
                    </a:cubicBezTo>
                    <a:cubicBezTo>
                      <a:pt x="11" y="17"/>
                      <a:pt x="11" y="17"/>
                      <a:pt x="11" y="17"/>
                    </a:cubicBezTo>
                    <a:cubicBezTo>
                      <a:pt x="11" y="17"/>
                      <a:pt x="11" y="17"/>
                      <a:pt x="11" y="17"/>
                    </a:cubicBezTo>
                    <a:cubicBezTo>
                      <a:pt x="11" y="17"/>
                      <a:pt x="11" y="17"/>
                      <a:pt x="11" y="17"/>
                    </a:cubicBezTo>
                    <a:cubicBezTo>
                      <a:pt x="11" y="17"/>
                      <a:pt x="11" y="17"/>
                      <a:pt x="11" y="17"/>
                    </a:cubicBezTo>
                    <a:cubicBezTo>
                      <a:pt x="11" y="17"/>
                      <a:pt x="11" y="17"/>
                      <a:pt x="11" y="17"/>
                    </a:cubicBezTo>
                    <a:cubicBezTo>
                      <a:pt x="11" y="17"/>
                      <a:pt x="11" y="17"/>
                      <a:pt x="11" y="17"/>
                    </a:cubicBezTo>
                    <a:cubicBezTo>
                      <a:pt x="10" y="17"/>
                      <a:pt x="10" y="17"/>
                      <a:pt x="10" y="17"/>
                    </a:cubicBezTo>
                    <a:cubicBezTo>
                      <a:pt x="10" y="17"/>
                      <a:pt x="10" y="17"/>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0" y="18"/>
                      <a:pt x="10" y="18"/>
                      <a:pt x="10" y="18"/>
                    </a:cubicBezTo>
                    <a:cubicBezTo>
                      <a:pt x="10" y="18"/>
                      <a:pt x="10" y="18"/>
                      <a:pt x="10" y="19"/>
                    </a:cubicBezTo>
                    <a:cubicBezTo>
                      <a:pt x="10" y="19"/>
                      <a:pt x="10" y="19"/>
                      <a:pt x="10" y="19"/>
                    </a:cubicBezTo>
                    <a:cubicBezTo>
                      <a:pt x="10" y="19"/>
                      <a:pt x="10" y="19"/>
                      <a:pt x="10" y="19"/>
                    </a:cubicBezTo>
                    <a:cubicBezTo>
                      <a:pt x="10" y="19"/>
                      <a:pt x="10" y="19"/>
                      <a:pt x="10" y="19"/>
                    </a:cubicBezTo>
                    <a:cubicBezTo>
                      <a:pt x="10" y="19"/>
                      <a:pt x="10" y="19"/>
                      <a:pt x="10" y="19"/>
                    </a:cubicBezTo>
                    <a:cubicBezTo>
                      <a:pt x="10" y="19"/>
                      <a:pt x="10" y="19"/>
                      <a:pt x="10" y="19"/>
                    </a:cubicBezTo>
                    <a:cubicBezTo>
                      <a:pt x="10" y="19"/>
                      <a:pt x="10" y="19"/>
                      <a:pt x="10" y="19"/>
                    </a:cubicBezTo>
                    <a:cubicBezTo>
                      <a:pt x="10" y="19"/>
                      <a:pt x="10" y="19"/>
                      <a:pt x="10" y="19"/>
                    </a:cubicBezTo>
                    <a:cubicBezTo>
                      <a:pt x="10" y="19"/>
                      <a:pt x="10" y="19"/>
                      <a:pt x="9" y="19"/>
                    </a:cubicBezTo>
                    <a:cubicBezTo>
                      <a:pt x="9" y="19"/>
                      <a:pt x="9" y="19"/>
                      <a:pt x="9" y="19"/>
                    </a:cubicBezTo>
                    <a:cubicBezTo>
                      <a:pt x="9" y="19"/>
                      <a:pt x="9" y="19"/>
                      <a:pt x="9" y="19"/>
                    </a:cubicBezTo>
                    <a:cubicBezTo>
                      <a:pt x="9" y="19"/>
                      <a:pt x="9" y="19"/>
                      <a:pt x="9" y="19"/>
                    </a:cubicBezTo>
                    <a:cubicBezTo>
                      <a:pt x="9" y="19"/>
                      <a:pt x="9" y="19"/>
                      <a:pt x="9" y="19"/>
                    </a:cubicBezTo>
                    <a:cubicBezTo>
                      <a:pt x="9" y="19"/>
                      <a:pt x="9" y="19"/>
                      <a:pt x="9" y="19"/>
                    </a:cubicBezTo>
                    <a:cubicBezTo>
                      <a:pt x="9" y="19"/>
                      <a:pt x="9" y="19"/>
                      <a:pt x="9" y="19"/>
                    </a:cubicBezTo>
                    <a:cubicBezTo>
                      <a:pt x="9" y="19"/>
                      <a:pt x="9" y="19"/>
                      <a:pt x="9" y="19"/>
                    </a:cubicBezTo>
                    <a:cubicBezTo>
                      <a:pt x="9" y="19"/>
                      <a:pt x="9" y="19"/>
                      <a:pt x="9" y="19"/>
                    </a:cubicBezTo>
                    <a:cubicBezTo>
                      <a:pt x="9" y="19"/>
                      <a:pt x="9" y="19"/>
                      <a:pt x="9" y="20"/>
                    </a:cubicBezTo>
                    <a:cubicBezTo>
                      <a:pt x="9" y="20"/>
                      <a:pt x="9" y="20"/>
                      <a:pt x="9" y="20"/>
                    </a:cubicBezTo>
                    <a:cubicBezTo>
                      <a:pt x="9" y="20"/>
                      <a:pt x="9" y="20"/>
                      <a:pt x="9" y="20"/>
                    </a:cubicBezTo>
                    <a:cubicBezTo>
                      <a:pt x="9" y="20"/>
                      <a:pt x="9" y="20"/>
                      <a:pt x="9" y="20"/>
                    </a:cubicBezTo>
                    <a:cubicBezTo>
                      <a:pt x="9" y="20"/>
                      <a:pt x="9" y="20"/>
                      <a:pt x="9" y="20"/>
                    </a:cubicBezTo>
                    <a:cubicBezTo>
                      <a:pt x="9" y="20"/>
                      <a:pt x="9" y="20"/>
                      <a:pt x="9" y="20"/>
                    </a:cubicBezTo>
                    <a:cubicBezTo>
                      <a:pt x="9"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9"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8" y="20"/>
                    </a:cubicBezTo>
                    <a:cubicBezTo>
                      <a:pt x="8" y="20"/>
                      <a:pt x="8" y="20"/>
                      <a:pt x="7" y="20"/>
                    </a:cubicBezTo>
                    <a:cubicBezTo>
                      <a:pt x="7" y="20"/>
                      <a:pt x="7" y="20"/>
                      <a:pt x="7" y="21"/>
                    </a:cubicBezTo>
                    <a:cubicBezTo>
                      <a:pt x="7" y="21"/>
                      <a:pt x="7" y="21"/>
                      <a:pt x="7" y="21"/>
                    </a:cubicBezTo>
                    <a:cubicBezTo>
                      <a:pt x="7" y="21"/>
                      <a:pt x="7" y="21"/>
                      <a:pt x="7"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9" y="21"/>
                      <a:pt x="9" y="20"/>
                    </a:cubicBezTo>
                    <a:cubicBezTo>
                      <a:pt x="9" y="20"/>
                      <a:pt x="9" y="20"/>
                      <a:pt x="9" y="20"/>
                    </a:cubicBezTo>
                    <a:cubicBezTo>
                      <a:pt x="9" y="20"/>
                      <a:pt x="9" y="20"/>
                      <a:pt x="10" y="20"/>
                    </a:cubicBezTo>
                    <a:cubicBezTo>
                      <a:pt x="10" y="20"/>
                      <a:pt x="10" y="20"/>
                      <a:pt x="10" y="20"/>
                    </a:cubicBezTo>
                    <a:cubicBezTo>
                      <a:pt x="10" y="20"/>
                      <a:pt x="10" y="20"/>
                      <a:pt x="10" y="20"/>
                    </a:cubicBezTo>
                    <a:cubicBezTo>
                      <a:pt x="10" y="20"/>
                      <a:pt x="10" y="20"/>
                      <a:pt x="10" y="20"/>
                    </a:cubicBezTo>
                    <a:cubicBezTo>
                      <a:pt x="10" y="20"/>
                      <a:pt x="10" y="20"/>
                      <a:pt x="10" y="20"/>
                    </a:cubicBezTo>
                    <a:cubicBezTo>
                      <a:pt x="10" y="20"/>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9" y="21"/>
                      <a:pt x="9" y="21"/>
                    </a:cubicBezTo>
                    <a:cubicBezTo>
                      <a:pt x="9" y="21"/>
                      <a:pt x="9" y="21"/>
                      <a:pt x="9" y="21"/>
                    </a:cubicBezTo>
                    <a:cubicBezTo>
                      <a:pt x="9" y="21"/>
                      <a:pt x="9" y="21"/>
                      <a:pt x="9" y="21"/>
                    </a:cubicBezTo>
                    <a:cubicBezTo>
                      <a:pt x="9" y="21"/>
                      <a:pt x="9" y="21"/>
                      <a:pt x="9" y="21"/>
                    </a:cubicBezTo>
                    <a:cubicBezTo>
                      <a:pt x="9" y="21"/>
                      <a:pt x="9" y="21"/>
                      <a:pt x="9" y="21"/>
                    </a:cubicBezTo>
                    <a:cubicBezTo>
                      <a:pt x="9"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10" y="21"/>
                      <a:pt x="10" y="21"/>
                    </a:cubicBezTo>
                    <a:cubicBezTo>
                      <a:pt x="10" y="21"/>
                      <a:pt x="9" y="21"/>
                      <a:pt x="9" y="22"/>
                    </a:cubicBezTo>
                    <a:cubicBezTo>
                      <a:pt x="9"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9" y="22"/>
                      <a:pt x="9" y="22"/>
                      <a:pt x="9" y="22"/>
                    </a:cubicBezTo>
                    <a:cubicBezTo>
                      <a:pt x="9"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9" y="23"/>
                      <a:pt x="9"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10" y="23"/>
                      <a:pt x="10" y="23"/>
                      <a:pt x="10"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10" y="23"/>
                      <a:pt x="10" y="23"/>
                      <a:pt x="10" y="23"/>
                    </a:cubicBezTo>
                    <a:cubicBezTo>
                      <a:pt x="10" y="23"/>
                      <a:pt x="10" y="23"/>
                      <a:pt x="10" y="23"/>
                    </a:cubicBezTo>
                    <a:cubicBezTo>
                      <a:pt x="10" y="23"/>
                      <a:pt x="10" y="23"/>
                      <a:pt x="10"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2"/>
                      <a:pt x="9" y="22"/>
                    </a:cubicBezTo>
                    <a:cubicBezTo>
                      <a:pt x="8" y="22"/>
                      <a:pt x="8" y="22"/>
                      <a:pt x="8" y="22"/>
                    </a:cubicBezTo>
                    <a:cubicBezTo>
                      <a:pt x="8" y="22"/>
                      <a:pt x="8" y="22"/>
                      <a:pt x="8" y="22"/>
                    </a:cubicBezTo>
                    <a:cubicBezTo>
                      <a:pt x="8" y="22"/>
                      <a:pt x="8" y="22"/>
                      <a:pt x="8" y="22"/>
                    </a:cubicBezTo>
                    <a:cubicBezTo>
                      <a:pt x="8" y="22"/>
                      <a:pt x="8" y="22"/>
                      <a:pt x="8" y="22"/>
                    </a:cubicBezTo>
                    <a:cubicBezTo>
                      <a:pt x="8" y="22"/>
                      <a:pt x="8" y="22"/>
                      <a:pt x="8" y="22"/>
                    </a:cubicBezTo>
                    <a:cubicBezTo>
                      <a:pt x="7" y="22"/>
                      <a:pt x="7" y="22"/>
                      <a:pt x="7" y="22"/>
                    </a:cubicBezTo>
                    <a:cubicBezTo>
                      <a:pt x="7" y="22"/>
                      <a:pt x="7" y="22"/>
                      <a:pt x="7" y="23"/>
                    </a:cubicBezTo>
                    <a:cubicBezTo>
                      <a:pt x="7" y="23"/>
                      <a:pt x="7" y="23"/>
                      <a:pt x="7" y="23"/>
                    </a:cubicBezTo>
                    <a:cubicBezTo>
                      <a:pt x="7" y="23"/>
                      <a:pt x="8" y="23"/>
                      <a:pt x="8" y="23"/>
                    </a:cubicBezTo>
                    <a:cubicBezTo>
                      <a:pt x="8" y="23"/>
                      <a:pt x="8" y="23"/>
                      <a:pt x="8" y="23"/>
                    </a:cubicBezTo>
                    <a:cubicBezTo>
                      <a:pt x="8" y="23"/>
                      <a:pt x="8" y="23"/>
                      <a:pt x="8" y="23"/>
                    </a:cubicBezTo>
                    <a:cubicBezTo>
                      <a:pt x="8" y="23"/>
                      <a:pt x="8" y="23"/>
                      <a:pt x="8" y="23"/>
                    </a:cubicBezTo>
                    <a:cubicBezTo>
                      <a:pt x="8" y="23"/>
                      <a:pt x="8" y="23"/>
                      <a:pt x="8" y="23"/>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8" y="24"/>
                      <a:pt x="8" y="24"/>
                      <a:pt x="8"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9" y="24"/>
                      <a:pt x="9" y="24"/>
                      <a:pt x="9" y="24"/>
                    </a:cubicBezTo>
                    <a:cubicBezTo>
                      <a:pt x="9" y="24"/>
                      <a:pt x="9" y="25"/>
                      <a:pt x="9" y="25"/>
                    </a:cubicBezTo>
                    <a:cubicBezTo>
                      <a:pt x="9" y="25"/>
                      <a:pt x="9" y="25"/>
                      <a:pt x="9" y="25"/>
                    </a:cubicBezTo>
                    <a:cubicBezTo>
                      <a:pt x="9" y="25"/>
                      <a:pt x="9" y="25"/>
                      <a:pt x="9"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5"/>
                      <a:pt x="8" y="25"/>
                    </a:cubicBezTo>
                    <a:cubicBezTo>
                      <a:pt x="8" y="25"/>
                      <a:pt x="8"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7"/>
                      <a:pt x="7" y="27"/>
                      <a:pt x="7" y="27"/>
                    </a:cubicBezTo>
                    <a:cubicBezTo>
                      <a:pt x="7" y="27"/>
                      <a:pt x="7" y="27"/>
                      <a:pt x="7" y="27"/>
                    </a:cubicBezTo>
                    <a:cubicBezTo>
                      <a:pt x="7" y="26"/>
                      <a:pt x="7" y="26"/>
                      <a:pt x="7" y="26"/>
                    </a:cubicBezTo>
                    <a:cubicBezTo>
                      <a:pt x="7" y="26"/>
                      <a:pt x="7" y="26"/>
                      <a:pt x="7" y="26"/>
                    </a:cubicBezTo>
                    <a:cubicBezTo>
                      <a:pt x="6" y="26"/>
                      <a:pt x="6" y="26"/>
                      <a:pt x="6" y="26"/>
                    </a:cubicBezTo>
                    <a:cubicBezTo>
                      <a:pt x="6" y="26"/>
                      <a:pt x="6" y="26"/>
                      <a:pt x="6" y="26"/>
                    </a:cubicBezTo>
                    <a:cubicBezTo>
                      <a:pt x="6" y="26"/>
                      <a:pt x="6" y="26"/>
                      <a:pt x="6" y="26"/>
                    </a:cubicBezTo>
                    <a:cubicBezTo>
                      <a:pt x="6" y="26"/>
                      <a:pt x="6" y="26"/>
                      <a:pt x="6" y="26"/>
                    </a:cubicBezTo>
                    <a:cubicBezTo>
                      <a:pt x="6" y="26"/>
                      <a:pt x="6" y="26"/>
                      <a:pt x="6" y="26"/>
                    </a:cubicBezTo>
                    <a:cubicBezTo>
                      <a:pt x="6" y="26"/>
                      <a:pt x="6" y="26"/>
                      <a:pt x="6" y="26"/>
                    </a:cubicBezTo>
                    <a:cubicBezTo>
                      <a:pt x="6" y="26"/>
                      <a:pt x="6" y="26"/>
                      <a:pt x="6" y="26"/>
                    </a:cubicBezTo>
                    <a:cubicBezTo>
                      <a:pt x="6" y="27"/>
                      <a:pt x="6" y="27"/>
                      <a:pt x="6" y="27"/>
                    </a:cubicBezTo>
                    <a:cubicBezTo>
                      <a:pt x="6" y="27"/>
                      <a:pt x="6"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7" y="27"/>
                    </a:cubicBezTo>
                    <a:cubicBezTo>
                      <a:pt x="7" y="27"/>
                      <a:pt x="7" y="27"/>
                      <a:pt x="7" y="27"/>
                    </a:cubicBezTo>
                    <a:cubicBezTo>
                      <a:pt x="7" y="27"/>
                      <a:pt x="7" y="27"/>
                      <a:pt x="7" y="27"/>
                    </a:cubicBezTo>
                    <a:cubicBezTo>
                      <a:pt x="7" y="27"/>
                      <a:pt x="7" y="27"/>
                      <a:pt x="7" y="27"/>
                    </a:cubicBezTo>
                    <a:cubicBezTo>
                      <a:pt x="7" y="27"/>
                      <a:pt x="7" y="27"/>
                      <a:pt x="7" y="27"/>
                    </a:cubicBezTo>
                    <a:cubicBezTo>
                      <a:pt x="6" y="27"/>
                      <a:pt x="6" y="27"/>
                      <a:pt x="6" y="27"/>
                    </a:cubicBezTo>
                    <a:cubicBezTo>
                      <a:pt x="6" y="27"/>
                      <a:pt x="6" y="27"/>
                      <a:pt x="6" y="27"/>
                    </a:cubicBezTo>
                    <a:cubicBezTo>
                      <a:pt x="6" y="27"/>
                      <a:pt x="7" y="27"/>
                      <a:pt x="7" y="27"/>
                    </a:cubicBezTo>
                    <a:cubicBezTo>
                      <a:pt x="7" y="28"/>
                      <a:pt x="7" y="28"/>
                      <a:pt x="7" y="28"/>
                    </a:cubicBezTo>
                    <a:cubicBezTo>
                      <a:pt x="7" y="28"/>
                      <a:pt x="7" y="28"/>
                      <a:pt x="7" y="28"/>
                    </a:cubicBezTo>
                    <a:cubicBezTo>
                      <a:pt x="7" y="28"/>
                      <a:pt x="7" y="28"/>
                      <a:pt x="7" y="28"/>
                    </a:cubicBezTo>
                    <a:cubicBezTo>
                      <a:pt x="6" y="28"/>
                      <a:pt x="6" y="28"/>
                      <a:pt x="6" y="28"/>
                    </a:cubicBezTo>
                    <a:cubicBezTo>
                      <a:pt x="6" y="28"/>
                      <a:pt x="6" y="28"/>
                      <a:pt x="6" y="28"/>
                    </a:cubicBezTo>
                    <a:cubicBezTo>
                      <a:pt x="6" y="28"/>
                      <a:pt x="6" y="28"/>
                      <a:pt x="6" y="28"/>
                    </a:cubicBezTo>
                    <a:cubicBezTo>
                      <a:pt x="6" y="28"/>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5" y="27"/>
                    </a:cubicBezTo>
                    <a:cubicBezTo>
                      <a:pt x="5" y="27"/>
                      <a:pt x="5" y="27"/>
                      <a:pt x="4" y="27"/>
                    </a:cubicBezTo>
                    <a:cubicBezTo>
                      <a:pt x="4" y="27"/>
                      <a:pt x="4" y="27"/>
                      <a:pt x="4" y="27"/>
                    </a:cubicBezTo>
                    <a:cubicBezTo>
                      <a:pt x="4" y="27"/>
                      <a:pt x="4" y="27"/>
                      <a:pt x="4" y="27"/>
                    </a:cubicBezTo>
                    <a:cubicBezTo>
                      <a:pt x="4" y="27"/>
                      <a:pt x="4" y="27"/>
                      <a:pt x="4" y="27"/>
                    </a:cubicBezTo>
                    <a:cubicBezTo>
                      <a:pt x="4" y="27"/>
                      <a:pt x="4" y="27"/>
                      <a:pt x="4" y="27"/>
                    </a:cubicBezTo>
                    <a:cubicBezTo>
                      <a:pt x="4" y="27"/>
                      <a:pt x="4" y="27"/>
                      <a:pt x="4" y="27"/>
                    </a:cubicBezTo>
                    <a:cubicBezTo>
                      <a:pt x="4" y="27"/>
                      <a:pt x="4" y="27"/>
                      <a:pt x="4" y="27"/>
                    </a:cubicBezTo>
                    <a:cubicBezTo>
                      <a:pt x="4" y="27"/>
                      <a:pt x="4" y="27"/>
                      <a:pt x="4" y="27"/>
                    </a:cubicBezTo>
                    <a:cubicBezTo>
                      <a:pt x="4" y="27"/>
                      <a:pt x="4" y="27"/>
                      <a:pt x="4" y="27"/>
                    </a:cubicBezTo>
                    <a:cubicBezTo>
                      <a:pt x="4" y="27"/>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3" y="28"/>
                      <a:pt x="3" y="28"/>
                      <a:pt x="3" y="28"/>
                    </a:cubicBezTo>
                    <a:cubicBezTo>
                      <a:pt x="3"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4" y="28"/>
                      <a:pt x="4" y="28"/>
                    </a:cubicBezTo>
                    <a:cubicBezTo>
                      <a:pt x="4" y="28"/>
                      <a:pt x="3" y="28"/>
                      <a:pt x="3" y="28"/>
                    </a:cubicBezTo>
                    <a:cubicBezTo>
                      <a:pt x="3" y="28"/>
                      <a:pt x="3" y="28"/>
                      <a:pt x="3" y="28"/>
                    </a:cubicBezTo>
                    <a:cubicBezTo>
                      <a:pt x="3" y="28"/>
                      <a:pt x="3" y="28"/>
                      <a:pt x="3" y="28"/>
                    </a:cubicBezTo>
                    <a:cubicBezTo>
                      <a:pt x="3" y="28"/>
                      <a:pt x="3" y="28"/>
                      <a:pt x="3" y="28"/>
                    </a:cubicBezTo>
                    <a:cubicBezTo>
                      <a:pt x="3" y="28"/>
                      <a:pt x="3" y="28"/>
                      <a:pt x="3" y="28"/>
                    </a:cubicBezTo>
                    <a:cubicBezTo>
                      <a:pt x="3" y="28"/>
                      <a:pt x="3" y="28"/>
                      <a:pt x="3" y="28"/>
                    </a:cubicBezTo>
                    <a:cubicBezTo>
                      <a:pt x="3" y="28"/>
                      <a:pt x="3" y="28"/>
                      <a:pt x="3" y="28"/>
                    </a:cubicBezTo>
                    <a:cubicBezTo>
                      <a:pt x="3" y="28"/>
                      <a:pt x="3" y="28"/>
                      <a:pt x="3" y="28"/>
                    </a:cubicBezTo>
                    <a:cubicBezTo>
                      <a:pt x="3" y="29"/>
                      <a:pt x="3" y="29"/>
                      <a:pt x="3" y="29"/>
                    </a:cubicBezTo>
                    <a:cubicBezTo>
                      <a:pt x="3" y="29"/>
                      <a:pt x="3" y="29"/>
                      <a:pt x="3" y="29"/>
                    </a:cubicBezTo>
                    <a:cubicBezTo>
                      <a:pt x="3" y="29"/>
                      <a:pt x="3" y="29"/>
                      <a:pt x="3" y="29"/>
                    </a:cubicBezTo>
                    <a:cubicBezTo>
                      <a:pt x="3" y="29"/>
                      <a:pt x="4" y="29"/>
                      <a:pt x="4" y="29"/>
                    </a:cubicBezTo>
                    <a:cubicBezTo>
                      <a:pt x="4" y="29"/>
                      <a:pt x="4" y="29"/>
                      <a:pt x="4" y="29"/>
                    </a:cubicBezTo>
                    <a:cubicBezTo>
                      <a:pt x="4" y="29"/>
                      <a:pt x="4" y="29"/>
                      <a:pt x="4" y="29"/>
                    </a:cubicBezTo>
                    <a:cubicBezTo>
                      <a:pt x="4" y="29"/>
                      <a:pt x="4" y="29"/>
                      <a:pt x="4" y="29"/>
                    </a:cubicBezTo>
                    <a:cubicBezTo>
                      <a:pt x="4" y="29"/>
                      <a:pt x="4" y="29"/>
                      <a:pt x="4" y="29"/>
                    </a:cubicBezTo>
                    <a:cubicBezTo>
                      <a:pt x="4" y="29"/>
                      <a:pt x="4" y="29"/>
                      <a:pt x="4" y="29"/>
                    </a:cubicBezTo>
                    <a:cubicBezTo>
                      <a:pt x="4" y="29"/>
                      <a:pt x="4" y="29"/>
                      <a:pt x="4" y="29"/>
                    </a:cubicBezTo>
                    <a:cubicBezTo>
                      <a:pt x="4" y="29"/>
                      <a:pt x="4" y="29"/>
                      <a:pt x="4" y="29"/>
                    </a:cubicBezTo>
                    <a:cubicBezTo>
                      <a:pt x="4" y="29"/>
                      <a:pt x="4" y="29"/>
                      <a:pt x="4" y="29"/>
                    </a:cubicBezTo>
                    <a:cubicBezTo>
                      <a:pt x="4" y="29"/>
                      <a:pt x="4" y="29"/>
                      <a:pt x="4" y="29"/>
                    </a:cubicBezTo>
                    <a:cubicBezTo>
                      <a:pt x="4" y="29"/>
                      <a:pt x="4"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2" y="29"/>
                      <a:pt x="2" y="29"/>
                    </a:cubicBezTo>
                    <a:cubicBezTo>
                      <a:pt x="2" y="29"/>
                      <a:pt x="2" y="29"/>
                      <a:pt x="2" y="29"/>
                    </a:cubicBezTo>
                    <a:cubicBezTo>
                      <a:pt x="2" y="29"/>
                      <a:pt x="2"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4" y="29"/>
                    </a:cubicBezTo>
                    <a:cubicBezTo>
                      <a:pt x="4" y="29"/>
                      <a:pt x="4"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29"/>
                      <a:pt x="3" y="29"/>
                      <a:pt x="3" y="29"/>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2" y="30"/>
                      <a:pt x="2" y="30"/>
                      <a:pt x="2" y="30"/>
                    </a:cubicBezTo>
                    <a:cubicBezTo>
                      <a:pt x="2" y="30"/>
                      <a:pt x="2" y="30"/>
                      <a:pt x="2" y="30"/>
                    </a:cubicBezTo>
                    <a:cubicBezTo>
                      <a:pt x="2" y="30"/>
                      <a:pt x="2" y="30"/>
                      <a:pt x="2" y="30"/>
                    </a:cubicBezTo>
                    <a:cubicBezTo>
                      <a:pt x="2" y="30"/>
                      <a:pt x="2" y="30"/>
                      <a:pt x="2" y="30"/>
                    </a:cubicBezTo>
                    <a:cubicBezTo>
                      <a:pt x="2"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1" y="30"/>
                      <a:pt x="1" y="31"/>
                    </a:cubicBezTo>
                    <a:cubicBezTo>
                      <a:pt x="1" y="31"/>
                      <a:pt x="1" y="31"/>
                      <a:pt x="1" y="31"/>
                    </a:cubicBezTo>
                    <a:cubicBezTo>
                      <a:pt x="2" y="31"/>
                      <a:pt x="2" y="31"/>
                      <a:pt x="2" y="31"/>
                    </a:cubicBezTo>
                    <a:cubicBezTo>
                      <a:pt x="2" y="31"/>
                      <a:pt x="2" y="31"/>
                      <a:pt x="2" y="31"/>
                    </a:cubicBezTo>
                    <a:cubicBezTo>
                      <a:pt x="2" y="31"/>
                      <a:pt x="2" y="31"/>
                      <a:pt x="2" y="31"/>
                    </a:cubicBezTo>
                    <a:cubicBezTo>
                      <a:pt x="2" y="31"/>
                      <a:pt x="2" y="31"/>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2" y="30"/>
                      <a:pt x="2" y="30"/>
                      <a:pt x="2"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4" y="30"/>
                    </a:cubicBezTo>
                    <a:cubicBezTo>
                      <a:pt x="4" y="30"/>
                      <a:pt x="4" y="30"/>
                      <a:pt x="4" y="30"/>
                    </a:cubicBezTo>
                    <a:cubicBezTo>
                      <a:pt x="4" y="30"/>
                      <a:pt x="4" y="30"/>
                      <a:pt x="4" y="30"/>
                    </a:cubicBezTo>
                    <a:cubicBezTo>
                      <a:pt x="4" y="30"/>
                      <a:pt x="4" y="30"/>
                      <a:pt x="4" y="30"/>
                    </a:cubicBezTo>
                    <a:cubicBezTo>
                      <a:pt x="4" y="30"/>
                      <a:pt x="4" y="30"/>
                      <a:pt x="4" y="30"/>
                    </a:cubicBezTo>
                    <a:cubicBezTo>
                      <a:pt x="4" y="30"/>
                      <a:pt x="4" y="30"/>
                      <a:pt x="4" y="30"/>
                    </a:cubicBezTo>
                    <a:cubicBezTo>
                      <a:pt x="4" y="30"/>
                      <a:pt x="4" y="30"/>
                      <a:pt x="4" y="30"/>
                    </a:cubicBezTo>
                    <a:cubicBezTo>
                      <a:pt x="4" y="30"/>
                      <a:pt x="4"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5" y="30"/>
                    </a:cubicBezTo>
                    <a:cubicBezTo>
                      <a:pt x="5" y="30"/>
                      <a:pt x="5" y="30"/>
                      <a:pt x="4" y="30"/>
                    </a:cubicBezTo>
                    <a:cubicBezTo>
                      <a:pt x="4" y="30"/>
                      <a:pt x="4" y="30"/>
                      <a:pt x="4" y="30"/>
                    </a:cubicBezTo>
                    <a:cubicBezTo>
                      <a:pt x="4" y="30"/>
                      <a:pt x="4" y="30"/>
                      <a:pt x="4" y="30"/>
                    </a:cubicBezTo>
                    <a:cubicBezTo>
                      <a:pt x="4" y="30"/>
                      <a:pt x="4" y="30"/>
                      <a:pt x="4" y="30"/>
                    </a:cubicBezTo>
                    <a:cubicBezTo>
                      <a:pt x="4" y="30"/>
                      <a:pt x="4" y="30"/>
                      <a:pt x="4" y="30"/>
                    </a:cubicBezTo>
                    <a:cubicBezTo>
                      <a:pt x="4" y="30"/>
                      <a:pt x="4" y="30"/>
                      <a:pt x="4" y="30"/>
                    </a:cubicBezTo>
                    <a:cubicBezTo>
                      <a:pt x="4" y="30"/>
                      <a:pt x="4" y="30"/>
                      <a:pt x="4" y="30"/>
                    </a:cubicBezTo>
                    <a:cubicBezTo>
                      <a:pt x="4" y="30"/>
                      <a:pt x="4" y="30"/>
                      <a:pt x="4" y="30"/>
                    </a:cubicBezTo>
                    <a:cubicBezTo>
                      <a:pt x="4"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3" y="30"/>
                      <a:pt x="3" y="30"/>
                      <a:pt x="3" y="30"/>
                    </a:cubicBezTo>
                    <a:cubicBezTo>
                      <a:pt x="2" y="30"/>
                      <a:pt x="2" y="30"/>
                      <a:pt x="2" y="30"/>
                    </a:cubicBezTo>
                    <a:cubicBezTo>
                      <a:pt x="2" y="30"/>
                      <a:pt x="2" y="30"/>
                      <a:pt x="2" y="30"/>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3" y="31"/>
                      <a:pt x="3" y="31"/>
                    </a:cubicBezTo>
                    <a:cubicBezTo>
                      <a:pt x="3" y="31"/>
                      <a:pt x="3" y="31"/>
                      <a:pt x="3" y="31"/>
                    </a:cubicBezTo>
                    <a:cubicBezTo>
                      <a:pt x="3" y="31"/>
                      <a:pt x="3" y="31"/>
                      <a:pt x="3" y="31"/>
                    </a:cubicBezTo>
                    <a:cubicBezTo>
                      <a:pt x="3" y="31"/>
                      <a:pt x="3" y="31"/>
                      <a:pt x="3" y="31"/>
                    </a:cubicBezTo>
                    <a:cubicBezTo>
                      <a:pt x="3" y="31"/>
                      <a:pt x="3" y="31"/>
                      <a:pt x="3" y="31"/>
                    </a:cubicBezTo>
                    <a:cubicBezTo>
                      <a:pt x="3" y="31"/>
                      <a:pt x="3" y="31"/>
                      <a:pt x="3" y="31"/>
                    </a:cubicBezTo>
                    <a:cubicBezTo>
                      <a:pt x="3" y="31"/>
                      <a:pt x="3" y="31"/>
                      <a:pt x="3" y="31"/>
                    </a:cubicBezTo>
                    <a:cubicBezTo>
                      <a:pt x="3" y="31"/>
                      <a:pt x="3" y="31"/>
                      <a:pt x="3" y="31"/>
                    </a:cubicBezTo>
                    <a:cubicBezTo>
                      <a:pt x="3"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2" y="31"/>
                    </a:cubicBezTo>
                    <a:cubicBezTo>
                      <a:pt x="2" y="31"/>
                      <a:pt x="2" y="31"/>
                      <a:pt x="1" y="31"/>
                    </a:cubicBezTo>
                    <a:cubicBezTo>
                      <a:pt x="1" y="31"/>
                      <a:pt x="1" y="31"/>
                      <a:pt x="1" y="31"/>
                    </a:cubicBezTo>
                    <a:cubicBezTo>
                      <a:pt x="1" y="32"/>
                      <a:pt x="1" y="32"/>
                      <a:pt x="1" y="32"/>
                    </a:cubicBezTo>
                    <a:cubicBezTo>
                      <a:pt x="1" y="32"/>
                      <a:pt x="2" y="32"/>
                      <a:pt x="2" y="32"/>
                    </a:cubicBezTo>
                    <a:cubicBezTo>
                      <a:pt x="2" y="32"/>
                      <a:pt x="2" y="32"/>
                      <a:pt x="2" y="32"/>
                    </a:cubicBezTo>
                    <a:cubicBezTo>
                      <a:pt x="2" y="32"/>
                      <a:pt x="2" y="32"/>
                      <a:pt x="2" y="32"/>
                    </a:cubicBezTo>
                    <a:cubicBezTo>
                      <a:pt x="2" y="32"/>
                      <a:pt x="2" y="32"/>
                      <a:pt x="2" y="32"/>
                    </a:cubicBezTo>
                    <a:cubicBezTo>
                      <a:pt x="2" y="32"/>
                      <a:pt x="2" y="32"/>
                      <a:pt x="2" y="32"/>
                    </a:cubicBezTo>
                    <a:cubicBezTo>
                      <a:pt x="2" y="32"/>
                      <a:pt x="2" y="32"/>
                      <a:pt x="2" y="32"/>
                    </a:cubicBezTo>
                    <a:cubicBezTo>
                      <a:pt x="3" y="32"/>
                      <a:pt x="3" y="32"/>
                      <a:pt x="3" y="32"/>
                    </a:cubicBezTo>
                    <a:cubicBezTo>
                      <a:pt x="3" y="32"/>
                      <a:pt x="3" y="32"/>
                      <a:pt x="3" y="32"/>
                    </a:cubicBezTo>
                    <a:cubicBezTo>
                      <a:pt x="3" y="32"/>
                      <a:pt x="3" y="32"/>
                      <a:pt x="3" y="32"/>
                    </a:cubicBezTo>
                    <a:cubicBezTo>
                      <a:pt x="3" y="32"/>
                      <a:pt x="3" y="32"/>
                      <a:pt x="3" y="32"/>
                    </a:cubicBezTo>
                    <a:cubicBezTo>
                      <a:pt x="3" y="32"/>
                      <a:pt x="3" y="32"/>
                      <a:pt x="3" y="32"/>
                    </a:cubicBezTo>
                    <a:cubicBezTo>
                      <a:pt x="3" y="32"/>
                      <a:pt x="3" y="32"/>
                      <a:pt x="3" y="32"/>
                    </a:cubicBezTo>
                    <a:cubicBezTo>
                      <a:pt x="3" y="32"/>
                      <a:pt x="3" y="32"/>
                      <a:pt x="3" y="32"/>
                    </a:cubicBezTo>
                    <a:cubicBezTo>
                      <a:pt x="3" y="32"/>
                      <a:pt x="3" y="32"/>
                      <a:pt x="3" y="32"/>
                    </a:cubicBezTo>
                    <a:cubicBezTo>
                      <a:pt x="3" y="32"/>
                      <a:pt x="3" y="32"/>
                      <a:pt x="2" y="32"/>
                    </a:cubicBezTo>
                    <a:cubicBezTo>
                      <a:pt x="2" y="32"/>
                      <a:pt x="2" y="32"/>
                      <a:pt x="2" y="32"/>
                    </a:cubicBezTo>
                    <a:cubicBezTo>
                      <a:pt x="2" y="32"/>
                      <a:pt x="2" y="32"/>
                      <a:pt x="2" y="32"/>
                    </a:cubicBezTo>
                    <a:cubicBezTo>
                      <a:pt x="2" y="32"/>
                      <a:pt x="2" y="32"/>
                      <a:pt x="2" y="32"/>
                    </a:cubicBezTo>
                    <a:cubicBezTo>
                      <a:pt x="2" y="32"/>
                      <a:pt x="2" y="32"/>
                      <a:pt x="2" y="32"/>
                    </a:cubicBezTo>
                    <a:cubicBezTo>
                      <a:pt x="2" y="32"/>
                      <a:pt x="2" y="32"/>
                      <a:pt x="2" y="32"/>
                    </a:cubicBezTo>
                    <a:cubicBezTo>
                      <a:pt x="1" y="32"/>
                      <a:pt x="1" y="32"/>
                      <a:pt x="1" y="32"/>
                    </a:cubicBezTo>
                    <a:cubicBezTo>
                      <a:pt x="1" y="32"/>
                      <a:pt x="1" y="32"/>
                      <a:pt x="1" y="32"/>
                    </a:cubicBezTo>
                    <a:cubicBezTo>
                      <a:pt x="1" y="32"/>
                      <a:pt x="1" y="32"/>
                      <a:pt x="1" y="32"/>
                    </a:cubicBezTo>
                    <a:cubicBezTo>
                      <a:pt x="1" y="32"/>
                      <a:pt x="1" y="32"/>
                      <a:pt x="1" y="32"/>
                    </a:cubicBezTo>
                    <a:cubicBezTo>
                      <a:pt x="1" y="32"/>
                      <a:pt x="1" y="32"/>
                      <a:pt x="1" y="32"/>
                    </a:cubicBezTo>
                    <a:cubicBezTo>
                      <a:pt x="2" y="32"/>
                      <a:pt x="2" y="32"/>
                      <a:pt x="2" y="32"/>
                    </a:cubicBezTo>
                    <a:cubicBezTo>
                      <a:pt x="2" y="32"/>
                      <a:pt x="2" y="32"/>
                      <a:pt x="2" y="32"/>
                    </a:cubicBezTo>
                    <a:cubicBezTo>
                      <a:pt x="2" y="32"/>
                      <a:pt x="2" y="32"/>
                      <a:pt x="2" y="32"/>
                    </a:cubicBezTo>
                    <a:cubicBezTo>
                      <a:pt x="2" y="32"/>
                      <a:pt x="2" y="33"/>
                      <a:pt x="2" y="33"/>
                    </a:cubicBezTo>
                    <a:cubicBezTo>
                      <a:pt x="2"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1" y="33"/>
                      <a:pt x="1" y="33"/>
                      <a:pt x="1" y="33"/>
                    </a:cubicBezTo>
                    <a:cubicBezTo>
                      <a:pt x="1" y="33"/>
                      <a:pt x="1" y="33"/>
                      <a:pt x="1" y="33"/>
                    </a:cubicBezTo>
                    <a:cubicBezTo>
                      <a:pt x="1" y="33"/>
                      <a:pt x="1" y="33"/>
                      <a:pt x="1" y="33"/>
                    </a:cubicBezTo>
                    <a:cubicBezTo>
                      <a:pt x="1" y="33"/>
                      <a:pt x="1" y="33"/>
                      <a:pt x="1" y="33"/>
                    </a:cubicBezTo>
                    <a:cubicBezTo>
                      <a:pt x="1" y="33"/>
                      <a:pt x="1" y="33"/>
                      <a:pt x="1" y="33"/>
                    </a:cubicBezTo>
                    <a:cubicBezTo>
                      <a:pt x="1" y="34"/>
                      <a:pt x="1" y="34"/>
                      <a:pt x="0" y="34"/>
                    </a:cubicBezTo>
                    <a:cubicBezTo>
                      <a:pt x="0" y="34"/>
                      <a:pt x="0" y="34"/>
                      <a:pt x="0" y="34"/>
                    </a:cubicBezTo>
                    <a:cubicBezTo>
                      <a:pt x="0" y="34"/>
                      <a:pt x="0" y="34"/>
                      <a:pt x="0" y="34"/>
                    </a:cubicBezTo>
                    <a:cubicBezTo>
                      <a:pt x="0" y="34"/>
                      <a:pt x="0" y="34"/>
                      <a:pt x="0" y="34"/>
                    </a:cubicBezTo>
                    <a:cubicBezTo>
                      <a:pt x="0" y="34"/>
                      <a:pt x="0" y="34"/>
                      <a:pt x="0" y="34"/>
                    </a:cubicBezTo>
                    <a:cubicBezTo>
                      <a:pt x="0"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2" y="33"/>
                    </a:cubicBezTo>
                    <a:cubicBezTo>
                      <a:pt x="2" y="33"/>
                      <a:pt x="2" y="33"/>
                      <a:pt x="3" y="33"/>
                    </a:cubicBezTo>
                    <a:cubicBezTo>
                      <a:pt x="3" y="33"/>
                      <a:pt x="3" y="33"/>
                      <a:pt x="3" y="33"/>
                    </a:cubicBezTo>
                    <a:cubicBezTo>
                      <a:pt x="3" y="33"/>
                      <a:pt x="3" y="33"/>
                      <a:pt x="3" y="33"/>
                    </a:cubicBezTo>
                    <a:cubicBezTo>
                      <a:pt x="3" y="33"/>
                      <a:pt x="3" y="33"/>
                      <a:pt x="3" y="33"/>
                    </a:cubicBezTo>
                    <a:cubicBezTo>
                      <a:pt x="3" y="33"/>
                      <a:pt x="3" y="34"/>
                      <a:pt x="3" y="34"/>
                    </a:cubicBezTo>
                    <a:cubicBezTo>
                      <a:pt x="3" y="34"/>
                      <a:pt x="3" y="34"/>
                      <a:pt x="3" y="34"/>
                    </a:cubicBezTo>
                    <a:cubicBezTo>
                      <a:pt x="3" y="34"/>
                      <a:pt x="3" y="34"/>
                      <a:pt x="3" y="34"/>
                    </a:cubicBezTo>
                    <a:cubicBezTo>
                      <a:pt x="3" y="34"/>
                      <a:pt x="3" y="34"/>
                      <a:pt x="3"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1" y="34"/>
                    </a:cubicBezTo>
                    <a:cubicBezTo>
                      <a:pt x="1" y="34"/>
                      <a:pt x="1" y="34"/>
                      <a:pt x="1" y="34"/>
                    </a:cubicBezTo>
                    <a:cubicBezTo>
                      <a:pt x="1" y="34"/>
                      <a:pt x="1" y="34"/>
                      <a:pt x="1" y="34"/>
                    </a:cubicBezTo>
                    <a:cubicBezTo>
                      <a:pt x="1" y="34"/>
                      <a:pt x="1" y="34"/>
                      <a:pt x="1" y="34"/>
                    </a:cubicBezTo>
                    <a:cubicBezTo>
                      <a:pt x="1"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2" y="34"/>
                    </a:cubicBezTo>
                    <a:cubicBezTo>
                      <a:pt x="2" y="34"/>
                      <a:pt x="2"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4"/>
                    </a:cubicBezTo>
                    <a:cubicBezTo>
                      <a:pt x="1" y="34"/>
                      <a:pt x="1" y="34"/>
                      <a:pt x="1" y="35"/>
                    </a:cubicBezTo>
                    <a:cubicBezTo>
                      <a:pt x="1" y="35"/>
                      <a:pt x="1" y="35"/>
                      <a:pt x="1" y="35"/>
                    </a:cubicBezTo>
                    <a:cubicBezTo>
                      <a:pt x="1" y="35"/>
                      <a:pt x="1" y="35"/>
                      <a:pt x="1" y="35"/>
                    </a:cubicBezTo>
                    <a:cubicBezTo>
                      <a:pt x="1" y="35"/>
                      <a:pt x="1" y="35"/>
                      <a:pt x="1" y="35"/>
                    </a:cubicBezTo>
                    <a:cubicBezTo>
                      <a:pt x="1" y="35"/>
                      <a:pt x="1" y="35"/>
                      <a:pt x="1" y="35"/>
                    </a:cubicBezTo>
                    <a:cubicBezTo>
                      <a:pt x="1" y="35"/>
                      <a:pt x="1" y="35"/>
                      <a:pt x="1" y="35"/>
                    </a:cubicBezTo>
                    <a:cubicBezTo>
                      <a:pt x="0" y="35"/>
                      <a:pt x="0" y="35"/>
                      <a:pt x="0" y="35"/>
                    </a:cubicBezTo>
                    <a:cubicBezTo>
                      <a:pt x="0" y="35"/>
                      <a:pt x="1" y="35"/>
                      <a:pt x="1" y="35"/>
                    </a:cubicBezTo>
                    <a:cubicBezTo>
                      <a:pt x="1" y="35"/>
                      <a:pt x="1" y="35"/>
                      <a:pt x="1" y="35"/>
                    </a:cubicBezTo>
                    <a:cubicBezTo>
                      <a:pt x="1" y="35"/>
                      <a:pt x="1" y="35"/>
                      <a:pt x="1" y="35"/>
                    </a:cubicBezTo>
                    <a:cubicBezTo>
                      <a:pt x="0" y="35"/>
                      <a:pt x="1" y="35"/>
                      <a:pt x="1" y="35"/>
                    </a:cubicBezTo>
                    <a:cubicBezTo>
                      <a:pt x="1" y="35"/>
                      <a:pt x="1" y="35"/>
                      <a:pt x="1" y="35"/>
                    </a:cubicBezTo>
                    <a:cubicBezTo>
                      <a:pt x="1" y="35"/>
                      <a:pt x="1" y="35"/>
                      <a:pt x="1" y="35"/>
                    </a:cubicBezTo>
                    <a:cubicBezTo>
                      <a:pt x="1" y="35"/>
                      <a:pt x="1" y="35"/>
                      <a:pt x="1" y="35"/>
                    </a:cubicBezTo>
                    <a:cubicBezTo>
                      <a:pt x="1" y="35"/>
                      <a:pt x="1" y="35"/>
                      <a:pt x="1" y="35"/>
                    </a:cubicBezTo>
                    <a:cubicBezTo>
                      <a:pt x="1" y="35"/>
                      <a:pt x="1" y="35"/>
                      <a:pt x="1" y="35"/>
                    </a:cubicBezTo>
                    <a:cubicBezTo>
                      <a:pt x="1" y="35"/>
                      <a:pt x="1" y="35"/>
                      <a:pt x="1" y="35"/>
                    </a:cubicBezTo>
                    <a:cubicBezTo>
                      <a:pt x="1" y="35"/>
                      <a:pt x="1" y="36"/>
                      <a:pt x="1" y="36"/>
                    </a:cubicBezTo>
                    <a:cubicBezTo>
                      <a:pt x="0" y="36"/>
                      <a:pt x="0" y="36"/>
                      <a:pt x="0" y="36"/>
                    </a:cubicBezTo>
                    <a:cubicBezTo>
                      <a:pt x="0" y="36"/>
                      <a:pt x="0" y="36"/>
                      <a:pt x="0" y="36"/>
                    </a:cubicBezTo>
                    <a:cubicBezTo>
                      <a:pt x="0" y="36"/>
                      <a:pt x="0" y="35"/>
                      <a:pt x="0" y="35"/>
                    </a:cubicBezTo>
                    <a:cubicBezTo>
                      <a:pt x="0" y="35"/>
                      <a:pt x="0" y="36"/>
                      <a:pt x="0" y="36"/>
                    </a:cubicBezTo>
                    <a:cubicBezTo>
                      <a:pt x="0" y="36"/>
                      <a:pt x="0" y="36"/>
                      <a:pt x="0" y="36"/>
                    </a:cubicBezTo>
                    <a:cubicBezTo>
                      <a:pt x="0" y="36"/>
                      <a:pt x="0" y="36"/>
                      <a:pt x="0" y="36"/>
                    </a:cubicBezTo>
                    <a:cubicBezTo>
                      <a:pt x="0" y="36"/>
                      <a:pt x="0" y="36"/>
                      <a:pt x="0" y="36"/>
                    </a:cubicBezTo>
                    <a:cubicBezTo>
                      <a:pt x="0" y="36"/>
                      <a:pt x="0" y="36"/>
                      <a:pt x="0" y="36"/>
                    </a:cubicBezTo>
                    <a:cubicBezTo>
                      <a:pt x="0" y="36"/>
                      <a:pt x="0" y="36"/>
                      <a:pt x="0" y="36"/>
                    </a:cubicBezTo>
                    <a:cubicBezTo>
                      <a:pt x="0" y="36"/>
                      <a:pt x="0" y="36"/>
                      <a:pt x="0" y="36"/>
                    </a:cubicBezTo>
                    <a:cubicBezTo>
                      <a:pt x="0" y="36"/>
                      <a:pt x="0" y="36"/>
                      <a:pt x="0" y="36"/>
                    </a:cubicBezTo>
                    <a:cubicBezTo>
                      <a:pt x="0" y="36"/>
                      <a:pt x="0" y="36"/>
                      <a:pt x="0" y="36"/>
                    </a:cubicBezTo>
                    <a:cubicBezTo>
                      <a:pt x="0" y="36"/>
                      <a:pt x="0" y="36"/>
                      <a:pt x="0" y="36"/>
                    </a:cubicBezTo>
                    <a:cubicBezTo>
                      <a:pt x="0" y="36"/>
                      <a:pt x="1" y="36"/>
                      <a:pt x="1" y="36"/>
                    </a:cubicBezTo>
                    <a:cubicBezTo>
                      <a:pt x="1" y="36"/>
                      <a:pt x="1" y="36"/>
                      <a:pt x="1" y="36"/>
                    </a:cubicBezTo>
                    <a:cubicBezTo>
                      <a:pt x="1" y="36"/>
                      <a:pt x="1" y="36"/>
                      <a:pt x="1" y="36"/>
                    </a:cubicBezTo>
                    <a:cubicBezTo>
                      <a:pt x="1" y="36"/>
                      <a:pt x="1" y="36"/>
                      <a:pt x="0" y="36"/>
                    </a:cubicBezTo>
                    <a:cubicBezTo>
                      <a:pt x="0" y="36"/>
                      <a:pt x="0" y="36"/>
                      <a:pt x="0" y="36"/>
                    </a:cubicBezTo>
                    <a:cubicBezTo>
                      <a:pt x="0" y="36"/>
                      <a:pt x="0" y="36"/>
                      <a:pt x="0" y="36"/>
                    </a:cubicBezTo>
                    <a:cubicBezTo>
                      <a:pt x="0" y="36"/>
                      <a:pt x="0" y="36"/>
                      <a:pt x="0" y="36"/>
                    </a:cubicBezTo>
                    <a:cubicBezTo>
                      <a:pt x="0" y="36"/>
                      <a:pt x="0" y="36"/>
                      <a:pt x="0" y="36"/>
                    </a:cubicBezTo>
                    <a:cubicBezTo>
                      <a:pt x="0" y="36"/>
                      <a:pt x="0" y="36"/>
                      <a:pt x="0" y="36"/>
                    </a:cubicBezTo>
                    <a:cubicBezTo>
                      <a:pt x="0" y="37"/>
                      <a:pt x="0" y="37"/>
                      <a:pt x="0" y="37"/>
                    </a:cubicBezTo>
                    <a:cubicBezTo>
                      <a:pt x="0" y="37"/>
                      <a:pt x="0" y="37"/>
                      <a:pt x="0" y="37"/>
                    </a:cubicBezTo>
                    <a:cubicBezTo>
                      <a:pt x="0" y="37"/>
                      <a:pt x="0" y="37"/>
                      <a:pt x="0" y="37"/>
                    </a:cubicBezTo>
                    <a:cubicBezTo>
                      <a:pt x="0" y="37"/>
                      <a:pt x="0" y="37"/>
                      <a:pt x="1" y="37"/>
                    </a:cubicBezTo>
                    <a:cubicBezTo>
                      <a:pt x="1" y="37"/>
                      <a:pt x="1" y="37"/>
                      <a:pt x="1" y="37"/>
                    </a:cubicBezTo>
                    <a:cubicBezTo>
                      <a:pt x="1" y="37"/>
                      <a:pt x="1" y="37"/>
                      <a:pt x="1" y="37"/>
                    </a:cubicBezTo>
                    <a:cubicBezTo>
                      <a:pt x="1" y="37"/>
                      <a:pt x="1" y="37"/>
                      <a:pt x="1" y="37"/>
                    </a:cubicBezTo>
                    <a:cubicBezTo>
                      <a:pt x="1" y="37"/>
                      <a:pt x="1" y="37"/>
                      <a:pt x="0" y="37"/>
                    </a:cubicBezTo>
                    <a:cubicBezTo>
                      <a:pt x="0" y="37"/>
                      <a:pt x="0" y="37"/>
                      <a:pt x="0" y="37"/>
                    </a:cubicBezTo>
                    <a:cubicBezTo>
                      <a:pt x="0" y="37"/>
                      <a:pt x="0" y="37"/>
                      <a:pt x="0" y="37"/>
                    </a:cubicBezTo>
                    <a:cubicBezTo>
                      <a:pt x="0" y="37"/>
                      <a:pt x="0" y="37"/>
                      <a:pt x="0" y="37"/>
                    </a:cubicBezTo>
                    <a:cubicBezTo>
                      <a:pt x="0" y="37"/>
                      <a:pt x="0" y="37"/>
                      <a:pt x="0" y="37"/>
                    </a:cubicBezTo>
                    <a:cubicBezTo>
                      <a:pt x="0" y="37"/>
                      <a:pt x="0" y="37"/>
                      <a:pt x="0" y="37"/>
                    </a:cubicBezTo>
                    <a:cubicBezTo>
                      <a:pt x="0" y="37"/>
                      <a:pt x="0" y="37"/>
                      <a:pt x="0" y="37"/>
                    </a:cubicBezTo>
                    <a:cubicBezTo>
                      <a:pt x="0" y="37"/>
                      <a:pt x="0" y="37"/>
                      <a:pt x="0" y="37"/>
                    </a:cubicBezTo>
                    <a:cubicBezTo>
                      <a:pt x="0" y="37"/>
                      <a:pt x="0" y="37"/>
                      <a:pt x="0" y="37"/>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1" y="38"/>
                    </a:cubicBezTo>
                    <a:cubicBezTo>
                      <a:pt x="1" y="38"/>
                      <a:pt x="1" y="38"/>
                      <a:pt x="1" y="38"/>
                    </a:cubicBezTo>
                    <a:cubicBezTo>
                      <a:pt x="1" y="38"/>
                      <a:pt x="1" y="38"/>
                      <a:pt x="1" y="38"/>
                    </a:cubicBezTo>
                    <a:cubicBezTo>
                      <a:pt x="1" y="38"/>
                      <a:pt x="1" y="38"/>
                      <a:pt x="1" y="38"/>
                    </a:cubicBezTo>
                    <a:cubicBezTo>
                      <a:pt x="1" y="38"/>
                      <a:pt x="1" y="38"/>
                      <a:pt x="1" y="38"/>
                    </a:cubicBezTo>
                    <a:cubicBezTo>
                      <a:pt x="1" y="38"/>
                      <a:pt x="0" y="38"/>
                      <a:pt x="0" y="38"/>
                    </a:cubicBezTo>
                    <a:cubicBezTo>
                      <a:pt x="0" y="38"/>
                      <a:pt x="0" y="38"/>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0" y="39"/>
                      <a:pt x="0" y="39"/>
                      <a:pt x="0" y="39"/>
                    </a:cubicBezTo>
                    <a:cubicBezTo>
                      <a:pt x="1" y="39"/>
                      <a:pt x="1" y="39"/>
                      <a:pt x="1" y="39"/>
                    </a:cubicBezTo>
                    <a:cubicBezTo>
                      <a:pt x="1" y="39"/>
                      <a:pt x="1" y="39"/>
                      <a:pt x="1" y="39"/>
                    </a:cubicBezTo>
                    <a:cubicBezTo>
                      <a:pt x="1" y="39"/>
                      <a:pt x="1" y="39"/>
                      <a:pt x="1" y="39"/>
                    </a:cubicBezTo>
                    <a:cubicBezTo>
                      <a:pt x="1" y="39"/>
                      <a:pt x="1" y="39"/>
                      <a:pt x="1" y="39"/>
                    </a:cubicBezTo>
                    <a:cubicBezTo>
                      <a:pt x="1" y="39"/>
                      <a:pt x="1" y="39"/>
                      <a:pt x="1" y="39"/>
                    </a:cubicBezTo>
                    <a:cubicBezTo>
                      <a:pt x="1" y="39"/>
                      <a:pt x="1" y="39"/>
                      <a:pt x="0" y="39"/>
                    </a:cubicBezTo>
                    <a:cubicBezTo>
                      <a:pt x="0" y="39"/>
                      <a:pt x="0" y="39"/>
                      <a:pt x="0" y="39"/>
                    </a:cubicBezTo>
                    <a:cubicBezTo>
                      <a:pt x="0" y="39"/>
                      <a:pt x="0" y="39"/>
                      <a:pt x="0" y="39"/>
                    </a:cubicBezTo>
                    <a:cubicBezTo>
                      <a:pt x="0" y="39"/>
                      <a:pt x="0" y="39"/>
                      <a:pt x="0" y="39"/>
                    </a:cubicBezTo>
                    <a:cubicBezTo>
                      <a:pt x="0" y="39"/>
                      <a:pt x="0" y="39"/>
                      <a:pt x="0" y="39"/>
                    </a:cubicBezTo>
                    <a:cubicBezTo>
                      <a:pt x="0" y="40"/>
                      <a:pt x="0" y="40"/>
                      <a:pt x="0" y="40"/>
                    </a:cubicBezTo>
                    <a:cubicBezTo>
                      <a:pt x="0" y="40"/>
                      <a:pt x="0" y="40"/>
                      <a:pt x="0" y="40"/>
                    </a:cubicBezTo>
                    <a:cubicBezTo>
                      <a:pt x="0" y="40"/>
                      <a:pt x="0" y="40"/>
                      <a:pt x="0" y="40"/>
                    </a:cubicBezTo>
                    <a:cubicBezTo>
                      <a:pt x="0" y="40"/>
                      <a:pt x="0" y="40"/>
                      <a:pt x="0" y="40"/>
                    </a:cubicBezTo>
                    <a:cubicBezTo>
                      <a:pt x="0" y="40"/>
                      <a:pt x="0" y="40"/>
                      <a:pt x="1" y="40"/>
                    </a:cubicBezTo>
                    <a:cubicBezTo>
                      <a:pt x="1" y="40"/>
                      <a:pt x="1" y="40"/>
                      <a:pt x="0" y="40"/>
                    </a:cubicBezTo>
                    <a:cubicBezTo>
                      <a:pt x="0" y="40"/>
                      <a:pt x="0" y="40"/>
                      <a:pt x="0" y="40"/>
                    </a:cubicBezTo>
                    <a:cubicBezTo>
                      <a:pt x="0" y="40"/>
                      <a:pt x="0" y="40"/>
                      <a:pt x="0" y="40"/>
                    </a:cubicBezTo>
                    <a:cubicBezTo>
                      <a:pt x="0" y="40"/>
                      <a:pt x="0" y="40"/>
                      <a:pt x="0" y="40"/>
                    </a:cubicBezTo>
                    <a:cubicBezTo>
                      <a:pt x="0" y="40"/>
                      <a:pt x="0" y="40"/>
                      <a:pt x="0" y="40"/>
                    </a:cubicBezTo>
                    <a:cubicBezTo>
                      <a:pt x="0" y="40"/>
                      <a:pt x="0" y="40"/>
                      <a:pt x="0" y="40"/>
                    </a:cubicBezTo>
                    <a:cubicBezTo>
                      <a:pt x="0" y="40"/>
                      <a:pt x="0" y="40"/>
                      <a:pt x="0" y="40"/>
                    </a:cubicBezTo>
                    <a:cubicBezTo>
                      <a:pt x="0" y="40"/>
                      <a:pt x="0" y="40"/>
                      <a:pt x="0" y="40"/>
                    </a:cubicBezTo>
                    <a:cubicBezTo>
                      <a:pt x="0" y="40"/>
                      <a:pt x="1" y="40"/>
                      <a:pt x="1" y="40"/>
                    </a:cubicBezTo>
                    <a:cubicBezTo>
                      <a:pt x="1" y="40"/>
                      <a:pt x="1" y="40"/>
                      <a:pt x="1" y="40"/>
                    </a:cubicBezTo>
                    <a:cubicBezTo>
                      <a:pt x="1" y="40"/>
                      <a:pt x="1" y="40"/>
                      <a:pt x="1" y="40"/>
                    </a:cubicBezTo>
                    <a:cubicBezTo>
                      <a:pt x="1" y="40"/>
                      <a:pt x="1" y="40"/>
                      <a:pt x="1" y="40"/>
                    </a:cubicBezTo>
                    <a:cubicBezTo>
                      <a:pt x="1" y="40"/>
                      <a:pt x="1" y="40"/>
                      <a:pt x="1" y="40"/>
                    </a:cubicBezTo>
                    <a:cubicBezTo>
                      <a:pt x="1" y="40"/>
                      <a:pt x="1" y="40"/>
                      <a:pt x="1" y="40"/>
                    </a:cubicBezTo>
                    <a:cubicBezTo>
                      <a:pt x="1" y="40"/>
                      <a:pt x="1" y="40"/>
                      <a:pt x="1" y="40"/>
                    </a:cubicBezTo>
                    <a:cubicBezTo>
                      <a:pt x="1" y="40"/>
                      <a:pt x="1" y="40"/>
                      <a:pt x="1" y="40"/>
                    </a:cubicBezTo>
                    <a:cubicBezTo>
                      <a:pt x="1"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2" y="40"/>
                      <a:pt x="2" y="40"/>
                    </a:cubicBezTo>
                    <a:cubicBezTo>
                      <a:pt x="2" y="40"/>
                      <a:pt x="3" y="40"/>
                      <a:pt x="3" y="40"/>
                    </a:cubicBezTo>
                    <a:cubicBezTo>
                      <a:pt x="3" y="40"/>
                      <a:pt x="3" y="40"/>
                      <a:pt x="3" y="40"/>
                    </a:cubicBezTo>
                    <a:cubicBezTo>
                      <a:pt x="3" y="40"/>
                      <a:pt x="3" y="40"/>
                      <a:pt x="3" y="40"/>
                    </a:cubicBezTo>
                    <a:cubicBezTo>
                      <a:pt x="3" y="40"/>
                      <a:pt x="3" y="40"/>
                      <a:pt x="3" y="40"/>
                    </a:cubicBezTo>
                    <a:cubicBezTo>
                      <a:pt x="3" y="40"/>
                      <a:pt x="3" y="40"/>
                      <a:pt x="3" y="40"/>
                    </a:cubicBezTo>
                    <a:cubicBezTo>
                      <a:pt x="3" y="40"/>
                      <a:pt x="3" y="40"/>
                      <a:pt x="3" y="40"/>
                    </a:cubicBezTo>
                    <a:cubicBezTo>
                      <a:pt x="3" y="40"/>
                      <a:pt x="3" y="40"/>
                      <a:pt x="3" y="40"/>
                    </a:cubicBezTo>
                    <a:cubicBezTo>
                      <a:pt x="3" y="40"/>
                      <a:pt x="3" y="40"/>
                      <a:pt x="3" y="40"/>
                    </a:cubicBezTo>
                    <a:cubicBezTo>
                      <a:pt x="3" y="40"/>
                      <a:pt x="3" y="41"/>
                      <a:pt x="3" y="41"/>
                    </a:cubicBezTo>
                    <a:cubicBezTo>
                      <a:pt x="3"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2" y="41"/>
                      <a:pt x="2" y="41"/>
                      <a:pt x="2"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3" y="41"/>
                    </a:cubicBezTo>
                    <a:cubicBezTo>
                      <a:pt x="3" y="41"/>
                      <a:pt x="3" y="41"/>
                      <a:pt x="2" y="41"/>
                    </a:cubicBezTo>
                    <a:cubicBezTo>
                      <a:pt x="2" y="41"/>
                      <a:pt x="2" y="42"/>
                      <a:pt x="2" y="42"/>
                    </a:cubicBezTo>
                    <a:cubicBezTo>
                      <a:pt x="2" y="42"/>
                      <a:pt x="2" y="42"/>
                      <a:pt x="2" y="42"/>
                    </a:cubicBezTo>
                    <a:cubicBezTo>
                      <a:pt x="2" y="42"/>
                      <a:pt x="2" y="42"/>
                      <a:pt x="2" y="42"/>
                    </a:cubicBezTo>
                    <a:cubicBezTo>
                      <a:pt x="2" y="42"/>
                      <a:pt x="2" y="42"/>
                      <a:pt x="2" y="42"/>
                    </a:cubicBezTo>
                    <a:cubicBezTo>
                      <a:pt x="2" y="42"/>
                      <a:pt x="2" y="42"/>
                      <a:pt x="2" y="42"/>
                    </a:cubicBezTo>
                    <a:cubicBezTo>
                      <a:pt x="2" y="42"/>
                      <a:pt x="2" y="42"/>
                      <a:pt x="2" y="42"/>
                    </a:cubicBezTo>
                    <a:cubicBezTo>
                      <a:pt x="2" y="42"/>
                      <a:pt x="2" y="42"/>
                      <a:pt x="2" y="42"/>
                    </a:cubicBezTo>
                    <a:cubicBezTo>
                      <a:pt x="2" y="42"/>
                      <a:pt x="3" y="42"/>
                      <a:pt x="3" y="42"/>
                    </a:cubicBezTo>
                    <a:cubicBezTo>
                      <a:pt x="3" y="42"/>
                      <a:pt x="3" y="42"/>
                      <a:pt x="2" y="42"/>
                    </a:cubicBezTo>
                    <a:cubicBezTo>
                      <a:pt x="2" y="42"/>
                      <a:pt x="2" y="42"/>
                      <a:pt x="2" y="42"/>
                    </a:cubicBezTo>
                    <a:cubicBezTo>
                      <a:pt x="2" y="42"/>
                      <a:pt x="2" y="42"/>
                      <a:pt x="2" y="42"/>
                    </a:cubicBezTo>
                    <a:cubicBezTo>
                      <a:pt x="2" y="42"/>
                      <a:pt x="2" y="42"/>
                      <a:pt x="2" y="42"/>
                    </a:cubicBezTo>
                    <a:cubicBezTo>
                      <a:pt x="2" y="42"/>
                      <a:pt x="2" y="42"/>
                      <a:pt x="2" y="42"/>
                    </a:cubicBezTo>
                    <a:cubicBezTo>
                      <a:pt x="2" y="42"/>
                      <a:pt x="2" y="42"/>
                      <a:pt x="2" y="42"/>
                    </a:cubicBezTo>
                    <a:cubicBezTo>
                      <a:pt x="2" y="42"/>
                      <a:pt x="2" y="42"/>
                      <a:pt x="2" y="42"/>
                    </a:cubicBezTo>
                    <a:cubicBezTo>
                      <a:pt x="2" y="42"/>
                      <a:pt x="2" y="43"/>
                      <a:pt x="2" y="43"/>
                    </a:cubicBezTo>
                    <a:cubicBezTo>
                      <a:pt x="2" y="43"/>
                      <a:pt x="2" y="42"/>
                      <a:pt x="2" y="42"/>
                    </a:cubicBezTo>
                    <a:cubicBezTo>
                      <a:pt x="2" y="42"/>
                      <a:pt x="2" y="42"/>
                      <a:pt x="3" y="42"/>
                    </a:cubicBezTo>
                    <a:cubicBezTo>
                      <a:pt x="3" y="42"/>
                      <a:pt x="3" y="42"/>
                      <a:pt x="3" y="42"/>
                    </a:cubicBezTo>
                    <a:cubicBezTo>
                      <a:pt x="3" y="42"/>
                      <a:pt x="3" y="42"/>
                      <a:pt x="3" y="42"/>
                    </a:cubicBezTo>
                    <a:cubicBezTo>
                      <a:pt x="3" y="42"/>
                      <a:pt x="3" y="42"/>
                      <a:pt x="3" y="42"/>
                    </a:cubicBezTo>
                    <a:cubicBezTo>
                      <a:pt x="3" y="42"/>
                      <a:pt x="3" y="42"/>
                      <a:pt x="3" y="42"/>
                    </a:cubicBezTo>
                    <a:cubicBezTo>
                      <a:pt x="3" y="42"/>
                      <a:pt x="3" y="42"/>
                      <a:pt x="3" y="42"/>
                    </a:cubicBezTo>
                    <a:cubicBezTo>
                      <a:pt x="3" y="42"/>
                      <a:pt x="3" y="42"/>
                      <a:pt x="3" y="42"/>
                    </a:cubicBezTo>
                    <a:cubicBezTo>
                      <a:pt x="3" y="42"/>
                      <a:pt x="3" y="42"/>
                      <a:pt x="3" y="42"/>
                    </a:cubicBezTo>
                    <a:cubicBezTo>
                      <a:pt x="3" y="42"/>
                      <a:pt x="3" y="42"/>
                      <a:pt x="3" y="42"/>
                    </a:cubicBezTo>
                    <a:cubicBezTo>
                      <a:pt x="3" y="42"/>
                      <a:pt x="3" y="42"/>
                      <a:pt x="3" y="42"/>
                    </a:cubicBezTo>
                    <a:cubicBezTo>
                      <a:pt x="3" y="42"/>
                      <a:pt x="3" y="42"/>
                      <a:pt x="3" y="42"/>
                    </a:cubicBezTo>
                    <a:cubicBezTo>
                      <a:pt x="3" y="42"/>
                      <a:pt x="4" y="42"/>
                      <a:pt x="4" y="42"/>
                    </a:cubicBezTo>
                    <a:cubicBezTo>
                      <a:pt x="4" y="43"/>
                      <a:pt x="4" y="43"/>
                      <a:pt x="4" y="43"/>
                    </a:cubicBezTo>
                    <a:cubicBezTo>
                      <a:pt x="4" y="43"/>
                      <a:pt x="4" y="42"/>
                      <a:pt x="4" y="42"/>
                    </a:cubicBezTo>
                    <a:cubicBezTo>
                      <a:pt x="4" y="42"/>
                      <a:pt x="4" y="42"/>
                      <a:pt x="4" y="42"/>
                    </a:cubicBezTo>
                    <a:cubicBezTo>
                      <a:pt x="4" y="42"/>
                      <a:pt x="4" y="42"/>
                      <a:pt x="4" y="42"/>
                    </a:cubicBezTo>
                    <a:cubicBezTo>
                      <a:pt x="4" y="42"/>
                      <a:pt x="4" y="42"/>
                      <a:pt x="4" y="42"/>
                    </a:cubicBezTo>
                    <a:cubicBezTo>
                      <a:pt x="4" y="42"/>
                      <a:pt x="4" y="42"/>
                      <a:pt x="4" y="42"/>
                    </a:cubicBezTo>
                    <a:cubicBezTo>
                      <a:pt x="4" y="42"/>
                      <a:pt x="4" y="42"/>
                      <a:pt x="4" y="42"/>
                    </a:cubicBezTo>
                    <a:cubicBezTo>
                      <a:pt x="4" y="42"/>
                      <a:pt x="4" y="42"/>
                      <a:pt x="4" y="42"/>
                    </a:cubicBezTo>
                    <a:cubicBezTo>
                      <a:pt x="4" y="42"/>
                      <a:pt x="4" y="42"/>
                      <a:pt x="4" y="42"/>
                    </a:cubicBezTo>
                    <a:cubicBezTo>
                      <a:pt x="4" y="42"/>
                      <a:pt x="4" y="42"/>
                      <a:pt x="4" y="42"/>
                    </a:cubicBezTo>
                    <a:cubicBezTo>
                      <a:pt x="4" y="42"/>
                      <a:pt x="4" y="42"/>
                      <a:pt x="4" y="42"/>
                    </a:cubicBezTo>
                    <a:cubicBezTo>
                      <a:pt x="4" y="42"/>
                      <a:pt x="4" y="42"/>
                      <a:pt x="4" y="42"/>
                    </a:cubicBezTo>
                    <a:cubicBezTo>
                      <a:pt x="4" y="42"/>
                      <a:pt x="4" y="42"/>
                      <a:pt x="4" y="41"/>
                    </a:cubicBezTo>
                    <a:cubicBezTo>
                      <a:pt x="4" y="41"/>
                      <a:pt x="4" y="41"/>
                      <a:pt x="4" y="41"/>
                    </a:cubicBezTo>
                    <a:cubicBezTo>
                      <a:pt x="4"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1"/>
                    </a:cubicBezTo>
                    <a:cubicBezTo>
                      <a:pt x="5" y="41"/>
                      <a:pt x="5" y="41"/>
                      <a:pt x="5" y="40"/>
                    </a:cubicBezTo>
                    <a:cubicBezTo>
                      <a:pt x="5" y="40"/>
                      <a:pt x="5" y="40"/>
                      <a:pt x="5" y="40"/>
                    </a:cubicBezTo>
                    <a:cubicBezTo>
                      <a:pt x="5" y="40"/>
                      <a:pt x="5" y="40"/>
                      <a:pt x="5" y="40"/>
                    </a:cubicBezTo>
                    <a:cubicBezTo>
                      <a:pt x="5" y="40"/>
                      <a:pt x="5" y="40"/>
                      <a:pt x="5" y="40"/>
                    </a:cubicBezTo>
                    <a:cubicBezTo>
                      <a:pt x="5" y="40"/>
                      <a:pt x="6" y="40"/>
                      <a:pt x="6" y="40"/>
                    </a:cubicBezTo>
                    <a:cubicBezTo>
                      <a:pt x="6" y="40"/>
                      <a:pt x="6" y="40"/>
                      <a:pt x="6" y="40"/>
                    </a:cubicBezTo>
                    <a:cubicBezTo>
                      <a:pt x="6" y="40"/>
                      <a:pt x="5" y="40"/>
                      <a:pt x="5" y="40"/>
                    </a:cubicBezTo>
                    <a:cubicBezTo>
                      <a:pt x="5" y="40"/>
                      <a:pt x="5" y="40"/>
                      <a:pt x="5" y="40"/>
                    </a:cubicBezTo>
                    <a:cubicBezTo>
                      <a:pt x="5" y="40"/>
                      <a:pt x="5"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40"/>
                      <a:pt x="6" y="40"/>
                    </a:cubicBezTo>
                    <a:cubicBezTo>
                      <a:pt x="6" y="40"/>
                      <a:pt x="6" y="39"/>
                      <a:pt x="6" y="39"/>
                    </a:cubicBezTo>
                    <a:cubicBezTo>
                      <a:pt x="6" y="39"/>
                      <a:pt x="6" y="39"/>
                      <a:pt x="6" y="39"/>
                    </a:cubicBezTo>
                    <a:cubicBezTo>
                      <a:pt x="6" y="39"/>
                      <a:pt x="6" y="39"/>
                      <a:pt x="6" y="39"/>
                    </a:cubicBezTo>
                    <a:cubicBezTo>
                      <a:pt x="6" y="39"/>
                      <a:pt x="6" y="39"/>
                      <a:pt x="6" y="39"/>
                    </a:cubicBezTo>
                    <a:cubicBezTo>
                      <a:pt x="7" y="39"/>
                      <a:pt x="7" y="39"/>
                      <a:pt x="7" y="39"/>
                    </a:cubicBezTo>
                    <a:cubicBezTo>
                      <a:pt x="7" y="39"/>
                      <a:pt x="7" y="39"/>
                      <a:pt x="7" y="39"/>
                    </a:cubicBezTo>
                    <a:cubicBezTo>
                      <a:pt x="7" y="39"/>
                      <a:pt x="7" y="39"/>
                      <a:pt x="7" y="39"/>
                    </a:cubicBezTo>
                    <a:cubicBezTo>
                      <a:pt x="7" y="39"/>
                      <a:pt x="7" y="39"/>
                      <a:pt x="7" y="39"/>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7" y="38"/>
                      <a:pt x="7" y="38"/>
                      <a:pt x="7" y="38"/>
                    </a:cubicBezTo>
                    <a:cubicBezTo>
                      <a:pt x="8" y="38"/>
                      <a:pt x="8" y="38"/>
                      <a:pt x="8" y="38"/>
                    </a:cubicBezTo>
                    <a:cubicBezTo>
                      <a:pt x="8" y="38"/>
                      <a:pt x="8" y="38"/>
                      <a:pt x="8" y="38"/>
                    </a:cubicBezTo>
                    <a:cubicBezTo>
                      <a:pt x="8" y="38"/>
                      <a:pt x="8" y="38"/>
                      <a:pt x="8" y="38"/>
                    </a:cubicBezTo>
                    <a:cubicBezTo>
                      <a:pt x="8" y="38"/>
                      <a:pt x="8" y="38"/>
                      <a:pt x="8" y="38"/>
                    </a:cubicBezTo>
                    <a:cubicBezTo>
                      <a:pt x="8" y="38"/>
                      <a:pt x="8" y="38"/>
                      <a:pt x="8" y="38"/>
                    </a:cubicBezTo>
                    <a:cubicBezTo>
                      <a:pt x="8" y="38"/>
                      <a:pt x="8" y="38"/>
                      <a:pt x="8" y="38"/>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8"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ubicBezTo>
                      <a:pt x="9" y="37"/>
                      <a:pt x="9" y="37"/>
                      <a:pt x="9" y="37"/>
                    </a:cubicBezTo>
                    <a:close/>
                    <a:moveTo>
                      <a:pt x="29" y="23"/>
                    </a:moveTo>
                    <a:cubicBezTo>
                      <a:pt x="29" y="23"/>
                      <a:pt x="29" y="23"/>
                      <a:pt x="29" y="23"/>
                    </a:cubicBezTo>
                    <a:cubicBezTo>
                      <a:pt x="29" y="23"/>
                      <a:pt x="29" y="23"/>
                      <a:pt x="29" y="23"/>
                    </a:cubicBezTo>
                    <a:cubicBezTo>
                      <a:pt x="29" y="23"/>
                      <a:pt x="29" y="23"/>
                      <a:pt x="29" y="23"/>
                    </a:cubicBezTo>
                    <a:cubicBezTo>
                      <a:pt x="29" y="23"/>
                      <a:pt x="29" y="23"/>
                      <a:pt x="29" y="23"/>
                    </a:cubicBezTo>
                    <a:close/>
                    <a:moveTo>
                      <a:pt x="9" y="20"/>
                    </a:moveTo>
                    <a:cubicBezTo>
                      <a:pt x="9" y="20"/>
                      <a:pt x="9" y="20"/>
                      <a:pt x="9" y="20"/>
                    </a:cubicBezTo>
                    <a:cubicBezTo>
                      <a:pt x="9" y="20"/>
                      <a:pt x="9" y="20"/>
                      <a:pt x="9" y="20"/>
                    </a:cubicBezTo>
                    <a:cubicBezTo>
                      <a:pt x="9" y="20"/>
                      <a:pt x="9" y="20"/>
                      <a:pt x="9" y="20"/>
                    </a:cubicBezTo>
                    <a:cubicBezTo>
                      <a:pt x="9" y="20"/>
                      <a:pt x="9" y="20"/>
                      <a:pt x="9" y="20"/>
                    </a:cubicBezTo>
                    <a:cubicBezTo>
                      <a:pt x="9" y="20"/>
                      <a:pt x="9" y="20"/>
                      <a:pt x="9" y="20"/>
                    </a:cubicBezTo>
                    <a:cubicBezTo>
                      <a:pt x="9" y="20"/>
                      <a:pt x="9" y="20"/>
                      <a:pt x="9" y="20"/>
                    </a:cubicBezTo>
                    <a:cubicBezTo>
                      <a:pt x="9" y="20"/>
                      <a:pt x="9" y="20"/>
                      <a:pt x="9" y="20"/>
                    </a:cubicBezTo>
                    <a:cubicBezTo>
                      <a:pt x="9" y="20"/>
                      <a:pt x="9" y="20"/>
                      <a:pt x="9" y="20"/>
                    </a:cubicBezTo>
                    <a:cubicBezTo>
                      <a:pt x="9" y="20"/>
                      <a:pt x="9" y="20"/>
                      <a:pt x="9" y="20"/>
                    </a:cubicBezTo>
                    <a:cubicBezTo>
                      <a:pt x="9" y="20"/>
                      <a:pt x="9" y="20"/>
                      <a:pt x="9" y="20"/>
                    </a:cubicBezTo>
                    <a:close/>
                    <a:moveTo>
                      <a:pt x="1" y="36"/>
                    </a:moveTo>
                    <a:cubicBezTo>
                      <a:pt x="1" y="36"/>
                      <a:pt x="1" y="36"/>
                      <a:pt x="1" y="36"/>
                    </a:cubicBezTo>
                    <a:cubicBezTo>
                      <a:pt x="1" y="36"/>
                      <a:pt x="1" y="36"/>
                      <a:pt x="1" y="36"/>
                    </a:cubicBezTo>
                    <a:cubicBezTo>
                      <a:pt x="0" y="36"/>
                      <a:pt x="0" y="36"/>
                      <a:pt x="0" y="36"/>
                    </a:cubicBezTo>
                    <a:cubicBezTo>
                      <a:pt x="0" y="36"/>
                      <a:pt x="0" y="36"/>
                      <a:pt x="0" y="36"/>
                    </a:cubicBezTo>
                    <a:cubicBezTo>
                      <a:pt x="0" y="36"/>
                      <a:pt x="0" y="36"/>
                      <a:pt x="0" y="36"/>
                    </a:cubicBezTo>
                    <a:cubicBezTo>
                      <a:pt x="0" y="36"/>
                      <a:pt x="0" y="36"/>
                      <a:pt x="1" y="36"/>
                    </a:cubicBezTo>
                    <a:cubicBezTo>
                      <a:pt x="1" y="36"/>
                      <a:pt x="1" y="36"/>
                      <a:pt x="1" y="36"/>
                    </a:cubicBezTo>
                    <a:cubicBezTo>
                      <a:pt x="1" y="36"/>
                      <a:pt x="1" y="36"/>
                      <a:pt x="1" y="36"/>
                    </a:cubicBezTo>
                    <a:cubicBezTo>
                      <a:pt x="1" y="36"/>
                      <a:pt x="1" y="36"/>
                      <a:pt x="1" y="36"/>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6" name="Freeform 426"/>
              <p:cNvSpPr>
                <a:spLocks/>
              </p:cNvSpPr>
              <p:nvPr/>
            </p:nvSpPr>
            <p:spPr bwMode="auto">
              <a:xfrm>
                <a:off x="4710114" y="2706292"/>
                <a:ext cx="27385" cy="59531"/>
              </a:xfrm>
              <a:custGeom>
                <a:avLst/>
                <a:gdLst/>
                <a:ahLst/>
                <a:cxnLst>
                  <a:cxn ang="0">
                    <a:pos x="9" y="2"/>
                  </a:cxn>
                  <a:cxn ang="0">
                    <a:pos x="8" y="1"/>
                  </a:cxn>
                  <a:cxn ang="0">
                    <a:pos x="8" y="0"/>
                  </a:cxn>
                  <a:cxn ang="0">
                    <a:pos x="7" y="1"/>
                  </a:cxn>
                  <a:cxn ang="0">
                    <a:pos x="7" y="1"/>
                  </a:cxn>
                  <a:cxn ang="0">
                    <a:pos x="7" y="2"/>
                  </a:cxn>
                  <a:cxn ang="0">
                    <a:pos x="7" y="2"/>
                  </a:cxn>
                  <a:cxn ang="0">
                    <a:pos x="7" y="2"/>
                  </a:cxn>
                  <a:cxn ang="0">
                    <a:pos x="7" y="2"/>
                  </a:cxn>
                  <a:cxn ang="0">
                    <a:pos x="6" y="3"/>
                  </a:cxn>
                  <a:cxn ang="0">
                    <a:pos x="6" y="3"/>
                  </a:cxn>
                  <a:cxn ang="0">
                    <a:pos x="6" y="4"/>
                  </a:cxn>
                  <a:cxn ang="0">
                    <a:pos x="6" y="4"/>
                  </a:cxn>
                  <a:cxn ang="0">
                    <a:pos x="6" y="5"/>
                  </a:cxn>
                  <a:cxn ang="0">
                    <a:pos x="5" y="4"/>
                  </a:cxn>
                  <a:cxn ang="0">
                    <a:pos x="5" y="5"/>
                  </a:cxn>
                  <a:cxn ang="0">
                    <a:pos x="5" y="5"/>
                  </a:cxn>
                  <a:cxn ang="0">
                    <a:pos x="5" y="5"/>
                  </a:cxn>
                  <a:cxn ang="0">
                    <a:pos x="5" y="5"/>
                  </a:cxn>
                  <a:cxn ang="0">
                    <a:pos x="5" y="6"/>
                  </a:cxn>
                  <a:cxn ang="0">
                    <a:pos x="4" y="6"/>
                  </a:cxn>
                  <a:cxn ang="0">
                    <a:pos x="4" y="6"/>
                  </a:cxn>
                  <a:cxn ang="0">
                    <a:pos x="3" y="6"/>
                  </a:cxn>
                  <a:cxn ang="0">
                    <a:pos x="3" y="6"/>
                  </a:cxn>
                  <a:cxn ang="0">
                    <a:pos x="3" y="6"/>
                  </a:cxn>
                  <a:cxn ang="0">
                    <a:pos x="2" y="6"/>
                  </a:cxn>
                  <a:cxn ang="0">
                    <a:pos x="1" y="8"/>
                  </a:cxn>
                  <a:cxn ang="0">
                    <a:pos x="1" y="9"/>
                  </a:cxn>
                  <a:cxn ang="0">
                    <a:pos x="2" y="11"/>
                  </a:cxn>
                  <a:cxn ang="0">
                    <a:pos x="2" y="12"/>
                  </a:cxn>
                  <a:cxn ang="0">
                    <a:pos x="2" y="13"/>
                  </a:cxn>
                  <a:cxn ang="0">
                    <a:pos x="1" y="13"/>
                  </a:cxn>
                  <a:cxn ang="0">
                    <a:pos x="1" y="15"/>
                  </a:cxn>
                  <a:cxn ang="0">
                    <a:pos x="1" y="15"/>
                  </a:cxn>
                  <a:cxn ang="0">
                    <a:pos x="0" y="15"/>
                  </a:cxn>
                  <a:cxn ang="0">
                    <a:pos x="0" y="16"/>
                  </a:cxn>
                  <a:cxn ang="0">
                    <a:pos x="1" y="17"/>
                  </a:cxn>
                  <a:cxn ang="0">
                    <a:pos x="1" y="18"/>
                  </a:cxn>
                  <a:cxn ang="0">
                    <a:pos x="1" y="19"/>
                  </a:cxn>
                  <a:cxn ang="0">
                    <a:pos x="1" y="20"/>
                  </a:cxn>
                  <a:cxn ang="0">
                    <a:pos x="2" y="21"/>
                  </a:cxn>
                  <a:cxn ang="0">
                    <a:pos x="3" y="21"/>
                  </a:cxn>
                  <a:cxn ang="0">
                    <a:pos x="4" y="21"/>
                  </a:cxn>
                  <a:cxn ang="0">
                    <a:pos x="5" y="20"/>
                  </a:cxn>
                  <a:cxn ang="0">
                    <a:pos x="5" y="20"/>
                  </a:cxn>
                  <a:cxn ang="0">
                    <a:pos x="6" y="17"/>
                  </a:cxn>
                  <a:cxn ang="0">
                    <a:pos x="6" y="15"/>
                  </a:cxn>
                  <a:cxn ang="0">
                    <a:pos x="7" y="14"/>
                  </a:cxn>
                  <a:cxn ang="0">
                    <a:pos x="7" y="13"/>
                  </a:cxn>
                  <a:cxn ang="0">
                    <a:pos x="8" y="10"/>
                  </a:cxn>
                  <a:cxn ang="0">
                    <a:pos x="8" y="9"/>
                  </a:cxn>
                  <a:cxn ang="0">
                    <a:pos x="8" y="7"/>
                  </a:cxn>
                  <a:cxn ang="0">
                    <a:pos x="9" y="6"/>
                  </a:cxn>
                  <a:cxn ang="0">
                    <a:pos x="9" y="5"/>
                  </a:cxn>
                  <a:cxn ang="0">
                    <a:pos x="9" y="6"/>
                  </a:cxn>
                  <a:cxn ang="0">
                    <a:pos x="10" y="5"/>
                  </a:cxn>
                </a:cxnLst>
                <a:rect l="0" t="0" r="r" b="b"/>
                <a:pathLst>
                  <a:path w="10" h="21">
                    <a:moveTo>
                      <a:pt x="9" y="5"/>
                    </a:moveTo>
                    <a:cubicBezTo>
                      <a:pt x="9" y="4"/>
                      <a:pt x="9" y="4"/>
                      <a:pt x="9" y="4"/>
                    </a:cubicBezTo>
                    <a:cubicBezTo>
                      <a:pt x="9" y="4"/>
                      <a:pt x="9" y="4"/>
                      <a:pt x="9" y="3"/>
                    </a:cubicBezTo>
                    <a:cubicBezTo>
                      <a:pt x="9" y="3"/>
                      <a:pt x="9" y="3"/>
                      <a:pt x="9" y="3"/>
                    </a:cubicBezTo>
                    <a:cubicBezTo>
                      <a:pt x="9" y="3"/>
                      <a:pt x="9" y="3"/>
                      <a:pt x="9" y="2"/>
                    </a:cubicBezTo>
                    <a:cubicBezTo>
                      <a:pt x="9" y="2"/>
                      <a:pt x="9" y="2"/>
                      <a:pt x="9" y="2"/>
                    </a:cubicBezTo>
                    <a:cubicBezTo>
                      <a:pt x="9" y="2"/>
                      <a:pt x="9" y="2"/>
                      <a:pt x="9" y="2"/>
                    </a:cubicBezTo>
                    <a:cubicBezTo>
                      <a:pt x="9" y="2"/>
                      <a:pt x="9" y="2"/>
                      <a:pt x="9" y="1"/>
                    </a:cubicBezTo>
                    <a:cubicBezTo>
                      <a:pt x="9" y="1"/>
                      <a:pt x="9" y="1"/>
                      <a:pt x="9" y="1"/>
                    </a:cubicBezTo>
                    <a:cubicBezTo>
                      <a:pt x="9" y="1"/>
                      <a:pt x="9" y="1"/>
                      <a:pt x="8" y="1"/>
                    </a:cubicBezTo>
                    <a:cubicBezTo>
                      <a:pt x="8" y="1"/>
                      <a:pt x="8" y="1"/>
                      <a:pt x="8" y="1"/>
                    </a:cubicBezTo>
                    <a:cubicBezTo>
                      <a:pt x="8" y="1"/>
                      <a:pt x="8" y="1"/>
                      <a:pt x="8" y="1"/>
                    </a:cubicBezTo>
                    <a:cubicBezTo>
                      <a:pt x="8" y="1"/>
                      <a:pt x="8" y="1"/>
                      <a:pt x="8" y="1"/>
                    </a:cubicBezTo>
                    <a:cubicBezTo>
                      <a:pt x="8" y="0"/>
                      <a:pt x="8" y="0"/>
                      <a:pt x="8" y="0"/>
                    </a:cubicBezTo>
                    <a:cubicBezTo>
                      <a:pt x="8" y="0"/>
                      <a:pt x="8" y="0"/>
                      <a:pt x="8" y="0"/>
                    </a:cubicBezTo>
                    <a:cubicBezTo>
                      <a:pt x="8" y="0"/>
                      <a:pt x="8" y="0"/>
                      <a:pt x="8" y="0"/>
                    </a:cubicBezTo>
                    <a:cubicBezTo>
                      <a:pt x="8" y="0"/>
                      <a:pt x="8" y="0"/>
                      <a:pt x="8" y="0"/>
                    </a:cubicBezTo>
                    <a:cubicBezTo>
                      <a:pt x="8" y="0"/>
                      <a:pt x="8" y="0"/>
                      <a:pt x="8" y="0"/>
                    </a:cubicBezTo>
                    <a:cubicBezTo>
                      <a:pt x="8" y="0"/>
                      <a:pt x="8"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8" y="1"/>
                    </a:cubicBezTo>
                    <a:cubicBezTo>
                      <a:pt x="8" y="1"/>
                      <a:pt x="8" y="1"/>
                      <a:pt x="7" y="1"/>
                    </a:cubicBezTo>
                    <a:cubicBezTo>
                      <a:pt x="7" y="1"/>
                      <a:pt x="7" y="1"/>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3"/>
                      <a:pt x="7" y="3"/>
                      <a:pt x="7" y="3"/>
                    </a:cubicBezTo>
                    <a:cubicBezTo>
                      <a:pt x="7" y="3"/>
                      <a:pt x="7" y="2"/>
                      <a:pt x="7" y="2"/>
                    </a:cubicBezTo>
                    <a:cubicBezTo>
                      <a:pt x="7" y="2"/>
                      <a:pt x="7" y="2"/>
                      <a:pt x="7" y="2"/>
                    </a:cubicBezTo>
                    <a:cubicBezTo>
                      <a:pt x="7" y="2"/>
                      <a:pt x="7" y="2"/>
                      <a:pt x="7" y="2"/>
                    </a:cubicBezTo>
                    <a:cubicBezTo>
                      <a:pt x="6" y="2"/>
                      <a:pt x="6" y="2"/>
                      <a:pt x="6" y="2"/>
                    </a:cubicBezTo>
                    <a:cubicBezTo>
                      <a:pt x="6" y="2"/>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5"/>
                      <a:pt x="6" y="5"/>
                      <a:pt x="6" y="5"/>
                    </a:cubicBezTo>
                    <a:cubicBezTo>
                      <a:pt x="6" y="5"/>
                      <a:pt x="6" y="5"/>
                      <a:pt x="6" y="5"/>
                    </a:cubicBezTo>
                    <a:cubicBezTo>
                      <a:pt x="6" y="5"/>
                      <a:pt x="6" y="5"/>
                      <a:pt x="6" y="5"/>
                    </a:cubicBezTo>
                    <a:cubicBezTo>
                      <a:pt x="6" y="5"/>
                      <a:pt x="6" y="4"/>
                      <a:pt x="6" y="4"/>
                    </a:cubicBezTo>
                    <a:cubicBezTo>
                      <a:pt x="6" y="4"/>
                      <a:pt x="6" y="4"/>
                      <a:pt x="6" y="4"/>
                    </a:cubicBezTo>
                    <a:cubicBezTo>
                      <a:pt x="6" y="4"/>
                      <a:pt x="6" y="4"/>
                      <a:pt x="6" y="4"/>
                    </a:cubicBezTo>
                    <a:cubicBezTo>
                      <a:pt x="6" y="4"/>
                      <a:pt x="5" y="4"/>
                      <a:pt x="5" y="4"/>
                    </a:cubicBezTo>
                    <a:cubicBezTo>
                      <a:pt x="5" y="4"/>
                      <a:pt x="5" y="4"/>
                      <a:pt x="5" y="4"/>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6"/>
                      <a:pt x="5" y="6"/>
                    </a:cubicBezTo>
                    <a:cubicBezTo>
                      <a:pt x="5" y="6"/>
                      <a:pt x="5" y="6"/>
                      <a:pt x="5" y="6"/>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6"/>
                    </a:cubicBezTo>
                    <a:cubicBezTo>
                      <a:pt x="4" y="6"/>
                      <a:pt x="4" y="6"/>
                      <a:pt x="5" y="6"/>
                    </a:cubicBezTo>
                    <a:cubicBezTo>
                      <a:pt x="5" y="6"/>
                      <a:pt x="5" y="6"/>
                      <a:pt x="5" y="6"/>
                    </a:cubicBezTo>
                    <a:cubicBezTo>
                      <a:pt x="5" y="6"/>
                      <a:pt x="5" y="6"/>
                      <a:pt x="5" y="6"/>
                    </a:cubicBezTo>
                    <a:cubicBezTo>
                      <a:pt x="5" y="6"/>
                      <a:pt x="5" y="6"/>
                      <a:pt x="5"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2" y="6"/>
                      <a:pt x="2" y="6"/>
                    </a:cubicBezTo>
                    <a:cubicBezTo>
                      <a:pt x="2" y="6"/>
                      <a:pt x="2" y="6"/>
                      <a:pt x="2" y="6"/>
                    </a:cubicBezTo>
                    <a:cubicBezTo>
                      <a:pt x="2" y="6"/>
                      <a:pt x="2" y="6"/>
                      <a:pt x="2" y="6"/>
                    </a:cubicBezTo>
                    <a:cubicBezTo>
                      <a:pt x="2" y="6"/>
                      <a:pt x="2" y="6"/>
                      <a:pt x="2" y="6"/>
                    </a:cubicBezTo>
                    <a:cubicBezTo>
                      <a:pt x="2" y="6"/>
                      <a:pt x="2" y="6"/>
                      <a:pt x="2" y="7"/>
                    </a:cubicBezTo>
                    <a:cubicBezTo>
                      <a:pt x="2" y="7"/>
                      <a:pt x="2" y="7"/>
                      <a:pt x="2" y="7"/>
                    </a:cubicBezTo>
                    <a:cubicBezTo>
                      <a:pt x="2" y="7"/>
                      <a:pt x="2" y="7"/>
                      <a:pt x="2" y="8"/>
                    </a:cubicBezTo>
                    <a:cubicBezTo>
                      <a:pt x="2" y="8"/>
                      <a:pt x="2" y="8"/>
                      <a:pt x="1" y="8"/>
                    </a:cubicBezTo>
                    <a:cubicBezTo>
                      <a:pt x="1" y="8"/>
                      <a:pt x="1" y="8"/>
                      <a:pt x="1" y="8"/>
                    </a:cubicBezTo>
                    <a:cubicBezTo>
                      <a:pt x="1" y="8"/>
                      <a:pt x="1" y="8"/>
                      <a:pt x="1" y="8"/>
                    </a:cubicBezTo>
                    <a:cubicBezTo>
                      <a:pt x="1" y="8"/>
                      <a:pt x="1" y="9"/>
                      <a:pt x="1" y="9"/>
                    </a:cubicBezTo>
                    <a:cubicBezTo>
                      <a:pt x="1" y="9"/>
                      <a:pt x="1" y="9"/>
                      <a:pt x="1" y="9"/>
                    </a:cubicBezTo>
                    <a:cubicBezTo>
                      <a:pt x="1" y="9"/>
                      <a:pt x="1" y="9"/>
                      <a:pt x="1" y="9"/>
                    </a:cubicBezTo>
                    <a:cubicBezTo>
                      <a:pt x="1" y="9"/>
                      <a:pt x="1" y="9"/>
                      <a:pt x="1" y="9"/>
                    </a:cubicBezTo>
                    <a:cubicBezTo>
                      <a:pt x="1" y="9"/>
                      <a:pt x="1" y="9"/>
                      <a:pt x="1" y="9"/>
                    </a:cubicBezTo>
                    <a:cubicBezTo>
                      <a:pt x="1" y="10"/>
                      <a:pt x="1" y="10"/>
                      <a:pt x="1" y="10"/>
                    </a:cubicBezTo>
                    <a:cubicBezTo>
                      <a:pt x="1" y="10"/>
                      <a:pt x="1" y="10"/>
                      <a:pt x="1" y="10"/>
                    </a:cubicBezTo>
                    <a:cubicBezTo>
                      <a:pt x="1" y="10"/>
                      <a:pt x="2" y="10"/>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2"/>
                      <a:pt x="2" y="12"/>
                    </a:cubicBezTo>
                    <a:cubicBezTo>
                      <a:pt x="2" y="12"/>
                      <a:pt x="2" y="12"/>
                      <a:pt x="2" y="12"/>
                    </a:cubicBezTo>
                    <a:cubicBezTo>
                      <a:pt x="2" y="12"/>
                      <a:pt x="2" y="12"/>
                      <a:pt x="2" y="12"/>
                    </a:cubicBezTo>
                    <a:cubicBezTo>
                      <a:pt x="2" y="12"/>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2" y="13"/>
                    </a:cubicBezTo>
                    <a:cubicBezTo>
                      <a:pt x="2" y="13"/>
                      <a:pt x="2" y="13"/>
                      <a:pt x="1" y="13"/>
                    </a:cubicBezTo>
                    <a:cubicBezTo>
                      <a:pt x="1" y="13"/>
                      <a:pt x="1" y="13"/>
                      <a:pt x="1" y="13"/>
                    </a:cubicBezTo>
                    <a:cubicBezTo>
                      <a:pt x="1" y="13"/>
                      <a:pt x="1" y="14"/>
                      <a:pt x="1" y="14"/>
                    </a:cubicBezTo>
                    <a:cubicBezTo>
                      <a:pt x="1" y="14"/>
                      <a:pt x="1" y="14"/>
                      <a:pt x="1" y="14"/>
                    </a:cubicBezTo>
                    <a:cubicBezTo>
                      <a:pt x="1" y="14"/>
                      <a:pt x="1" y="14"/>
                      <a:pt x="1" y="14"/>
                    </a:cubicBezTo>
                    <a:cubicBezTo>
                      <a:pt x="1" y="14"/>
                      <a:pt x="1" y="14"/>
                      <a:pt x="1" y="14"/>
                    </a:cubicBezTo>
                    <a:cubicBezTo>
                      <a:pt x="1" y="14"/>
                      <a:pt x="1" y="15"/>
                      <a:pt x="1" y="15"/>
                    </a:cubicBezTo>
                    <a:cubicBezTo>
                      <a:pt x="1" y="15"/>
                      <a:pt x="1" y="15"/>
                      <a:pt x="1" y="15"/>
                    </a:cubicBezTo>
                    <a:cubicBezTo>
                      <a:pt x="1" y="15"/>
                      <a:pt x="1" y="15"/>
                      <a:pt x="1" y="15"/>
                    </a:cubicBezTo>
                    <a:cubicBezTo>
                      <a:pt x="1" y="15"/>
                      <a:pt x="1" y="15"/>
                      <a:pt x="1" y="15"/>
                    </a:cubicBezTo>
                    <a:cubicBezTo>
                      <a:pt x="1" y="15"/>
                      <a:pt x="1" y="15"/>
                      <a:pt x="1" y="15"/>
                    </a:cubicBezTo>
                    <a:cubicBezTo>
                      <a:pt x="0" y="15"/>
                      <a:pt x="1" y="15"/>
                      <a:pt x="1" y="15"/>
                    </a:cubicBezTo>
                    <a:cubicBezTo>
                      <a:pt x="1" y="15"/>
                      <a:pt x="1" y="15"/>
                      <a:pt x="0" y="15"/>
                    </a:cubicBezTo>
                    <a:cubicBezTo>
                      <a:pt x="0" y="15"/>
                      <a:pt x="0" y="15"/>
                      <a:pt x="0" y="15"/>
                    </a:cubicBezTo>
                    <a:cubicBezTo>
                      <a:pt x="0" y="15"/>
                      <a:pt x="0" y="15"/>
                      <a:pt x="0" y="15"/>
                    </a:cubicBezTo>
                    <a:cubicBezTo>
                      <a:pt x="0" y="15"/>
                      <a:pt x="0" y="15"/>
                      <a:pt x="0" y="15"/>
                    </a:cubicBezTo>
                    <a:cubicBezTo>
                      <a:pt x="0" y="15"/>
                      <a:pt x="0" y="15"/>
                      <a:pt x="0" y="15"/>
                    </a:cubicBezTo>
                    <a:cubicBezTo>
                      <a:pt x="0" y="15"/>
                      <a:pt x="0" y="15"/>
                      <a:pt x="0" y="15"/>
                    </a:cubicBezTo>
                    <a:cubicBezTo>
                      <a:pt x="0" y="15"/>
                      <a:pt x="0" y="15"/>
                      <a:pt x="0" y="15"/>
                    </a:cubicBezTo>
                    <a:cubicBezTo>
                      <a:pt x="0" y="15"/>
                      <a:pt x="0" y="15"/>
                      <a:pt x="0" y="15"/>
                    </a:cubicBezTo>
                    <a:cubicBezTo>
                      <a:pt x="0" y="16"/>
                      <a:pt x="0" y="16"/>
                      <a:pt x="0" y="16"/>
                    </a:cubicBezTo>
                    <a:cubicBezTo>
                      <a:pt x="0" y="16"/>
                      <a:pt x="0" y="16"/>
                      <a:pt x="0" y="16"/>
                    </a:cubicBezTo>
                    <a:cubicBezTo>
                      <a:pt x="0" y="16"/>
                      <a:pt x="0" y="16"/>
                      <a:pt x="0" y="16"/>
                    </a:cubicBezTo>
                    <a:cubicBezTo>
                      <a:pt x="0" y="16"/>
                      <a:pt x="0" y="16"/>
                      <a:pt x="0" y="16"/>
                    </a:cubicBezTo>
                    <a:cubicBezTo>
                      <a:pt x="0" y="16"/>
                      <a:pt x="0" y="16"/>
                      <a:pt x="0" y="16"/>
                    </a:cubicBezTo>
                    <a:cubicBezTo>
                      <a:pt x="0" y="17"/>
                      <a:pt x="0" y="17"/>
                      <a:pt x="0" y="17"/>
                    </a:cubicBezTo>
                    <a:cubicBezTo>
                      <a:pt x="0" y="17"/>
                      <a:pt x="1" y="17"/>
                      <a:pt x="1" y="17"/>
                    </a:cubicBezTo>
                    <a:cubicBezTo>
                      <a:pt x="1" y="17"/>
                      <a:pt x="1" y="17"/>
                      <a:pt x="1" y="17"/>
                    </a:cubicBezTo>
                    <a:cubicBezTo>
                      <a:pt x="1" y="17"/>
                      <a:pt x="1" y="17"/>
                      <a:pt x="1" y="17"/>
                    </a:cubicBezTo>
                    <a:cubicBezTo>
                      <a:pt x="1" y="17"/>
                      <a:pt x="1" y="18"/>
                      <a:pt x="1" y="18"/>
                    </a:cubicBezTo>
                    <a:cubicBezTo>
                      <a:pt x="1" y="18"/>
                      <a:pt x="1" y="18"/>
                      <a:pt x="1" y="18"/>
                    </a:cubicBezTo>
                    <a:cubicBezTo>
                      <a:pt x="1" y="18"/>
                      <a:pt x="1" y="18"/>
                      <a:pt x="1" y="18"/>
                    </a:cubicBezTo>
                    <a:cubicBezTo>
                      <a:pt x="1" y="18"/>
                      <a:pt x="1" y="18"/>
                      <a:pt x="1" y="18"/>
                    </a:cubicBezTo>
                    <a:cubicBezTo>
                      <a:pt x="1" y="18"/>
                      <a:pt x="1" y="18"/>
                      <a:pt x="1" y="18"/>
                    </a:cubicBezTo>
                    <a:cubicBezTo>
                      <a:pt x="1" y="18"/>
                      <a:pt x="1" y="19"/>
                      <a:pt x="1" y="19"/>
                    </a:cubicBezTo>
                    <a:cubicBezTo>
                      <a:pt x="1" y="19"/>
                      <a:pt x="1" y="19"/>
                      <a:pt x="1" y="19"/>
                    </a:cubicBezTo>
                    <a:cubicBezTo>
                      <a:pt x="1" y="19"/>
                      <a:pt x="1" y="19"/>
                      <a:pt x="1" y="19"/>
                    </a:cubicBezTo>
                    <a:cubicBezTo>
                      <a:pt x="1" y="19"/>
                      <a:pt x="1" y="19"/>
                      <a:pt x="1" y="19"/>
                    </a:cubicBezTo>
                    <a:cubicBezTo>
                      <a:pt x="1" y="19"/>
                      <a:pt x="1" y="19"/>
                      <a:pt x="1" y="19"/>
                    </a:cubicBezTo>
                    <a:cubicBezTo>
                      <a:pt x="1" y="19"/>
                      <a:pt x="1" y="20"/>
                      <a:pt x="1" y="20"/>
                    </a:cubicBezTo>
                    <a:cubicBezTo>
                      <a:pt x="1" y="20"/>
                      <a:pt x="1" y="20"/>
                      <a:pt x="1" y="20"/>
                    </a:cubicBezTo>
                    <a:cubicBezTo>
                      <a:pt x="1" y="20"/>
                      <a:pt x="1" y="20"/>
                      <a:pt x="1" y="20"/>
                    </a:cubicBezTo>
                    <a:cubicBezTo>
                      <a:pt x="1" y="20"/>
                      <a:pt x="2" y="20"/>
                      <a:pt x="2" y="20"/>
                    </a:cubicBezTo>
                    <a:cubicBezTo>
                      <a:pt x="2" y="20"/>
                      <a:pt x="2" y="20"/>
                      <a:pt x="2" y="20"/>
                    </a:cubicBezTo>
                    <a:cubicBezTo>
                      <a:pt x="2" y="20"/>
                      <a:pt x="2" y="20"/>
                      <a:pt x="2" y="20"/>
                    </a:cubicBezTo>
                    <a:cubicBezTo>
                      <a:pt x="2" y="20"/>
                      <a:pt x="2" y="20"/>
                      <a:pt x="2" y="21"/>
                    </a:cubicBezTo>
                    <a:cubicBezTo>
                      <a:pt x="2" y="21"/>
                      <a:pt x="2" y="21"/>
                      <a:pt x="2" y="21"/>
                    </a:cubicBezTo>
                    <a:cubicBezTo>
                      <a:pt x="2" y="21"/>
                      <a:pt x="2" y="21"/>
                      <a:pt x="2" y="21"/>
                    </a:cubicBezTo>
                    <a:cubicBezTo>
                      <a:pt x="2" y="21"/>
                      <a:pt x="2" y="21"/>
                      <a:pt x="2" y="21"/>
                    </a:cubicBezTo>
                    <a:cubicBezTo>
                      <a:pt x="2" y="21"/>
                      <a:pt x="2" y="21"/>
                      <a:pt x="2" y="21"/>
                    </a:cubicBezTo>
                    <a:cubicBezTo>
                      <a:pt x="2" y="21"/>
                      <a:pt x="2" y="21"/>
                      <a:pt x="2" y="21"/>
                    </a:cubicBezTo>
                    <a:cubicBezTo>
                      <a:pt x="2" y="21"/>
                      <a:pt x="2" y="21"/>
                      <a:pt x="3" y="21"/>
                    </a:cubicBezTo>
                    <a:cubicBezTo>
                      <a:pt x="3" y="21"/>
                      <a:pt x="3" y="21"/>
                      <a:pt x="3" y="21"/>
                    </a:cubicBezTo>
                    <a:cubicBezTo>
                      <a:pt x="3" y="21"/>
                      <a:pt x="3" y="21"/>
                      <a:pt x="3" y="21"/>
                    </a:cubicBezTo>
                    <a:cubicBezTo>
                      <a:pt x="3" y="21"/>
                      <a:pt x="3" y="21"/>
                      <a:pt x="3" y="21"/>
                    </a:cubicBezTo>
                    <a:cubicBezTo>
                      <a:pt x="3" y="21"/>
                      <a:pt x="3" y="21"/>
                      <a:pt x="3" y="21"/>
                    </a:cubicBezTo>
                    <a:cubicBezTo>
                      <a:pt x="3" y="21"/>
                      <a:pt x="4" y="21"/>
                      <a:pt x="4" y="21"/>
                    </a:cubicBezTo>
                    <a:cubicBezTo>
                      <a:pt x="4" y="21"/>
                      <a:pt x="4" y="21"/>
                      <a:pt x="4" y="21"/>
                    </a:cubicBezTo>
                    <a:cubicBezTo>
                      <a:pt x="4" y="21"/>
                      <a:pt x="4" y="21"/>
                      <a:pt x="4" y="21"/>
                    </a:cubicBezTo>
                    <a:cubicBezTo>
                      <a:pt x="5" y="21"/>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20"/>
                      <a:pt x="5" y="20"/>
                      <a:pt x="5" y="20"/>
                    </a:cubicBezTo>
                    <a:cubicBezTo>
                      <a:pt x="5" y="19"/>
                      <a:pt x="5" y="19"/>
                      <a:pt x="5" y="18"/>
                    </a:cubicBezTo>
                    <a:cubicBezTo>
                      <a:pt x="6" y="18"/>
                      <a:pt x="6" y="18"/>
                      <a:pt x="6" y="18"/>
                    </a:cubicBezTo>
                    <a:cubicBezTo>
                      <a:pt x="6" y="18"/>
                      <a:pt x="6" y="18"/>
                      <a:pt x="6" y="17"/>
                    </a:cubicBezTo>
                    <a:cubicBezTo>
                      <a:pt x="6" y="17"/>
                      <a:pt x="6" y="17"/>
                      <a:pt x="6" y="17"/>
                    </a:cubicBezTo>
                    <a:cubicBezTo>
                      <a:pt x="6" y="17"/>
                      <a:pt x="6" y="17"/>
                      <a:pt x="6" y="17"/>
                    </a:cubicBezTo>
                    <a:cubicBezTo>
                      <a:pt x="6" y="17"/>
                      <a:pt x="6" y="16"/>
                      <a:pt x="6" y="16"/>
                    </a:cubicBezTo>
                    <a:cubicBezTo>
                      <a:pt x="6" y="16"/>
                      <a:pt x="6" y="16"/>
                      <a:pt x="6" y="16"/>
                    </a:cubicBezTo>
                    <a:cubicBezTo>
                      <a:pt x="6" y="16"/>
                      <a:pt x="6" y="16"/>
                      <a:pt x="6" y="15"/>
                    </a:cubicBezTo>
                    <a:cubicBezTo>
                      <a:pt x="6" y="15"/>
                      <a:pt x="6" y="15"/>
                      <a:pt x="6" y="15"/>
                    </a:cubicBezTo>
                    <a:cubicBezTo>
                      <a:pt x="7" y="15"/>
                      <a:pt x="7" y="15"/>
                      <a:pt x="7" y="15"/>
                    </a:cubicBezTo>
                    <a:cubicBezTo>
                      <a:pt x="7" y="15"/>
                      <a:pt x="7" y="15"/>
                      <a:pt x="7" y="15"/>
                    </a:cubicBezTo>
                    <a:cubicBezTo>
                      <a:pt x="7" y="14"/>
                      <a:pt x="7" y="14"/>
                      <a:pt x="7" y="14"/>
                    </a:cubicBezTo>
                    <a:cubicBezTo>
                      <a:pt x="7" y="14"/>
                      <a:pt x="7" y="14"/>
                      <a:pt x="7" y="14"/>
                    </a:cubicBezTo>
                    <a:cubicBezTo>
                      <a:pt x="7" y="14"/>
                      <a:pt x="7" y="14"/>
                      <a:pt x="7" y="14"/>
                    </a:cubicBezTo>
                    <a:cubicBezTo>
                      <a:pt x="7" y="14"/>
                      <a:pt x="7" y="14"/>
                      <a:pt x="7" y="14"/>
                    </a:cubicBezTo>
                    <a:cubicBezTo>
                      <a:pt x="7" y="14"/>
                      <a:pt x="7" y="13"/>
                      <a:pt x="7" y="13"/>
                    </a:cubicBezTo>
                    <a:cubicBezTo>
                      <a:pt x="7" y="13"/>
                      <a:pt x="7" y="13"/>
                      <a:pt x="7" y="13"/>
                    </a:cubicBezTo>
                    <a:cubicBezTo>
                      <a:pt x="7" y="13"/>
                      <a:pt x="7" y="13"/>
                      <a:pt x="7" y="13"/>
                    </a:cubicBezTo>
                    <a:cubicBezTo>
                      <a:pt x="7" y="13"/>
                      <a:pt x="7" y="13"/>
                      <a:pt x="7" y="13"/>
                    </a:cubicBezTo>
                    <a:cubicBezTo>
                      <a:pt x="7" y="12"/>
                      <a:pt x="7" y="12"/>
                      <a:pt x="7" y="12"/>
                    </a:cubicBezTo>
                    <a:cubicBezTo>
                      <a:pt x="7" y="12"/>
                      <a:pt x="7" y="12"/>
                      <a:pt x="7" y="12"/>
                    </a:cubicBezTo>
                    <a:cubicBezTo>
                      <a:pt x="7" y="12"/>
                      <a:pt x="7" y="12"/>
                      <a:pt x="7" y="12"/>
                    </a:cubicBezTo>
                    <a:cubicBezTo>
                      <a:pt x="7" y="12"/>
                      <a:pt x="8" y="12"/>
                      <a:pt x="8" y="11"/>
                    </a:cubicBezTo>
                    <a:cubicBezTo>
                      <a:pt x="8" y="11"/>
                      <a:pt x="8" y="11"/>
                      <a:pt x="8" y="10"/>
                    </a:cubicBezTo>
                    <a:cubicBezTo>
                      <a:pt x="8" y="10"/>
                      <a:pt x="8" y="10"/>
                      <a:pt x="8" y="10"/>
                    </a:cubicBezTo>
                    <a:cubicBezTo>
                      <a:pt x="8" y="10"/>
                      <a:pt x="8" y="10"/>
                      <a:pt x="8" y="10"/>
                    </a:cubicBezTo>
                    <a:cubicBezTo>
                      <a:pt x="8" y="9"/>
                      <a:pt x="8" y="9"/>
                      <a:pt x="8" y="9"/>
                    </a:cubicBezTo>
                    <a:cubicBezTo>
                      <a:pt x="8" y="9"/>
                      <a:pt x="8" y="9"/>
                      <a:pt x="8" y="9"/>
                    </a:cubicBezTo>
                    <a:cubicBezTo>
                      <a:pt x="8" y="9"/>
                      <a:pt x="8" y="9"/>
                      <a:pt x="8" y="9"/>
                    </a:cubicBezTo>
                    <a:cubicBezTo>
                      <a:pt x="8" y="9"/>
                      <a:pt x="8" y="9"/>
                      <a:pt x="8" y="9"/>
                    </a:cubicBezTo>
                    <a:cubicBezTo>
                      <a:pt x="8" y="8"/>
                      <a:pt x="8" y="8"/>
                      <a:pt x="8" y="8"/>
                    </a:cubicBezTo>
                    <a:cubicBezTo>
                      <a:pt x="8" y="8"/>
                      <a:pt x="8" y="8"/>
                      <a:pt x="8" y="8"/>
                    </a:cubicBezTo>
                    <a:cubicBezTo>
                      <a:pt x="8" y="8"/>
                      <a:pt x="8" y="8"/>
                      <a:pt x="8" y="8"/>
                    </a:cubicBezTo>
                    <a:cubicBezTo>
                      <a:pt x="8" y="8"/>
                      <a:pt x="8" y="8"/>
                      <a:pt x="8" y="7"/>
                    </a:cubicBezTo>
                    <a:cubicBezTo>
                      <a:pt x="8" y="7"/>
                      <a:pt x="8" y="7"/>
                      <a:pt x="8" y="7"/>
                    </a:cubicBezTo>
                    <a:cubicBezTo>
                      <a:pt x="8" y="7"/>
                      <a:pt x="8" y="7"/>
                      <a:pt x="8" y="7"/>
                    </a:cubicBezTo>
                    <a:cubicBezTo>
                      <a:pt x="9" y="7"/>
                      <a:pt x="9" y="7"/>
                      <a:pt x="9" y="7"/>
                    </a:cubicBezTo>
                    <a:cubicBezTo>
                      <a:pt x="9" y="7"/>
                      <a:pt x="9" y="7"/>
                      <a:pt x="9" y="7"/>
                    </a:cubicBezTo>
                    <a:cubicBezTo>
                      <a:pt x="9" y="7"/>
                      <a:pt x="9" y="7"/>
                      <a:pt x="9" y="6"/>
                    </a:cubicBezTo>
                    <a:cubicBezTo>
                      <a:pt x="9" y="6"/>
                      <a:pt x="9" y="6"/>
                      <a:pt x="9" y="6"/>
                    </a:cubicBezTo>
                    <a:cubicBezTo>
                      <a:pt x="9" y="6"/>
                      <a:pt x="9" y="6"/>
                      <a:pt x="8" y="6"/>
                    </a:cubicBezTo>
                    <a:cubicBezTo>
                      <a:pt x="8" y="6"/>
                      <a:pt x="8" y="6"/>
                      <a:pt x="8" y="6"/>
                    </a:cubicBezTo>
                    <a:cubicBezTo>
                      <a:pt x="8" y="6"/>
                      <a:pt x="8" y="5"/>
                      <a:pt x="8" y="5"/>
                    </a:cubicBezTo>
                    <a:cubicBezTo>
                      <a:pt x="8" y="5"/>
                      <a:pt x="8" y="5"/>
                      <a:pt x="9" y="5"/>
                    </a:cubicBezTo>
                    <a:cubicBezTo>
                      <a:pt x="9" y="5"/>
                      <a:pt x="9" y="5"/>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5"/>
                      <a:pt x="9" y="5"/>
                    </a:cubicBezTo>
                    <a:cubicBezTo>
                      <a:pt x="9" y="5"/>
                      <a:pt x="9" y="5"/>
                      <a:pt x="9" y="5"/>
                    </a:cubicBezTo>
                    <a:cubicBezTo>
                      <a:pt x="9" y="5"/>
                      <a:pt x="9" y="5"/>
                      <a:pt x="10" y="5"/>
                    </a:cubicBezTo>
                    <a:cubicBezTo>
                      <a:pt x="10" y="5"/>
                      <a:pt x="10" y="5"/>
                      <a:pt x="10" y="5"/>
                    </a:cubicBezTo>
                    <a:cubicBezTo>
                      <a:pt x="10" y="5"/>
                      <a:pt x="10" y="5"/>
                      <a:pt x="10" y="5"/>
                    </a:cubicBezTo>
                    <a:cubicBezTo>
                      <a:pt x="10" y="5"/>
                      <a:pt x="10" y="5"/>
                      <a:pt x="9" y="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7" name="Freeform 427"/>
              <p:cNvSpPr>
                <a:spLocks/>
              </p:cNvSpPr>
              <p:nvPr/>
            </p:nvSpPr>
            <p:spPr bwMode="auto">
              <a:xfrm>
                <a:off x="4751785" y="2745583"/>
                <a:ext cx="3572" cy="3572"/>
              </a:xfrm>
              <a:custGeom>
                <a:avLst/>
                <a:gdLst/>
                <a:ahLst/>
                <a:cxnLst>
                  <a:cxn ang="0">
                    <a:pos x="1" y="0"/>
                  </a:cxn>
                  <a:cxn ang="0">
                    <a:pos x="0" y="0"/>
                  </a:cxn>
                  <a:cxn ang="0">
                    <a:pos x="0" y="0"/>
                  </a:cxn>
                  <a:cxn ang="0">
                    <a:pos x="0" y="0"/>
                  </a:cxn>
                  <a:cxn ang="0">
                    <a:pos x="0" y="0"/>
                  </a:cxn>
                  <a:cxn ang="0">
                    <a:pos x="1" y="0"/>
                  </a:cxn>
                  <a:cxn ang="0">
                    <a:pos x="1" y="1"/>
                  </a:cxn>
                  <a:cxn ang="0">
                    <a:pos x="1" y="0"/>
                  </a:cxn>
                  <a:cxn ang="0">
                    <a:pos x="1" y="0"/>
                  </a:cxn>
                  <a:cxn ang="0">
                    <a:pos x="1" y="0"/>
                  </a:cxn>
                  <a:cxn ang="0">
                    <a:pos x="1" y="0"/>
                  </a:cxn>
                  <a:cxn ang="0">
                    <a:pos x="1" y="0"/>
                  </a:cxn>
                </a:cxnLst>
                <a:rect l="0" t="0" r="r" b="b"/>
                <a:pathLst>
                  <a:path w="1" h="1">
                    <a:moveTo>
                      <a:pt x="1" y="0"/>
                    </a:moveTo>
                    <a:cubicBezTo>
                      <a:pt x="1" y="0"/>
                      <a:pt x="0" y="0"/>
                      <a:pt x="0" y="0"/>
                    </a:cubicBezTo>
                    <a:cubicBezTo>
                      <a:pt x="0" y="0"/>
                      <a:pt x="0" y="0"/>
                      <a:pt x="0" y="0"/>
                    </a:cubicBezTo>
                    <a:cubicBezTo>
                      <a:pt x="0" y="0"/>
                      <a:pt x="0" y="0"/>
                      <a:pt x="0" y="0"/>
                    </a:cubicBezTo>
                    <a:cubicBezTo>
                      <a:pt x="0" y="0"/>
                      <a:pt x="0" y="0"/>
                      <a:pt x="0" y="0"/>
                    </a:cubicBezTo>
                    <a:cubicBezTo>
                      <a:pt x="0" y="0"/>
                      <a:pt x="0" y="0"/>
                      <a:pt x="1" y="0"/>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8" name="Freeform 428"/>
              <p:cNvSpPr>
                <a:spLocks/>
              </p:cNvSpPr>
              <p:nvPr/>
            </p:nvSpPr>
            <p:spPr bwMode="auto">
              <a:xfrm>
                <a:off x="4760120" y="2739630"/>
                <a:ext cx="3572" cy="3572"/>
              </a:xfrm>
              <a:custGeom>
                <a:avLst/>
                <a:gdLst/>
                <a:ahLst/>
                <a:cxnLst>
                  <a:cxn ang="0">
                    <a:pos x="0" y="0"/>
                  </a:cxn>
                  <a:cxn ang="0">
                    <a:pos x="0" y="0"/>
                  </a:cxn>
                  <a:cxn ang="0">
                    <a:pos x="0" y="1"/>
                  </a:cxn>
                  <a:cxn ang="0">
                    <a:pos x="0" y="1"/>
                  </a:cxn>
                  <a:cxn ang="0">
                    <a:pos x="0" y="1"/>
                  </a:cxn>
                  <a:cxn ang="0">
                    <a:pos x="0" y="1"/>
                  </a:cxn>
                  <a:cxn ang="0">
                    <a:pos x="0" y="1"/>
                  </a:cxn>
                  <a:cxn ang="0">
                    <a:pos x="1" y="1"/>
                  </a:cxn>
                  <a:cxn ang="0">
                    <a:pos x="1" y="1"/>
                  </a:cxn>
                  <a:cxn ang="0">
                    <a:pos x="1" y="1"/>
                  </a:cxn>
                  <a:cxn ang="0">
                    <a:pos x="0" y="0"/>
                  </a:cxn>
                </a:cxnLst>
                <a:rect l="0" t="0" r="r" b="b"/>
                <a:pathLst>
                  <a:path w="1" h="1">
                    <a:moveTo>
                      <a:pt x="0" y="0"/>
                    </a:move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49" name="Freeform 429"/>
              <p:cNvSpPr>
                <a:spLocks noEditPoints="1"/>
              </p:cNvSpPr>
              <p:nvPr/>
            </p:nvSpPr>
            <p:spPr bwMode="auto">
              <a:xfrm>
                <a:off x="5083970" y="2858692"/>
                <a:ext cx="39291" cy="30956"/>
              </a:xfrm>
              <a:custGeom>
                <a:avLst/>
                <a:gdLst/>
                <a:ahLst/>
                <a:cxnLst>
                  <a:cxn ang="0">
                    <a:pos x="14" y="2"/>
                  </a:cxn>
                  <a:cxn ang="0">
                    <a:pos x="13" y="2"/>
                  </a:cxn>
                  <a:cxn ang="0">
                    <a:pos x="13" y="2"/>
                  </a:cxn>
                  <a:cxn ang="0">
                    <a:pos x="13" y="1"/>
                  </a:cxn>
                  <a:cxn ang="0">
                    <a:pos x="13" y="2"/>
                  </a:cxn>
                  <a:cxn ang="0">
                    <a:pos x="12" y="2"/>
                  </a:cxn>
                  <a:cxn ang="0">
                    <a:pos x="12" y="1"/>
                  </a:cxn>
                  <a:cxn ang="0">
                    <a:pos x="12" y="1"/>
                  </a:cxn>
                  <a:cxn ang="0">
                    <a:pos x="13" y="1"/>
                  </a:cxn>
                  <a:cxn ang="0">
                    <a:pos x="12" y="1"/>
                  </a:cxn>
                  <a:cxn ang="0">
                    <a:pos x="11" y="2"/>
                  </a:cxn>
                  <a:cxn ang="0">
                    <a:pos x="9" y="3"/>
                  </a:cxn>
                  <a:cxn ang="0">
                    <a:pos x="9" y="4"/>
                  </a:cxn>
                  <a:cxn ang="0">
                    <a:pos x="7" y="4"/>
                  </a:cxn>
                  <a:cxn ang="0">
                    <a:pos x="7" y="5"/>
                  </a:cxn>
                  <a:cxn ang="0">
                    <a:pos x="6" y="5"/>
                  </a:cxn>
                  <a:cxn ang="0">
                    <a:pos x="4" y="6"/>
                  </a:cxn>
                  <a:cxn ang="0">
                    <a:pos x="4" y="6"/>
                  </a:cxn>
                  <a:cxn ang="0">
                    <a:pos x="3" y="6"/>
                  </a:cxn>
                  <a:cxn ang="0">
                    <a:pos x="3" y="7"/>
                  </a:cxn>
                  <a:cxn ang="0">
                    <a:pos x="2" y="7"/>
                  </a:cxn>
                  <a:cxn ang="0">
                    <a:pos x="2" y="7"/>
                  </a:cxn>
                  <a:cxn ang="0">
                    <a:pos x="2" y="7"/>
                  </a:cxn>
                  <a:cxn ang="0">
                    <a:pos x="1" y="8"/>
                  </a:cxn>
                  <a:cxn ang="0">
                    <a:pos x="1" y="8"/>
                  </a:cxn>
                  <a:cxn ang="0">
                    <a:pos x="0" y="9"/>
                  </a:cxn>
                  <a:cxn ang="0">
                    <a:pos x="0" y="9"/>
                  </a:cxn>
                  <a:cxn ang="0">
                    <a:pos x="0" y="9"/>
                  </a:cxn>
                  <a:cxn ang="0">
                    <a:pos x="0" y="9"/>
                  </a:cxn>
                  <a:cxn ang="0">
                    <a:pos x="0" y="9"/>
                  </a:cxn>
                  <a:cxn ang="0">
                    <a:pos x="0" y="10"/>
                  </a:cxn>
                  <a:cxn ang="0">
                    <a:pos x="0" y="10"/>
                  </a:cxn>
                  <a:cxn ang="0">
                    <a:pos x="0" y="10"/>
                  </a:cxn>
                  <a:cxn ang="0">
                    <a:pos x="1" y="10"/>
                  </a:cxn>
                  <a:cxn ang="0">
                    <a:pos x="1" y="11"/>
                  </a:cxn>
                  <a:cxn ang="0">
                    <a:pos x="2" y="11"/>
                  </a:cxn>
                  <a:cxn ang="0">
                    <a:pos x="3" y="11"/>
                  </a:cxn>
                  <a:cxn ang="0">
                    <a:pos x="4" y="10"/>
                  </a:cxn>
                  <a:cxn ang="0">
                    <a:pos x="4" y="10"/>
                  </a:cxn>
                  <a:cxn ang="0">
                    <a:pos x="5" y="9"/>
                  </a:cxn>
                  <a:cxn ang="0">
                    <a:pos x="6" y="8"/>
                  </a:cxn>
                  <a:cxn ang="0">
                    <a:pos x="7" y="7"/>
                  </a:cxn>
                  <a:cxn ang="0">
                    <a:pos x="8" y="6"/>
                  </a:cxn>
                  <a:cxn ang="0">
                    <a:pos x="9" y="6"/>
                  </a:cxn>
                  <a:cxn ang="0">
                    <a:pos x="9" y="7"/>
                  </a:cxn>
                  <a:cxn ang="0">
                    <a:pos x="9" y="7"/>
                  </a:cxn>
                  <a:cxn ang="0">
                    <a:pos x="9" y="6"/>
                  </a:cxn>
                  <a:cxn ang="0">
                    <a:pos x="11" y="5"/>
                  </a:cxn>
                  <a:cxn ang="0">
                    <a:pos x="11" y="4"/>
                  </a:cxn>
                  <a:cxn ang="0">
                    <a:pos x="12" y="4"/>
                  </a:cxn>
                  <a:cxn ang="0">
                    <a:pos x="12" y="3"/>
                  </a:cxn>
                  <a:cxn ang="0">
                    <a:pos x="13" y="3"/>
                  </a:cxn>
                  <a:cxn ang="0">
                    <a:pos x="13" y="3"/>
                  </a:cxn>
                  <a:cxn ang="0">
                    <a:pos x="13" y="2"/>
                  </a:cxn>
                  <a:cxn ang="0">
                    <a:pos x="13" y="2"/>
                  </a:cxn>
                  <a:cxn ang="0">
                    <a:pos x="13" y="2"/>
                  </a:cxn>
                  <a:cxn ang="0">
                    <a:pos x="13" y="2"/>
                  </a:cxn>
                  <a:cxn ang="0">
                    <a:pos x="13" y="2"/>
                  </a:cxn>
                </a:cxnLst>
                <a:rect l="0" t="0" r="r" b="b"/>
                <a:pathLst>
                  <a:path w="14" h="11">
                    <a:moveTo>
                      <a:pt x="13" y="2"/>
                    </a:moveTo>
                    <a:cubicBezTo>
                      <a:pt x="13" y="2"/>
                      <a:pt x="13" y="2"/>
                      <a:pt x="13" y="2"/>
                    </a:cubicBezTo>
                    <a:cubicBezTo>
                      <a:pt x="13" y="2"/>
                      <a:pt x="13" y="2"/>
                      <a:pt x="13" y="2"/>
                    </a:cubicBezTo>
                    <a:cubicBezTo>
                      <a:pt x="13" y="2"/>
                      <a:pt x="14" y="2"/>
                      <a:pt x="14" y="2"/>
                    </a:cubicBezTo>
                    <a:cubicBezTo>
                      <a:pt x="14" y="2"/>
                      <a:pt x="14" y="2"/>
                      <a:pt x="14" y="2"/>
                    </a:cubicBezTo>
                    <a:cubicBezTo>
                      <a:pt x="14" y="2"/>
                      <a:pt x="14" y="2"/>
                      <a:pt x="14" y="2"/>
                    </a:cubicBezTo>
                    <a:cubicBezTo>
                      <a:pt x="14" y="2"/>
                      <a:pt x="14"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1"/>
                    </a:cubicBezTo>
                    <a:cubicBezTo>
                      <a:pt x="13" y="1"/>
                      <a:pt x="13" y="1"/>
                      <a:pt x="13" y="1"/>
                    </a:cubicBezTo>
                    <a:cubicBezTo>
                      <a:pt x="13" y="1"/>
                      <a:pt x="13" y="1"/>
                      <a:pt x="13" y="1"/>
                    </a:cubicBezTo>
                    <a:cubicBezTo>
                      <a:pt x="13" y="1"/>
                      <a:pt x="13" y="2"/>
                      <a:pt x="13" y="2"/>
                    </a:cubicBezTo>
                    <a:cubicBezTo>
                      <a:pt x="13" y="2"/>
                      <a:pt x="13" y="2"/>
                      <a:pt x="13" y="2"/>
                    </a:cubicBezTo>
                    <a:cubicBezTo>
                      <a:pt x="13" y="2"/>
                      <a:pt x="13" y="2"/>
                      <a:pt x="13" y="2"/>
                    </a:cubicBezTo>
                    <a:cubicBezTo>
                      <a:pt x="13" y="2"/>
                      <a:pt x="13" y="2"/>
                      <a:pt x="13" y="2"/>
                    </a:cubicBezTo>
                    <a:cubicBezTo>
                      <a:pt x="13" y="2"/>
                      <a:pt x="13"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2" y="1"/>
                      <a:pt x="12" y="1"/>
                    </a:cubicBezTo>
                    <a:cubicBezTo>
                      <a:pt x="12" y="1"/>
                      <a:pt x="12" y="1"/>
                      <a:pt x="12" y="1"/>
                    </a:cubicBezTo>
                    <a:cubicBezTo>
                      <a:pt x="12" y="1"/>
                      <a:pt x="12" y="1"/>
                      <a:pt x="12" y="1"/>
                    </a:cubicBezTo>
                    <a:cubicBezTo>
                      <a:pt x="12" y="1"/>
                      <a:pt x="13" y="1"/>
                      <a:pt x="13" y="1"/>
                    </a:cubicBezTo>
                    <a:cubicBezTo>
                      <a:pt x="12" y="1"/>
                      <a:pt x="12" y="1"/>
                      <a:pt x="12" y="1"/>
                    </a:cubicBezTo>
                    <a:cubicBezTo>
                      <a:pt x="12" y="1"/>
                      <a:pt x="12" y="1"/>
                      <a:pt x="12" y="1"/>
                    </a:cubicBezTo>
                    <a:cubicBezTo>
                      <a:pt x="12" y="1"/>
                      <a:pt x="12" y="1"/>
                      <a:pt x="12" y="1"/>
                    </a:cubicBezTo>
                    <a:cubicBezTo>
                      <a:pt x="12" y="1"/>
                      <a:pt x="12" y="1"/>
                      <a:pt x="12" y="1"/>
                    </a:cubicBezTo>
                    <a:cubicBezTo>
                      <a:pt x="13" y="1"/>
                      <a:pt x="13" y="1"/>
                      <a:pt x="13" y="1"/>
                    </a:cubicBezTo>
                    <a:cubicBezTo>
                      <a:pt x="13" y="1"/>
                      <a:pt x="13" y="1"/>
                      <a:pt x="13" y="1"/>
                    </a:cubicBezTo>
                    <a:cubicBezTo>
                      <a:pt x="13" y="1"/>
                      <a:pt x="13" y="1"/>
                      <a:pt x="13" y="1"/>
                    </a:cubicBezTo>
                    <a:cubicBezTo>
                      <a:pt x="13" y="0"/>
                      <a:pt x="13" y="0"/>
                      <a:pt x="12" y="0"/>
                    </a:cubicBezTo>
                    <a:cubicBezTo>
                      <a:pt x="12" y="0"/>
                      <a:pt x="12" y="1"/>
                      <a:pt x="12" y="1"/>
                    </a:cubicBezTo>
                    <a:cubicBezTo>
                      <a:pt x="12" y="1"/>
                      <a:pt x="12" y="1"/>
                      <a:pt x="12" y="1"/>
                    </a:cubicBezTo>
                    <a:cubicBezTo>
                      <a:pt x="11" y="1"/>
                      <a:pt x="11" y="1"/>
                      <a:pt x="11" y="1"/>
                    </a:cubicBezTo>
                    <a:cubicBezTo>
                      <a:pt x="11" y="1"/>
                      <a:pt x="11" y="1"/>
                      <a:pt x="11" y="1"/>
                    </a:cubicBezTo>
                    <a:cubicBezTo>
                      <a:pt x="11" y="1"/>
                      <a:pt x="11" y="1"/>
                      <a:pt x="11" y="2"/>
                    </a:cubicBezTo>
                    <a:cubicBezTo>
                      <a:pt x="11" y="2"/>
                      <a:pt x="11" y="2"/>
                      <a:pt x="11" y="2"/>
                    </a:cubicBezTo>
                    <a:cubicBezTo>
                      <a:pt x="11" y="2"/>
                      <a:pt x="10" y="2"/>
                      <a:pt x="10" y="2"/>
                    </a:cubicBezTo>
                    <a:cubicBezTo>
                      <a:pt x="10" y="2"/>
                      <a:pt x="10" y="2"/>
                      <a:pt x="10" y="2"/>
                    </a:cubicBezTo>
                    <a:cubicBezTo>
                      <a:pt x="10" y="2"/>
                      <a:pt x="10" y="2"/>
                      <a:pt x="10" y="2"/>
                    </a:cubicBezTo>
                    <a:cubicBezTo>
                      <a:pt x="10" y="2"/>
                      <a:pt x="10" y="3"/>
                      <a:pt x="9" y="3"/>
                    </a:cubicBezTo>
                    <a:cubicBezTo>
                      <a:pt x="9" y="3"/>
                      <a:pt x="9" y="3"/>
                      <a:pt x="9" y="3"/>
                    </a:cubicBezTo>
                    <a:cubicBezTo>
                      <a:pt x="9" y="3"/>
                      <a:pt x="9" y="3"/>
                      <a:pt x="9" y="3"/>
                    </a:cubicBezTo>
                    <a:cubicBezTo>
                      <a:pt x="9" y="3"/>
                      <a:pt x="9" y="3"/>
                      <a:pt x="9" y="3"/>
                    </a:cubicBezTo>
                    <a:cubicBezTo>
                      <a:pt x="9" y="4"/>
                      <a:pt x="9" y="4"/>
                      <a:pt x="9" y="4"/>
                    </a:cubicBezTo>
                    <a:cubicBezTo>
                      <a:pt x="8" y="4"/>
                      <a:pt x="8" y="4"/>
                      <a:pt x="8" y="4"/>
                    </a:cubicBezTo>
                    <a:cubicBezTo>
                      <a:pt x="8" y="4"/>
                      <a:pt x="8" y="4"/>
                      <a:pt x="8" y="4"/>
                    </a:cubicBezTo>
                    <a:cubicBezTo>
                      <a:pt x="8" y="4"/>
                      <a:pt x="8" y="4"/>
                      <a:pt x="8" y="4"/>
                    </a:cubicBezTo>
                    <a:cubicBezTo>
                      <a:pt x="8" y="4"/>
                      <a:pt x="8" y="4"/>
                      <a:pt x="7" y="4"/>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6" y="5"/>
                    </a:cubicBezTo>
                    <a:cubicBezTo>
                      <a:pt x="6" y="5"/>
                      <a:pt x="6" y="5"/>
                      <a:pt x="6" y="5"/>
                    </a:cubicBezTo>
                    <a:cubicBezTo>
                      <a:pt x="6" y="5"/>
                      <a:pt x="6" y="5"/>
                      <a:pt x="5" y="6"/>
                    </a:cubicBezTo>
                    <a:cubicBezTo>
                      <a:pt x="5" y="6"/>
                      <a:pt x="5" y="6"/>
                      <a:pt x="5" y="6"/>
                    </a:cubicBezTo>
                    <a:cubicBezTo>
                      <a:pt x="5" y="6"/>
                      <a:pt x="5" y="6"/>
                      <a:pt x="5" y="6"/>
                    </a:cubicBezTo>
                    <a:cubicBezTo>
                      <a:pt x="5"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3" y="6"/>
                    </a:cubicBezTo>
                    <a:cubicBezTo>
                      <a:pt x="3" y="6"/>
                      <a:pt x="3" y="6"/>
                      <a:pt x="3" y="6"/>
                    </a:cubicBezTo>
                    <a:cubicBezTo>
                      <a:pt x="3" y="6"/>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1" y="7"/>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1" y="8"/>
                    </a:cubicBezTo>
                    <a:cubicBezTo>
                      <a:pt x="1" y="8"/>
                      <a:pt x="1" y="8"/>
                      <a:pt x="0" y="8"/>
                    </a:cubicBezTo>
                    <a:cubicBezTo>
                      <a:pt x="0" y="8"/>
                      <a:pt x="0" y="8"/>
                      <a:pt x="0" y="8"/>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9"/>
                    </a:cubicBezTo>
                    <a:cubicBezTo>
                      <a:pt x="0" y="9"/>
                      <a:pt x="0" y="9"/>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1" y="10"/>
                      <a:pt x="1" y="10"/>
                    </a:cubicBezTo>
                    <a:cubicBezTo>
                      <a:pt x="1" y="10"/>
                      <a:pt x="1" y="10"/>
                      <a:pt x="1" y="10"/>
                    </a:cubicBezTo>
                    <a:cubicBezTo>
                      <a:pt x="1" y="10"/>
                      <a:pt x="1" y="10"/>
                      <a:pt x="1" y="10"/>
                    </a:cubicBezTo>
                    <a:cubicBezTo>
                      <a:pt x="1" y="11"/>
                      <a:pt x="1" y="11"/>
                      <a:pt x="1" y="11"/>
                    </a:cubicBezTo>
                    <a:cubicBezTo>
                      <a:pt x="1" y="11"/>
                      <a:pt x="1" y="11"/>
                      <a:pt x="1" y="11"/>
                    </a:cubicBezTo>
                    <a:cubicBezTo>
                      <a:pt x="1" y="11"/>
                      <a:pt x="1" y="11"/>
                      <a:pt x="1" y="11"/>
                    </a:cubicBezTo>
                    <a:cubicBezTo>
                      <a:pt x="1" y="11"/>
                      <a:pt x="1" y="11"/>
                      <a:pt x="1" y="11"/>
                    </a:cubicBezTo>
                    <a:cubicBezTo>
                      <a:pt x="1" y="11"/>
                      <a:pt x="2" y="11"/>
                      <a:pt x="2" y="11"/>
                    </a:cubicBezTo>
                    <a:cubicBezTo>
                      <a:pt x="2" y="11"/>
                      <a:pt x="2" y="11"/>
                      <a:pt x="2" y="11"/>
                    </a:cubicBezTo>
                    <a:cubicBezTo>
                      <a:pt x="2" y="11"/>
                      <a:pt x="2" y="11"/>
                      <a:pt x="3" y="11"/>
                    </a:cubicBezTo>
                    <a:cubicBezTo>
                      <a:pt x="3" y="11"/>
                      <a:pt x="3" y="11"/>
                      <a:pt x="3" y="11"/>
                    </a:cubicBezTo>
                    <a:cubicBezTo>
                      <a:pt x="3" y="11"/>
                      <a:pt x="3" y="11"/>
                      <a:pt x="3" y="11"/>
                    </a:cubicBezTo>
                    <a:cubicBezTo>
                      <a:pt x="3" y="11"/>
                      <a:pt x="3" y="11"/>
                      <a:pt x="3" y="11"/>
                    </a:cubicBezTo>
                    <a:cubicBezTo>
                      <a:pt x="3" y="11"/>
                      <a:pt x="3" y="10"/>
                      <a:pt x="3"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4" y="10"/>
                    </a:cubicBezTo>
                    <a:cubicBezTo>
                      <a:pt x="4" y="10"/>
                      <a:pt x="4" y="10"/>
                      <a:pt x="5" y="9"/>
                    </a:cubicBezTo>
                    <a:cubicBezTo>
                      <a:pt x="5" y="9"/>
                      <a:pt x="5" y="9"/>
                      <a:pt x="5" y="9"/>
                    </a:cubicBezTo>
                    <a:cubicBezTo>
                      <a:pt x="5" y="9"/>
                      <a:pt x="5" y="9"/>
                      <a:pt x="5" y="9"/>
                    </a:cubicBezTo>
                    <a:cubicBezTo>
                      <a:pt x="5" y="9"/>
                      <a:pt x="5" y="9"/>
                      <a:pt x="5" y="9"/>
                    </a:cubicBezTo>
                    <a:cubicBezTo>
                      <a:pt x="5" y="9"/>
                      <a:pt x="5" y="9"/>
                      <a:pt x="5" y="9"/>
                    </a:cubicBezTo>
                    <a:cubicBezTo>
                      <a:pt x="5" y="8"/>
                      <a:pt x="6" y="8"/>
                      <a:pt x="6" y="8"/>
                    </a:cubicBezTo>
                    <a:cubicBezTo>
                      <a:pt x="6" y="8"/>
                      <a:pt x="6" y="8"/>
                      <a:pt x="6" y="8"/>
                    </a:cubicBezTo>
                    <a:cubicBezTo>
                      <a:pt x="6" y="8"/>
                      <a:pt x="6" y="8"/>
                      <a:pt x="6" y="8"/>
                    </a:cubicBezTo>
                    <a:cubicBezTo>
                      <a:pt x="6" y="8"/>
                      <a:pt x="7" y="7"/>
                      <a:pt x="7" y="7"/>
                    </a:cubicBezTo>
                    <a:cubicBezTo>
                      <a:pt x="7" y="7"/>
                      <a:pt x="7" y="7"/>
                      <a:pt x="7" y="7"/>
                    </a:cubicBezTo>
                    <a:cubicBezTo>
                      <a:pt x="7" y="7"/>
                      <a:pt x="7" y="7"/>
                      <a:pt x="7" y="7"/>
                    </a:cubicBezTo>
                    <a:cubicBezTo>
                      <a:pt x="7" y="7"/>
                      <a:pt x="7" y="7"/>
                      <a:pt x="7" y="7"/>
                    </a:cubicBezTo>
                    <a:cubicBezTo>
                      <a:pt x="8" y="7"/>
                      <a:pt x="8" y="7"/>
                      <a:pt x="8" y="7"/>
                    </a:cubicBezTo>
                    <a:cubicBezTo>
                      <a:pt x="8" y="7"/>
                      <a:pt x="8" y="7"/>
                      <a:pt x="8" y="7"/>
                    </a:cubicBezTo>
                    <a:cubicBezTo>
                      <a:pt x="8" y="7"/>
                      <a:pt x="8" y="7"/>
                      <a:pt x="8" y="6"/>
                    </a:cubicBezTo>
                    <a:cubicBezTo>
                      <a:pt x="8" y="6"/>
                      <a:pt x="8" y="6"/>
                      <a:pt x="8" y="6"/>
                    </a:cubicBezTo>
                    <a:cubicBezTo>
                      <a:pt x="8" y="6"/>
                      <a:pt x="8" y="6"/>
                      <a:pt x="8" y="6"/>
                    </a:cubicBezTo>
                    <a:cubicBezTo>
                      <a:pt x="8" y="6"/>
                      <a:pt x="8" y="6"/>
                      <a:pt x="9" y="6"/>
                    </a:cubicBezTo>
                    <a:cubicBezTo>
                      <a:pt x="9" y="6"/>
                      <a:pt x="9" y="6"/>
                      <a:pt x="9" y="6"/>
                    </a:cubicBezTo>
                    <a:cubicBezTo>
                      <a:pt x="9" y="6"/>
                      <a:pt x="9" y="6"/>
                      <a:pt x="9" y="6"/>
                    </a:cubicBezTo>
                    <a:cubicBezTo>
                      <a:pt x="9" y="6"/>
                      <a:pt x="9" y="6"/>
                      <a:pt x="9" y="6"/>
                    </a:cubicBezTo>
                    <a:cubicBezTo>
                      <a:pt x="9" y="6"/>
                      <a:pt x="9" y="7"/>
                      <a:pt x="9"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9" y="6"/>
                      <a:pt x="9" y="6"/>
                      <a:pt x="9" y="6"/>
                    </a:cubicBezTo>
                    <a:cubicBezTo>
                      <a:pt x="9" y="6"/>
                      <a:pt x="9" y="6"/>
                      <a:pt x="9" y="6"/>
                    </a:cubicBezTo>
                    <a:cubicBezTo>
                      <a:pt x="9" y="6"/>
                      <a:pt x="9" y="6"/>
                      <a:pt x="9" y="6"/>
                    </a:cubicBezTo>
                    <a:cubicBezTo>
                      <a:pt x="10" y="5"/>
                      <a:pt x="10" y="5"/>
                      <a:pt x="10" y="5"/>
                    </a:cubicBezTo>
                    <a:cubicBezTo>
                      <a:pt x="10" y="5"/>
                      <a:pt x="10" y="5"/>
                      <a:pt x="10" y="5"/>
                    </a:cubicBezTo>
                    <a:cubicBezTo>
                      <a:pt x="10" y="5"/>
                      <a:pt x="10" y="5"/>
                      <a:pt x="10" y="5"/>
                    </a:cubicBezTo>
                    <a:cubicBezTo>
                      <a:pt x="10" y="5"/>
                      <a:pt x="11" y="5"/>
                      <a:pt x="11" y="5"/>
                    </a:cubicBezTo>
                    <a:cubicBezTo>
                      <a:pt x="11" y="5"/>
                      <a:pt x="11" y="5"/>
                      <a:pt x="11" y="5"/>
                    </a:cubicBezTo>
                    <a:cubicBezTo>
                      <a:pt x="11" y="5"/>
                      <a:pt x="11" y="5"/>
                      <a:pt x="11" y="5"/>
                    </a:cubicBezTo>
                    <a:cubicBezTo>
                      <a:pt x="11" y="5"/>
                      <a:pt x="11" y="5"/>
                      <a:pt x="11" y="5"/>
                    </a:cubicBezTo>
                    <a:cubicBezTo>
                      <a:pt x="11" y="5"/>
                      <a:pt x="11" y="5"/>
                      <a:pt x="11" y="4"/>
                    </a:cubicBezTo>
                    <a:cubicBezTo>
                      <a:pt x="11" y="4"/>
                      <a:pt x="11" y="4"/>
                      <a:pt x="11" y="4"/>
                    </a:cubicBezTo>
                    <a:cubicBezTo>
                      <a:pt x="11" y="4"/>
                      <a:pt x="11" y="4"/>
                      <a:pt x="11" y="4"/>
                    </a:cubicBezTo>
                    <a:cubicBezTo>
                      <a:pt x="11" y="4"/>
                      <a:pt x="11" y="4"/>
                      <a:pt x="11" y="4"/>
                    </a:cubicBezTo>
                    <a:cubicBezTo>
                      <a:pt x="12" y="4"/>
                      <a:pt x="12" y="4"/>
                      <a:pt x="12" y="4"/>
                    </a:cubicBezTo>
                    <a:cubicBezTo>
                      <a:pt x="12" y="4"/>
                      <a:pt x="12" y="4"/>
                      <a:pt x="12" y="4"/>
                    </a:cubicBezTo>
                    <a:cubicBezTo>
                      <a:pt x="12" y="4"/>
                      <a:pt x="12" y="4"/>
                      <a:pt x="12" y="4"/>
                    </a:cubicBezTo>
                    <a:cubicBezTo>
                      <a:pt x="12" y="4"/>
                      <a:pt x="12" y="4"/>
                      <a:pt x="12" y="4"/>
                    </a:cubicBezTo>
                    <a:cubicBezTo>
                      <a:pt x="12" y="4"/>
                      <a:pt x="12" y="3"/>
                      <a:pt x="12" y="3"/>
                    </a:cubicBezTo>
                    <a:cubicBezTo>
                      <a:pt x="12" y="3"/>
                      <a:pt x="12" y="3"/>
                      <a:pt x="12" y="3"/>
                    </a:cubicBezTo>
                    <a:cubicBezTo>
                      <a:pt x="12" y="3"/>
                      <a:pt x="12" y="3"/>
                      <a:pt x="12" y="3"/>
                    </a:cubicBezTo>
                    <a:cubicBezTo>
                      <a:pt x="12" y="3"/>
                      <a:pt x="12" y="3"/>
                      <a:pt x="12" y="3"/>
                    </a:cubicBezTo>
                    <a:cubicBezTo>
                      <a:pt x="13" y="3"/>
                      <a:pt x="13" y="3"/>
                      <a:pt x="13" y="3"/>
                    </a:cubicBezTo>
                    <a:cubicBezTo>
                      <a:pt x="13" y="3"/>
                      <a:pt x="13" y="3"/>
                      <a:pt x="13" y="3"/>
                    </a:cubicBezTo>
                    <a:cubicBezTo>
                      <a:pt x="13" y="3"/>
                      <a:pt x="13" y="3"/>
                      <a:pt x="13" y="3"/>
                    </a:cubicBezTo>
                    <a:cubicBezTo>
                      <a:pt x="13" y="3"/>
                      <a:pt x="13" y="3"/>
                      <a:pt x="13" y="3"/>
                    </a:cubicBezTo>
                    <a:cubicBezTo>
                      <a:pt x="13" y="3"/>
                      <a:pt x="13" y="3"/>
                      <a:pt x="13" y="3"/>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lose/>
                    <a:moveTo>
                      <a:pt x="13" y="2"/>
                    </a:moveTo>
                    <a:cubicBezTo>
                      <a:pt x="13" y="2"/>
                      <a:pt x="13" y="2"/>
                      <a:pt x="13" y="2"/>
                    </a:cubicBezTo>
                    <a:cubicBezTo>
                      <a:pt x="13" y="2"/>
                      <a:pt x="13" y="2"/>
                      <a:pt x="13" y="2"/>
                    </a:cubicBezTo>
                    <a:cubicBezTo>
                      <a:pt x="13" y="2"/>
                      <a:pt x="13" y="2"/>
                      <a:pt x="13" y="2"/>
                    </a:cubicBezTo>
                    <a:cubicBezTo>
                      <a:pt x="13" y="2"/>
                      <a:pt x="13" y="2"/>
                      <a:pt x="13" y="2"/>
                    </a:cubicBezTo>
                    <a:cubicBezTo>
                      <a:pt x="13" y="2"/>
                      <a:pt x="13" y="2"/>
                      <a:pt x="13"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0" name="Freeform 430"/>
              <p:cNvSpPr>
                <a:spLocks/>
              </p:cNvSpPr>
              <p:nvPr/>
            </p:nvSpPr>
            <p:spPr bwMode="auto">
              <a:xfrm>
                <a:off x="5139929" y="2881314"/>
                <a:ext cx="3572" cy="2381"/>
              </a:xfrm>
              <a:custGeom>
                <a:avLst/>
                <a:gdLst/>
                <a:ahLst/>
                <a:cxnLst>
                  <a:cxn ang="0">
                    <a:pos x="0" y="0"/>
                  </a:cxn>
                  <a:cxn ang="0">
                    <a:pos x="0" y="0"/>
                  </a:cxn>
                  <a:cxn ang="0">
                    <a:pos x="0" y="0"/>
                  </a:cxn>
                  <a:cxn ang="0">
                    <a:pos x="0" y="0"/>
                  </a:cxn>
                  <a:cxn ang="0">
                    <a:pos x="0" y="0"/>
                  </a:cxn>
                  <a:cxn ang="0">
                    <a:pos x="0" y="0"/>
                  </a:cxn>
                  <a:cxn ang="0">
                    <a:pos x="0" y="1"/>
                  </a:cxn>
                  <a:cxn ang="0">
                    <a:pos x="0" y="1"/>
                  </a:cxn>
                  <a:cxn ang="0">
                    <a:pos x="0" y="1"/>
                  </a:cxn>
                  <a:cxn ang="0">
                    <a:pos x="0" y="1"/>
                  </a:cxn>
                  <a:cxn ang="0">
                    <a:pos x="1" y="1"/>
                  </a:cxn>
                  <a:cxn ang="0">
                    <a:pos x="1" y="0"/>
                  </a:cxn>
                  <a:cxn ang="0">
                    <a:pos x="1" y="0"/>
                  </a:cxn>
                  <a:cxn ang="0">
                    <a:pos x="1" y="0"/>
                  </a:cxn>
                  <a:cxn ang="0">
                    <a:pos x="1" y="0"/>
                  </a:cxn>
                  <a:cxn ang="0">
                    <a:pos x="0" y="0"/>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1" name="Freeform 431"/>
              <p:cNvSpPr>
                <a:spLocks/>
              </p:cNvSpPr>
              <p:nvPr/>
            </p:nvSpPr>
            <p:spPr bwMode="auto">
              <a:xfrm>
                <a:off x="5120878" y="2842023"/>
                <a:ext cx="25004" cy="25004"/>
              </a:xfrm>
              <a:custGeom>
                <a:avLst/>
                <a:gdLst/>
                <a:ahLst/>
                <a:cxnLst>
                  <a:cxn ang="0">
                    <a:pos x="8" y="2"/>
                  </a:cxn>
                  <a:cxn ang="0">
                    <a:pos x="8" y="2"/>
                  </a:cxn>
                  <a:cxn ang="0">
                    <a:pos x="7" y="3"/>
                  </a:cxn>
                  <a:cxn ang="0">
                    <a:pos x="7" y="3"/>
                  </a:cxn>
                  <a:cxn ang="0">
                    <a:pos x="6" y="2"/>
                  </a:cxn>
                  <a:cxn ang="0">
                    <a:pos x="7" y="0"/>
                  </a:cxn>
                  <a:cxn ang="0">
                    <a:pos x="6" y="0"/>
                  </a:cxn>
                  <a:cxn ang="0">
                    <a:pos x="6" y="1"/>
                  </a:cxn>
                  <a:cxn ang="0">
                    <a:pos x="5" y="0"/>
                  </a:cxn>
                  <a:cxn ang="0">
                    <a:pos x="5" y="1"/>
                  </a:cxn>
                  <a:cxn ang="0">
                    <a:pos x="5" y="1"/>
                  </a:cxn>
                  <a:cxn ang="0">
                    <a:pos x="5" y="1"/>
                  </a:cxn>
                  <a:cxn ang="0">
                    <a:pos x="4" y="2"/>
                  </a:cxn>
                  <a:cxn ang="0">
                    <a:pos x="4" y="2"/>
                  </a:cxn>
                  <a:cxn ang="0">
                    <a:pos x="3" y="3"/>
                  </a:cxn>
                  <a:cxn ang="0">
                    <a:pos x="3" y="4"/>
                  </a:cxn>
                  <a:cxn ang="0">
                    <a:pos x="3" y="4"/>
                  </a:cxn>
                  <a:cxn ang="0">
                    <a:pos x="2" y="5"/>
                  </a:cxn>
                  <a:cxn ang="0">
                    <a:pos x="2" y="5"/>
                  </a:cxn>
                  <a:cxn ang="0">
                    <a:pos x="3" y="6"/>
                  </a:cxn>
                  <a:cxn ang="0">
                    <a:pos x="2" y="7"/>
                  </a:cxn>
                  <a:cxn ang="0">
                    <a:pos x="2" y="7"/>
                  </a:cxn>
                  <a:cxn ang="0">
                    <a:pos x="1" y="8"/>
                  </a:cxn>
                  <a:cxn ang="0">
                    <a:pos x="1" y="9"/>
                  </a:cxn>
                  <a:cxn ang="0">
                    <a:pos x="1" y="9"/>
                  </a:cxn>
                  <a:cxn ang="0">
                    <a:pos x="2" y="9"/>
                  </a:cxn>
                  <a:cxn ang="0">
                    <a:pos x="2" y="8"/>
                  </a:cxn>
                  <a:cxn ang="0">
                    <a:pos x="3" y="8"/>
                  </a:cxn>
                  <a:cxn ang="0">
                    <a:pos x="3" y="7"/>
                  </a:cxn>
                  <a:cxn ang="0">
                    <a:pos x="4" y="7"/>
                  </a:cxn>
                  <a:cxn ang="0">
                    <a:pos x="4" y="6"/>
                  </a:cxn>
                  <a:cxn ang="0">
                    <a:pos x="5" y="6"/>
                  </a:cxn>
                  <a:cxn ang="0">
                    <a:pos x="6" y="5"/>
                  </a:cxn>
                  <a:cxn ang="0">
                    <a:pos x="6" y="5"/>
                  </a:cxn>
                  <a:cxn ang="0">
                    <a:pos x="6" y="5"/>
                  </a:cxn>
                  <a:cxn ang="0">
                    <a:pos x="7" y="5"/>
                  </a:cxn>
                  <a:cxn ang="0">
                    <a:pos x="7" y="4"/>
                  </a:cxn>
                  <a:cxn ang="0">
                    <a:pos x="7" y="4"/>
                  </a:cxn>
                  <a:cxn ang="0">
                    <a:pos x="7" y="4"/>
                  </a:cxn>
                  <a:cxn ang="0">
                    <a:pos x="7" y="4"/>
                  </a:cxn>
                  <a:cxn ang="0">
                    <a:pos x="8" y="3"/>
                  </a:cxn>
                  <a:cxn ang="0">
                    <a:pos x="9" y="2"/>
                  </a:cxn>
                  <a:cxn ang="0">
                    <a:pos x="8" y="2"/>
                  </a:cxn>
                </a:cxnLst>
                <a:rect l="0" t="0" r="r" b="b"/>
                <a:pathLst>
                  <a:path w="9" h="9">
                    <a:moveTo>
                      <a:pt x="8" y="2"/>
                    </a:moveTo>
                    <a:cubicBezTo>
                      <a:pt x="8" y="2"/>
                      <a:pt x="8" y="2"/>
                      <a:pt x="8" y="2"/>
                    </a:cubicBezTo>
                    <a:cubicBezTo>
                      <a:pt x="8" y="2"/>
                      <a:pt x="8" y="2"/>
                      <a:pt x="8" y="2"/>
                    </a:cubicBezTo>
                    <a:cubicBezTo>
                      <a:pt x="8" y="2"/>
                      <a:pt x="8" y="2"/>
                      <a:pt x="8" y="2"/>
                    </a:cubicBezTo>
                    <a:cubicBezTo>
                      <a:pt x="8" y="2"/>
                      <a:pt x="8" y="2"/>
                      <a:pt x="8" y="2"/>
                    </a:cubicBezTo>
                    <a:cubicBezTo>
                      <a:pt x="8" y="2"/>
                      <a:pt x="8" y="2"/>
                      <a:pt x="8" y="2"/>
                    </a:cubicBezTo>
                    <a:cubicBezTo>
                      <a:pt x="8" y="2"/>
                      <a:pt x="8" y="2"/>
                      <a:pt x="8" y="2"/>
                    </a:cubicBezTo>
                    <a:cubicBezTo>
                      <a:pt x="7" y="2"/>
                      <a:pt x="7" y="2"/>
                      <a:pt x="7" y="3"/>
                    </a:cubicBezTo>
                    <a:cubicBezTo>
                      <a:pt x="7" y="3"/>
                      <a:pt x="7" y="3"/>
                      <a:pt x="7" y="3"/>
                    </a:cubicBezTo>
                    <a:cubicBezTo>
                      <a:pt x="7" y="3"/>
                      <a:pt x="7" y="3"/>
                      <a:pt x="7" y="3"/>
                    </a:cubicBezTo>
                    <a:cubicBezTo>
                      <a:pt x="7" y="3"/>
                      <a:pt x="7" y="3"/>
                      <a:pt x="7" y="3"/>
                    </a:cubicBezTo>
                    <a:cubicBezTo>
                      <a:pt x="7" y="3"/>
                      <a:pt x="7" y="3"/>
                      <a:pt x="7" y="3"/>
                    </a:cubicBezTo>
                    <a:cubicBezTo>
                      <a:pt x="7" y="3"/>
                      <a:pt x="7" y="2"/>
                      <a:pt x="7" y="2"/>
                    </a:cubicBezTo>
                    <a:cubicBezTo>
                      <a:pt x="7" y="2"/>
                      <a:pt x="7" y="2"/>
                      <a:pt x="7" y="2"/>
                    </a:cubicBezTo>
                    <a:cubicBezTo>
                      <a:pt x="7" y="2"/>
                      <a:pt x="6" y="2"/>
                      <a:pt x="6" y="2"/>
                    </a:cubicBezTo>
                    <a:cubicBezTo>
                      <a:pt x="6" y="2"/>
                      <a:pt x="6" y="2"/>
                      <a:pt x="6" y="1"/>
                    </a:cubicBezTo>
                    <a:cubicBezTo>
                      <a:pt x="6" y="1"/>
                      <a:pt x="6" y="1"/>
                      <a:pt x="6" y="1"/>
                    </a:cubicBezTo>
                    <a:cubicBezTo>
                      <a:pt x="6" y="1"/>
                      <a:pt x="7" y="1"/>
                      <a:pt x="7" y="0"/>
                    </a:cubicBezTo>
                    <a:cubicBezTo>
                      <a:pt x="7" y="0"/>
                      <a:pt x="7" y="0"/>
                      <a:pt x="6" y="0"/>
                    </a:cubicBezTo>
                    <a:cubicBezTo>
                      <a:pt x="6" y="0"/>
                      <a:pt x="6" y="0"/>
                      <a:pt x="6" y="0"/>
                    </a:cubicBezTo>
                    <a:cubicBezTo>
                      <a:pt x="6" y="0"/>
                      <a:pt x="6" y="0"/>
                      <a:pt x="6" y="0"/>
                    </a:cubicBezTo>
                    <a:cubicBezTo>
                      <a:pt x="6" y="0"/>
                      <a:pt x="6" y="0"/>
                      <a:pt x="6" y="0"/>
                    </a:cubicBezTo>
                    <a:cubicBezTo>
                      <a:pt x="6" y="1"/>
                      <a:pt x="6" y="1"/>
                      <a:pt x="6" y="1"/>
                    </a:cubicBezTo>
                    <a:cubicBezTo>
                      <a:pt x="6" y="1"/>
                      <a:pt x="6" y="1"/>
                      <a:pt x="6" y="1"/>
                    </a:cubicBezTo>
                    <a:cubicBezTo>
                      <a:pt x="6" y="1"/>
                      <a:pt x="6" y="1"/>
                      <a:pt x="6" y="1"/>
                    </a:cubicBezTo>
                    <a:cubicBezTo>
                      <a:pt x="6" y="0"/>
                      <a:pt x="6" y="0"/>
                      <a:pt x="6" y="0"/>
                    </a:cubicBezTo>
                    <a:cubicBezTo>
                      <a:pt x="6" y="0"/>
                      <a:pt x="5" y="0"/>
                      <a:pt x="5" y="0"/>
                    </a:cubicBezTo>
                    <a:cubicBezTo>
                      <a:pt x="5" y="0"/>
                      <a:pt x="5" y="0"/>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2"/>
                      <a:pt x="5" y="2"/>
                    </a:cubicBezTo>
                    <a:cubicBezTo>
                      <a:pt x="5" y="2"/>
                      <a:pt x="5" y="2"/>
                      <a:pt x="5" y="2"/>
                    </a:cubicBezTo>
                    <a:cubicBezTo>
                      <a:pt x="4" y="2"/>
                      <a:pt x="4" y="2"/>
                      <a:pt x="4" y="2"/>
                    </a:cubicBezTo>
                    <a:cubicBezTo>
                      <a:pt x="4" y="2"/>
                      <a:pt x="4" y="2"/>
                      <a:pt x="4" y="2"/>
                    </a:cubicBezTo>
                    <a:cubicBezTo>
                      <a:pt x="4" y="2"/>
                      <a:pt x="4" y="2"/>
                      <a:pt x="4" y="2"/>
                    </a:cubicBezTo>
                    <a:cubicBezTo>
                      <a:pt x="4" y="2"/>
                      <a:pt x="4" y="2"/>
                      <a:pt x="4" y="2"/>
                    </a:cubicBezTo>
                    <a:cubicBezTo>
                      <a:pt x="4" y="2"/>
                      <a:pt x="4" y="2"/>
                      <a:pt x="4" y="3"/>
                    </a:cubicBezTo>
                    <a:cubicBezTo>
                      <a:pt x="4" y="3"/>
                      <a:pt x="4" y="3"/>
                      <a:pt x="4" y="3"/>
                    </a:cubicBezTo>
                    <a:cubicBezTo>
                      <a:pt x="4" y="3"/>
                      <a:pt x="4" y="3"/>
                      <a:pt x="3" y="3"/>
                    </a:cubicBezTo>
                    <a:cubicBezTo>
                      <a:pt x="3" y="3"/>
                      <a:pt x="3" y="3"/>
                      <a:pt x="3" y="3"/>
                    </a:cubicBezTo>
                    <a:cubicBezTo>
                      <a:pt x="3" y="3"/>
                      <a:pt x="3" y="3"/>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2" y="4"/>
                      <a:pt x="2" y="5"/>
                      <a:pt x="2" y="5"/>
                    </a:cubicBezTo>
                    <a:cubicBezTo>
                      <a:pt x="2" y="5"/>
                      <a:pt x="2" y="5"/>
                      <a:pt x="2" y="5"/>
                    </a:cubicBezTo>
                    <a:cubicBezTo>
                      <a:pt x="2" y="5"/>
                      <a:pt x="2" y="5"/>
                      <a:pt x="2" y="5"/>
                    </a:cubicBezTo>
                    <a:cubicBezTo>
                      <a:pt x="2" y="5"/>
                      <a:pt x="2" y="5"/>
                      <a:pt x="2" y="5"/>
                    </a:cubicBezTo>
                    <a:cubicBezTo>
                      <a:pt x="2" y="5"/>
                      <a:pt x="2" y="5"/>
                      <a:pt x="2" y="5"/>
                    </a:cubicBezTo>
                    <a:cubicBezTo>
                      <a:pt x="2" y="6"/>
                      <a:pt x="2" y="6"/>
                      <a:pt x="2" y="6"/>
                    </a:cubicBezTo>
                    <a:cubicBezTo>
                      <a:pt x="2" y="6"/>
                      <a:pt x="2" y="6"/>
                      <a:pt x="2" y="6"/>
                    </a:cubicBezTo>
                    <a:cubicBezTo>
                      <a:pt x="3" y="6"/>
                      <a:pt x="3" y="6"/>
                      <a:pt x="3" y="6"/>
                    </a:cubicBezTo>
                    <a:cubicBezTo>
                      <a:pt x="3" y="6"/>
                      <a:pt x="3" y="6"/>
                      <a:pt x="3" y="6"/>
                    </a:cubicBezTo>
                    <a:cubicBezTo>
                      <a:pt x="2" y="6"/>
                      <a:pt x="2" y="7"/>
                      <a:pt x="2" y="7"/>
                    </a:cubicBezTo>
                    <a:cubicBezTo>
                      <a:pt x="2" y="7"/>
                      <a:pt x="2" y="7"/>
                      <a:pt x="2" y="7"/>
                    </a:cubicBezTo>
                    <a:cubicBezTo>
                      <a:pt x="2" y="7"/>
                      <a:pt x="2" y="7"/>
                      <a:pt x="2" y="7"/>
                    </a:cubicBezTo>
                    <a:cubicBezTo>
                      <a:pt x="2" y="7"/>
                      <a:pt x="2" y="7"/>
                      <a:pt x="2" y="7"/>
                    </a:cubicBezTo>
                    <a:cubicBezTo>
                      <a:pt x="2" y="7"/>
                      <a:pt x="2" y="7"/>
                      <a:pt x="2" y="7"/>
                    </a:cubicBezTo>
                    <a:cubicBezTo>
                      <a:pt x="1" y="8"/>
                      <a:pt x="1" y="8"/>
                      <a:pt x="1" y="8"/>
                    </a:cubicBezTo>
                    <a:cubicBezTo>
                      <a:pt x="1" y="8"/>
                      <a:pt x="1" y="8"/>
                      <a:pt x="1" y="8"/>
                    </a:cubicBezTo>
                    <a:cubicBezTo>
                      <a:pt x="1" y="8"/>
                      <a:pt x="1" y="8"/>
                      <a:pt x="1" y="8"/>
                    </a:cubicBezTo>
                    <a:cubicBezTo>
                      <a:pt x="1" y="8"/>
                      <a:pt x="0" y="8"/>
                      <a:pt x="1" y="8"/>
                    </a:cubicBezTo>
                    <a:cubicBezTo>
                      <a:pt x="1" y="8"/>
                      <a:pt x="1" y="8"/>
                      <a:pt x="1" y="8"/>
                    </a:cubicBezTo>
                    <a:cubicBezTo>
                      <a:pt x="1" y="8"/>
                      <a:pt x="1" y="8"/>
                      <a:pt x="1" y="9"/>
                    </a:cubicBezTo>
                    <a:cubicBezTo>
                      <a:pt x="1" y="9"/>
                      <a:pt x="1" y="9"/>
                      <a:pt x="1" y="9"/>
                    </a:cubicBezTo>
                    <a:cubicBezTo>
                      <a:pt x="1" y="9"/>
                      <a:pt x="1" y="9"/>
                      <a:pt x="1" y="9"/>
                    </a:cubicBezTo>
                    <a:cubicBezTo>
                      <a:pt x="1" y="9"/>
                      <a:pt x="1" y="9"/>
                      <a:pt x="1" y="9"/>
                    </a:cubicBezTo>
                    <a:cubicBezTo>
                      <a:pt x="1" y="9"/>
                      <a:pt x="1" y="9"/>
                      <a:pt x="2" y="9"/>
                    </a:cubicBezTo>
                    <a:cubicBezTo>
                      <a:pt x="2" y="9"/>
                      <a:pt x="2" y="9"/>
                      <a:pt x="2" y="9"/>
                    </a:cubicBezTo>
                    <a:cubicBezTo>
                      <a:pt x="2" y="9"/>
                      <a:pt x="2" y="9"/>
                      <a:pt x="2" y="9"/>
                    </a:cubicBezTo>
                    <a:cubicBezTo>
                      <a:pt x="2" y="9"/>
                      <a:pt x="2" y="9"/>
                      <a:pt x="2" y="9"/>
                    </a:cubicBezTo>
                    <a:cubicBezTo>
                      <a:pt x="2" y="8"/>
                      <a:pt x="2" y="8"/>
                      <a:pt x="2" y="8"/>
                    </a:cubicBezTo>
                    <a:cubicBezTo>
                      <a:pt x="2" y="8"/>
                      <a:pt x="2" y="8"/>
                      <a:pt x="2" y="8"/>
                    </a:cubicBezTo>
                    <a:cubicBezTo>
                      <a:pt x="2" y="8"/>
                      <a:pt x="3" y="8"/>
                      <a:pt x="3" y="8"/>
                    </a:cubicBezTo>
                    <a:cubicBezTo>
                      <a:pt x="3" y="8"/>
                      <a:pt x="3" y="8"/>
                      <a:pt x="3" y="8"/>
                    </a:cubicBezTo>
                    <a:cubicBezTo>
                      <a:pt x="3" y="8"/>
                      <a:pt x="3" y="8"/>
                      <a:pt x="3" y="8"/>
                    </a:cubicBezTo>
                    <a:cubicBezTo>
                      <a:pt x="3" y="8"/>
                      <a:pt x="3" y="8"/>
                      <a:pt x="3" y="8"/>
                    </a:cubicBezTo>
                    <a:cubicBezTo>
                      <a:pt x="3" y="8"/>
                      <a:pt x="3" y="8"/>
                      <a:pt x="3" y="8"/>
                    </a:cubicBezTo>
                    <a:cubicBezTo>
                      <a:pt x="3" y="7"/>
                      <a:pt x="3" y="7"/>
                      <a:pt x="3" y="7"/>
                    </a:cubicBezTo>
                    <a:cubicBezTo>
                      <a:pt x="3" y="7"/>
                      <a:pt x="3" y="7"/>
                      <a:pt x="3" y="7"/>
                    </a:cubicBezTo>
                    <a:cubicBezTo>
                      <a:pt x="4" y="7"/>
                      <a:pt x="4" y="7"/>
                      <a:pt x="4" y="7"/>
                    </a:cubicBezTo>
                    <a:cubicBezTo>
                      <a:pt x="4" y="7"/>
                      <a:pt x="4" y="7"/>
                      <a:pt x="4" y="7"/>
                    </a:cubicBezTo>
                    <a:cubicBezTo>
                      <a:pt x="4" y="7"/>
                      <a:pt x="4" y="7"/>
                      <a:pt x="4" y="7"/>
                    </a:cubicBezTo>
                    <a:cubicBezTo>
                      <a:pt x="4" y="7"/>
                      <a:pt x="4" y="7"/>
                      <a:pt x="4" y="6"/>
                    </a:cubicBezTo>
                    <a:cubicBezTo>
                      <a:pt x="4" y="6"/>
                      <a:pt x="4" y="6"/>
                      <a:pt x="4" y="6"/>
                    </a:cubicBezTo>
                    <a:cubicBezTo>
                      <a:pt x="5" y="6"/>
                      <a:pt x="5" y="6"/>
                      <a:pt x="5" y="6"/>
                    </a:cubicBezTo>
                    <a:cubicBezTo>
                      <a:pt x="5" y="6"/>
                      <a:pt x="5" y="6"/>
                      <a:pt x="5" y="6"/>
                    </a:cubicBezTo>
                    <a:cubicBezTo>
                      <a:pt x="5" y="6"/>
                      <a:pt x="5" y="6"/>
                      <a:pt x="5" y="6"/>
                    </a:cubicBezTo>
                    <a:cubicBezTo>
                      <a:pt x="5" y="6"/>
                      <a:pt x="5" y="5"/>
                      <a:pt x="5" y="5"/>
                    </a:cubicBezTo>
                    <a:cubicBezTo>
                      <a:pt x="5" y="5"/>
                      <a:pt x="5" y="5"/>
                      <a:pt x="5" y="5"/>
                    </a:cubicBezTo>
                    <a:cubicBezTo>
                      <a:pt x="5" y="5"/>
                      <a:pt x="5"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7" y="5"/>
                      <a:pt x="7" y="5"/>
                    </a:cubicBezTo>
                    <a:cubicBezTo>
                      <a:pt x="7" y="5"/>
                      <a:pt x="7" y="5"/>
                      <a:pt x="7" y="5"/>
                    </a:cubicBezTo>
                    <a:cubicBezTo>
                      <a:pt x="7" y="5"/>
                      <a:pt x="7" y="5"/>
                      <a:pt x="7" y="5"/>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8" y="4"/>
                      <a:pt x="8" y="4"/>
                    </a:cubicBezTo>
                    <a:cubicBezTo>
                      <a:pt x="8" y="4"/>
                      <a:pt x="8" y="3"/>
                      <a:pt x="8" y="3"/>
                    </a:cubicBezTo>
                    <a:cubicBezTo>
                      <a:pt x="8" y="3"/>
                      <a:pt x="8" y="3"/>
                      <a:pt x="8" y="3"/>
                    </a:cubicBezTo>
                    <a:cubicBezTo>
                      <a:pt x="8" y="3"/>
                      <a:pt x="8" y="3"/>
                      <a:pt x="8" y="3"/>
                    </a:cubicBezTo>
                    <a:cubicBezTo>
                      <a:pt x="8" y="3"/>
                      <a:pt x="8" y="3"/>
                      <a:pt x="9" y="2"/>
                    </a:cubicBezTo>
                    <a:cubicBezTo>
                      <a:pt x="9" y="2"/>
                      <a:pt x="9" y="2"/>
                      <a:pt x="9" y="2"/>
                    </a:cubicBezTo>
                    <a:cubicBezTo>
                      <a:pt x="9" y="2"/>
                      <a:pt x="9" y="2"/>
                      <a:pt x="9" y="2"/>
                    </a:cubicBezTo>
                    <a:cubicBezTo>
                      <a:pt x="9" y="2"/>
                      <a:pt x="9" y="2"/>
                      <a:pt x="9" y="2"/>
                    </a:cubicBezTo>
                    <a:cubicBezTo>
                      <a:pt x="9" y="2"/>
                      <a:pt x="9" y="2"/>
                      <a:pt x="8"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2" name="Freeform 432"/>
              <p:cNvSpPr>
                <a:spLocks/>
              </p:cNvSpPr>
              <p:nvPr/>
            </p:nvSpPr>
            <p:spPr bwMode="auto">
              <a:xfrm>
                <a:off x="5133976" y="2827735"/>
                <a:ext cx="3572" cy="14288"/>
              </a:xfrm>
              <a:custGeom>
                <a:avLst/>
                <a:gdLst/>
                <a:ahLst/>
                <a:cxnLst>
                  <a:cxn ang="0">
                    <a:pos x="1" y="3"/>
                  </a:cxn>
                  <a:cxn ang="0">
                    <a:pos x="1" y="3"/>
                  </a:cxn>
                  <a:cxn ang="0">
                    <a:pos x="1" y="2"/>
                  </a:cxn>
                  <a:cxn ang="0">
                    <a:pos x="1" y="2"/>
                  </a:cxn>
                  <a:cxn ang="0">
                    <a:pos x="1" y="2"/>
                  </a:cxn>
                  <a:cxn ang="0">
                    <a:pos x="1" y="2"/>
                  </a:cxn>
                  <a:cxn ang="0">
                    <a:pos x="1" y="2"/>
                  </a:cxn>
                  <a:cxn ang="0">
                    <a:pos x="0" y="2"/>
                  </a:cxn>
                  <a:cxn ang="0">
                    <a:pos x="0" y="2"/>
                  </a:cxn>
                  <a:cxn ang="0">
                    <a:pos x="0" y="1"/>
                  </a:cxn>
                  <a:cxn ang="0">
                    <a:pos x="0" y="1"/>
                  </a:cxn>
                  <a:cxn ang="0">
                    <a:pos x="0" y="1"/>
                  </a:cxn>
                  <a:cxn ang="0">
                    <a:pos x="0" y="1"/>
                  </a:cxn>
                  <a:cxn ang="0">
                    <a:pos x="1" y="1"/>
                  </a:cxn>
                  <a:cxn ang="0">
                    <a:pos x="0" y="0"/>
                  </a:cxn>
                  <a:cxn ang="0">
                    <a:pos x="0" y="1"/>
                  </a:cxn>
                  <a:cxn ang="0">
                    <a:pos x="0" y="1"/>
                  </a:cxn>
                  <a:cxn ang="0">
                    <a:pos x="0" y="1"/>
                  </a:cxn>
                  <a:cxn ang="0">
                    <a:pos x="0" y="1"/>
                  </a:cxn>
                  <a:cxn ang="0">
                    <a:pos x="0" y="2"/>
                  </a:cxn>
                  <a:cxn ang="0">
                    <a:pos x="0" y="2"/>
                  </a:cxn>
                  <a:cxn ang="0">
                    <a:pos x="0" y="3"/>
                  </a:cxn>
                  <a:cxn ang="0">
                    <a:pos x="0" y="2"/>
                  </a:cxn>
                  <a:cxn ang="0">
                    <a:pos x="0" y="2"/>
                  </a:cxn>
                  <a:cxn ang="0">
                    <a:pos x="0" y="3"/>
                  </a:cxn>
                  <a:cxn ang="0">
                    <a:pos x="0" y="4"/>
                  </a:cxn>
                  <a:cxn ang="0">
                    <a:pos x="0" y="4"/>
                  </a:cxn>
                  <a:cxn ang="0">
                    <a:pos x="0" y="4"/>
                  </a:cxn>
                  <a:cxn ang="0">
                    <a:pos x="0" y="4"/>
                  </a:cxn>
                  <a:cxn ang="0">
                    <a:pos x="0" y="4"/>
                  </a:cxn>
                  <a:cxn ang="0">
                    <a:pos x="0" y="5"/>
                  </a:cxn>
                  <a:cxn ang="0">
                    <a:pos x="0" y="5"/>
                  </a:cxn>
                  <a:cxn ang="0">
                    <a:pos x="0" y="5"/>
                  </a:cxn>
                  <a:cxn ang="0">
                    <a:pos x="0" y="5"/>
                  </a:cxn>
                  <a:cxn ang="0">
                    <a:pos x="1" y="5"/>
                  </a:cxn>
                  <a:cxn ang="0">
                    <a:pos x="1" y="4"/>
                  </a:cxn>
                  <a:cxn ang="0">
                    <a:pos x="1" y="4"/>
                  </a:cxn>
                  <a:cxn ang="0">
                    <a:pos x="1" y="4"/>
                  </a:cxn>
                  <a:cxn ang="0">
                    <a:pos x="1" y="4"/>
                  </a:cxn>
                  <a:cxn ang="0">
                    <a:pos x="1" y="4"/>
                  </a:cxn>
                  <a:cxn ang="0">
                    <a:pos x="1" y="3"/>
                  </a:cxn>
                </a:cxnLst>
                <a:rect l="0" t="0" r="r" b="b"/>
                <a:pathLst>
                  <a:path w="1" h="5">
                    <a:moveTo>
                      <a:pt x="1" y="3"/>
                    </a:moveTo>
                    <a:cubicBezTo>
                      <a:pt x="1" y="3"/>
                      <a:pt x="1" y="3"/>
                      <a:pt x="1" y="3"/>
                    </a:cubicBezTo>
                    <a:cubicBezTo>
                      <a:pt x="1" y="3"/>
                      <a:pt x="1" y="3"/>
                      <a:pt x="1" y="3"/>
                    </a:cubicBezTo>
                    <a:cubicBezTo>
                      <a:pt x="1" y="3"/>
                      <a:pt x="1" y="3"/>
                      <a:pt x="1" y="3"/>
                    </a:cubicBezTo>
                    <a:cubicBezTo>
                      <a:pt x="1" y="3"/>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0" y="1"/>
                      <a:pt x="0" y="1"/>
                      <a:pt x="0" y="2"/>
                    </a:cubicBezTo>
                    <a:cubicBezTo>
                      <a:pt x="0"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2"/>
                    </a:cubicBezTo>
                    <a:cubicBezTo>
                      <a:pt x="0" y="2"/>
                      <a:pt x="0" y="2"/>
                      <a:pt x="0" y="2"/>
                    </a:cubicBezTo>
                    <a:cubicBezTo>
                      <a:pt x="0" y="2"/>
                      <a:pt x="0" y="2"/>
                      <a:pt x="0" y="2"/>
                    </a:cubicBezTo>
                    <a:cubicBezTo>
                      <a:pt x="0" y="2"/>
                      <a:pt x="0" y="2"/>
                      <a:pt x="0" y="2"/>
                    </a:cubicBezTo>
                    <a:cubicBezTo>
                      <a:pt x="0" y="2"/>
                      <a:pt x="0" y="3"/>
                      <a:pt x="0" y="3"/>
                    </a:cubicBezTo>
                    <a:cubicBezTo>
                      <a:pt x="0" y="3"/>
                      <a:pt x="0" y="2"/>
                      <a:pt x="0" y="2"/>
                    </a:cubicBezTo>
                    <a:cubicBezTo>
                      <a:pt x="0" y="2"/>
                      <a:pt x="0" y="2"/>
                      <a:pt x="0" y="2"/>
                    </a:cubicBezTo>
                    <a:cubicBezTo>
                      <a:pt x="0" y="2"/>
                      <a:pt x="0" y="2"/>
                      <a:pt x="0" y="2"/>
                    </a:cubicBezTo>
                    <a:cubicBezTo>
                      <a:pt x="0" y="2"/>
                      <a:pt x="0" y="2"/>
                      <a:pt x="0" y="2"/>
                    </a:cubicBezTo>
                    <a:cubicBezTo>
                      <a:pt x="0" y="3"/>
                      <a:pt x="0" y="3"/>
                      <a:pt x="0" y="3"/>
                    </a:cubicBezTo>
                    <a:cubicBezTo>
                      <a:pt x="0" y="3"/>
                      <a:pt x="0" y="3"/>
                      <a:pt x="0" y="3"/>
                    </a:cubicBezTo>
                    <a:cubicBezTo>
                      <a:pt x="0" y="3"/>
                      <a:pt x="0" y="3"/>
                      <a:pt x="0" y="3"/>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1" y="5"/>
                      <a:pt x="1" y="5"/>
                      <a:pt x="1" y="5"/>
                    </a:cubicBezTo>
                    <a:cubicBezTo>
                      <a:pt x="1" y="5"/>
                      <a:pt x="1" y="5"/>
                      <a:pt x="1" y="5"/>
                    </a:cubicBezTo>
                    <a:cubicBezTo>
                      <a:pt x="1" y="5"/>
                      <a:pt x="1"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3"/>
                      <a:pt x="1" y="3"/>
                      <a:pt x="1"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3" name="Freeform 433"/>
              <p:cNvSpPr>
                <a:spLocks/>
              </p:cNvSpPr>
              <p:nvPr/>
            </p:nvSpPr>
            <p:spPr bwMode="auto">
              <a:xfrm>
                <a:off x="5013722" y="2824164"/>
                <a:ext cx="5954" cy="3572"/>
              </a:xfrm>
              <a:custGeom>
                <a:avLst/>
                <a:gdLst/>
                <a:ahLst/>
                <a:cxnLst>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0" y="0"/>
                  </a:cxn>
                  <a:cxn ang="0">
                    <a:pos x="0" y="1"/>
                  </a:cxn>
                  <a:cxn ang="0">
                    <a:pos x="0" y="1"/>
                  </a:cxn>
                  <a:cxn ang="0">
                    <a:pos x="1" y="0"/>
                  </a:cxn>
                  <a:cxn ang="0">
                    <a:pos x="1" y="0"/>
                  </a:cxn>
                  <a:cxn ang="0">
                    <a:pos x="1" y="0"/>
                  </a:cxn>
                  <a:cxn ang="0">
                    <a:pos x="1" y="0"/>
                  </a:cxn>
                  <a:cxn ang="0">
                    <a:pos x="1" y="0"/>
                  </a:cxn>
                  <a:cxn ang="0">
                    <a:pos x="1" y="0"/>
                  </a:cxn>
                  <a:cxn ang="0">
                    <a:pos x="1" y="0"/>
                  </a:cxn>
                  <a:cxn ang="0">
                    <a:pos x="2" y="0"/>
                  </a:cxn>
                  <a:cxn ang="0">
                    <a:pos x="2" y="0"/>
                  </a:cxn>
                  <a:cxn ang="0">
                    <a:pos x="2" y="0"/>
                  </a:cxn>
                  <a:cxn ang="0">
                    <a:pos x="2" y="0"/>
                  </a:cxn>
                  <a:cxn ang="0">
                    <a:pos x="2" y="0"/>
                  </a:cxn>
                  <a:cxn ang="0">
                    <a:pos x="2" y="0"/>
                  </a:cxn>
                  <a:cxn ang="0">
                    <a:pos x="2" y="0"/>
                  </a:cxn>
                  <a:cxn ang="0">
                    <a:pos x="2" y="0"/>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1"/>
                    </a:cubicBezTo>
                    <a:cubicBezTo>
                      <a:pt x="0" y="1"/>
                      <a:pt x="0" y="1"/>
                      <a:pt x="0" y="1"/>
                    </a:cubicBezTo>
                    <a:cubicBezTo>
                      <a:pt x="0"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4" name="Freeform 434"/>
              <p:cNvSpPr>
                <a:spLocks/>
              </p:cNvSpPr>
              <p:nvPr/>
            </p:nvSpPr>
            <p:spPr bwMode="auto">
              <a:xfrm>
                <a:off x="5028010" y="2844405"/>
                <a:ext cx="2381" cy="2381"/>
              </a:xfrm>
              <a:custGeom>
                <a:avLst/>
                <a:gdLst/>
                <a:ahLst/>
                <a:cxnLst>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1" y="1"/>
                  </a:cxn>
                  <a:cxn ang="0">
                    <a:pos x="1" y="1"/>
                  </a:cxn>
                  <a:cxn ang="0">
                    <a:pos x="0" y="1"/>
                  </a:cxn>
                  <a:cxn ang="0">
                    <a:pos x="1" y="1"/>
                  </a:cxn>
                  <a:cxn ang="0">
                    <a:pos x="1" y="1"/>
                  </a:cxn>
                </a:cxnLst>
                <a:rect l="0" t="0" r="r" b="b"/>
                <a:pathLst>
                  <a:path w="1" h="1">
                    <a:moveTo>
                      <a:pt x="1" y="1"/>
                    </a:move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5" name="Freeform 435"/>
              <p:cNvSpPr>
                <a:spLocks/>
              </p:cNvSpPr>
              <p:nvPr/>
            </p:nvSpPr>
            <p:spPr bwMode="auto">
              <a:xfrm>
                <a:off x="5028010" y="2850357"/>
                <a:ext cx="14288" cy="16669"/>
              </a:xfrm>
              <a:custGeom>
                <a:avLst/>
                <a:gdLst/>
                <a:ahLst/>
                <a:cxnLst>
                  <a:cxn ang="0">
                    <a:pos x="4" y="1"/>
                  </a:cxn>
                  <a:cxn ang="0">
                    <a:pos x="4" y="1"/>
                  </a:cxn>
                  <a:cxn ang="0">
                    <a:pos x="4" y="1"/>
                  </a:cxn>
                  <a:cxn ang="0">
                    <a:pos x="4" y="1"/>
                  </a:cxn>
                  <a:cxn ang="0">
                    <a:pos x="3" y="1"/>
                  </a:cxn>
                  <a:cxn ang="0">
                    <a:pos x="3" y="1"/>
                  </a:cxn>
                  <a:cxn ang="0">
                    <a:pos x="3" y="1"/>
                  </a:cxn>
                  <a:cxn ang="0">
                    <a:pos x="3" y="1"/>
                  </a:cxn>
                  <a:cxn ang="0">
                    <a:pos x="2" y="1"/>
                  </a:cxn>
                  <a:cxn ang="0">
                    <a:pos x="2" y="1"/>
                  </a:cxn>
                  <a:cxn ang="0">
                    <a:pos x="1" y="0"/>
                  </a:cxn>
                  <a:cxn ang="0">
                    <a:pos x="1" y="0"/>
                  </a:cxn>
                  <a:cxn ang="0">
                    <a:pos x="1" y="0"/>
                  </a:cxn>
                  <a:cxn ang="0">
                    <a:pos x="1" y="1"/>
                  </a:cxn>
                  <a:cxn ang="0">
                    <a:pos x="0" y="1"/>
                  </a:cxn>
                  <a:cxn ang="0">
                    <a:pos x="0" y="2"/>
                  </a:cxn>
                  <a:cxn ang="0">
                    <a:pos x="0" y="2"/>
                  </a:cxn>
                  <a:cxn ang="0">
                    <a:pos x="0" y="3"/>
                  </a:cxn>
                  <a:cxn ang="0">
                    <a:pos x="0" y="3"/>
                  </a:cxn>
                  <a:cxn ang="0">
                    <a:pos x="0" y="4"/>
                  </a:cxn>
                  <a:cxn ang="0">
                    <a:pos x="0" y="5"/>
                  </a:cxn>
                  <a:cxn ang="0">
                    <a:pos x="0" y="5"/>
                  </a:cxn>
                  <a:cxn ang="0">
                    <a:pos x="0" y="5"/>
                  </a:cxn>
                  <a:cxn ang="0">
                    <a:pos x="0" y="5"/>
                  </a:cxn>
                  <a:cxn ang="0">
                    <a:pos x="0" y="5"/>
                  </a:cxn>
                  <a:cxn ang="0">
                    <a:pos x="1" y="5"/>
                  </a:cxn>
                  <a:cxn ang="0">
                    <a:pos x="1" y="6"/>
                  </a:cxn>
                  <a:cxn ang="0">
                    <a:pos x="1" y="6"/>
                  </a:cxn>
                  <a:cxn ang="0">
                    <a:pos x="1" y="5"/>
                  </a:cxn>
                  <a:cxn ang="0">
                    <a:pos x="1" y="5"/>
                  </a:cxn>
                  <a:cxn ang="0">
                    <a:pos x="2" y="5"/>
                  </a:cxn>
                  <a:cxn ang="0">
                    <a:pos x="2" y="4"/>
                  </a:cxn>
                  <a:cxn ang="0">
                    <a:pos x="2" y="4"/>
                  </a:cxn>
                  <a:cxn ang="0">
                    <a:pos x="2" y="4"/>
                  </a:cxn>
                  <a:cxn ang="0">
                    <a:pos x="2" y="5"/>
                  </a:cxn>
                  <a:cxn ang="0">
                    <a:pos x="2" y="5"/>
                  </a:cxn>
                  <a:cxn ang="0">
                    <a:pos x="2" y="5"/>
                  </a:cxn>
                  <a:cxn ang="0">
                    <a:pos x="2" y="5"/>
                  </a:cxn>
                  <a:cxn ang="0">
                    <a:pos x="3" y="4"/>
                  </a:cxn>
                  <a:cxn ang="0">
                    <a:pos x="3" y="4"/>
                  </a:cxn>
                  <a:cxn ang="0">
                    <a:pos x="3" y="4"/>
                  </a:cxn>
                  <a:cxn ang="0">
                    <a:pos x="4" y="3"/>
                  </a:cxn>
                  <a:cxn ang="0">
                    <a:pos x="4" y="3"/>
                  </a:cxn>
                  <a:cxn ang="0">
                    <a:pos x="4" y="3"/>
                  </a:cxn>
                  <a:cxn ang="0">
                    <a:pos x="4" y="3"/>
                  </a:cxn>
                  <a:cxn ang="0">
                    <a:pos x="4" y="3"/>
                  </a:cxn>
                  <a:cxn ang="0">
                    <a:pos x="4" y="3"/>
                  </a:cxn>
                  <a:cxn ang="0">
                    <a:pos x="4" y="2"/>
                  </a:cxn>
                  <a:cxn ang="0">
                    <a:pos x="4" y="2"/>
                  </a:cxn>
                  <a:cxn ang="0">
                    <a:pos x="5" y="2"/>
                  </a:cxn>
                  <a:cxn ang="0">
                    <a:pos x="5" y="1"/>
                  </a:cxn>
                  <a:cxn ang="0">
                    <a:pos x="5" y="1"/>
                  </a:cxn>
                </a:cxnLst>
                <a:rect l="0" t="0" r="r" b="b"/>
                <a:pathLst>
                  <a:path w="5" h="6">
                    <a:moveTo>
                      <a:pt x="5" y="1"/>
                    </a:moveTo>
                    <a:cubicBezTo>
                      <a:pt x="5" y="1"/>
                      <a:pt x="5"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3"/>
                      <a:pt x="0" y="3"/>
                    </a:cubicBezTo>
                    <a:cubicBezTo>
                      <a:pt x="0" y="3"/>
                      <a:pt x="0" y="3"/>
                      <a:pt x="0" y="3"/>
                    </a:cubicBezTo>
                    <a:cubicBezTo>
                      <a:pt x="0" y="3"/>
                      <a:pt x="0" y="3"/>
                      <a:pt x="0" y="3"/>
                    </a:cubicBezTo>
                    <a:cubicBezTo>
                      <a:pt x="0" y="3"/>
                      <a:pt x="0" y="3"/>
                      <a:pt x="0" y="3"/>
                    </a:cubicBezTo>
                    <a:cubicBezTo>
                      <a:pt x="0" y="3"/>
                      <a:pt x="0" y="3"/>
                      <a:pt x="0" y="3"/>
                    </a:cubicBezTo>
                    <a:cubicBezTo>
                      <a:pt x="0" y="4"/>
                      <a:pt x="0" y="4"/>
                      <a:pt x="0" y="4"/>
                    </a:cubicBezTo>
                    <a:cubicBezTo>
                      <a:pt x="0" y="4"/>
                      <a:pt x="0" y="4"/>
                      <a:pt x="0" y="4"/>
                    </a:cubicBezTo>
                    <a:cubicBezTo>
                      <a:pt x="0" y="4"/>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1" y="5"/>
                    </a:cubicBezTo>
                    <a:cubicBezTo>
                      <a:pt x="1" y="5"/>
                      <a:pt x="1" y="5"/>
                      <a:pt x="1" y="5"/>
                    </a:cubicBezTo>
                    <a:cubicBezTo>
                      <a:pt x="1" y="5"/>
                      <a:pt x="1" y="5"/>
                      <a:pt x="1" y="5"/>
                    </a:cubicBezTo>
                    <a:cubicBezTo>
                      <a:pt x="1" y="6"/>
                      <a:pt x="1" y="6"/>
                      <a:pt x="1" y="6"/>
                    </a:cubicBezTo>
                    <a:cubicBezTo>
                      <a:pt x="1" y="6"/>
                      <a:pt x="1" y="6"/>
                      <a:pt x="1" y="6"/>
                    </a:cubicBezTo>
                    <a:cubicBezTo>
                      <a:pt x="1" y="6"/>
                      <a:pt x="1" y="6"/>
                      <a:pt x="1" y="6"/>
                    </a:cubicBezTo>
                    <a:cubicBezTo>
                      <a:pt x="1" y="6"/>
                      <a:pt x="1" y="6"/>
                      <a:pt x="1" y="6"/>
                    </a:cubicBezTo>
                    <a:cubicBezTo>
                      <a:pt x="1" y="5"/>
                      <a:pt x="1" y="5"/>
                      <a:pt x="1" y="5"/>
                    </a:cubicBezTo>
                    <a:cubicBezTo>
                      <a:pt x="1" y="5"/>
                      <a:pt x="1" y="5"/>
                      <a:pt x="1" y="5"/>
                    </a:cubicBezTo>
                    <a:cubicBezTo>
                      <a:pt x="1" y="5"/>
                      <a:pt x="1" y="5"/>
                      <a:pt x="1" y="5"/>
                    </a:cubicBezTo>
                    <a:cubicBezTo>
                      <a:pt x="1" y="5"/>
                      <a:pt x="1" y="5"/>
                      <a:pt x="2" y="5"/>
                    </a:cubicBezTo>
                    <a:cubicBezTo>
                      <a:pt x="2" y="5"/>
                      <a:pt x="2" y="5"/>
                      <a:pt x="2" y="5"/>
                    </a:cubicBezTo>
                    <a:cubicBezTo>
                      <a:pt x="2" y="5"/>
                      <a:pt x="2" y="5"/>
                      <a:pt x="2" y="5"/>
                    </a:cubicBezTo>
                    <a:cubicBezTo>
                      <a:pt x="2" y="5"/>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3" y="5"/>
                      <a:pt x="3" y="5"/>
                      <a:pt x="3" y="5"/>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3"/>
                      <a:pt x="3" y="3"/>
                    </a:cubicBezTo>
                    <a:cubicBezTo>
                      <a:pt x="3" y="3"/>
                      <a:pt x="3"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1"/>
                      <a:pt x="5" y="1"/>
                    </a:cubicBezTo>
                    <a:cubicBezTo>
                      <a:pt x="5" y="1"/>
                      <a:pt x="5" y="1"/>
                      <a:pt x="5" y="1"/>
                    </a:cubicBezTo>
                    <a:cubicBezTo>
                      <a:pt x="5" y="1"/>
                      <a:pt x="5" y="1"/>
                      <a:pt x="5"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6" name="Freeform 436"/>
              <p:cNvSpPr>
                <a:spLocks/>
              </p:cNvSpPr>
              <p:nvPr/>
            </p:nvSpPr>
            <p:spPr bwMode="auto">
              <a:xfrm>
                <a:off x="4786313" y="2871788"/>
                <a:ext cx="4763" cy="5954"/>
              </a:xfrm>
              <a:custGeom>
                <a:avLst/>
                <a:gdLst/>
                <a:ahLst/>
                <a:cxnLst>
                  <a:cxn ang="0">
                    <a:pos x="1" y="0"/>
                  </a:cxn>
                  <a:cxn ang="0">
                    <a:pos x="1" y="1"/>
                  </a:cxn>
                  <a:cxn ang="0">
                    <a:pos x="1" y="1"/>
                  </a:cxn>
                  <a:cxn ang="0">
                    <a:pos x="1" y="1"/>
                  </a:cxn>
                  <a:cxn ang="0">
                    <a:pos x="1" y="1"/>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2"/>
                  </a:cxn>
                  <a:cxn ang="0">
                    <a:pos x="0" y="2"/>
                  </a:cxn>
                  <a:cxn ang="0">
                    <a:pos x="0" y="1"/>
                  </a:cxn>
                  <a:cxn ang="0">
                    <a:pos x="0" y="1"/>
                  </a:cxn>
                  <a:cxn ang="0">
                    <a:pos x="0" y="1"/>
                  </a:cxn>
                  <a:cxn ang="0">
                    <a:pos x="0" y="1"/>
                  </a:cxn>
                  <a:cxn ang="0">
                    <a:pos x="0" y="2"/>
                  </a:cxn>
                  <a:cxn ang="0">
                    <a:pos x="0" y="2"/>
                  </a:cxn>
                  <a:cxn ang="0">
                    <a:pos x="0" y="1"/>
                  </a:cxn>
                  <a:cxn ang="0">
                    <a:pos x="1" y="1"/>
                  </a:cxn>
                  <a:cxn ang="0">
                    <a:pos x="1" y="1"/>
                  </a:cxn>
                  <a:cxn ang="0">
                    <a:pos x="1" y="2"/>
                  </a:cxn>
                  <a:cxn ang="0">
                    <a:pos x="1" y="2"/>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2" y="1"/>
                  </a:cxn>
                  <a:cxn ang="0">
                    <a:pos x="2" y="0"/>
                  </a:cxn>
                  <a:cxn ang="0">
                    <a:pos x="1" y="0"/>
                  </a:cxn>
                </a:cxnLst>
                <a:rect l="0" t="0" r="r" b="b"/>
                <a:pathLst>
                  <a:path w="2" h="2">
                    <a:moveTo>
                      <a:pt x="1" y="0"/>
                    </a:moveTo>
                    <a:cubicBezTo>
                      <a:pt x="1" y="0"/>
                      <a:pt x="1" y="1"/>
                      <a:pt x="1" y="1"/>
                    </a:cubicBezTo>
                    <a:cubicBezTo>
                      <a:pt x="1" y="1"/>
                      <a:pt x="1" y="1"/>
                      <a:pt x="1" y="1"/>
                    </a:cubicBezTo>
                    <a:cubicBezTo>
                      <a:pt x="1" y="1"/>
                      <a:pt x="1" y="1"/>
                      <a:pt x="1" y="1"/>
                    </a:cubicBezTo>
                    <a:cubicBezTo>
                      <a:pt x="1" y="1"/>
                      <a:pt x="1" y="1"/>
                      <a:pt x="1" y="1"/>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1"/>
                      <a:pt x="0" y="1"/>
                    </a:cubicBezTo>
                    <a:cubicBezTo>
                      <a:pt x="0" y="1"/>
                      <a:pt x="1" y="1"/>
                      <a:pt x="1" y="1"/>
                    </a:cubicBezTo>
                    <a:cubicBezTo>
                      <a:pt x="1" y="1"/>
                      <a:pt x="1" y="1"/>
                      <a:pt x="1" y="1"/>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0"/>
                      <a:pt x="2" y="0"/>
                    </a:cubicBezTo>
                    <a:cubicBezTo>
                      <a:pt x="2" y="0"/>
                      <a:pt x="2"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7" name="Freeform 437"/>
              <p:cNvSpPr>
                <a:spLocks/>
              </p:cNvSpPr>
              <p:nvPr/>
            </p:nvSpPr>
            <p:spPr bwMode="auto">
              <a:xfrm>
                <a:off x="4945857" y="2706292"/>
                <a:ext cx="140494" cy="138113"/>
              </a:xfrm>
              <a:custGeom>
                <a:avLst/>
                <a:gdLst/>
                <a:ahLst/>
                <a:cxnLst>
                  <a:cxn ang="0">
                    <a:pos x="50" y="27"/>
                  </a:cxn>
                  <a:cxn ang="0">
                    <a:pos x="48" y="22"/>
                  </a:cxn>
                  <a:cxn ang="0">
                    <a:pos x="48" y="20"/>
                  </a:cxn>
                  <a:cxn ang="0">
                    <a:pos x="47" y="18"/>
                  </a:cxn>
                  <a:cxn ang="0">
                    <a:pos x="46" y="15"/>
                  </a:cxn>
                  <a:cxn ang="0">
                    <a:pos x="45" y="12"/>
                  </a:cxn>
                  <a:cxn ang="0">
                    <a:pos x="45" y="8"/>
                  </a:cxn>
                  <a:cxn ang="0">
                    <a:pos x="43" y="6"/>
                  </a:cxn>
                  <a:cxn ang="0">
                    <a:pos x="43" y="2"/>
                  </a:cxn>
                  <a:cxn ang="0">
                    <a:pos x="42" y="0"/>
                  </a:cxn>
                  <a:cxn ang="0">
                    <a:pos x="40" y="4"/>
                  </a:cxn>
                  <a:cxn ang="0">
                    <a:pos x="39" y="9"/>
                  </a:cxn>
                  <a:cxn ang="0">
                    <a:pos x="37" y="11"/>
                  </a:cxn>
                  <a:cxn ang="0">
                    <a:pos x="33" y="7"/>
                  </a:cxn>
                  <a:cxn ang="0">
                    <a:pos x="34" y="4"/>
                  </a:cxn>
                  <a:cxn ang="0">
                    <a:pos x="35" y="2"/>
                  </a:cxn>
                  <a:cxn ang="0">
                    <a:pos x="34" y="2"/>
                  </a:cxn>
                  <a:cxn ang="0">
                    <a:pos x="31" y="1"/>
                  </a:cxn>
                  <a:cxn ang="0">
                    <a:pos x="30" y="0"/>
                  </a:cxn>
                  <a:cxn ang="0">
                    <a:pos x="30" y="1"/>
                  </a:cxn>
                  <a:cxn ang="0">
                    <a:pos x="28" y="2"/>
                  </a:cxn>
                  <a:cxn ang="0">
                    <a:pos x="27" y="3"/>
                  </a:cxn>
                  <a:cxn ang="0">
                    <a:pos x="26" y="4"/>
                  </a:cxn>
                  <a:cxn ang="0">
                    <a:pos x="25" y="7"/>
                  </a:cxn>
                  <a:cxn ang="0">
                    <a:pos x="24" y="7"/>
                  </a:cxn>
                  <a:cxn ang="0">
                    <a:pos x="23" y="5"/>
                  </a:cxn>
                  <a:cxn ang="0">
                    <a:pos x="21" y="5"/>
                  </a:cxn>
                  <a:cxn ang="0">
                    <a:pos x="20" y="6"/>
                  </a:cxn>
                  <a:cxn ang="0">
                    <a:pos x="19" y="7"/>
                  </a:cxn>
                  <a:cxn ang="0">
                    <a:pos x="18" y="8"/>
                  </a:cxn>
                  <a:cxn ang="0">
                    <a:pos x="17" y="8"/>
                  </a:cxn>
                  <a:cxn ang="0">
                    <a:pos x="17" y="10"/>
                  </a:cxn>
                  <a:cxn ang="0">
                    <a:pos x="16" y="9"/>
                  </a:cxn>
                  <a:cxn ang="0">
                    <a:pos x="13" y="13"/>
                  </a:cxn>
                  <a:cxn ang="0">
                    <a:pos x="9" y="15"/>
                  </a:cxn>
                  <a:cxn ang="0">
                    <a:pos x="6" y="16"/>
                  </a:cxn>
                  <a:cxn ang="0">
                    <a:pos x="3" y="19"/>
                  </a:cxn>
                  <a:cxn ang="0">
                    <a:pos x="2" y="24"/>
                  </a:cxn>
                  <a:cxn ang="0">
                    <a:pos x="2" y="24"/>
                  </a:cxn>
                  <a:cxn ang="0">
                    <a:pos x="2" y="31"/>
                  </a:cxn>
                  <a:cxn ang="0">
                    <a:pos x="1" y="36"/>
                  </a:cxn>
                  <a:cxn ang="0">
                    <a:pos x="0" y="38"/>
                  </a:cxn>
                  <a:cxn ang="0">
                    <a:pos x="2" y="39"/>
                  </a:cxn>
                  <a:cxn ang="0">
                    <a:pos x="5" y="38"/>
                  </a:cxn>
                  <a:cxn ang="0">
                    <a:pos x="8" y="37"/>
                  </a:cxn>
                  <a:cxn ang="0">
                    <a:pos x="11" y="37"/>
                  </a:cxn>
                  <a:cxn ang="0">
                    <a:pos x="17" y="35"/>
                  </a:cxn>
                  <a:cxn ang="0">
                    <a:pos x="22" y="35"/>
                  </a:cxn>
                  <a:cxn ang="0">
                    <a:pos x="24" y="37"/>
                  </a:cxn>
                  <a:cxn ang="0">
                    <a:pos x="24" y="40"/>
                  </a:cxn>
                  <a:cxn ang="0">
                    <a:pos x="27" y="38"/>
                  </a:cxn>
                  <a:cxn ang="0">
                    <a:pos x="26" y="39"/>
                  </a:cxn>
                  <a:cxn ang="0">
                    <a:pos x="26" y="40"/>
                  </a:cxn>
                  <a:cxn ang="0">
                    <a:pos x="27" y="44"/>
                  </a:cxn>
                  <a:cxn ang="0">
                    <a:pos x="31" y="48"/>
                  </a:cxn>
                  <a:cxn ang="0">
                    <a:pos x="33" y="48"/>
                  </a:cxn>
                  <a:cxn ang="0">
                    <a:pos x="35" y="47"/>
                  </a:cxn>
                  <a:cxn ang="0">
                    <a:pos x="38" y="47"/>
                  </a:cxn>
                  <a:cxn ang="0">
                    <a:pos x="40" y="43"/>
                  </a:cxn>
                  <a:cxn ang="0">
                    <a:pos x="43" y="40"/>
                  </a:cxn>
                  <a:cxn ang="0">
                    <a:pos x="46" y="37"/>
                  </a:cxn>
                  <a:cxn ang="0">
                    <a:pos x="48" y="33"/>
                  </a:cxn>
                </a:cxnLst>
                <a:rect l="0" t="0" r="r" b="b"/>
                <a:pathLst>
                  <a:path w="50" h="49">
                    <a:moveTo>
                      <a:pt x="48" y="33"/>
                    </a:moveTo>
                    <a:cubicBezTo>
                      <a:pt x="48" y="33"/>
                      <a:pt x="48" y="33"/>
                      <a:pt x="48" y="33"/>
                    </a:cubicBezTo>
                    <a:cubicBezTo>
                      <a:pt x="48" y="32"/>
                      <a:pt x="48" y="32"/>
                      <a:pt x="48" y="32"/>
                    </a:cubicBezTo>
                    <a:cubicBezTo>
                      <a:pt x="48" y="32"/>
                      <a:pt x="48" y="32"/>
                      <a:pt x="48" y="32"/>
                    </a:cubicBezTo>
                    <a:cubicBezTo>
                      <a:pt x="48" y="32"/>
                      <a:pt x="48" y="32"/>
                      <a:pt x="49" y="32"/>
                    </a:cubicBezTo>
                    <a:cubicBezTo>
                      <a:pt x="49" y="32"/>
                      <a:pt x="49" y="32"/>
                      <a:pt x="49" y="32"/>
                    </a:cubicBezTo>
                    <a:cubicBezTo>
                      <a:pt x="49" y="31"/>
                      <a:pt x="49" y="31"/>
                      <a:pt x="49" y="31"/>
                    </a:cubicBezTo>
                    <a:cubicBezTo>
                      <a:pt x="49" y="31"/>
                      <a:pt x="49" y="31"/>
                      <a:pt x="49" y="31"/>
                    </a:cubicBezTo>
                    <a:cubicBezTo>
                      <a:pt x="49" y="31"/>
                      <a:pt x="49" y="31"/>
                      <a:pt x="49" y="31"/>
                    </a:cubicBezTo>
                    <a:cubicBezTo>
                      <a:pt x="49" y="31"/>
                      <a:pt x="49" y="31"/>
                      <a:pt x="49" y="31"/>
                    </a:cubicBezTo>
                    <a:cubicBezTo>
                      <a:pt x="49" y="31"/>
                      <a:pt x="49" y="31"/>
                      <a:pt x="49" y="30"/>
                    </a:cubicBezTo>
                    <a:cubicBezTo>
                      <a:pt x="49" y="30"/>
                      <a:pt x="49" y="30"/>
                      <a:pt x="49" y="30"/>
                    </a:cubicBezTo>
                    <a:cubicBezTo>
                      <a:pt x="49" y="30"/>
                      <a:pt x="49" y="30"/>
                      <a:pt x="49" y="30"/>
                    </a:cubicBezTo>
                    <a:cubicBezTo>
                      <a:pt x="49" y="30"/>
                      <a:pt x="49" y="30"/>
                      <a:pt x="49" y="30"/>
                    </a:cubicBezTo>
                    <a:cubicBezTo>
                      <a:pt x="49" y="30"/>
                      <a:pt x="49" y="29"/>
                      <a:pt x="49" y="29"/>
                    </a:cubicBezTo>
                    <a:cubicBezTo>
                      <a:pt x="49" y="29"/>
                      <a:pt x="49" y="29"/>
                      <a:pt x="49" y="29"/>
                    </a:cubicBezTo>
                    <a:cubicBezTo>
                      <a:pt x="49" y="29"/>
                      <a:pt x="49" y="29"/>
                      <a:pt x="49" y="29"/>
                    </a:cubicBezTo>
                    <a:cubicBezTo>
                      <a:pt x="49" y="29"/>
                      <a:pt x="49" y="29"/>
                      <a:pt x="49" y="28"/>
                    </a:cubicBezTo>
                    <a:cubicBezTo>
                      <a:pt x="49" y="28"/>
                      <a:pt x="49" y="28"/>
                      <a:pt x="49" y="28"/>
                    </a:cubicBezTo>
                    <a:cubicBezTo>
                      <a:pt x="49" y="28"/>
                      <a:pt x="49" y="28"/>
                      <a:pt x="49" y="28"/>
                    </a:cubicBezTo>
                    <a:cubicBezTo>
                      <a:pt x="49" y="28"/>
                      <a:pt x="50" y="28"/>
                      <a:pt x="50" y="27"/>
                    </a:cubicBezTo>
                    <a:cubicBezTo>
                      <a:pt x="50" y="27"/>
                      <a:pt x="50" y="27"/>
                      <a:pt x="50" y="27"/>
                    </a:cubicBezTo>
                    <a:cubicBezTo>
                      <a:pt x="50" y="27"/>
                      <a:pt x="50" y="27"/>
                      <a:pt x="50" y="27"/>
                    </a:cubicBezTo>
                    <a:cubicBezTo>
                      <a:pt x="50" y="27"/>
                      <a:pt x="50" y="27"/>
                      <a:pt x="50" y="27"/>
                    </a:cubicBezTo>
                    <a:cubicBezTo>
                      <a:pt x="50" y="27"/>
                      <a:pt x="50" y="27"/>
                      <a:pt x="50" y="26"/>
                    </a:cubicBezTo>
                    <a:cubicBezTo>
                      <a:pt x="50" y="26"/>
                      <a:pt x="50" y="26"/>
                      <a:pt x="50" y="26"/>
                    </a:cubicBezTo>
                    <a:cubicBezTo>
                      <a:pt x="50" y="26"/>
                      <a:pt x="50" y="26"/>
                      <a:pt x="50" y="26"/>
                    </a:cubicBezTo>
                    <a:cubicBezTo>
                      <a:pt x="50" y="26"/>
                      <a:pt x="50" y="26"/>
                      <a:pt x="50" y="26"/>
                    </a:cubicBezTo>
                    <a:cubicBezTo>
                      <a:pt x="50" y="26"/>
                      <a:pt x="50" y="26"/>
                      <a:pt x="50" y="26"/>
                    </a:cubicBezTo>
                    <a:cubicBezTo>
                      <a:pt x="50" y="26"/>
                      <a:pt x="50" y="26"/>
                      <a:pt x="50" y="26"/>
                    </a:cubicBezTo>
                    <a:cubicBezTo>
                      <a:pt x="50" y="26"/>
                      <a:pt x="50" y="26"/>
                      <a:pt x="50" y="26"/>
                    </a:cubicBezTo>
                    <a:cubicBezTo>
                      <a:pt x="50" y="26"/>
                      <a:pt x="50" y="26"/>
                      <a:pt x="50" y="26"/>
                    </a:cubicBezTo>
                    <a:cubicBezTo>
                      <a:pt x="50" y="25"/>
                      <a:pt x="50" y="25"/>
                      <a:pt x="50" y="25"/>
                    </a:cubicBezTo>
                    <a:cubicBezTo>
                      <a:pt x="50" y="25"/>
                      <a:pt x="50" y="25"/>
                      <a:pt x="50" y="25"/>
                    </a:cubicBezTo>
                    <a:cubicBezTo>
                      <a:pt x="50" y="25"/>
                      <a:pt x="50" y="25"/>
                      <a:pt x="50" y="25"/>
                    </a:cubicBezTo>
                    <a:cubicBezTo>
                      <a:pt x="50" y="25"/>
                      <a:pt x="50" y="25"/>
                      <a:pt x="50" y="24"/>
                    </a:cubicBezTo>
                    <a:cubicBezTo>
                      <a:pt x="50" y="24"/>
                      <a:pt x="50" y="24"/>
                      <a:pt x="50" y="24"/>
                    </a:cubicBezTo>
                    <a:cubicBezTo>
                      <a:pt x="50" y="24"/>
                      <a:pt x="49" y="24"/>
                      <a:pt x="49" y="24"/>
                    </a:cubicBezTo>
                    <a:cubicBezTo>
                      <a:pt x="49" y="24"/>
                      <a:pt x="49" y="24"/>
                      <a:pt x="49" y="24"/>
                    </a:cubicBezTo>
                    <a:cubicBezTo>
                      <a:pt x="49" y="24"/>
                      <a:pt x="49" y="23"/>
                      <a:pt x="49" y="23"/>
                    </a:cubicBezTo>
                    <a:cubicBezTo>
                      <a:pt x="49" y="23"/>
                      <a:pt x="49" y="23"/>
                      <a:pt x="49" y="23"/>
                    </a:cubicBezTo>
                    <a:cubicBezTo>
                      <a:pt x="49" y="23"/>
                      <a:pt x="49" y="23"/>
                      <a:pt x="49" y="23"/>
                    </a:cubicBezTo>
                    <a:cubicBezTo>
                      <a:pt x="49" y="23"/>
                      <a:pt x="49" y="23"/>
                      <a:pt x="49" y="23"/>
                    </a:cubicBezTo>
                    <a:cubicBezTo>
                      <a:pt x="49" y="23"/>
                      <a:pt x="49" y="23"/>
                      <a:pt x="49" y="23"/>
                    </a:cubicBezTo>
                    <a:cubicBezTo>
                      <a:pt x="49" y="22"/>
                      <a:pt x="49" y="22"/>
                      <a:pt x="49" y="22"/>
                    </a:cubicBezTo>
                    <a:cubicBezTo>
                      <a:pt x="48" y="22"/>
                      <a:pt x="48" y="22"/>
                      <a:pt x="48" y="22"/>
                    </a:cubicBezTo>
                    <a:cubicBezTo>
                      <a:pt x="48" y="22"/>
                      <a:pt x="48" y="22"/>
                      <a:pt x="48" y="22"/>
                    </a:cubicBezTo>
                    <a:cubicBezTo>
                      <a:pt x="48" y="22"/>
                      <a:pt x="48" y="22"/>
                      <a:pt x="48" y="22"/>
                    </a:cubicBezTo>
                    <a:cubicBezTo>
                      <a:pt x="48" y="22"/>
                      <a:pt x="48" y="22"/>
                      <a:pt x="48" y="22"/>
                    </a:cubicBezTo>
                    <a:cubicBezTo>
                      <a:pt x="48" y="22"/>
                      <a:pt x="49" y="22"/>
                      <a:pt x="49" y="21"/>
                    </a:cubicBezTo>
                    <a:cubicBezTo>
                      <a:pt x="49" y="21"/>
                      <a:pt x="49" y="21"/>
                      <a:pt x="49" y="21"/>
                    </a:cubicBezTo>
                    <a:cubicBezTo>
                      <a:pt x="49" y="21"/>
                      <a:pt x="49" y="21"/>
                      <a:pt x="49" y="21"/>
                    </a:cubicBezTo>
                    <a:cubicBezTo>
                      <a:pt x="49" y="21"/>
                      <a:pt x="49" y="21"/>
                      <a:pt x="49" y="21"/>
                    </a:cubicBezTo>
                    <a:cubicBezTo>
                      <a:pt x="49" y="21"/>
                      <a:pt x="49" y="21"/>
                      <a:pt x="49" y="21"/>
                    </a:cubicBezTo>
                    <a:cubicBezTo>
                      <a:pt x="49" y="21"/>
                      <a:pt x="49" y="21"/>
                      <a:pt x="49" y="20"/>
                    </a:cubicBezTo>
                    <a:cubicBezTo>
                      <a:pt x="49" y="20"/>
                      <a:pt x="49" y="20"/>
                      <a:pt x="49" y="20"/>
                    </a:cubicBezTo>
                    <a:cubicBezTo>
                      <a:pt x="49" y="20"/>
                      <a:pt x="49" y="20"/>
                      <a:pt x="49" y="20"/>
                    </a:cubicBezTo>
                    <a:cubicBezTo>
                      <a:pt x="49" y="20"/>
                      <a:pt x="49" y="20"/>
                      <a:pt x="49" y="20"/>
                    </a:cubicBezTo>
                    <a:cubicBezTo>
                      <a:pt x="49"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8" y="20"/>
                      <a:pt x="48" y="20"/>
                    </a:cubicBezTo>
                    <a:cubicBezTo>
                      <a:pt x="48" y="20"/>
                      <a:pt x="47" y="20"/>
                      <a:pt x="47" y="20"/>
                    </a:cubicBezTo>
                    <a:cubicBezTo>
                      <a:pt x="47" y="20"/>
                      <a:pt x="47" y="20"/>
                      <a:pt x="47" y="20"/>
                    </a:cubicBezTo>
                    <a:cubicBezTo>
                      <a:pt x="47" y="20"/>
                      <a:pt x="47" y="20"/>
                      <a:pt x="47" y="20"/>
                    </a:cubicBezTo>
                    <a:cubicBezTo>
                      <a:pt x="47" y="20"/>
                      <a:pt x="47" y="20"/>
                      <a:pt x="47" y="20"/>
                    </a:cubicBezTo>
                    <a:cubicBezTo>
                      <a:pt x="47" y="20"/>
                      <a:pt x="47" y="20"/>
                      <a:pt x="47" y="20"/>
                    </a:cubicBezTo>
                    <a:cubicBezTo>
                      <a:pt x="47" y="20"/>
                      <a:pt x="47" y="20"/>
                      <a:pt x="47" y="20"/>
                    </a:cubicBezTo>
                    <a:cubicBezTo>
                      <a:pt x="47" y="20"/>
                      <a:pt x="47" y="20"/>
                      <a:pt x="47" y="20"/>
                    </a:cubicBezTo>
                    <a:cubicBezTo>
                      <a:pt x="47" y="20"/>
                      <a:pt x="47" y="20"/>
                      <a:pt x="47" y="20"/>
                    </a:cubicBezTo>
                    <a:cubicBezTo>
                      <a:pt x="47" y="19"/>
                      <a:pt x="47" y="19"/>
                      <a:pt x="47" y="19"/>
                    </a:cubicBezTo>
                    <a:cubicBezTo>
                      <a:pt x="47" y="19"/>
                      <a:pt x="47" y="19"/>
                      <a:pt x="47" y="19"/>
                    </a:cubicBezTo>
                    <a:cubicBezTo>
                      <a:pt x="47" y="19"/>
                      <a:pt x="48" y="19"/>
                      <a:pt x="48" y="19"/>
                    </a:cubicBezTo>
                    <a:cubicBezTo>
                      <a:pt x="48" y="19"/>
                      <a:pt x="48" y="19"/>
                      <a:pt x="48" y="19"/>
                    </a:cubicBezTo>
                    <a:cubicBezTo>
                      <a:pt x="48" y="19"/>
                      <a:pt x="48" y="19"/>
                      <a:pt x="48" y="19"/>
                    </a:cubicBezTo>
                    <a:cubicBezTo>
                      <a:pt x="48" y="19"/>
                      <a:pt x="48" y="19"/>
                      <a:pt x="47" y="19"/>
                    </a:cubicBezTo>
                    <a:cubicBezTo>
                      <a:pt x="47" y="19"/>
                      <a:pt x="47" y="18"/>
                      <a:pt x="47" y="18"/>
                    </a:cubicBezTo>
                    <a:cubicBezTo>
                      <a:pt x="47" y="18"/>
                      <a:pt x="47" y="18"/>
                      <a:pt x="47" y="18"/>
                    </a:cubicBezTo>
                    <a:cubicBezTo>
                      <a:pt x="47" y="18"/>
                      <a:pt x="47" y="18"/>
                      <a:pt x="47" y="18"/>
                    </a:cubicBezTo>
                    <a:cubicBezTo>
                      <a:pt x="47" y="18"/>
                      <a:pt x="47" y="18"/>
                      <a:pt x="47" y="18"/>
                    </a:cubicBezTo>
                    <a:cubicBezTo>
                      <a:pt x="47" y="18"/>
                      <a:pt x="47" y="18"/>
                      <a:pt x="47" y="18"/>
                    </a:cubicBezTo>
                    <a:cubicBezTo>
                      <a:pt x="47" y="18"/>
                      <a:pt x="47" y="18"/>
                      <a:pt x="47" y="18"/>
                    </a:cubicBezTo>
                    <a:cubicBezTo>
                      <a:pt x="47" y="18"/>
                      <a:pt x="47" y="18"/>
                      <a:pt x="47" y="18"/>
                    </a:cubicBezTo>
                    <a:cubicBezTo>
                      <a:pt x="47" y="17"/>
                      <a:pt x="47" y="17"/>
                      <a:pt x="47" y="17"/>
                    </a:cubicBezTo>
                    <a:cubicBezTo>
                      <a:pt x="47" y="17"/>
                      <a:pt x="47" y="17"/>
                      <a:pt x="47" y="17"/>
                    </a:cubicBezTo>
                    <a:cubicBezTo>
                      <a:pt x="47" y="17"/>
                      <a:pt x="47" y="17"/>
                      <a:pt x="47" y="17"/>
                    </a:cubicBezTo>
                    <a:cubicBezTo>
                      <a:pt x="47" y="17"/>
                      <a:pt x="47" y="17"/>
                      <a:pt x="47" y="17"/>
                    </a:cubicBezTo>
                    <a:cubicBezTo>
                      <a:pt x="47" y="17"/>
                      <a:pt x="47" y="17"/>
                      <a:pt x="47" y="17"/>
                    </a:cubicBezTo>
                    <a:cubicBezTo>
                      <a:pt x="47" y="17"/>
                      <a:pt x="47" y="17"/>
                      <a:pt x="47" y="17"/>
                    </a:cubicBezTo>
                    <a:cubicBezTo>
                      <a:pt x="47" y="17"/>
                      <a:pt x="47" y="17"/>
                      <a:pt x="47" y="17"/>
                    </a:cubicBezTo>
                    <a:cubicBezTo>
                      <a:pt x="47" y="17"/>
                      <a:pt x="47" y="17"/>
                      <a:pt x="47" y="17"/>
                    </a:cubicBezTo>
                    <a:cubicBezTo>
                      <a:pt x="47" y="17"/>
                      <a:pt x="47" y="17"/>
                      <a:pt x="47" y="17"/>
                    </a:cubicBezTo>
                    <a:cubicBezTo>
                      <a:pt x="47" y="17"/>
                      <a:pt x="47" y="16"/>
                      <a:pt x="47" y="16"/>
                    </a:cubicBezTo>
                    <a:cubicBezTo>
                      <a:pt x="47" y="16"/>
                      <a:pt x="47" y="16"/>
                      <a:pt x="47" y="16"/>
                    </a:cubicBezTo>
                    <a:cubicBezTo>
                      <a:pt x="47" y="16"/>
                      <a:pt x="47" y="16"/>
                      <a:pt x="47" y="16"/>
                    </a:cubicBezTo>
                    <a:cubicBezTo>
                      <a:pt x="47" y="16"/>
                      <a:pt x="47" y="16"/>
                      <a:pt x="47" y="16"/>
                    </a:cubicBezTo>
                    <a:cubicBezTo>
                      <a:pt x="47" y="16"/>
                      <a:pt x="47" y="16"/>
                      <a:pt x="47" y="16"/>
                    </a:cubicBezTo>
                    <a:cubicBezTo>
                      <a:pt x="47" y="16"/>
                      <a:pt x="47" y="16"/>
                      <a:pt x="47" y="16"/>
                    </a:cubicBezTo>
                    <a:cubicBezTo>
                      <a:pt x="47" y="16"/>
                      <a:pt x="47" y="16"/>
                      <a:pt x="47" y="16"/>
                    </a:cubicBezTo>
                    <a:cubicBezTo>
                      <a:pt x="47"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5"/>
                      <a:pt x="46" y="15"/>
                      <a:pt x="46" y="15"/>
                    </a:cubicBezTo>
                    <a:cubicBezTo>
                      <a:pt x="46" y="14"/>
                      <a:pt x="46" y="14"/>
                      <a:pt x="45" y="14"/>
                    </a:cubicBezTo>
                    <a:cubicBezTo>
                      <a:pt x="45" y="14"/>
                      <a:pt x="45" y="14"/>
                      <a:pt x="45" y="14"/>
                    </a:cubicBezTo>
                    <a:cubicBezTo>
                      <a:pt x="45" y="14"/>
                      <a:pt x="45" y="14"/>
                      <a:pt x="45" y="14"/>
                    </a:cubicBezTo>
                    <a:cubicBezTo>
                      <a:pt x="45" y="14"/>
                      <a:pt x="45" y="14"/>
                      <a:pt x="45" y="14"/>
                    </a:cubicBezTo>
                    <a:cubicBezTo>
                      <a:pt x="45" y="14"/>
                      <a:pt x="45" y="14"/>
                      <a:pt x="45" y="14"/>
                    </a:cubicBezTo>
                    <a:cubicBezTo>
                      <a:pt x="45" y="14"/>
                      <a:pt x="45" y="14"/>
                      <a:pt x="45" y="14"/>
                    </a:cubicBezTo>
                    <a:cubicBezTo>
                      <a:pt x="45" y="14"/>
                      <a:pt x="45" y="14"/>
                      <a:pt x="45" y="14"/>
                    </a:cubicBezTo>
                    <a:cubicBezTo>
                      <a:pt x="45" y="14"/>
                      <a:pt x="45" y="13"/>
                      <a:pt x="45" y="13"/>
                    </a:cubicBezTo>
                    <a:cubicBezTo>
                      <a:pt x="45" y="13"/>
                      <a:pt x="45" y="13"/>
                      <a:pt x="45" y="13"/>
                    </a:cubicBezTo>
                    <a:cubicBezTo>
                      <a:pt x="45" y="13"/>
                      <a:pt x="45" y="13"/>
                      <a:pt x="45" y="13"/>
                    </a:cubicBezTo>
                    <a:cubicBezTo>
                      <a:pt x="45" y="13"/>
                      <a:pt x="45" y="13"/>
                      <a:pt x="45" y="13"/>
                    </a:cubicBezTo>
                    <a:cubicBezTo>
                      <a:pt x="45" y="13"/>
                      <a:pt x="45" y="13"/>
                      <a:pt x="45" y="13"/>
                    </a:cubicBezTo>
                    <a:cubicBezTo>
                      <a:pt x="45" y="13"/>
                      <a:pt x="45" y="13"/>
                      <a:pt x="45" y="12"/>
                    </a:cubicBezTo>
                    <a:cubicBezTo>
                      <a:pt x="45" y="12"/>
                      <a:pt x="45" y="12"/>
                      <a:pt x="45" y="12"/>
                    </a:cubicBezTo>
                    <a:cubicBezTo>
                      <a:pt x="45" y="12"/>
                      <a:pt x="45" y="12"/>
                      <a:pt x="45" y="12"/>
                    </a:cubicBezTo>
                    <a:cubicBezTo>
                      <a:pt x="45" y="12"/>
                      <a:pt x="45" y="12"/>
                      <a:pt x="45" y="12"/>
                    </a:cubicBezTo>
                    <a:cubicBezTo>
                      <a:pt x="45" y="12"/>
                      <a:pt x="45" y="12"/>
                      <a:pt x="45" y="12"/>
                    </a:cubicBezTo>
                    <a:cubicBezTo>
                      <a:pt x="45" y="12"/>
                      <a:pt x="45" y="12"/>
                      <a:pt x="45" y="12"/>
                    </a:cubicBezTo>
                    <a:cubicBezTo>
                      <a:pt x="45" y="12"/>
                      <a:pt x="45" y="12"/>
                      <a:pt x="45" y="12"/>
                    </a:cubicBezTo>
                    <a:cubicBezTo>
                      <a:pt x="45" y="12"/>
                      <a:pt x="45" y="12"/>
                      <a:pt x="45" y="12"/>
                    </a:cubicBezTo>
                    <a:cubicBezTo>
                      <a:pt x="45" y="12"/>
                      <a:pt x="45" y="12"/>
                      <a:pt x="45" y="12"/>
                    </a:cubicBezTo>
                    <a:cubicBezTo>
                      <a:pt x="45" y="11"/>
                      <a:pt x="45" y="11"/>
                      <a:pt x="45" y="11"/>
                    </a:cubicBezTo>
                    <a:cubicBezTo>
                      <a:pt x="45" y="11"/>
                      <a:pt x="45" y="11"/>
                      <a:pt x="45" y="11"/>
                    </a:cubicBezTo>
                    <a:cubicBezTo>
                      <a:pt x="45" y="11"/>
                      <a:pt x="45" y="11"/>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10"/>
                      <a:pt x="45" y="10"/>
                    </a:cubicBezTo>
                    <a:cubicBezTo>
                      <a:pt x="45" y="10"/>
                      <a:pt x="45" y="9"/>
                      <a:pt x="45" y="9"/>
                    </a:cubicBezTo>
                    <a:cubicBezTo>
                      <a:pt x="45" y="9"/>
                      <a:pt x="45" y="9"/>
                      <a:pt x="45" y="9"/>
                    </a:cubicBezTo>
                    <a:cubicBezTo>
                      <a:pt x="45" y="9"/>
                      <a:pt x="45" y="9"/>
                      <a:pt x="45" y="9"/>
                    </a:cubicBezTo>
                    <a:cubicBezTo>
                      <a:pt x="45" y="9"/>
                      <a:pt x="45" y="9"/>
                      <a:pt x="45" y="9"/>
                    </a:cubicBezTo>
                    <a:cubicBezTo>
                      <a:pt x="45" y="9"/>
                      <a:pt x="45" y="9"/>
                      <a:pt x="45" y="9"/>
                    </a:cubicBezTo>
                    <a:cubicBezTo>
                      <a:pt x="45" y="9"/>
                      <a:pt x="45" y="9"/>
                      <a:pt x="45" y="9"/>
                    </a:cubicBezTo>
                    <a:cubicBezTo>
                      <a:pt x="45" y="9"/>
                      <a:pt x="45" y="8"/>
                      <a:pt x="45" y="8"/>
                    </a:cubicBezTo>
                    <a:cubicBezTo>
                      <a:pt x="45" y="8"/>
                      <a:pt x="45" y="8"/>
                      <a:pt x="45" y="8"/>
                    </a:cubicBezTo>
                    <a:cubicBezTo>
                      <a:pt x="45" y="8"/>
                      <a:pt x="45" y="8"/>
                      <a:pt x="45" y="8"/>
                    </a:cubicBezTo>
                    <a:cubicBezTo>
                      <a:pt x="45" y="8"/>
                      <a:pt x="45" y="8"/>
                      <a:pt x="45" y="8"/>
                    </a:cubicBezTo>
                    <a:cubicBezTo>
                      <a:pt x="45" y="8"/>
                      <a:pt x="45" y="8"/>
                      <a:pt x="45" y="8"/>
                    </a:cubicBezTo>
                    <a:cubicBezTo>
                      <a:pt x="45" y="8"/>
                      <a:pt x="45" y="8"/>
                      <a:pt x="45" y="8"/>
                    </a:cubicBezTo>
                    <a:cubicBezTo>
                      <a:pt x="45" y="8"/>
                      <a:pt x="45" y="8"/>
                      <a:pt x="45" y="7"/>
                    </a:cubicBezTo>
                    <a:cubicBezTo>
                      <a:pt x="45" y="7"/>
                      <a:pt x="45" y="7"/>
                      <a:pt x="45" y="7"/>
                    </a:cubicBezTo>
                    <a:cubicBezTo>
                      <a:pt x="45" y="7"/>
                      <a:pt x="45" y="7"/>
                      <a:pt x="45" y="7"/>
                    </a:cubicBezTo>
                    <a:cubicBezTo>
                      <a:pt x="45" y="7"/>
                      <a:pt x="45" y="7"/>
                      <a:pt x="45" y="7"/>
                    </a:cubicBezTo>
                    <a:cubicBezTo>
                      <a:pt x="45" y="7"/>
                      <a:pt x="45" y="7"/>
                      <a:pt x="45" y="7"/>
                    </a:cubicBezTo>
                    <a:cubicBezTo>
                      <a:pt x="45" y="7"/>
                      <a:pt x="45" y="7"/>
                      <a:pt x="45" y="7"/>
                    </a:cubicBezTo>
                    <a:cubicBezTo>
                      <a:pt x="45" y="7"/>
                      <a:pt x="45" y="7"/>
                      <a:pt x="45" y="7"/>
                    </a:cubicBezTo>
                    <a:cubicBezTo>
                      <a:pt x="44" y="7"/>
                      <a:pt x="44" y="7"/>
                      <a:pt x="44" y="7"/>
                    </a:cubicBezTo>
                    <a:cubicBezTo>
                      <a:pt x="44" y="6"/>
                      <a:pt x="44" y="6"/>
                      <a:pt x="44" y="6"/>
                    </a:cubicBezTo>
                    <a:cubicBezTo>
                      <a:pt x="44" y="6"/>
                      <a:pt x="44" y="6"/>
                      <a:pt x="44" y="6"/>
                    </a:cubicBezTo>
                    <a:cubicBezTo>
                      <a:pt x="44" y="6"/>
                      <a:pt x="44" y="6"/>
                      <a:pt x="44" y="6"/>
                    </a:cubicBezTo>
                    <a:cubicBezTo>
                      <a:pt x="44" y="6"/>
                      <a:pt x="44" y="6"/>
                      <a:pt x="44" y="6"/>
                    </a:cubicBezTo>
                    <a:cubicBezTo>
                      <a:pt x="44" y="6"/>
                      <a:pt x="44" y="6"/>
                      <a:pt x="44" y="6"/>
                    </a:cubicBezTo>
                    <a:cubicBezTo>
                      <a:pt x="44" y="6"/>
                      <a:pt x="44" y="6"/>
                      <a:pt x="44" y="5"/>
                    </a:cubicBezTo>
                    <a:cubicBezTo>
                      <a:pt x="44" y="5"/>
                      <a:pt x="44" y="5"/>
                      <a:pt x="44" y="5"/>
                    </a:cubicBezTo>
                    <a:cubicBezTo>
                      <a:pt x="44" y="5"/>
                      <a:pt x="44" y="6"/>
                      <a:pt x="44" y="6"/>
                    </a:cubicBezTo>
                    <a:cubicBezTo>
                      <a:pt x="44" y="6"/>
                      <a:pt x="44" y="6"/>
                      <a:pt x="44" y="6"/>
                    </a:cubicBezTo>
                    <a:cubicBezTo>
                      <a:pt x="43" y="6"/>
                      <a:pt x="43" y="6"/>
                      <a:pt x="43" y="6"/>
                    </a:cubicBezTo>
                    <a:cubicBezTo>
                      <a:pt x="43" y="6"/>
                      <a:pt x="43" y="6"/>
                      <a:pt x="43" y="6"/>
                    </a:cubicBezTo>
                    <a:cubicBezTo>
                      <a:pt x="43" y="6"/>
                      <a:pt x="43" y="6"/>
                      <a:pt x="43" y="6"/>
                    </a:cubicBezTo>
                    <a:cubicBezTo>
                      <a:pt x="43" y="6"/>
                      <a:pt x="43" y="6"/>
                      <a:pt x="43" y="6"/>
                    </a:cubicBezTo>
                    <a:cubicBezTo>
                      <a:pt x="43" y="6"/>
                      <a:pt x="43" y="6"/>
                      <a:pt x="43" y="6"/>
                    </a:cubicBezTo>
                    <a:cubicBezTo>
                      <a:pt x="43" y="6"/>
                      <a:pt x="43" y="6"/>
                      <a:pt x="43" y="6"/>
                    </a:cubicBezTo>
                    <a:cubicBezTo>
                      <a:pt x="43" y="6"/>
                      <a:pt x="43" y="6"/>
                      <a:pt x="43" y="6"/>
                    </a:cubicBezTo>
                    <a:cubicBezTo>
                      <a:pt x="43" y="5"/>
                      <a:pt x="43" y="5"/>
                      <a:pt x="43" y="5"/>
                    </a:cubicBezTo>
                    <a:cubicBezTo>
                      <a:pt x="43" y="5"/>
                      <a:pt x="43" y="5"/>
                      <a:pt x="43" y="5"/>
                    </a:cubicBezTo>
                    <a:cubicBezTo>
                      <a:pt x="43" y="5"/>
                      <a:pt x="43" y="5"/>
                      <a:pt x="43" y="5"/>
                    </a:cubicBezTo>
                    <a:cubicBezTo>
                      <a:pt x="43" y="5"/>
                      <a:pt x="43" y="5"/>
                      <a:pt x="43" y="5"/>
                    </a:cubicBezTo>
                    <a:cubicBezTo>
                      <a:pt x="43" y="4"/>
                      <a:pt x="43" y="4"/>
                      <a:pt x="43" y="4"/>
                    </a:cubicBezTo>
                    <a:cubicBezTo>
                      <a:pt x="43" y="4"/>
                      <a:pt x="43" y="4"/>
                      <a:pt x="43" y="4"/>
                    </a:cubicBezTo>
                    <a:cubicBezTo>
                      <a:pt x="43" y="4"/>
                      <a:pt x="43" y="4"/>
                      <a:pt x="43" y="4"/>
                    </a:cubicBezTo>
                    <a:cubicBezTo>
                      <a:pt x="43" y="4"/>
                      <a:pt x="43" y="3"/>
                      <a:pt x="43" y="3"/>
                    </a:cubicBezTo>
                    <a:cubicBezTo>
                      <a:pt x="43" y="3"/>
                      <a:pt x="43" y="3"/>
                      <a:pt x="43" y="3"/>
                    </a:cubicBezTo>
                    <a:cubicBezTo>
                      <a:pt x="43" y="3"/>
                      <a:pt x="43" y="3"/>
                      <a:pt x="43" y="3"/>
                    </a:cubicBezTo>
                    <a:cubicBezTo>
                      <a:pt x="43" y="3"/>
                      <a:pt x="43" y="3"/>
                      <a:pt x="43" y="3"/>
                    </a:cubicBezTo>
                    <a:cubicBezTo>
                      <a:pt x="43" y="3"/>
                      <a:pt x="43" y="3"/>
                      <a:pt x="43" y="3"/>
                    </a:cubicBezTo>
                    <a:cubicBezTo>
                      <a:pt x="43" y="3"/>
                      <a:pt x="43" y="3"/>
                      <a:pt x="43" y="3"/>
                    </a:cubicBezTo>
                    <a:cubicBezTo>
                      <a:pt x="43" y="3"/>
                      <a:pt x="43" y="3"/>
                      <a:pt x="43" y="3"/>
                    </a:cubicBezTo>
                    <a:cubicBezTo>
                      <a:pt x="43" y="3"/>
                      <a:pt x="43" y="3"/>
                      <a:pt x="43" y="3"/>
                    </a:cubicBezTo>
                    <a:cubicBezTo>
                      <a:pt x="43" y="3"/>
                      <a:pt x="43" y="3"/>
                      <a:pt x="43" y="2"/>
                    </a:cubicBezTo>
                    <a:cubicBezTo>
                      <a:pt x="43" y="2"/>
                      <a:pt x="43" y="2"/>
                      <a:pt x="43" y="2"/>
                    </a:cubicBezTo>
                    <a:cubicBezTo>
                      <a:pt x="43" y="2"/>
                      <a:pt x="43" y="2"/>
                      <a:pt x="43" y="2"/>
                    </a:cubicBezTo>
                    <a:cubicBezTo>
                      <a:pt x="43" y="2"/>
                      <a:pt x="43" y="2"/>
                      <a:pt x="43" y="2"/>
                    </a:cubicBezTo>
                    <a:cubicBezTo>
                      <a:pt x="43" y="2"/>
                      <a:pt x="43" y="2"/>
                      <a:pt x="43" y="2"/>
                    </a:cubicBezTo>
                    <a:cubicBezTo>
                      <a:pt x="43" y="2"/>
                      <a:pt x="43" y="2"/>
                      <a:pt x="43" y="2"/>
                    </a:cubicBezTo>
                    <a:cubicBezTo>
                      <a:pt x="43" y="2"/>
                      <a:pt x="43" y="2"/>
                      <a:pt x="42" y="2"/>
                    </a:cubicBezTo>
                    <a:cubicBezTo>
                      <a:pt x="42" y="2"/>
                      <a:pt x="42" y="2"/>
                      <a:pt x="42" y="2"/>
                    </a:cubicBezTo>
                    <a:cubicBezTo>
                      <a:pt x="42" y="2"/>
                      <a:pt x="42" y="2"/>
                      <a:pt x="42" y="2"/>
                    </a:cubicBezTo>
                    <a:cubicBezTo>
                      <a:pt x="42" y="1"/>
                      <a:pt x="42" y="1"/>
                      <a:pt x="42" y="1"/>
                    </a:cubicBezTo>
                    <a:cubicBezTo>
                      <a:pt x="42" y="1"/>
                      <a:pt x="42" y="1"/>
                      <a:pt x="42" y="1"/>
                    </a:cubicBezTo>
                    <a:cubicBezTo>
                      <a:pt x="42" y="1"/>
                      <a:pt x="42" y="1"/>
                      <a:pt x="42" y="1"/>
                    </a:cubicBezTo>
                    <a:cubicBezTo>
                      <a:pt x="42" y="1"/>
                      <a:pt x="42" y="1"/>
                      <a:pt x="42" y="1"/>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1"/>
                      <a:pt x="41" y="1"/>
                    </a:cubicBezTo>
                    <a:cubicBezTo>
                      <a:pt x="41" y="1"/>
                      <a:pt x="41" y="1"/>
                      <a:pt x="41" y="1"/>
                    </a:cubicBezTo>
                    <a:cubicBezTo>
                      <a:pt x="41" y="1"/>
                      <a:pt x="41" y="1"/>
                      <a:pt x="41" y="1"/>
                    </a:cubicBezTo>
                    <a:cubicBezTo>
                      <a:pt x="41" y="1"/>
                      <a:pt x="41" y="1"/>
                      <a:pt x="41" y="1"/>
                    </a:cubicBezTo>
                    <a:cubicBezTo>
                      <a:pt x="41" y="2"/>
                      <a:pt x="41" y="2"/>
                      <a:pt x="41" y="2"/>
                    </a:cubicBezTo>
                    <a:cubicBezTo>
                      <a:pt x="41" y="2"/>
                      <a:pt x="41" y="2"/>
                      <a:pt x="41" y="2"/>
                    </a:cubicBezTo>
                    <a:cubicBezTo>
                      <a:pt x="41" y="2"/>
                      <a:pt x="41" y="2"/>
                      <a:pt x="41" y="2"/>
                    </a:cubicBezTo>
                    <a:cubicBezTo>
                      <a:pt x="41" y="2"/>
                      <a:pt x="41" y="2"/>
                      <a:pt x="41" y="2"/>
                    </a:cubicBezTo>
                    <a:cubicBezTo>
                      <a:pt x="41" y="2"/>
                      <a:pt x="41" y="2"/>
                      <a:pt x="41" y="2"/>
                    </a:cubicBezTo>
                    <a:cubicBezTo>
                      <a:pt x="41" y="2"/>
                      <a:pt x="41" y="2"/>
                      <a:pt x="41" y="2"/>
                    </a:cubicBezTo>
                    <a:cubicBezTo>
                      <a:pt x="41" y="2"/>
                      <a:pt x="41" y="2"/>
                      <a:pt x="41" y="2"/>
                    </a:cubicBezTo>
                    <a:cubicBezTo>
                      <a:pt x="41" y="2"/>
                      <a:pt x="41" y="2"/>
                      <a:pt x="41" y="2"/>
                    </a:cubicBezTo>
                    <a:cubicBezTo>
                      <a:pt x="41" y="2"/>
                      <a:pt x="41" y="3"/>
                      <a:pt x="41" y="3"/>
                    </a:cubicBezTo>
                    <a:cubicBezTo>
                      <a:pt x="41" y="3"/>
                      <a:pt x="41" y="3"/>
                      <a:pt x="41" y="3"/>
                    </a:cubicBezTo>
                    <a:cubicBezTo>
                      <a:pt x="41" y="3"/>
                      <a:pt x="41" y="3"/>
                      <a:pt x="41" y="3"/>
                    </a:cubicBezTo>
                    <a:cubicBezTo>
                      <a:pt x="41" y="3"/>
                      <a:pt x="41" y="3"/>
                      <a:pt x="41" y="3"/>
                    </a:cubicBezTo>
                    <a:cubicBezTo>
                      <a:pt x="41" y="3"/>
                      <a:pt x="41" y="3"/>
                      <a:pt x="41" y="3"/>
                    </a:cubicBezTo>
                    <a:cubicBezTo>
                      <a:pt x="41" y="3"/>
                      <a:pt x="41" y="3"/>
                      <a:pt x="41" y="3"/>
                    </a:cubicBezTo>
                    <a:cubicBezTo>
                      <a:pt x="41" y="3"/>
                      <a:pt x="41" y="3"/>
                      <a:pt x="41" y="3"/>
                    </a:cubicBezTo>
                    <a:cubicBezTo>
                      <a:pt x="41" y="3"/>
                      <a:pt x="41" y="3"/>
                      <a:pt x="41" y="3"/>
                    </a:cubicBezTo>
                    <a:cubicBezTo>
                      <a:pt x="40" y="3"/>
                      <a:pt x="40" y="3"/>
                      <a:pt x="40" y="3"/>
                    </a:cubicBezTo>
                    <a:cubicBezTo>
                      <a:pt x="40"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0" y="4"/>
                      <a:pt x="40" y="4"/>
                      <a:pt x="40" y="4"/>
                    </a:cubicBezTo>
                    <a:cubicBezTo>
                      <a:pt x="40" y="5"/>
                      <a:pt x="40" y="5"/>
                      <a:pt x="40" y="5"/>
                    </a:cubicBezTo>
                    <a:cubicBezTo>
                      <a:pt x="40" y="5"/>
                      <a:pt x="40" y="5"/>
                      <a:pt x="40" y="5"/>
                    </a:cubicBezTo>
                    <a:cubicBezTo>
                      <a:pt x="40" y="5"/>
                      <a:pt x="40" y="5"/>
                      <a:pt x="40" y="5"/>
                    </a:cubicBezTo>
                    <a:cubicBezTo>
                      <a:pt x="40" y="6"/>
                      <a:pt x="40" y="6"/>
                      <a:pt x="40" y="6"/>
                    </a:cubicBezTo>
                    <a:cubicBezTo>
                      <a:pt x="40" y="6"/>
                      <a:pt x="40" y="6"/>
                      <a:pt x="40" y="6"/>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7"/>
                    </a:cubicBezTo>
                    <a:cubicBezTo>
                      <a:pt x="40" y="7"/>
                      <a:pt x="40" y="7"/>
                      <a:pt x="40" y="8"/>
                    </a:cubicBezTo>
                    <a:cubicBezTo>
                      <a:pt x="40" y="8"/>
                      <a:pt x="40" y="8"/>
                      <a:pt x="40" y="8"/>
                    </a:cubicBezTo>
                    <a:cubicBezTo>
                      <a:pt x="40" y="8"/>
                      <a:pt x="40" y="8"/>
                      <a:pt x="40" y="8"/>
                    </a:cubicBezTo>
                    <a:cubicBezTo>
                      <a:pt x="40" y="8"/>
                      <a:pt x="40" y="8"/>
                      <a:pt x="40" y="8"/>
                    </a:cubicBezTo>
                    <a:cubicBezTo>
                      <a:pt x="40" y="8"/>
                      <a:pt x="40" y="9"/>
                      <a:pt x="39" y="9"/>
                    </a:cubicBezTo>
                    <a:cubicBezTo>
                      <a:pt x="39" y="9"/>
                      <a:pt x="39" y="9"/>
                      <a:pt x="39" y="9"/>
                    </a:cubicBezTo>
                    <a:cubicBezTo>
                      <a:pt x="39" y="9"/>
                      <a:pt x="39" y="9"/>
                      <a:pt x="39" y="9"/>
                    </a:cubicBezTo>
                    <a:cubicBezTo>
                      <a:pt x="39" y="9"/>
                      <a:pt x="39" y="9"/>
                      <a:pt x="39" y="9"/>
                    </a:cubicBezTo>
                    <a:cubicBezTo>
                      <a:pt x="39" y="9"/>
                      <a:pt x="39" y="10"/>
                      <a:pt x="39" y="10"/>
                    </a:cubicBezTo>
                    <a:cubicBezTo>
                      <a:pt x="39" y="10"/>
                      <a:pt x="39" y="10"/>
                      <a:pt x="39" y="10"/>
                    </a:cubicBezTo>
                    <a:cubicBezTo>
                      <a:pt x="39" y="10"/>
                      <a:pt x="39" y="10"/>
                      <a:pt x="39" y="10"/>
                    </a:cubicBezTo>
                    <a:cubicBezTo>
                      <a:pt x="39" y="10"/>
                      <a:pt x="39" y="10"/>
                      <a:pt x="39" y="10"/>
                    </a:cubicBezTo>
                    <a:cubicBezTo>
                      <a:pt x="39" y="10"/>
                      <a:pt x="39" y="10"/>
                      <a:pt x="39" y="10"/>
                    </a:cubicBezTo>
                    <a:cubicBezTo>
                      <a:pt x="39" y="10"/>
                      <a:pt x="39" y="10"/>
                      <a:pt x="39" y="10"/>
                    </a:cubicBezTo>
                    <a:cubicBezTo>
                      <a:pt x="39" y="10"/>
                      <a:pt x="39" y="10"/>
                      <a:pt x="39" y="10"/>
                    </a:cubicBezTo>
                    <a:cubicBezTo>
                      <a:pt x="39" y="10"/>
                      <a:pt x="39" y="10"/>
                      <a:pt x="39" y="10"/>
                    </a:cubicBezTo>
                    <a:cubicBezTo>
                      <a:pt x="39" y="10"/>
                      <a:pt x="38" y="11"/>
                      <a:pt x="38" y="11"/>
                    </a:cubicBezTo>
                    <a:cubicBezTo>
                      <a:pt x="38" y="11"/>
                      <a:pt x="38" y="11"/>
                      <a:pt x="38" y="11"/>
                    </a:cubicBezTo>
                    <a:cubicBezTo>
                      <a:pt x="38" y="11"/>
                      <a:pt x="38" y="11"/>
                      <a:pt x="38" y="11"/>
                    </a:cubicBezTo>
                    <a:cubicBezTo>
                      <a:pt x="38" y="11"/>
                      <a:pt x="38" y="11"/>
                      <a:pt x="38" y="11"/>
                    </a:cubicBezTo>
                    <a:cubicBezTo>
                      <a:pt x="38" y="11"/>
                      <a:pt x="38" y="11"/>
                      <a:pt x="38" y="11"/>
                    </a:cubicBezTo>
                    <a:cubicBezTo>
                      <a:pt x="38" y="11"/>
                      <a:pt x="38" y="11"/>
                      <a:pt x="38" y="11"/>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7" y="11"/>
                      <a:pt x="37" y="11"/>
                    </a:cubicBezTo>
                    <a:cubicBezTo>
                      <a:pt x="37" y="11"/>
                      <a:pt x="36" y="11"/>
                      <a:pt x="36" y="11"/>
                    </a:cubicBezTo>
                    <a:cubicBezTo>
                      <a:pt x="36" y="10"/>
                      <a:pt x="36" y="10"/>
                      <a:pt x="36" y="10"/>
                    </a:cubicBezTo>
                    <a:cubicBezTo>
                      <a:pt x="36" y="10"/>
                      <a:pt x="36" y="10"/>
                      <a:pt x="36" y="10"/>
                    </a:cubicBezTo>
                    <a:cubicBezTo>
                      <a:pt x="36" y="10"/>
                      <a:pt x="36" y="10"/>
                      <a:pt x="36" y="10"/>
                    </a:cubicBezTo>
                    <a:cubicBezTo>
                      <a:pt x="36" y="10"/>
                      <a:pt x="36" y="10"/>
                      <a:pt x="36" y="10"/>
                    </a:cubicBezTo>
                    <a:cubicBezTo>
                      <a:pt x="36" y="10"/>
                      <a:pt x="35" y="10"/>
                      <a:pt x="35" y="10"/>
                    </a:cubicBezTo>
                    <a:cubicBezTo>
                      <a:pt x="35" y="10"/>
                      <a:pt x="35" y="9"/>
                      <a:pt x="35" y="9"/>
                    </a:cubicBezTo>
                    <a:cubicBezTo>
                      <a:pt x="35" y="9"/>
                      <a:pt x="35" y="9"/>
                      <a:pt x="35" y="9"/>
                    </a:cubicBezTo>
                    <a:cubicBezTo>
                      <a:pt x="35" y="9"/>
                      <a:pt x="35" y="9"/>
                      <a:pt x="35" y="9"/>
                    </a:cubicBezTo>
                    <a:cubicBezTo>
                      <a:pt x="35" y="9"/>
                      <a:pt x="35" y="9"/>
                      <a:pt x="35" y="9"/>
                    </a:cubicBezTo>
                    <a:cubicBezTo>
                      <a:pt x="34" y="9"/>
                      <a:pt x="34" y="9"/>
                      <a:pt x="34" y="9"/>
                    </a:cubicBezTo>
                    <a:cubicBezTo>
                      <a:pt x="34" y="9"/>
                      <a:pt x="34" y="9"/>
                      <a:pt x="34" y="9"/>
                    </a:cubicBezTo>
                    <a:cubicBezTo>
                      <a:pt x="34" y="8"/>
                      <a:pt x="34" y="8"/>
                      <a:pt x="34" y="8"/>
                    </a:cubicBezTo>
                    <a:cubicBezTo>
                      <a:pt x="34" y="8"/>
                      <a:pt x="34" y="8"/>
                      <a:pt x="34" y="8"/>
                    </a:cubicBezTo>
                    <a:cubicBezTo>
                      <a:pt x="34" y="8"/>
                      <a:pt x="34" y="8"/>
                      <a:pt x="34" y="8"/>
                    </a:cubicBezTo>
                    <a:cubicBezTo>
                      <a:pt x="34" y="8"/>
                      <a:pt x="34" y="8"/>
                      <a:pt x="34" y="8"/>
                    </a:cubicBezTo>
                    <a:cubicBezTo>
                      <a:pt x="34" y="8"/>
                      <a:pt x="34" y="8"/>
                      <a:pt x="34" y="8"/>
                    </a:cubicBezTo>
                    <a:cubicBezTo>
                      <a:pt x="33" y="8"/>
                      <a:pt x="33" y="8"/>
                      <a:pt x="33" y="8"/>
                    </a:cubicBezTo>
                    <a:cubicBezTo>
                      <a:pt x="33" y="8"/>
                      <a:pt x="33" y="8"/>
                      <a:pt x="33" y="8"/>
                    </a:cubicBezTo>
                    <a:cubicBezTo>
                      <a:pt x="33" y="8"/>
                      <a:pt x="33" y="8"/>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2" y="7"/>
                    </a:cubicBezTo>
                    <a:cubicBezTo>
                      <a:pt x="32" y="6"/>
                      <a:pt x="32" y="6"/>
                      <a:pt x="32" y="6"/>
                    </a:cubicBezTo>
                    <a:cubicBezTo>
                      <a:pt x="32" y="6"/>
                      <a:pt x="32" y="6"/>
                      <a:pt x="33" y="6"/>
                    </a:cubicBezTo>
                    <a:cubicBezTo>
                      <a:pt x="33" y="6"/>
                      <a:pt x="33" y="6"/>
                      <a:pt x="33" y="6"/>
                    </a:cubicBezTo>
                    <a:cubicBezTo>
                      <a:pt x="33" y="6"/>
                      <a:pt x="33" y="6"/>
                      <a:pt x="33" y="6"/>
                    </a:cubicBezTo>
                    <a:cubicBezTo>
                      <a:pt x="33" y="6"/>
                      <a:pt x="33" y="6"/>
                      <a:pt x="33" y="6"/>
                    </a:cubicBezTo>
                    <a:cubicBezTo>
                      <a:pt x="33" y="6"/>
                      <a:pt x="33" y="6"/>
                      <a:pt x="33" y="6"/>
                    </a:cubicBezTo>
                    <a:cubicBezTo>
                      <a:pt x="33" y="5"/>
                      <a:pt x="33" y="5"/>
                      <a:pt x="33" y="5"/>
                    </a:cubicBezTo>
                    <a:cubicBezTo>
                      <a:pt x="33" y="5"/>
                      <a:pt x="33" y="5"/>
                      <a:pt x="33" y="5"/>
                    </a:cubicBezTo>
                    <a:cubicBezTo>
                      <a:pt x="33" y="5"/>
                      <a:pt x="33" y="5"/>
                      <a:pt x="33" y="5"/>
                    </a:cubicBezTo>
                    <a:cubicBezTo>
                      <a:pt x="33" y="5"/>
                      <a:pt x="33" y="5"/>
                      <a:pt x="33" y="5"/>
                    </a:cubicBezTo>
                    <a:cubicBezTo>
                      <a:pt x="33" y="5"/>
                      <a:pt x="33" y="5"/>
                      <a:pt x="33" y="5"/>
                    </a:cubicBezTo>
                    <a:cubicBezTo>
                      <a:pt x="33" y="4"/>
                      <a:pt x="33" y="4"/>
                      <a:pt x="33" y="4"/>
                    </a:cubicBezTo>
                    <a:cubicBezTo>
                      <a:pt x="33" y="4"/>
                      <a:pt x="33" y="4"/>
                      <a:pt x="33" y="4"/>
                    </a:cubicBezTo>
                    <a:cubicBezTo>
                      <a:pt x="33" y="4"/>
                      <a:pt x="33" y="4"/>
                      <a:pt x="33" y="5"/>
                    </a:cubicBezTo>
                    <a:cubicBezTo>
                      <a:pt x="33" y="5"/>
                      <a:pt x="33" y="5"/>
                      <a:pt x="33" y="5"/>
                    </a:cubicBezTo>
                    <a:cubicBezTo>
                      <a:pt x="33" y="5"/>
                      <a:pt x="33" y="5"/>
                      <a:pt x="33" y="5"/>
                    </a:cubicBezTo>
                    <a:cubicBezTo>
                      <a:pt x="33" y="4"/>
                      <a:pt x="33" y="4"/>
                      <a:pt x="33" y="4"/>
                    </a:cubicBezTo>
                    <a:cubicBezTo>
                      <a:pt x="33" y="4"/>
                      <a:pt x="33" y="4"/>
                      <a:pt x="33" y="4"/>
                    </a:cubicBezTo>
                    <a:cubicBezTo>
                      <a:pt x="33" y="4"/>
                      <a:pt x="33" y="4"/>
                      <a:pt x="34" y="4"/>
                    </a:cubicBezTo>
                    <a:cubicBezTo>
                      <a:pt x="34" y="4"/>
                      <a:pt x="34" y="4"/>
                      <a:pt x="34" y="4"/>
                    </a:cubicBezTo>
                    <a:cubicBezTo>
                      <a:pt x="34" y="4"/>
                      <a:pt x="34" y="4"/>
                      <a:pt x="34" y="4"/>
                    </a:cubicBezTo>
                    <a:cubicBezTo>
                      <a:pt x="34" y="4"/>
                      <a:pt x="34" y="4"/>
                      <a:pt x="34" y="4"/>
                    </a:cubicBezTo>
                    <a:cubicBezTo>
                      <a:pt x="34" y="4"/>
                      <a:pt x="34" y="4"/>
                      <a:pt x="34" y="3"/>
                    </a:cubicBezTo>
                    <a:cubicBezTo>
                      <a:pt x="34" y="3"/>
                      <a:pt x="34" y="3"/>
                      <a:pt x="34" y="4"/>
                    </a:cubicBezTo>
                    <a:cubicBezTo>
                      <a:pt x="34" y="4"/>
                      <a:pt x="34" y="4"/>
                      <a:pt x="34" y="4"/>
                    </a:cubicBezTo>
                    <a:cubicBezTo>
                      <a:pt x="34" y="4"/>
                      <a:pt x="34" y="4"/>
                      <a:pt x="34" y="4"/>
                    </a:cubicBezTo>
                    <a:cubicBezTo>
                      <a:pt x="34" y="4"/>
                      <a:pt x="34" y="4"/>
                      <a:pt x="34" y="4"/>
                    </a:cubicBezTo>
                    <a:cubicBezTo>
                      <a:pt x="34" y="4"/>
                      <a:pt x="34" y="4"/>
                      <a:pt x="34" y="4"/>
                    </a:cubicBezTo>
                    <a:cubicBezTo>
                      <a:pt x="34" y="4"/>
                      <a:pt x="34" y="4"/>
                      <a:pt x="34" y="4"/>
                    </a:cubicBezTo>
                    <a:cubicBezTo>
                      <a:pt x="34" y="4"/>
                      <a:pt x="34" y="3"/>
                      <a:pt x="34" y="3"/>
                    </a:cubicBezTo>
                    <a:cubicBezTo>
                      <a:pt x="34" y="3"/>
                      <a:pt x="34" y="3"/>
                      <a:pt x="34" y="3"/>
                    </a:cubicBezTo>
                    <a:cubicBezTo>
                      <a:pt x="34" y="3"/>
                      <a:pt x="34" y="3"/>
                      <a:pt x="34" y="3"/>
                    </a:cubicBezTo>
                    <a:cubicBezTo>
                      <a:pt x="34" y="3"/>
                      <a:pt x="34" y="3"/>
                      <a:pt x="34" y="3"/>
                    </a:cubicBezTo>
                    <a:cubicBezTo>
                      <a:pt x="34" y="3"/>
                      <a:pt x="34" y="3"/>
                      <a:pt x="34" y="3"/>
                    </a:cubicBezTo>
                    <a:cubicBezTo>
                      <a:pt x="34" y="3"/>
                      <a:pt x="34" y="3"/>
                      <a:pt x="34" y="3"/>
                    </a:cubicBezTo>
                    <a:cubicBezTo>
                      <a:pt x="34" y="3"/>
                      <a:pt x="34" y="3"/>
                      <a:pt x="34" y="3"/>
                    </a:cubicBezTo>
                    <a:cubicBezTo>
                      <a:pt x="34" y="3"/>
                      <a:pt x="34" y="3"/>
                      <a:pt x="35" y="3"/>
                    </a:cubicBezTo>
                    <a:cubicBezTo>
                      <a:pt x="35" y="2"/>
                      <a:pt x="35" y="2"/>
                      <a:pt x="35" y="2"/>
                    </a:cubicBezTo>
                    <a:cubicBezTo>
                      <a:pt x="35" y="2"/>
                      <a:pt x="35" y="2"/>
                      <a:pt x="35" y="2"/>
                    </a:cubicBezTo>
                    <a:cubicBezTo>
                      <a:pt x="35" y="2"/>
                      <a:pt x="35" y="2"/>
                      <a:pt x="35" y="2"/>
                    </a:cubicBezTo>
                    <a:cubicBezTo>
                      <a:pt x="35" y="2"/>
                      <a:pt x="35" y="2"/>
                      <a:pt x="35" y="2"/>
                    </a:cubicBezTo>
                    <a:cubicBezTo>
                      <a:pt x="35" y="2"/>
                      <a:pt x="35" y="2"/>
                      <a:pt x="35" y="2"/>
                    </a:cubicBezTo>
                    <a:cubicBezTo>
                      <a:pt x="35" y="2"/>
                      <a:pt x="35" y="2"/>
                      <a:pt x="35" y="2"/>
                    </a:cubicBezTo>
                    <a:cubicBezTo>
                      <a:pt x="34" y="2"/>
                      <a:pt x="34" y="2"/>
                      <a:pt x="35" y="2"/>
                    </a:cubicBezTo>
                    <a:cubicBezTo>
                      <a:pt x="35" y="2"/>
                      <a:pt x="35" y="2"/>
                      <a:pt x="35" y="2"/>
                    </a:cubicBezTo>
                    <a:cubicBezTo>
                      <a:pt x="35" y="2"/>
                      <a:pt x="35"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4" y="2"/>
                      <a:pt x="34" y="2"/>
                    </a:cubicBezTo>
                    <a:cubicBezTo>
                      <a:pt x="34" y="2"/>
                      <a:pt x="34" y="2"/>
                      <a:pt x="34" y="2"/>
                    </a:cubicBezTo>
                    <a:cubicBezTo>
                      <a:pt x="34" y="2"/>
                      <a:pt x="34" y="2"/>
                      <a:pt x="34" y="2"/>
                    </a:cubicBezTo>
                    <a:cubicBezTo>
                      <a:pt x="34" y="2"/>
                      <a:pt x="34" y="2"/>
                      <a:pt x="34" y="2"/>
                    </a:cubicBezTo>
                    <a:cubicBezTo>
                      <a:pt x="34" y="2"/>
                      <a:pt x="34" y="2"/>
                      <a:pt x="33" y="2"/>
                    </a:cubicBezTo>
                    <a:cubicBezTo>
                      <a:pt x="33" y="2"/>
                      <a:pt x="33" y="2"/>
                      <a:pt x="33" y="2"/>
                    </a:cubicBezTo>
                    <a:cubicBezTo>
                      <a:pt x="33" y="2"/>
                      <a:pt x="33" y="2"/>
                      <a:pt x="33" y="2"/>
                    </a:cubicBezTo>
                    <a:cubicBezTo>
                      <a:pt x="33" y="2"/>
                      <a:pt x="33" y="2"/>
                      <a:pt x="33" y="2"/>
                    </a:cubicBezTo>
                    <a:cubicBezTo>
                      <a:pt x="33" y="2"/>
                      <a:pt x="33" y="2"/>
                      <a:pt x="33" y="2"/>
                    </a:cubicBezTo>
                    <a:cubicBezTo>
                      <a:pt x="33"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2" y="2"/>
                      <a:pt x="32" y="2"/>
                    </a:cubicBezTo>
                    <a:cubicBezTo>
                      <a:pt x="32" y="2"/>
                      <a:pt x="31" y="2"/>
                      <a:pt x="31" y="2"/>
                    </a:cubicBezTo>
                    <a:cubicBezTo>
                      <a:pt x="31" y="2"/>
                      <a:pt x="31" y="2"/>
                      <a:pt x="31" y="2"/>
                    </a:cubicBezTo>
                    <a:cubicBezTo>
                      <a:pt x="31" y="2"/>
                      <a:pt x="31" y="2"/>
                      <a:pt x="31" y="2"/>
                    </a:cubicBezTo>
                    <a:cubicBezTo>
                      <a:pt x="31" y="2"/>
                      <a:pt x="31" y="2"/>
                      <a:pt x="31" y="2"/>
                    </a:cubicBezTo>
                    <a:cubicBezTo>
                      <a:pt x="31" y="2"/>
                      <a:pt x="31" y="2"/>
                      <a:pt x="31" y="2"/>
                    </a:cubicBezTo>
                    <a:cubicBezTo>
                      <a:pt x="31" y="2"/>
                      <a:pt x="31" y="2"/>
                      <a:pt x="31" y="2"/>
                    </a:cubicBezTo>
                    <a:cubicBezTo>
                      <a:pt x="31" y="2"/>
                      <a:pt x="31" y="2"/>
                      <a:pt x="31" y="2"/>
                    </a:cubicBezTo>
                    <a:cubicBezTo>
                      <a:pt x="31" y="1"/>
                      <a:pt x="31" y="1"/>
                      <a:pt x="31" y="1"/>
                    </a:cubicBezTo>
                    <a:cubicBezTo>
                      <a:pt x="31" y="1"/>
                      <a:pt x="31" y="1"/>
                      <a:pt x="31" y="1"/>
                    </a:cubicBezTo>
                    <a:cubicBezTo>
                      <a:pt x="31" y="1"/>
                      <a:pt x="31" y="1"/>
                      <a:pt x="31" y="1"/>
                    </a:cubicBezTo>
                    <a:cubicBezTo>
                      <a:pt x="31" y="1"/>
                      <a:pt x="31" y="1"/>
                      <a:pt x="31" y="1"/>
                    </a:cubicBezTo>
                    <a:cubicBezTo>
                      <a:pt x="31" y="1"/>
                      <a:pt x="31" y="1"/>
                      <a:pt x="31" y="1"/>
                    </a:cubicBezTo>
                    <a:cubicBezTo>
                      <a:pt x="31" y="1"/>
                      <a:pt x="31" y="1"/>
                      <a:pt x="31" y="1"/>
                    </a:cubicBezTo>
                    <a:cubicBezTo>
                      <a:pt x="31" y="1"/>
                      <a:pt x="31" y="1"/>
                      <a:pt x="31" y="1"/>
                    </a:cubicBezTo>
                    <a:cubicBezTo>
                      <a:pt x="31" y="1"/>
                      <a:pt x="31" y="1"/>
                      <a:pt x="31" y="1"/>
                    </a:cubicBezTo>
                    <a:cubicBezTo>
                      <a:pt x="31" y="1"/>
                      <a:pt x="31" y="1"/>
                      <a:pt x="31" y="1"/>
                    </a:cubicBezTo>
                    <a:cubicBezTo>
                      <a:pt x="31" y="1"/>
                      <a:pt x="31" y="1"/>
                      <a:pt x="31" y="1"/>
                    </a:cubicBezTo>
                    <a:cubicBezTo>
                      <a:pt x="31" y="1"/>
                      <a:pt x="31"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1"/>
                      <a:pt x="30" y="1"/>
                    </a:cubicBezTo>
                    <a:cubicBezTo>
                      <a:pt x="30" y="1"/>
                      <a:pt x="30" y="0"/>
                      <a:pt x="30" y="0"/>
                    </a:cubicBezTo>
                    <a:cubicBezTo>
                      <a:pt x="29" y="0"/>
                      <a:pt x="29" y="0"/>
                      <a:pt x="29" y="0"/>
                    </a:cubicBezTo>
                    <a:cubicBezTo>
                      <a:pt x="29" y="0"/>
                      <a:pt x="29" y="0"/>
                      <a:pt x="29" y="0"/>
                    </a:cubicBezTo>
                    <a:cubicBezTo>
                      <a:pt x="29" y="0"/>
                      <a:pt x="29" y="1"/>
                      <a:pt x="29" y="1"/>
                    </a:cubicBezTo>
                    <a:cubicBezTo>
                      <a:pt x="29" y="1"/>
                      <a:pt x="29" y="1"/>
                      <a:pt x="29" y="1"/>
                    </a:cubicBezTo>
                    <a:cubicBezTo>
                      <a:pt x="29" y="1"/>
                      <a:pt x="29" y="0"/>
                      <a:pt x="29" y="0"/>
                    </a:cubicBezTo>
                    <a:cubicBezTo>
                      <a:pt x="29" y="0"/>
                      <a:pt x="29" y="0"/>
                      <a:pt x="29" y="0"/>
                    </a:cubicBezTo>
                    <a:cubicBezTo>
                      <a:pt x="29" y="0"/>
                      <a:pt x="29" y="0"/>
                      <a:pt x="29" y="0"/>
                    </a:cubicBezTo>
                    <a:cubicBezTo>
                      <a:pt x="29" y="0"/>
                      <a:pt x="29" y="0"/>
                      <a:pt x="29" y="0"/>
                    </a:cubicBezTo>
                    <a:cubicBezTo>
                      <a:pt x="28" y="0"/>
                      <a:pt x="28" y="0"/>
                      <a:pt x="28" y="0"/>
                    </a:cubicBezTo>
                    <a:cubicBezTo>
                      <a:pt x="28" y="0"/>
                      <a:pt x="29" y="0"/>
                      <a:pt x="29" y="1"/>
                    </a:cubicBezTo>
                    <a:cubicBezTo>
                      <a:pt x="29" y="1"/>
                      <a:pt x="29" y="1"/>
                      <a:pt x="29" y="1"/>
                    </a:cubicBezTo>
                    <a:cubicBezTo>
                      <a:pt x="29" y="1"/>
                      <a:pt x="29" y="1"/>
                      <a:pt x="29" y="1"/>
                    </a:cubicBezTo>
                    <a:cubicBezTo>
                      <a:pt x="29" y="1"/>
                      <a:pt x="29" y="1"/>
                      <a:pt x="29" y="1"/>
                    </a:cubicBezTo>
                    <a:cubicBezTo>
                      <a:pt x="29" y="1"/>
                      <a:pt x="29" y="1"/>
                      <a:pt x="29" y="1"/>
                    </a:cubicBezTo>
                    <a:cubicBezTo>
                      <a:pt x="29" y="1"/>
                      <a:pt x="29" y="1"/>
                      <a:pt x="29" y="1"/>
                    </a:cubicBezTo>
                    <a:cubicBezTo>
                      <a:pt x="29" y="1"/>
                      <a:pt x="29" y="1"/>
                      <a:pt x="29" y="1"/>
                    </a:cubicBezTo>
                    <a:cubicBezTo>
                      <a:pt x="29" y="1"/>
                      <a:pt x="29" y="1"/>
                      <a:pt x="29" y="1"/>
                    </a:cubicBezTo>
                    <a:cubicBezTo>
                      <a:pt x="29" y="1"/>
                      <a:pt x="29" y="1"/>
                      <a:pt x="29" y="1"/>
                    </a:cubicBezTo>
                    <a:cubicBezTo>
                      <a:pt x="29" y="1"/>
                      <a:pt x="29" y="1"/>
                      <a:pt x="29" y="1"/>
                    </a:cubicBezTo>
                    <a:cubicBezTo>
                      <a:pt x="30" y="1"/>
                      <a:pt x="30" y="1"/>
                      <a:pt x="30" y="1"/>
                    </a:cubicBezTo>
                    <a:cubicBezTo>
                      <a:pt x="30" y="1"/>
                      <a:pt x="30" y="1"/>
                      <a:pt x="30" y="1"/>
                    </a:cubicBezTo>
                    <a:cubicBezTo>
                      <a:pt x="30" y="1"/>
                      <a:pt x="30" y="1"/>
                      <a:pt x="30" y="1"/>
                    </a:cubicBezTo>
                    <a:cubicBezTo>
                      <a:pt x="30" y="1"/>
                      <a:pt x="30" y="1"/>
                      <a:pt x="30" y="1"/>
                    </a:cubicBezTo>
                    <a:cubicBezTo>
                      <a:pt x="30" y="1"/>
                      <a:pt x="29" y="1"/>
                      <a:pt x="29" y="1"/>
                    </a:cubicBezTo>
                    <a:cubicBezTo>
                      <a:pt x="29" y="1"/>
                      <a:pt x="29" y="1"/>
                      <a:pt x="29" y="1"/>
                    </a:cubicBezTo>
                    <a:cubicBezTo>
                      <a:pt x="29" y="1"/>
                      <a:pt x="29" y="1"/>
                      <a:pt x="29" y="2"/>
                    </a:cubicBezTo>
                    <a:cubicBezTo>
                      <a:pt x="29" y="2"/>
                      <a:pt x="29" y="2"/>
                      <a:pt x="29" y="2"/>
                    </a:cubicBezTo>
                    <a:cubicBezTo>
                      <a:pt x="30" y="2"/>
                      <a:pt x="30"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3"/>
                      <a:pt x="27" y="3"/>
                      <a:pt x="27" y="3"/>
                    </a:cubicBezTo>
                    <a:cubicBezTo>
                      <a:pt x="27" y="3"/>
                      <a:pt x="27" y="3"/>
                      <a:pt x="27" y="3"/>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3"/>
                    </a:cubicBezTo>
                    <a:cubicBezTo>
                      <a:pt x="27" y="3"/>
                      <a:pt x="27" y="3"/>
                      <a:pt x="27" y="3"/>
                    </a:cubicBezTo>
                    <a:cubicBezTo>
                      <a:pt x="27" y="3"/>
                      <a:pt x="27" y="3"/>
                      <a:pt x="27" y="3"/>
                    </a:cubicBezTo>
                    <a:cubicBezTo>
                      <a:pt x="27" y="3"/>
                      <a:pt x="27" y="3"/>
                      <a:pt x="27" y="3"/>
                    </a:cubicBezTo>
                    <a:cubicBezTo>
                      <a:pt x="27" y="3"/>
                      <a:pt x="27" y="3"/>
                      <a:pt x="27" y="3"/>
                    </a:cubicBezTo>
                    <a:cubicBezTo>
                      <a:pt x="27" y="3"/>
                      <a:pt x="27" y="3"/>
                      <a:pt x="27" y="3"/>
                    </a:cubicBezTo>
                    <a:cubicBezTo>
                      <a:pt x="27" y="3"/>
                      <a:pt x="27" y="3"/>
                      <a:pt x="27" y="3"/>
                    </a:cubicBezTo>
                    <a:cubicBezTo>
                      <a:pt x="27" y="3"/>
                      <a:pt x="27" y="3"/>
                      <a:pt x="27" y="3"/>
                    </a:cubicBezTo>
                    <a:cubicBezTo>
                      <a:pt x="27" y="3"/>
                      <a:pt x="26" y="3"/>
                      <a:pt x="26" y="3"/>
                    </a:cubicBezTo>
                    <a:cubicBezTo>
                      <a:pt x="26" y="3"/>
                      <a:pt x="26" y="3"/>
                      <a:pt x="26" y="3"/>
                    </a:cubicBezTo>
                    <a:cubicBezTo>
                      <a:pt x="26" y="3"/>
                      <a:pt x="26" y="3"/>
                      <a:pt x="26" y="3"/>
                    </a:cubicBezTo>
                    <a:cubicBezTo>
                      <a:pt x="26" y="3"/>
                      <a:pt x="26" y="3"/>
                      <a:pt x="26" y="3"/>
                    </a:cubicBezTo>
                    <a:cubicBezTo>
                      <a:pt x="26" y="3"/>
                      <a:pt x="26" y="3"/>
                      <a:pt x="26" y="3"/>
                    </a:cubicBezTo>
                    <a:cubicBezTo>
                      <a:pt x="26" y="3"/>
                      <a:pt x="26" y="3"/>
                      <a:pt x="26" y="4"/>
                    </a:cubicBezTo>
                    <a:cubicBezTo>
                      <a:pt x="26" y="4"/>
                      <a:pt x="27" y="4"/>
                      <a:pt x="27" y="4"/>
                    </a:cubicBezTo>
                    <a:cubicBezTo>
                      <a:pt x="27" y="4"/>
                      <a:pt x="27" y="4"/>
                      <a:pt x="27" y="4"/>
                    </a:cubicBezTo>
                    <a:cubicBezTo>
                      <a:pt x="27"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5" y="4"/>
                    </a:cubicBezTo>
                    <a:cubicBezTo>
                      <a:pt x="25" y="4"/>
                      <a:pt x="25" y="4"/>
                      <a:pt x="25" y="4"/>
                    </a:cubicBezTo>
                    <a:cubicBezTo>
                      <a:pt x="25" y="4"/>
                      <a:pt x="25" y="4"/>
                      <a:pt x="25" y="4"/>
                    </a:cubicBezTo>
                    <a:cubicBezTo>
                      <a:pt x="25" y="4"/>
                      <a:pt x="25" y="5"/>
                      <a:pt x="25" y="5"/>
                    </a:cubicBezTo>
                    <a:cubicBezTo>
                      <a:pt x="25" y="5"/>
                      <a:pt x="25" y="5"/>
                      <a:pt x="25" y="5"/>
                    </a:cubicBezTo>
                    <a:cubicBezTo>
                      <a:pt x="25" y="5"/>
                      <a:pt x="25" y="5"/>
                      <a:pt x="25" y="5"/>
                    </a:cubicBezTo>
                    <a:cubicBezTo>
                      <a:pt x="25" y="5"/>
                      <a:pt x="25" y="5"/>
                      <a:pt x="25" y="5"/>
                    </a:cubicBezTo>
                    <a:cubicBezTo>
                      <a:pt x="25" y="5"/>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6"/>
                    </a:cubicBezTo>
                    <a:cubicBezTo>
                      <a:pt x="25" y="6"/>
                      <a:pt x="25" y="6"/>
                      <a:pt x="25" y="7"/>
                    </a:cubicBezTo>
                    <a:cubicBezTo>
                      <a:pt x="25" y="7"/>
                      <a:pt x="25" y="7"/>
                      <a:pt x="25" y="7"/>
                    </a:cubicBezTo>
                    <a:cubicBezTo>
                      <a:pt x="25" y="7"/>
                      <a:pt x="25" y="7"/>
                      <a:pt x="25" y="7"/>
                    </a:cubicBezTo>
                    <a:cubicBezTo>
                      <a:pt x="25" y="7"/>
                      <a:pt x="25" y="7"/>
                      <a:pt x="25" y="7"/>
                    </a:cubicBezTo>
                    <a:cubicBezTo>
                      <a:pt x="25" y="7"/>
                      <a:pt x="25" y="7"/>
                      <a:pt x="25" y="7"/>
                    </a:cubicBezTo>
                    <a:cubicBezTo>
                      <a:pt x="25" y="7"/>
                      <a:pt x="25" y="7"/>
                      <a:pt x="25" y="7"/>
                    </a:cubicBezTo>
                    <a:cubicBezTo>
                      <a:pt x="25" y="7"/>
                      <a:pt x="25" y="7"/>
                      <a:pt x="25" y="7"/>
                    </a:cubicBezTo>
                    <a:cubicBezTo>
                      <a:pt x="25" y="7"/>
                      <a:pt x="25" y="7"/>
                      <a:pt x="25" y="7"/>
                    </a:cubicBezTo>
                    <a:cubicBezTo>
                      <a:pt x="25" y="7"/>
                      <a:pt x="25" y="7"/>
                      <a:pt x="25" y="7"/>
                    </a:cubicBezTo>
                    <a:cubicBezTo>
                      <a:pt x="25" y="7"/>
                      <a:pt x="25" y="6"/>
                      <a:pt x="25" y="6"/>
                    </a:cubicBezTo>
                    <a:cubicBezTo>
                      <a:pt x="25" y="6"/>
                      <a:pt x="25" y="6"/>
                      <a:pt x="25" y="6"/>
                    </a:cubicBezTo>
                    <a:cubicBezTo>
                      <a:pt x="25" y="6"/>
                      <a:pt x="25" y="6"/>
                      <a:pt x="25" y="6"/>
                    </a:cubicBezTo>
                    <a:cubicBezTo>
                      <a:pt x="24" y="6"/>
                      <a:pt x="24" y="6"/>
                      <a:pt x="24" y="7"/>
                    </a:cubicBezTo>
                    <a:cubicBezTo>
                      <a:pt x="24" y="7"/>
                      <a:pt x="24" y="7"/>
                      <a:pt x="24" y="7"/>
                    </a:cubicBezTo>
                    <a:cubicBezTo>
                      <a:pt x="24" y="7"/>
                      <a:pt x="24" y="7"/>
                      <a:pt x="24" y="7"/>
                    </a:cubicBezTo>
                    <a:cubicBezTo>
                      <a:pt x="24" y="7"/>
                      <a:pt x="24" y="7"/>
                      <a:pt x="24" y="7"/>
                    </a:cubicBezTo>
                    <a:cubicBezTo>
                      <a:pt x="24" y="7"/>
                      <a:pt x="24" y="7"/>
                      <a:pt x="24" y="7"/>
                    </a:cubicBezTo>
                    <a:cubicBezTo>
                      <a:pt x="24" y="7"/>
                      <a:pt x="24" y="7"/>
                      <a:pt x="24" y="7"/>
                    </a:cubicBezTo>
                    <a:cubicBezTo>
                      <a:pt x="24" y="7"/>
                      <a:pt x="24" y="6"/>
                      <a:pt x="24" y="6"/>
                    </a:cubicBezTo>
                    <a:cubicBezTo>
                      <a:pt x="24" y="6"/>
                      <a:pt x="24" y="6"/>
                      <a:pt x="24" y="6"/>
                    </a:cubicBezTo>
                    <a:cubicBezTo>
                      <a:pt x="24" y="6"/>
                      <a:pt x="24" y="6"/>
                      <a:pt x="24" y="6"/>
                    </a:cubicBezTo>
                    <a:cubicBezTo>
                      <a:pt x="24" y="6"/>
                      <a:pt x="24" y="6"/>
                      <a:pt x="24" y="6"/>
                    </a:cubicBezTo>
                    <a:cubicBezTo>
                      <a:pt x="24" y="6"/>
                      <a:pt x="24" y="6"/>
                      <a:pt x="24" y="6"/>
                    </a:cubicBezTo>
                    <a:cubicBezTo>
                      <a:pt x="24" y="6"/>
                      <a:pt x="24" y="6"/>
                      <a:pt x="24" y="6"/>
                    </a:cubicBezTo>
                    <a:cubicBezTo>
                      <a:pt x="24" y="6"/>
                      <a:pt x="24" y="6"/>
                      <a:pt x="24" y="6"/>
                    </a:cubicBezTo>
                    <a:cubicBezTo>
                      <a:pt x="24" y="6"/>
                      <a:pt x="24" y="7"/>
                      <a:pt x="24"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7"/>
                      <a:pt x="23" y="7"/>
                    </a:cubicBezTo>
                    <a:cubicBezTo>
                      <a:pt x="23" y="7"/>
                      <a:pt x="23" y="6"/>
                      <a:pt x="23" y="6"/>
                    </a:cubicBezTo>
                    <a:cubicBezTo>
                      <a:pt x="23" y="6"/>
                      <a:pt x="23" y="6"/>
                      <a:pt x="23" y="6"/>
                    </a:cubicBezTo>
                    <a:cubicBezTo>
                      <a:pt x="23" y="6"/>
                      <a:pt x="23" y="6"/>
                      <a:pt x="23" y="6"/>
                    </a:cubicBezTo>
                    <a:cubicBezTo>
                      <a:pt x="23" y="6"/>
                      <a:pt x="23" y="6"/>
                      <a:pt x="23" y="6"/>
                    </a:cubicBezTo>
                    <a:cubicBezTo>
                      <a:pt x="23" y="6"/>
                      <a:pt x="23" y="6"/>
                      <a:pt x="23" y="6"/>
                    </a:cubicBezTo>
                    <a:cubicBezTo>
                      <a:pt x="23" y="6"/>
                      <a:pt x="23" y="6"/>
                      <a:pt x="23" y="6"/>
                    </a:cubicBezTo>
                    <a:cubicBezTo>
                      <a:pt x="23" y="5"/>
                      <a:pt x="23" y="5"/>
                      <a:pt x="23" y="5"/>
                    </a:cubicBezTo>
                    <a:cubicBezTo>
                      <a:pt x="23" y="5"/>
                      <a:pt x="23" y="5"/>
                      <a:pt x="23" y="5"/>
                    </a:cubicBezTo>
                    <a:cubicBezTo>
                      <a:pt x="23" y="5"/>
                      <a:pt x="23" y="5"/>
                      <a:pt x="23" y="5"/>
                    </a:cubicBezTo>
                    <a:cubicBezTo>
                      <a:pt x="23" y="5"/>
                      <a:pt x="23" y="5"/>
                      <a:pt x="23" y="5"/>
                    </a:cubicBezTo>
                    <a:cubicBezTo>
                      <a:pt x="23" y="5"/>
                      <a:pt x="23" y="5"/>
                      <a:pt x="23" y="5"/>
                    </a:cubicBezTo>
                    <a:cubicBezTo>
                      <a:pt x="23" y="5"/>
                      <a:pt x="23" y="5"/>
                      <a:pt x="22" y="5"/>
                    </a:cubicBezTo>
                    <a:cubicBezTo>
                      <a:pt x="22" y="5"/>
                      <a:pt x="22" y="5"/>
                      <a:pt x="22" y="5"/>
                    </a:cubicBezTo>
                    <a:cubicBezTo>
                      <a:pt x="22" y="5"/>
                      <a:pt x="22" y="5"/>
                      <a:pt x="22" y="5"/>
                    </a:cubicBezTo>
                    <a:cubicBezTo>
                      <a:pt x="22" y="5"/>
                      <a:pt x="22" y="5"/>
                      <a:pt x="22" y="5"/>
                    </a:cubicBezTo>
                    <a:cubicBezTo>
                      <a:pt x="22" y="5"/>
                      <a:pt x="22" y="5"/>
                      <a:pt x="22" y="5"/>
                    </a:cubicBezTo>
                    <a:cubicBezTo>
                      <a:pt x="22" y="5"/>
                      <a:pt x="22" y="5"/>
                      <a:pt x="22" y="4"/>
                    </a:cubicBezTo>
                    <a:cubicBezTo>
                      <a:pt x="22" y="4"/>
                      <a:pt x="22" y="4"/>
                      <a:pt x="22" y="4"/>
                    </a:cubicBezTo>
                    <a:cubicBezTo>
                      <a:pt x="22" y="4"/>
                      <a:pt x="22" y="4"/>
                      <a:pt x="22" y="4"/>
                    </a:cubicBezTo>
                    <a:cubicBezTo>
                      <a:pt x="22" y="4"/>
                      <a:pt x="22" y="4"/>
                      <a:pt x="22" y="4"/>
                    </a:cubicBezTo>
                    <a:cubicBezTo>
                      <a:pt x="22" y="4"/>
                      <a:pt x="22" y="5"/>
                      <a:pt x="22" y="5"/>
                    </a:cubicBezTo>
                    <a:cubicBezTo>
                      <a:pt x="22" y="5"/>
                      <a:pt x="22" y="5"/>
                      <a:pt x="22" y="5"/>
                    </a:cubicBezTo>
                    <a:cubicBezTo>
                      <a:pt x="22" y="5"/>
                      <a:pt x="22" y="5"/>
                      <a:pt x="22" y="5"/>
                    </a:cubicBezTo>
                    <a:cubicBezTo>
                      <a:pt x="22" y="5"/>
                      <a:pt x="21" y="5"/>
                      <a:pt x="21" y="5"/>
                    </a:cubicBezTo>
                    <a:cubicBezTo>
                      <a:pt x="21" y="5"/>
                      <a:pt x="21" y="5"/>
                      <a:pt x="21" y="5"/>
                    </a:cubicBezTo>
                    <a:cubicBezTo>
                      <a:pt x="21" y="5"/>
                      <a:pt x="21" y="5"/>
                      <a:pt x="21" y="5"/>
                    </a:cubicBezTo>
                    <a:cubicBezTo>
                      <a:pt x="21" y="5"/>
                      <a:pt x="21" y="5"/>
                      <a:pt x="21" y="5"/>
                    </a:cubicBezTo>
                    <a:cubicBezTo>
                      <a:pt x="21" y="5"/>
                      <a:pt x="22" y="5"/>
                      <a:pt x="21" y="5"/>
                    </a:cubicBezTo>
                    <a:cubicBezTo>
                      <a:pt x="21" y="5"/>
                      <a:pt x="21" y="5"/>
                      <a:pt x="21" y="5"/>
                    </a:cubicBezTo>
                    <a:cubicBezTo>
                      <a:pt x="21" y="5"/>
                      <a:pt x="21" y="5"/>
                      <a:pt x="21" y="5"/>
                    </a:cubicBezTo>
                    <a:cubicBezTo>
                      <a:pt x="21" y="5"/>
                      <a:pt x="21" y="5"/>
                      <a:pt x="21" y="5"/>
                    </a:cubicBezTo>
                    <a:cubicBezTo>
                      <a:pt x="21" y="5"/>
                      <a:pt x="21" y="5"/>
                      <a:pt x="21" y="5"/>
                    </a:cubicBezTo>
                    <a:cubicBezTo>
                      <a:pt x="21" y="5"/>
                      <a:pt x="21" y="5"/>
                      <a:pt x="21" y="5"/>
                    </a:cubicBezTo>
                    <a:cubicBezTo>
                      <a:pt x="21" y="5"/>
                      <a:pt x="21" y="4"/>
                      <a:pt x="21" y="4"/>
                    </a:cubicBezTo>
                    <a:cubicBezTo>
                      <a:pt x="21" y="4"/>
                      <a:pt x="21" y="4"/>
                      <a:pt x="21" y="4"/>
                    </a:cubicBezTo>
                    <a:cubicBezTo>
                      <a:pt x="21" y="4"/>
                      <a:pt x="21" y="4"/>
                      <a:pt x="21" y="4"/>
                    </a:cubicBezTo>
                    <a:cubicBezTo>
                      <a:pt x="21" y="4"/>
                      <a:pt x="21" y="4"/>
                      <a:pt x="21" y="4"/>
                    </a:cubicBezTo>
                    <a:cubicBezTo>
                      <a:pt x="21" y="5"/>
                      <a:pt x="21" y="5"/>
                      <a:pt x="21" y="5"/>
                    </a:cubicBezTo>
                    <a:cubicBezTo>
                      <a:pt x="21" y="5"/>
                      <a:pt x="21" y="5"/>
                      <a:pt x="21" y="5"/>
                    </a:cubicBezTo>
                    <a:cubicBezTo>
                      <a:pt x="21" y="5"/>
                      <a:pt x="21" y="5"/>
                      <a:pt x="21" y="5"/>
                    </a:cubicBezTo>
                    <a:cubicBezTo>
                      <a:pt x="21" y="5"/>
                      <a:pt x="21" y="5"/>
                      <a:pt x="21" y="5"/>
                    </a:cubicBezTo>
                    <a:cubicBezTo>
                      <a:pt x="21" y="5"/>
                      <a:pt x="21" y="6"/>
                      <a:pt x="21" y="6"/>
                    </a:cubicBezTo>
                    <a:cubicBezTo>
                      <a:pt x="21" y="6"/>
                      <a:pt x="21" y="6"/>
                      <a:pt x="21" y="6"/>
                    </a:cubicBezTo>
                    <a:cubicBezTo>
                      <a:pt x="21" y="6"/>
                      <a:pt x="21" y="6"/>
                      <a:pt x="21" y="6"/>
                    </a:cubicBezTo>
                    <a:cubicBezTo>
                      <a:pt x="21" y="5"/>
                      <a:pt x="20" y="5"/>
                      <a:pt x="20" y="5"/>
                    </a:cubicBezTo>
                    <a:cubicBezTo>
                      <a:pt x="20" y="5"/>
                      <a:pt x="20" y="5"/>
                      <a:pt x="20" y="5"/>
                    </a:cubicBezTo>
                    <a:cubicBezTo>
                      <a:pt x="20" y="5"/>
                      <a:pt x="20" y="6"/>
                      <a:pt x="20" y="6"/>
                    </a:cubicBezTo>
                    <a:cubicBezTo>
                      <a:pt x="20" y="6"/>
                      <a:pt x="20" y="6"/>
                      <a:pt x="20" y="5"/>
                    </a:cubicBezTo>
                    <a:cubicBezTo>
                      <a:pt x="20" y="5"/>
                      <a:pt x="20" y="5"/>
                      <a:pt x="20" y="5"/>
                    </a:cubicBezTo>
                    <a:cubicBezTo>
                      <a:pt x="20" y="5"/>
                      <a:pt x="20" y="5"/>
                      <a:pt x="20" y="5"/>
                    </a:cubicBezTo>
                    <a:cubicBezTo>
                      <a:pt x="20" y="5"/>
                      <a:pt x="20" y="5"/>
                      <a:pt x="20" y="5"/>
                    </a:cubicBezTo>
                    <a:cubicBezTo>
                      <a:pt x="20" y="5"/>
                      <a:pt x="20" y="5"/>
                      <a:pt x="20" y="5"/>
                    </a:cubicBezTo>
                    <a:cubicBezTo>
                      <a:pt x="20" y="5"/>
                      <a:pt x="20" y="5"/>
                      <a:pt x="20" y="5"/>
                    </a:cubicBezTo>
                    <a:cubicBezTo>
                      <a:pt x="20" y="5"/>
                      <a:pt x="20" y="5"/>
                      <a:pt x="20" y="5"/>
                    </a:cubicBezTo>
                    <a:cubicBezTo>
                      <a:pt x="20" y="5"/>
                      <a:pt x="20" y="6"/>
                      <a:pt x="20" y="6"/>
                    </a:cubicBezTo>
                    <a:cubicBezTo>
                      <a:pt x="20" y="6"/>
                      <a:pt x="20" y="6"/>
                      <a:pt x="20" y="6"/>
                    </a:cubicBezTo>
                    <a:cubicBezTo>
                      <a:pt x="20" y="6"/>
                      <a:pt x="20" y="6"/>
                      <a:pt x="19" y="6"/>
                    </a:cubicBezTo>
                    <a:cubicBezTo>
                      <a:pt x="19" y="6"/>
                      <a:pt x="19" y="6"/>
                      <a:pt x="19" y="6"/>
                    </a:cubicBezTo>
                    <a:cubicBezTo>
                      <a:pt x="19" y="6"/>
                      <a:pt x="19" y="6"/>
                      <a:pt x="19" y="6"/>
                    </a:cubicBezTo>
                    <a:cubicBezTo>
                      <a:pt x="19" y="6"/>
                      <a:pt x="19" y="6"/>
                      <a:pt x="19" y="6"/>
                    </a:cubicBezTo>
                    <a:cubicBezTo>
                      <a:pt x="19" y="6"/>
                      <a:pt x="19" y="6"/>
                      <a:pt x="19" y="6"/>
                    </a:cubicBezTo>
                    <a:cubicBezTo>
                      <a:pt x="19" y="6"/>
                      <a:pt x="19" y="6"/>
                      <a:pt x="19" y="6"/>
                    </a:cubicBezTo>
                    <a:cubicBezTo>
                      <a:pt x="19" y="6"/>
                      <a:pt x="19" y="6"/>
                      <a:pt x="19" y="6"/>
                    </a:cubicBezTo>
                    <a:cubicBezTo>
                      <a:pt x="19" y="6"/>
                      <a:pt x="19" y="6"/>
                      <a:pt x="19" y="6"/>
                    </a:cubicBezTo>
                    <a:cubicBezTo>
                      <a:pt x="19" y="6"/>
                      <a:pt x="20" y="6"/>
                      <a:pt x="20" y="6"/>
                    </a:cubicBezTo>
                    <a:cubicBezTo>
                      <a:pt x="20" y="6"/>
                      <a:pt x="20" y="6"/>
                      <a:pt x="20" y="6"/>
                    </a:cubicBezTo>
                    <a:cubicBezTo>
                      <a:pt x="20" y="6"/>
                      <a:pt x="20" y="6"/>
                      <a:pt x="20" y="6"/>
                    </a:cubicBezTo>
                    <a:cubicBezTo>
                      <a:pt x="20" y="6"/>
                      <a:pt x="20" y="6"/>
                      <a:pt x="20" y="7"/>
                    </a:cubicBezTo>
                    <a:cubicBezTo>
                      <a:pt x="20" y="7"/>
                      <a:pt x="20" y="7"/>
                      <a:pt x="20" y="7"/>
                    </a:cubicBezTo>
                    <a:cubicBezTo>
                      <a:pt x="20" y="7"/>
                      <a:pt x="20" y="7"/>
                      <a:pt x="20" y="7"/>
                    </a:cubicBezTo>
                    <a:cubicBezTo>
                      <a:pt x="20" y="7"/>
                      <a:pt x="20" y="7"/>
                      <a:pt x="20" y="7"/>
                    </a:cubicBezTo>
                    <a:cubicBezTo>
                      <a:pt x="19" y="7"/>
                      <a:pt x="19" y="7"/>
                      <a:pt x="19" y="7"/>
                    </a:cubicBezTo>
                    <a:cubicBezTo>
                      <a:pt x="19" y="7"/>
                      <a:pt x="19" y="7"/>
                      <a:pt x="19" y="7"/>
                    </a:cubicBezTo>
                    <a:cubicBezTo>
                      <a:pt x="19" y="7"/>
                      <a:pt x="19" y="6"/>
                      <a:pt x="19" y="6"/>
                    </a:cubicBezTo>
                    <a:cubicBezTo>
                      <a:pt x="19" y="6"/>
                      <a:pt x="19" y="6"/>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8" y="7"/>
                    </a:cubicBezTo>
                    <a:cubicBezTo>
                      <a:pt x="18" y="7"/>
                      <a:pt x="18" y="7"/>
                      <a:pt x="18" y="7"/>
                    </a:cubicBezTo>
                    <a:cubicBezTo>
                      <a:pt x="18" y="7"/>
                      <a:pt x="18" y="7"/>
                      <a:pt x="18" y="7"/>
                    </a:cubicBezTo>
                    <a:cubicBezTo>
                      <a:pt x="18" y="7"/>
                      <a:pt x="18" y="7"/>
                      <a:pt x="18" y="7"/>
                    </a:cubicBezTo>
                    <a:cubicBezTo>
                      <a:pt x="18" y="7"/>
                      <a:pt x="18" y="7"/>
                      <a:pt x="18" y="7"/>
                    </a:cubicBezTo>
                    <a:cubicBezTo>
                      <a:pt x="18" y="8"/>
                      <a:pt x="18" y="8"/>
                      <a:pt x="18" y="8"/>
                    </a:cubicBezTo>
                    <a:cubicBezTo>
                      <a:pt x="18" y="8"/>
                      <a:pt x="18" y="8"/>
                      <a:pt x="18" y="8"/>
                    </a:cubicBezTo>
                    <a:cubicBezTo>
                      <a:pt x="18" y="8"/>
                      <a:pt x="18" y="8"/>
                      <a:pt x="19" y="8"/>
                    </a:cubicBezTo>
                    <a:cubicBezTo>
                      <a:pt x="19" y="8"/>
                      <a:pt x="19" y="8"/>
                      <a:pt x="19" y="8"/>
                    </a:cubicBezTo>
                    <a:cubicBezTo>
                      <a:pt x="19" y="8"/>
                      <a:pt x="19" y="8"/>
                      <a:pt x="19" y="8"/>
                    </a:cubicBezTo>
                    <a:cubicBezTo>
                      <a:pt x="19" y="8"/>
                      <a:pt x="19" y="8"/>
                      <a:pt x="19" y="8"/>
                    </a:cubicBezTo>
                    <a:cubicBezTo>
                      <a:pt x="19" y="8"/>
                      <a:pt x="19" y="8"/>
                      <a:pt x="19" y="8"/>
                    </a:cubicBezTo>
                    <a:cubicBezTo>
                      <a:pt x="19" y="8"/>
                      <a:pt x="19" y="8"/>
                      <a:pt x="18" y="8"/>
                    </a:cubicBezTo>
                    <a:cubicBezTo>
                      <a:pt x="18" y="8"/>
                      <a:pt x="18" y="8"/>
                      <a:pt x="18" y="8"/>
                    </a:cubicBezTo>
                    <a:cubicBezTo>
                      <a:pt x="18" y="8"/>
                      <a:pt x="18" y="8"/>
                      <a:pt x="18" y="8"/>
                    </a:cubicBezTo>
                    <a:cubicBezTo>
                      <a:pt x="18" y="8"/>
                      <a:pt x="18" y="8"/>
                      <a:pt x="18" y="8"/>
                    </a:cubicBezTo>
                    <a:cubicBezTo>
                      <a:pt x="18" y="8"/>
                      <a:pt x="18" y="8"/>
                      <a:pt x="18" y="8"/>
                    </a:cubicBezTo>
                    <a:cubicBezTo>
                      <a:pt x="18" y="8"/>
                      <a:pt x="18" y="8"/>
                      <a:pt x="18" y="8"/>
                    </a:cubicBezTo>
                    <a:cubicBezTo>
                      <a:pt x="18" y="8"/>
                      <a:pt x="18" y="8"/>
                      <a:pt x="19" y="8"/>
                    </a:cubicBezTo>
                    <a:cubicBezTo>
                      <a:pt x="19" y="8"/>
                      <a:pt x="19" y="8"/>
                      <a:pt x="19" y="9"/>
                    </a:cubicBezTo>
                    <a:cubicBezTo>
                      <a:pt x="19" y="9"/>
                      <a:pt x="19" y="9"/>
                      <a:pt x="19" y="9"/>
                    </a:cubicBezTo>
                    <a:cubicBezTo>
                      <a:pt x="19" y="9"/>
                      <a:pt x="19" y="9"/>
                      <a:pt x="19" y="9"/>
                    </a:cubicBezTo>
                    <a:cubicBezTo>
                      <a:pt x="19" y="9"/>
                      <a:pt x="18" y="9"/>
                      <a:pt x="18" y="9"/>
                    </a:cubicBezTo>
                    <a:cubicBezTo>
                      <a:pt x="18" y="9"/>
                      <a:pt x="18" y="9"/>
                      <a:pt x="18" y="9"/>
                    </a:cubicBezTo>
                    <a:cubicBezTo>
                      <a:pt x="18" y="9"/>
                      <a:pt x="18" y="9"/>
                      <a:pt x="18" y="9"/>
                    </a:cubicBezTo>
                    <a:cubicBezTo>
                      <a:pt x="18" y="9"/>
                      <a:pt x="18" y="9"/>
                      <a:pt x="18" y="9"/>
                    </a:cubicBezTo>
                    <a:cubicBezTo>
                      <a:pt x="18" y="9"/>
                      <a:pt x="18" y="9"/>
                      <a:pt x="18" y="9"/>
                    </a:cubicBezTo>
                    <a:cubicBezTo>
                      <a:pt x="18" y="9"/>
                      <a:pt x="18" y="9"/>
                      <a:pt x="18" y="9"/>
                    </a:cubicBezTo>
                    <a:cubicBezTo>
                      <a:pt x="18" y="8"/>
                      <a:pt x="18" y="8"/>
                      <a:pt x="18" y="8"/>
                    </a:cubicBezTo>
                    <a:cubicBezTo>
                      <a:pt x="18" y="8"/>
                      <a:pt x="17" y="8"/>
                      <a:pt x="17" y="8"/>
                    </a:cubicBezTo>
                    <a:cubicBezTo>
                      <a:pt x="17" y="8"/>
                      <a:pt x="17" y="8"/>
                      <a:pt x="17" y="8"/>
                    </a:cubicBezTo>
                    <a:cubicBezTo>
                      <a:pt x="17" y="8"/>
                      <a:pt x="17" y="8"/>
                      <a:pt x="17" y="8"/>
                    </a:cubicBezTo>
                    <a:cubicBezTo>
                      <a:pt x="17" y="8"/>
                      <a:pt x="17" y="8"/>
                      <a:pt x="17" y="8"/>
                    </a:cubicBezTo>
                    <a:cubicBezTo>
                      <a:pt x="17" y="8"/>
                      <a:pt x="17" y="8"/>
                      <a:pt x="17" y="8"/>
                    </a:cubicBezTo>
                    <a:cubicBezTo>
                      <a:pt x="17" y="8"/>
                      <a:pt x="17" y="8"/>
                      <a:pt x="17" y="8"/>
                    </a:cubicBezTo>
                    <a:cubicBezTo>
                      <a:pt x="17" y="8"/>
                      <a:pt x="17" y="8"/>
                      <a:pt x="17" y="8"/>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10"/>
                      <a:pt x="17" y="10"/>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7" y="9"/>
                      <a:pt x="17" y="9"/>
                    </a:cubicBezTo>
                    <a:cubicBezTo>
                      <a:pt x="17" y="9"/>
                      <a:pt x="17" y="10"/>
                      <a:pt x="17" y="10"/>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7" y="10"/>
                      <a:pt x="16" y="9"/>
                    </a:cubicBezTo>
                    <a:cubicBezTo>
                      <a:pt x="16" y="9"/>
                      <a:pt x="16" y="9"/>
                      <a:pt x="16" y="9"/>
                    </a:cubicBezTo>
                    <a:cubicBezTo>
                      <a:pt x="16" y="9"/>
                      <a:pt x="16" y="9"/>
                      <a:pt x="16" y="9"/>
                    </a:cubicBezTo>
                    <a:cubicBezTo>
                      <a:pt x="16" y="9"/>
                      <a:pt x="16" y="9"/>
                      <a:pt x="17" y="9"/>
                    </a:cubicBezTo>
                    <a:cubicBezTo>
                      <a:pt x="17" y="9"/>
                      <a:pt x="16" y="9"/>
                      <a:pt x="16" y="9"/>
                    </a:cubicBezTo>
                    <a:cubicBezTo>
                      <a:pt x="16" y="9"/>
                      <a:pt x="16" y="9"/>
                      <a:pt x="16" y="9"/>
                    </a:cubicBezTo>
                    <a:cubicBezTo>
                      <a:pt x="16" y="9"/>
                      <a:pt x="16" y="9"/>
                      <a:pt x="16" y="9"/>
                    </a:cubicBezTo>
                    <a:cubicBezTo>
                      <a:pt x="17" y="9"/>
                      <a:pt x="17" y="9"/>
                      <a:pt x="17" y="9"/>
                    </a:cubicBezTo>
                    <a:cubicBezTo>
                      <a:pt x="17" y="9"/>
                      <a:pt x="17" y="9"/>
                      <a:pt x="17" y="8"/>
                    </a:cubicBezTo>
                    <a:cubicBezTo>
                      <a:pt x="17" y="8"/>
                      <a:pt x="17" y="8"/>
                      <a:pt x="17" y="8"/>
                    </a:cubicBezTo>
                    <a:cubicBezTo>
                      <a:pt x="17" y="8"/>
                      <a:pt x="17" y="8"/>
                      <a:pt x="16" y="8"/>
                    </a:cubicBezTo>
                    <a:cubicBezTo>
                      <a:pt x="16" y="8"/>
                      <a:pt x="16" y="8"/>
                      <a:pt x="16" y="8"/>
                    </a:cubicBezTo>
                    <a:cubicBezTo>
                      <a:pt x="16" y="8"/>
                      <a:pt x="16" y="8"/>
                      <a:pt x="16" y="8"/>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5" y="9"/>
                    </a:cubicBezTo>
                    <a:cubicBezTo>
                      <a:pt x="15" y="9"/>
                      <a:pt x="15" y="9"/>
                      <a:pt x="15" y="10"/>
                    </a:cubicBezTo>
                    <a:cubicBezTo>
                      <a:pt x="15" y="10"/>
                      <a:pt x="15" y="10"/>
                      <a:pt x="15" y="10"/>
                    </a:cubicBezTo>
                    <a:cubicBezTo>
                      <a:pt x="15" y="10"/>
                      <a:pt x="15" y="10"/>
                      <a:pt x="15" y="10"/>
                    </a:cubicBezTo>
                    <a:cubicBezTo>
                      <a:pt x="15" y="10"/>
                      <a:pt x="15" y="10"/>
                      <a:pt x="15" y="10"/>
                    </a:cubicBezTo>
                    <a:cubicBezTo>
                      <a:pt x="15" y="10"/>
                      <a:pt x="15" y="10"/>
                      <a:pt x="15" y="11"/>
                    </a:cubicBezTo>
                    <a:cubicBezTo>
                      <a:pt x="15" y="11"/>
                      <a:pt x="15" y="11"/>
                      <a:pt x="15" y="11"/>
                    </a:cubicBezTo>
                    <a:cubicBezTo>
                      <a:pt x="15" y="11"/>
                      <a:pt x="15" y="11"/>
                      <a:pt x="15" y="11"/>
                    </a:cubicBezTo>
                    <a:cubicBezTo>
                      <a:pt x="15" y="11"/>
                      <a:pt x="15" y="11"/>
                      <a:pt x="15" y="11"/>
                    </a:cubicBezTo>
                    <a:cubicBezTo>
                      <a:pt x="15" y="11"/>
                      <a:pt x="15" y="11"/>
                      <a:pt x="15" y="11"/>
                    </a:cubicBezTo>
                    <a:cubicBezTo>
                      <a:pt x="15" y="11"/>
                      <a:pt x="15" y="11"/>
                      <a:pt x="15" y="11"/>
                    </a:cubicBezTo>
                    <a:cubicBezTo>
                      <a:pt x="15" y="12"/>
                      <a:pt x="15" y="12"/>
                      <a:pt x="15" y="12"/>
                    </a:cubicBezTo>
                    <a:cubicBezTo>
                      <a:pt x="15" y="12"/>
                      <a:pt x="15" y="12"/>
                      <a:pt x="14" y="12"/>
                    </a:cubicBezTo>
                    <a:cubicBezTo>
                      <a:pt x="14" y="12"/>
                      <a:pt x="14" y="12"/>
                      <a:pt x="14" y="12"/>
                    </a:cubicBezTo>
                    <a:cubicBezTo>
                      <a:pt x="14" y="12"/>
                      <a:pt x="14" y="12"/>
                      <a:pt x="14" y="12"/>
                    </a:cubicBezTo>
                    <a:cubicBezTo>
                      <a:pt x="14" y="12"/>
                      <a:pt x="14" y="12"/>
                      <a:pt x="14" y="12"/>
                    </a:cubicBezTo>
                    <a:cubicBezTo>
                      <a:pt x="14" y="12"/>
                      <a:pt x="14" y="12"/>
                      <a:pt x="14" y="12"/>
                    </a:cubicBezTo>
                    <a:cubicBezTo>
                      <a:pt x="14" y="12"/>
                      <a:pt x="14" y="12"/>
                      <a:pt x="14" y="13"/>
                    </a:cubicBezTo>
                    <a:cubicBezTo>
                      <a:pt x="14" y="13"/>
                      <a:pt x="14" y="13"/>
                      <a:pt x="14" y="13"/>
                    </a:cubicBezTo>
                    <a:cubicBezTo>
                      <a:pt x="14" y="13"/>
                      <a:pt x="14" y="13"/>
                      <a:pt x="14" y="13"/>
                    </a:cubicBezTo>
                    <a:cubicBezTo>
                      <a:pt x="14" y="13"/>
                      <a:pt x="14" y="13"/>
                      <a:pt x="13" y="13"/>
                    </a:cubicBezTo>
                    <a:cubicBezTo>
                      <a:pt x="13" y="13"/>
                      <a:pt x="13" y="13"/>
                      <a:pt x="13" y="13"/>
                    </a:cubicBezTo>
                    <a:cubicBezTo>
                      <a:pt x="13" y="13"/>
                      <a:pt x="13" y="13"/>
                      <a:pt x="13" y="13"/>
                    </a:cubicBezTo>
                    <a:cubicBezTo>
                      <a:pt x="13" y="14"/>
                      <a:pt x="13" y="14"/>
                      <a:pt x="13" y="14"/>
                    </a:cubicBezTo>
                    <a:cubicBezTo>
                      <a:pt x="13" y="14"/>
                      <a:pt x="13" y="14"/>
                      <a:pt x="13" y="14"/>
                    </a:cubicBezTo>
                    <a:cubicBezTo>
                      <a:pt x="13" y="14"/>
                      <a:pt x="13" y="14"/>
                      <a:pt x="13" y="14"/>
                    </a:cubicBezTo>
                    <a:cubicBezTo>
                      <a:pt x="13" y="14"/>
                      <a:pt x="12" y="14"/>
                      <a:pt x="12" y="14"/>
                    </a:cubicBezTo>
                    <a:cubicBezTo>
                      <a:pt x="12" y="14"/>
                      <a:pt x="12" y="14"/>
                      <a:pt x="12" y="14"/>
                    </a:cubicBezTo>
                    <a:cubicBezTo>
                      <a:pt x="12" y="14"/>
                      <a:pt x="12" y="14"/>
                      <a:pt x="12" y="14"/>
                    </a:cubicBezTo>
                    <a:cubicBezTo>
                      <a:pt x="12" y="14"/>
                      <a:pt x="12" y="14"/>
                      <a:pt x="12" y="14"/>
                    </a:cubicBezTo>
                    <a:cubicBezTo>
                      <a:pt x="12" y="14"/>
                      <a:pt x="12" y="14"/>
                      <a:pt x="12" y="14"/>
                    </a:cubicBezTo>
                    <a:cubicBezTo>
                      <a:pt x="12" y="14"/>
                      <a:pt x="11" y="14"/>
                      <a:pt x="11" y="14"/>
                    </a:cubicBezTo>
                    <a:cubicBezTo>
                      <a:pt x="11" y="14"/>
                      <a:pt x="11" y="14"/>
                      <a:pt x="11" y="14"/>
                    </a:cubicBezTo>
                    <a:cubicBezTo>
                      <a:pt x="11" y="14"/>
                      <a:pt x="11" y="14"/>
                      <a:pt x="11" y="14"/>
                    </a:cubicBezTo>
                    <a:cubicBezTo>
                      <a:pt x="11" y="14"/>
                      <a:pt x="11" y="14"/>
                      <a:pt x="11" y="14"/>
                    </a:cubicBezTo>
                    <a:cubicBezTo>
                      <a:pt x="11" y="14"/>
                      <a:pt x="11" y="14"/>
                      <a:pt x="11" y="14"/>
                    </a:cubicBezTo>
                    <a:cubicBezTo>
                      <a:pt x="11" y="14"/>
                      <a:pt x="11" y="14"/>
                      <a:pt x="11" y="14"/>
                    </a:cubicBezTo>
                    <a:cubicBezTo>
                      <a:pt x="11" y="14"/>
                      <a:pt x="10" y="14"/>
                      <a:pt x="10" y="14"/>
                    </a:cubicBezTo>
                    <a:cubicBezTo>
                      <a:pt x="10" y="14"/>
                      <a:pt x="10" y="14"/>
                      <a:pt x="10" y="14"/>
                    </a:cubicBezTo>
                    <a:cubicBezTo>
                      <a:pt x="10" y="14"/>
                      <a:pt x="10" y="14"/>
                      <a:pt x="10" y="15"/>
                    </a:cubicBezTo>
                    <a:cubicBezTo>
                      <a:pt x="10" y="15"/>
                      <a:pt x="10" y="15"/>
                      <a:pt x="10" y="15"/>
                    </a:cubicBezTo>
                    <a:cubicBezTo>
                      <a:pt x="10" y="15"/>
                      <a:pt x="10" y="15"/>
                      <a:pt x="10" y="15"/>
                    </a:cubicBezTo>
                    <a:cubicBezTo>
                      <a:pt x="10" y="15"/>
                      <a:pt x="10" y="15"/>
                      <a:pt x="10" y="15"/>
                    </a:cubicBezTo>
                    <a:cubicBezTo>
                      <a:pt x="10" y="15"/>
                      <a:pt x="10" y="15"/>
                      <a:pt x="9" y="15"/>
                    </a:cubicBezTo>
                    <a:cubicBezTo>
                      <a:pt x="9" y="15"/>
                      <a:pt x="9" y="15"/>
                      <a:pt x="9" y="15"/>
                    </a:cubicBezTo>
                    <a:cubicBezTo>
                      <a:pt x="9" y="15"/>
                      <a:pt x="9" y="15"/>
                      <a:pt x="9" y="15"/>
                    </a:cubicBezTo>
                    <a:cubicBezTo>
                      <a:pt x="9" y="15"/>
                      <a:pt x="9" y="15"/>
                      <a:pt x="9" y="15"/>
                    </a:cubicBezTo>
                    <a:cubicBezTo>
                      <a:pt x="9" y="15"/>
                      <a:pt x="9" y="15"/>
                      <a:pt x="9" y="15"/>
                    </a:cubicBezTo>
                    <a:cubicBezTo>
                      <a:pt x="9" y="15"/>
                      <a:pt x="9" y="15"/>
                      <a:pt x="9"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8" y="15"/>
                      <a:pt x="8" y="15"/>
                      <a:pt x="8" y="15"/>
                    </a:cubicBezTo>
                    <a:cubicBezTo>
                      <a:pt x="7" y="15"/>
                      <a:pt x="7" y="15"/>
                      <a:pt x="7" y="15"/>
                    </a:cubicBezTo>
                    <a:cubicBezTo>
                      <a:pt x="7" y="15"/>
                      <a:pt x="7" y="15"/>
                      <a:pt x="7" y="15"/>
                    </a:cubicBezTo>
                    <a:cubicBezTo>
                      <a:pt x="7" y="15"/>
                      <a:pt x="7" y="15"/>
                      <a:pt x="7" y="16"/>
                    </a:cubicBezTo>
                    <a:cubicBezTo>
                      <a:pt x="7" y="16"/>
                      <a:pt x="7" y="16"/>
                      <a:pt x="7" y="16"/>
                    </a:cubicBezTo>
                    <a:cubicBezTo>
                      <a:pt x="7" y="16"/>
                      <a:pt x="6" y="16"/>
                      <a:pt x="6" y="16"/>
                    </a:cubicBezTo>
                    <a:cubicBezTo>
                      <a:pt x="6" y="16"/>
                      <a:pt x="6" y="16"/>
                      <a:pt x="6" y="16"/>
                    </a:cubicBezTo>
                    <a:cubicBezTo>
                      <a:pt x="6" y="16"/>
                      <a:pt x="6" y="16"/>
                      <a:pt x="6" y="16"/>
                    </a:cubicBezTo>
                    <a:cubicBezTo>
                      <a:pt x="6" y="16"/>
                      <a:pt x="6" y="16"/>
                      <a:pt x="6" y="16"/>
                    </a:cubicBezTo>
                    <a:cubicBezTo>
                      <a:pt x="6" y="16"/>
                      <a:pt x="6" y="16"/>
                      <a:pt x="6" y="16"/>
                    </a:cubicBezTo>
                    <a:cubicBezTo>
                      <a:pt x="6" y="16"/>
                      <a:pt x="6" y="16"/>
                      <a:pt x="6" y="16"/>
                    </a:cubicBezTo>
                    <a:cubicBezTo>
                      <a:pt x="6" y="16"/>
                      <a:pt x="6" y="16"/>
                      <a:pt x="6" y="16"/>
                    </a:cubicBezTo>
                    <a:cubicBezTo>
                      <a:pt x="5" y="16"/>
                      <a:pt x="5" y="16"/>
                      <a:pt x="5" y="16"/>
                    </a:cubicBezTo>
                    <a:cubicBezTo>
                      <a:pt x="5" y="16"/>
                      <a:pt x="5" y="16"/>
                      <a:pt x="5" y="16"/>
                    </a:cubicBezTo>
                    <a:cubicBezTo>
                      <a:pt x="5" y="17"/>
                      <a:pt x="5" y="17"/>
                      <a:pt x="5" y="17"/>
                    </a:cubicBezTo>
                    <a:cubicBezTo>
                      <a:pt x="5" y="17"/>
                      <a:pt x="5" y="17"/>
                      <a:pt x="5" y="17"/>
                    </a:cubicBezTo>
                    <a:cubicBezTo>
                      <a:pt x="5" y="17"/>
                      <a:pt x="5" y="17"/>
                      <a:pt x="5" y="17"/>
                    </a:cubicBezTo>
                    <a:cubicBezTo>
                      <a:pt x="4" y="17"/>
                      <a:pt x="4" y="17"/>
                      <a:pt x="4" y="17"/>
                    </a:cubicBezTo>
                    <a:cubicBezTo>
                      <a:pt x="4" y="17"/>
                      <a:pt x="4" y="17"/>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3" y="17"/>
                      <a:pt x="3" y="17"/>
                    </a:cubicBezTo>
                    <a:cubicBezTo>
                      <a:pt x="3" y="17"/>
                      <a:pt x="3" y="17"/>
                      <a:pt x="3" y="18"/>
                    </a:cubicBezTo>
                    <a:cubicBezTo>
                      <a:pt x="3" y="18"/>
                      <a:pt x="3" y="18"/>
                      <a:pt x="3" y="18"/>
                    </a:cubicBezTo>
                    <a:cubicBezTo>
                      <a:pt x="3" y="18"/>
                      <a:pt x="3" y="19"/>
                      <a:pt x="3" y="19"/>
                    </a:cubicBezTo>
                    <a:cubicBezTo>
                      <a:pt x="3" y="19"/>
                      <a:pt x="3" y="19"/>
                      <a:pt x="3" y="19"/>
                    </a:cubicBezTo>
                    <a:cubicBezTo>
                      <a:pt x="3" y="19"/>
                      <a:pt x="3" y="19"/>
                      <a:pt x="3" y="19"/>
                    </a:cubicBezTo>
                    <a:cubicBezTo>
                      <a:pt x="3" y="19"/>
                      <a:pt x="3" y="19"/>
                      <a:pt x="3" y="19"/>
                    </a:cubicBezTo>
                    <a:cubicBezTo>
                      <a:pt x="3" y="19"/>
                      <a:pt x="3" y="19"/>
                      <a:pt x="3" y="20"/>
                    </a:cubicBezTo>
                    <a:cubicBezTo>
                      <a:pt x="3" y="20"/>
                      <a:pt x="3" y="20"/>
                      <a:pt x="3" y="20"/>
                    </a:cubicBezTo>
                    <a:cubicBezTo>
                      <a:pt x="3" y="20"/>
                      <a:pt x="3" y="20"/>
                      <a:pt x="3" y="20"/>
                    </a:cubicBezTo>
                    <a:cubicBezTo>
                      <a:pt x="2" y="20"/>
                      <a:pt x="2" y="20"/>
                      <a:pt x="2" y="20"/>
                    </a:cubicBezTo>
                    <a:cubicBezTo>
                      <a:pt x="2" y="20"/>
                      <a:pt x="2" y="20"/>
                      <a:pt x="2" y="20"/>
                    </a:cubicBezTo>
                    <a:cubicBezTo>
                      <a:pt x="2" y="21"/>
                      <a:pt x="2" y="21"/>
                      <a:pt x="2" y="21"/>
                    </a:cubicBezTo>
                    <a:cubicBezTo>
                      <a:pt x="2" y="21"/>
                      <a:pt x="2" y="21"/>
                      <a:pt x="2" y="21"/>
                    </a:cubicBezTo>
                    <a:cubicBezTo>
                      <a:pt x="2" y="21"/>
                      <a:pt x="2" y="22"/>
                      <a:pt x="2" y="22"/>
                    </a:cubicBezTo>
                    <a:cubicBezTo>
                      <a:pt x="2" y="22"/>
                      <a:pt x="2" y="22"/>
                      <a:pt x="2" y="22"/>
                    </a:cubicBezTo>
                    <a:cubicBezTo>
                      <a:pt x="2" y="22"/>
                      <a:pt x="2" y="22"/>
                      <a:pt x="2" y="22"/>
                    </a:cubicBezTo>
                    <a:cubicBezTo>
                      <a:pt x="2" y="22"/>
                      <a:pt x="2" y="22"/>
                      <a:pt x="2" y="22"/>
                    </a:cubicBezTo>
                    <a:cubicBezTo>
                      <a:pt x="2" y="22"/>
                      <a:pt x="2" y="22"/>
                      <a:pt x="2" y="22"/>
                    </a:cubicBezTo>
                    <a:cubicBezTo>
                      <a:pt x="2" y="22"/>
                      <a:pt x="2" y="22"/>
                      <a:pt x="2" y="22"/>
                    </a:cubicBezTo>
                    <a:cubicBezTo>
                      <a:pt x="2" y="22"/>
                      <a:pt x="2" y="22"/>
                      <a:pt x="2" y="22"/>
                    </a:cubicBezTo>
                    <a:cubicBezTo>
                      <a:pt x="2" y="22"/>
                      <a:pt x="2" y="23"/>
                      <a:pt x="2" y="23"/>
                    </a:cubicBezTo>
                    <a:cubicBezTo>
                      <a:pt x="2" y="23"/>
                      <a:pt x="2" y="23"/>
                      <a:pt x="2" y="23"/>
                    </a:cubicBezTo>
                    <a:cubicBezTo>
                      <a:pt x="2" y="23"/>
                      <a:pt x="2" y="23"/>
                      <a:pt x="3" y="24"/>
                    </a:cubicBezTo>
                    <a:cubicBezTo>
                      <a:pt x="3" y="24"/>
                      <a:pt x="3" y="24"/>
                      <a:pt x="3" y="24"/>
                    </a:cubicBezTo>
                    <a:cubicBezTo>
                      <a:pt x="3" y="24"/>
                      <a:pt x="2" y="24"/>
                      <a:pt x="2" y="24"/>
                    </a:cubicBezTo>
                    <a:cubicBezTo>
                      <a:pt x="2" y="24"/>
                      <a:pt x="2" y="24"/>
                      <a:pt x="2" y="24"/>
                    </a:cubicBezTo>
                    <a:cubicBezTo>
                      <a:pt x="2" y="24"/>
                      <a:pt x="2" y="24"/>
                      <a:pt x="2" y="24"/>
                    </a:cubicBezTo>
                    <a:cubicBezTo>
                      <a:pt x="2" y="24"/>
                      <a:pt x="2" y="24"/>
                      <a:pt x="2" y="24"/>
                    </a:cubicBezTo>
                    <a:cubicBezTo>
                      <a:pt x="2" y="24"/>
                      <a:pt x="2" y="24"/>
                      <a:pt x="2" y="24"/>
                    </a:cubicBezTo>
                    <a:cubicBezTo>
                      <a:pt x="2" y="24"/>
                      <a:pt x="2" y="24"/>
                      <a:pt x="2" y="24"/>
                    </a:cubicBezTo>
                    <a:cubicBezTo>
                      <a:pt x="2" y="24"/>
                      <a:pt x="2" y="24"/>
                      <a:pt x="2" y="24"/>
                    </a:cubicBezTo>
                    <a:cubicBezTo>
                      <a:pt x="2" y="24"/>
                      <a:pt x="2" y="24"/>
                      <a:pt x="2" y="24"/>
                    </a:cubicBezTo>
                    <a:cubicBezTo>
                      <a:pt x="2" y="24"/>
                      <a:pt x="2" y="24"/>
                      <a:pt x="2" y="24"/>
                    </a:cubicBezTo>
                    <a:cubicBezTo>
                      <a:pt x="2" y="24"/>
                      <a:pt x="2" y="23"/>
                      <a:pt x="2" y="23"/>
                    </a:cubicBezTo>
                    <a:cubicBezTo>
                      <a:pt x="2" y="23"/>
                      <a:pt x="2" y="23"/>
                      <a:pt x="2" y="23"/>
                    </a:cubicBezTo>
                    <a:cubicBezTo>
                      <a:pt x="2" y="23"/>
                      <a:pt x="2" y="23"/>
                      <a:pt x="2" y="23"/>
                    </a:cubicBezTo>
                    <a:cubicBezTo>
                      <a:pt x="2" y="23"/>
                      <a:pt x="2" y="23"/>
                      <a:pt x="2" y="23"/>
                    </a:cubicBezTo>
                    <a:cubicBezTo>
                      <a:pt x="2" y="23"/>
                      <a:pt x="2" y="23"/>
                      <a:pt x="2" y="23"/>
                    </a:cubicBezTo>
                    <a:cubicBezTo>
                      <a:pt x="2" y="23"/>
                      <a:pt x="2" y="23"/>
                      <a:pt x="2" y="23"/>
                    </a:cubicBezTo>
                    <a:cubicBezTo>
                      <a:pt x="2" y="23"/>
                      <a:pt x="2" y="23"/>
                      <a:pt x="2" y="23"/>
                    </a:cubicBezTo>
                    <a:cubicBezTo>
                      <a:pt x="2" y="24"/>
                      <a:pt x="2" y="24"/>
                      <a:pt x="2" y="24"/>
                    </a:cubicBezTo>
                    <a:cubicBezTo>
                      <a:pt x="2" y="24"/>
                      <a:pt x="2" y="24"/>
                      <a:pt x="2" y="24"/>
                    </a:cubicBezTo>
                    <a:cubicBezTo>
                      <a:pt x="2" y="24"/>
                      <a:pt x="2" y="24"/>
                      <a:pt x="2" y="24"/>
                    </a:cubicBezTo>
                    <a:cubicBezTo>
                      <a:pt x="2" y="24"/>
                      <a:pt x="2" y="24"/>
                      <a:pt x="2" y="24"/>
                    </a:cubicBezTo>
                    <a:cubicBezTo>
                      <a:pt x="2" y="24"/>
                      <a:pt x="2" y="24"/>
                      <a:pt x="2" y="24"/>
                    </a:cubicBezTo>
                    <a:cubicBezTo>
                      <a:pt x="2" y="24"/>
                      <a:pt x="2" y="24"/>
                      <a:pt x="2" y="25"/>
                    </a:cubicBezTo>
                    <a:cubicBezTo>
                      <a:pt x="2" y="25"/>
                      <a:pt x="2" y="25"/>
                      <a:pt x="2" y="25"/>
                    </a:cubicBezTo>
                    <a:cubicBezTo>
                      <a:pt x="2" y="25"/>
                      <a:pt x="2" y="25"/>
                      <a:pt x="2" y="25"/>
                    </a:cubicBezTo>
                    <a:cubicBezTo>
                      <a:pt x="2" y="24"/>
                      <a:pt x="2" y="24"/>
                      <a:pt x="2" y="24"/>
                    </a:cubicBezTo>
                    <a:cubicBezTo>
                      <a:pt x="2" y="24"/>
                      <a:pt x="2" y="24"/>
                      <a:pt x="2" y="24"/>
                    </a:cubicBezTo>
                    <a:cubicBezTo>
                      <a:pt x="2" y="24"/>
                      <a:pt x="2" y="24"/>
                      <a:pt x="2" y="24"/>
                    </a:cubicBezTo>
                    <a:cubicBezTo>
                      <a:pt x="2" y="24"/>
                      <a:pt x="2" y="24"/>
                      <a:pt x="2" y="24"/>
                    </a:cubicBezTo>
                    <a:cubicBezTo>
                      <a:pt x="1" y="24"/>
                      <a:pt x="1" y="24"/>
                      <a:pt x="1" y="24"/>
                    </a:cubicBezTo>
                    <a:cubicBezTo>
                      <a:pt x="1" y="24"/>
                      <a:pt x="1" y="24"/>
                      <a:pt x="1" y="24"/>
                    </a:cubicBezTo>
                    <a:cubicBezTo>
                      <a:pt x="1" y="24"/>
                      <a:pt x="1" y="24"/>
                      <a:pt x="1" y="24"/>
                    </a:cubicBezTo>
                    <a:cubicBezTo>
                      <a:pt x="1" y="25"/>
                      <a:pt x="1" y="25"/>
                      <a:pt x="1" y="25"/>
                    </a:cubicBezTo>
                    <a:cubicBezTo>
                      <a:pt x="1" y="25"/>
                      <a:pt x="1" y="25"/>
                      <a:pt x="2" y="25"/>
                    </a:cubicBezTo>
                    <a:cubicBezTo>
                      <a:pt x="2" y="25"/>
                      <a:pt x="2" y="25"/>
                      <a:pt x="2" y="25"/>
                    </a:cubicBezTo>
                    <a:cubicBezTo>
                      <a:pt x="2" y="26"/>
                      <a:pt x="2" y="26"/>
                      <a:pt x="2" y="26"/>
                    </a:cubicBezTo>
                    <a:cubicBezTo>
                      <a:pt x="2" y="26"/>
                      <a:pt x="2" y="27"/>
                      <a:pt x="2" y="27"/>
                    </a:cubicBezTo>
                    <a:cubicBezTo>
                      <a:pt x="2" y="27"/>
                      <a:pt x="2" y="27"/>
                      <a:pt x="2" y="27"/>
                    </a:cubicBezTo>
                    <a:cubicBezTo>
                      <a:pt x="2" y="27"/>
                      <a:pt x="2" y="27"/>
                      <a:pt x="2" y="27"/>
                    </a:cubicBezTo>
                    <a:cubicBezTo>
                      <a:pt x="2" y="27"/>
                      <a:pt x="2" y="28"/>
                      <a:pt x="2" y="28"/>
                    </a:cubicBezTo>
                    <a:cubicBezTo>
                      <a:pt x="2" y="28"/>
                      <a:pt x="2" y="28"/>
                      <a:pt x="2" y="28"/>
                    </a:cubicBezTo>
                    <a:cubicBezTo>
                      <a:pt x="2" y="28"/>
                      <a:pt x="2" y="28"/>
                      <a:pt x="2" y="28"/>
                    </a:cubicBezTo>
                    <a:cubicBezTo>
                      <a:pt x="2" y="28"/>
                      <a:pt x="2" y="28"/>
                      <a:pt x="2" y="28"/>
                    </a:cubicBezTo>
                    <a:cubicBezTo>
                      <a:pt x="2" y="29"/>
                      <a:pt x="2" y="29"/>
                      <a:pt x="2" y="29"/>
                    </a:cubicBezTo>
                    <a:cubicBezTo>
                      <a:pt x="2" y="29"/>
                      <a:pt x="2" y="30"/>
                      <a:pt x="2" y="30"/>
                    </a:cubicBezTo>
                    <a:cubicBezTo>
                      <a:pt x="2" y="30"/>
                      <a:pt x="2" y="30"/>
                      <a:pt x="2" y="30"/>
                    </a:cubicBezTo>
                    <a:cubicBezTo>
                      <a:pt x="2" y="30"/>
                      <a:pt x="2" y="31"/>
                      <a:pt x="2" y="31"/>
                    </a:cubicBezTo>
                    <a:cubicBezTo>
                      <a:pt x="2" y="31"/>
                      <a:pt x="2" y="31"/>
                      <a:pt x="2" y="31"/>
                    </a:cubicBezTo>
                    <a:cubicBezTo>
                      <a:pt x="2" y="31"/>
                      <a:pt x="2" y="31"/>
                      <a:pt x="2" y="31"/>
                    </a:cubicBezTo>
                    <a:cubicBezTo>
                      <a:pt x="2" y="31"/>
                      <a:pt x="2" y="32"/>
                      <a:pt x="2" y="32"/>
                    </a:cubicBezTo>
                    <a:cubicBezTo>
                      <a:pt x="2" y="32"/>
                      <a:pt x="2" y="32"/>
                      <a:pt x="2" y="32"/>
                    </a:cubicBezTo>
                    <a:cubicBezTo>
                      <a:pt x="2" y="32"/>
                      <a:pt x="2" y="32"/>
                      <a:pt x="2" y="32"/>
                    </a:cubicBezTo>
                    <a:cubicBezTo>
                      <a:pt x="2" y="32"/>
                      <a:pt x="2" y="33"/>
                      <a:pt x="2" y="33"/>
                    </a:cubicBezTo>
                    <a:cubicBezTo>
                      <a:pt x="2" y="33"/>
                      <a:pt x="2" y="33"/>
                      <a:pt x="2" y="33"/>
                    </a:cubicBezTo>
                    <a:cubicBezTo>
                      <a:pt x="2" y="33"/>
                      <a:pt x="2" y="33"/>
                      <a:pt x="2" y="33"/>
                    </a:cubicBezTo>
                    <a:cubicBezTo>
                      <a:pt x="2" y="33"/>
                      <a:pt x="2" y="33"/>
                      <a:pt x="2" y="33"/>
                    </a:cubicBezTo>
                    <a:cubicBezTo>
                      <a:pt x="2" y="33"/>
                      <a:pt x="2" y="33"/>
                      <a:pt x="2" y="34"/>
                    </a:cubicBezTo>
                    <a:cubicBezTo>
                      <a:pt x="2" y="34"/>
                      <a:pt x="2" y="34"/>
                      <a:pt x="2" y="34"/>
                    </a:cubicBezTo>
                    <a:cubicBezTo>
                      <a:pt x="2" y="34"/>
                      <a:pt x="2" y="34"/>
                      <a:pt x="2" y="34"/>
                    </a:cubicBezTo>
                    <a:cubicBezTo>
                      <a:pt x="2" y="34"/>
                      <a:pt x="2" y="34"/>
                      <a:pt x="2" y="35"/>
                    </a:cubicBezTo>
                    <a:cubicBezTo>
                      <a:pt x="2" y="35"/>
                      <a:pt x="2" y="35"/>
                      <a:pt x="2" y="35"/>
                    </a:cubicBezTo>
                    <a:cubicBezTo>
                      <a:pt x="2" y="35"/>
                      <a:pt x="2" y="35"/>
                      <a:pt x="2" y="35"/>
                    </a:cubicBezTo>
                    <a:cubicBezTo>
                      <a:pt x="2" y="35"/>
                      <a:pt x="2" y="35"/>
                      <a:pt x="2" y="35"/>
                    </a:cubicBezTo>
                    <a:cubicBezTo>
                      <a:pt x="2" y="35"/>
                      <a:pt x="2" y="35"/>
                      <a:pt x="2" y="35"/>
                    </a:cubicBezTo>
                    <a:cubicBezTo>
                      <a:pt x="2" y="35"/>
                      <a:pt x="2" y="35"/>
                      <a:pt x="2" y="35"/>
                    </a:cubicBezTo>
                    <a:cubicBezTo>
                      <a:pt x="2" y="35"/>
                      <a:pt x="1" y="35"/>
                      <a:pt x="1" y="35"/>
                    </a:cubicBezTo>
                    <a:cubicBezTo>
                      <a:pt x="1" y="35"/>
                      <a:pt x="1" y="35"/>
                      <a:pt x="1" y="35"/>
                    </a:cubicBezTo>
                    <a:cubicBezTo>
                      <a:pt x="1" y="35"/>
                      <a:pt x="1" y="35"/>
                      <a:pt x="1" y="35"/>
                    </a:cubicBezTo>
                    <a:cubicBezTo>
                      <a:pt x="1" y="35"/>
                      <a:pt x="1" y="35"/>
                      <a:pt x="1" y="35"/>
                    </a:cubicBezTo>
                    <a:cubicBezTo>
                      <a:pt x="1" y="35"/>
                      <a:pt x="1" y="35"/>
                      <a:pt x="1" y="35"/>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1" y="36"/>
                    </a:cubicBezTo>
                    <a:cubicBezTo>
                      <a:pt x="1" y="36"/>
                      <a:pt x="1" y="36"/>
                      <a:pt x="0" y="36"/>
                    </a:cubicBezTo>
                    <a:cubicBezTo>
                      <a:pt x="0" y="36"/>
                      <a:pt x="0" y="37"/>
                      <a:pt x="0" y="37"/>
                    </a:cubicBezTo>
                    <a:cubicBezTo>
                      <a:pt x="0" y="37"/>
                      <a:pt x="0" y="37"/>
                      <a:pt x="0" y="37"/>
                    </a:cubicBezTo>
                    <a:cubicBezTo>
                      <a:pt x="0" y="37"/>
                      <a:pt x="0" y="37"/>
                      <a:pt x="0" y="37"/>
                    </a:cubicBezTo>
                    <a:cubicBezTo>
                      <a:pt x="0" y="37"/>
                      <a:pt x="0" y="37"/>
                      <a:pt x="0" y="37"/>
                    </a:cubicBezTo>
                    <a:cubicBezTo>
                      <a:pt x="0" y="37"/>
                      <a:pt x="0" y="37"/>
                      <a:pt x="0" y="37"/>
                    </a:cubicBezTo>
                    <a:cubicBezTo>
                      <a:pt x="0" y="37"/>
                      <a:pt x="0" y="37"/>
                      <a:pt x="0" y="37"/>
                    </a:cubicBezTo>
                    <a:cubicBezTo>
                      <a:pt x="0" y="37"/>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0" y="38"/>
                      <a:pt x="0" y="38"/>
                    </a:cubicBezTo>
                    <a:cubicBezTo>
                      <a:pt x="0" y="38"/>
                      <a:pt x="1" y="38"/>
                      <a:pt x="1" y="38"/>
                    </a:cubicBezTo>
                    <a:cubicBezTo>
                      <a:pt x="1" y="38"/>
                      <a:pt x="1" y="38"/>
                      <a:pt x="1" y="38"/>
                    </a:cubicBezTo>
                    <a:cubicBezTo>
                      <a:pt x="1" y="38"/>
                      <a:pt x="1" y="38"/>
                      <a:pt x="1" y="38"/>
                    </a:cubicBezTo>
                    <a:cubicBezTo>
                      <a:pt x="1" y="38"/>
                      <a:pt x="1" y="38"/>
                      <a:pt x="1" y="38"/>
                    </a:cubicBezTo>
                    <a:cubicBezTo>
                      <a:pt x="1" y="38"/>
                      <a:pt x="1" y="38"/>
                      <a:pt x="1" y="38"/>
                    </a:cubicBezTo>
                    <a:cubicBezTo>
                      <a:pt x="1" y="38"/>
                      <a:pt x="1" y="38"/>
                      <a:pt x="1" y="38"/>
                    </a:cubicBezTo>
                    <a:cubicBezTo>
                      <a:pt x="1" y="38"/>
                      <a:pt x="1" y="38"/>
                      <a:pt x="1" y="39"/>
                    </a:cubicBezTo>
                    <a:cubicBezTo>
                      <a:pt x="1" y="39"/>
                      <a:pt x="1" y="39"/>
                      <a:pt x="1" y="39"/>
                    </a:cubicBezTo>
                    <a:cubicBezTo>
                      <a:pt x="1" y="39"/>
                      <a:pt x="1" y="39"/>
                      <a:pt x="1" y="39"/>
                    </a:cubicBezTo>
                    <a:cubicBezTo>
                      <a:pt x="1" y="39"/>
                      <a:pt x="1" y="39"/>
                      <a:pt x="1" y="39"/>
                    </a:cubicBezTo>
                    <a:cubicBezTo>
                      <a:pt x="1" y="39"/>
                      <a:pt x="1"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2" y="39"/>
                    </a:cubicBezTo>
                    <a:cubicBezTo>
                      <a:pt x="2" y="39"/>
                      <a:pt x="2" y="39"/>
                      <a:pt x="3" y="39"/>
                    </a:cubicBezTo>
                    <a:cubicBezTo>
                      <a:pt x="3" y="39"/>
                      <a:pt x="3" y="39"/>
                      <a:pt x="3" y="39"/>
                    </a:cubicBezTo>
                    <a:cubicBezTo>
                      <a:pt x="3" y="39"/>
                      <a:pt x="3" y="39"/>
                      <a:pt x="3" y="39"/>
                    </a:cubicBezTo>
                    <a:cubicBezTo>
                      <a:pt x="3" y="39"/>
                      <a:pt x="3" y="39"/>
                      <a:pt x="3" y="39"/>
                    </a:cubicBezTo>
                    <a:cubicBezTo>
                      <a:pt x="3" y="39"/>
                      <a:pt x="3" y="39"/>
                      <a:pt x="3" y="39"/>
                    </a:cubicBezTo>
                    <a:cubicBezTo>
                      <a:pt x="3" y="39"/>
                      <a:pt x="3" y="39"/>
                      <a:pt x="3" y="39"/>
                    </a:cubicBezTo>
                    <a:cubicBezTo>
                      <a:pt x="3" y="39"/>
                      <a:pt x="3" y="39"/>
                      <a:pt x="3" y="39"/>
                    </a:cubicBezTo>
                    <a:cubicBezTo>
                      <a:pt x="3" y="39"/>
                      <a:pt x="3" y="39"/>
                      <a:pt x="3" y="39"/>
                    </a:cubicBezTo>
                    <a:cubicBezTo>
                      <a:pt x="3" y="39"/>
                      <a:pt x="3" y="39"/>
                      <a:pt x="3" y="39"/>
                    </a:cubicBezTo>
                    <a:cubicBezTo>
                      <a:pt x="3" y="39"/>
                      <a:pt x="4" y="39"/>
                      <a:pt x="4" y="39"/>
                    </a:cubicBezTo>
                    <a:cubicBezTo>
                      <a:pt x="4" y="39"/>
                      <a:pt x="4" y="39"/>
                      <a:pt x="4" y="39"/>
                    </a:cubicBezTo>
                    <a:cubicBezTo>
                      <a:pt x="4" y="39"/>
                      <a:pt x="4" y="39"/>
                      <a:pt x="4" y="39"/>
                    </a:cubicBezTo>
                    <a:cubicBezTo>
                      <a:pt x="4" y="39"/>
                      <a:pt x="4" y="39"/>
                      <a:pt x="4" y="39"/>
                    </a:cubicBezTo>
                    <a:cubicBezTo>
                      <a:pt x="4" y="39"/>
                      <a:pt x="4" y="39"/>
                      <a:pt x="4" y="39"/>
                    </a:cubicBezTo>
                    <a:cubicBezTo>
                      <a:pt x="4" y="39"/>
                      <a:pt x="4" y="39"/>
                      <a:pt x="4" y="39"/>
                    </a:cubicBezTo>
                    <a:cubicBezTo>
                      <a:pt x="4" y="39"/>
                      <a:pt x="4" y="38"/>
                      <a:pt x="4" y="38"/>
                    </a:cubicBezTo>
                    <a:cubicBezTo>
                      <a:pt x="4" y="38"/>
                      <a:pt x="4" y="38"/>
                      <a:pt x="4" y="38"/>
                    </a:cubicBezTo>
                    <a:cubicBezTo>
                      <a:pt x="5" y="38"/>
                      <a:pt x="5" y="38"/>
                      <a:pt x="5" y="38"/>
                    </a:cubicBezTo>
                    <a:cubicBezTo>
                      <a:pt x="5" y="38"/>
                      <a:pt x="5" y="38"/>
                      <a:pt x="5" y="38"/>
                    </a:cubicBezTo>
                    <a:cubicBezTo>
                      <a:pt x="5" y="38"/>
                      <a:pt x="5" y="38"/>
                      <a:pt x="5" y="38"/>
                    </a:cubicBezTo>
                    <a:cubicBezTo>
                      <a:pt x="5" y="38"/>
                      <a:pt x="5" y="38"/>
                      <a:pt x="5" y="38"/>
                    </a:cubicBezTo>
                    <a:cubicBezTo>
                      <a:pt x="5" y="38"/>
                      <a:pt x="5" y="38"/>
                      <a:pt x="5" y="38"/>
                    </a:cubicBezTo>
                    <a:cubicBezTo>
                      <a:pt x="5" y="38"/>
                      <a:pt x="5" y="38"/>
                      <a:pt x="5" y="38"/>
                    </a:cubicBezTo>
                    <a:cubicBezTo>
                      <a:pt x="5" y="38"/>
                      <a:pt x="5" y="38"/>
                      <a:pt x="5" y="38"/>
                    </a:cubicBezTo>
                    <a:cubicBezTo>
                      <a:pt x="5" y="38"/>
                      <a:pt x="5" y="38"/>
                      <a:pt x="5" y="38"/>
                    </a:cubicBezTo>
                    <a:cubicBezTo>
                      <a:pt x="6" y="38"/>
                      <a:pt x="6" y="38"/>
                      <a:pt x="6" y="38"/>
                    </a:cubicBezTo>
                    <a:cubicBezTo>
                      <a:pt x="6" y="38"/>
                      <a:pt x="5" y="38"/>
                      <a:pt x="5" y="38"/>
                    </a:cubicBezTo>
                    <a:cubicBezTo>
                      <a:pt x="6" y="38"/>
                      <a:pt x="6" y="38"/>
                      <a:pt x="6" y="38"/>
                    </a:cubicBezTo>
                    <a:cubicBezTo>
                      <a:pt x="6" y="38"/>
                      <a:pt x="6" y="38"/>
                      <a:pt x="6" y="38"/>
                    </a:cubicBezTo>
                    <a:cubicBezTo>
                      <a:pt x="6" y="38"/>
                      <a:pt x="6" y="38"/>
                      <a:pt x="6" y="38"/>
                    </a:cubicBezTo>
                    <a:cubicBezTo>
                      <a:pt x="6" y="37"/>
                      <a:pt x="6" y="37"/>
                      <a:pt x="6" y="37"/>
                    </a:cubicBezTo>
                    <a:cubicBezTo>
                      <a:pt x="6" y="37"/>
                      <a:pt x="6" y="37"/>
                      <a:pt x="6" y="37"/>
                    </a:cubicBezTo>
                    <a:cubicBezTo>
                      <a:pt x="6" y="37"/>
                      <a:pt x="6" y="37"/>
                      <a:pt x="6" y="37"/>
                    </a:cubicBezTo>
                    <a:cubicBezTo>
                      <a:pt x="6" y="37"/>
                      <a:pt x="6" y="37"/>
                      <a:pt x="6" y="37"/>
                    </a:cubicBezTo>
                    <a:cubicBezTo>
                      <a:pt x="6" y="37"/>
                      <a:pt x="6" y="37"/>
                      <a:pt x="6" y="37"/>
                    </a:cubicBezTo>
                    <a:cubicBezTo>
                      <a:pt x="7" y="37"/>
                      <a:pt x="7" y="37"/>
                      <a:pt x="7" y="37"/>
                    </a:cubicBezTo>
                    <a:cubicBezTo>
                      <a:pt x="7" y="37"/>
                      <a:pt x="7" y="37"/>
                      <a:pt x="7" y="37"/>
                    </a:cubicBezTo>
                    <a:cubicBezTo>
                      <a:pt x="7" y="37"/>
                      <a:pt x="7" y="37"/>
                      <a:pt x="7" y="37"/>
                    </a:cubicBezTo>
                    <a:cubicBezTo>
                      <a:pt x="7" y="37"/>
                      <a:pt x="7" y="37"/>
                      <a:pt x="7" y="37"/>
                    </a:cubicBezTo>
                    <a:cubicBezTo>
                      <a:pt x="7" y="37"/>
                      <a:pt x="7" y="37"/>
                      <a:pt x="7" y="37"/>
                    </a:cubicBezTo>
                    <a:cubicBezTo>
                      <a:pt x="7" y="37"/>
                      <a:pt x="8" y="37"/>
                      <a:pt x="8" y="37"/>
                    </a:cubicBezTo>
                    <a:cubicBezTo>
                      <a:pt x="8" y="37"/>
                      <a:pt x="8" y="37"/>
                      <a:pt x="8" y="37"/>
                    </a:cubicBezTo>
                    <a:cubicBezTo>
                      <a:pt x="8" y="37"/>
                      <a:pt x="8" y="37"/>
                      <a:pt x="8" y="37"/>
                    </a:cubicBezTo>
                    <a:cubicBezTo>
                      <a:pt x="8" y="37"/>
                      <a:pt x="8" y="37"/>
                      <a:pt x="8" y="37"/>
                    </a:cubicBezTo>
                    <a:cubicBezTo>
                      <a:pt x="8" y="37"/>
                      <a:pt x="8" y="37"/>
                      <a:pt x="8" y="37"/>
                    </a:cubicBezTo>
                    <a:cubicBezTo>
                      <a:pt x="8" y="37"/>
                      <a:pt x="9" y="37"/>
                      <a:pt x="9" y="38"/>
                    </a:cubicBezTo>
                    <a:cubicBezTo>
                      <a:pt x="9" y="38"/>
                      <a:pt x="9" y="38"/>
                      <a:pt x="9" y="38"/>
                    </a:cubicBezTo>
                    <a:cubicBezTo>
                      <a:pt x="9" y="38"/>
                      <a:pt x="9" y="38"/>
                      <a:pt x="9" y="38"/>
                    </a:cubicBezTo>
                    <a:cubicBezTo>
                      <a:pt x="9" y="38"/>
                      <a:pt x="9" y="38"/>
                      <a:pt x="9" y="38"/>
                    </a:cubicBezTo>
                    <a:cubicBezTo>
                      <a:pt x="9" y="38"/>
                      <a:pt x="9" y="38"/>
                      <a:pt x="9" y="38"/>
                    </a:cubicBezTo>
                    <a:cubicBezTo>
                      <a:pt x="9" y="38"/>
                      <a:pt x="9" y="38"/>
                      <a:pt x="9" y="38"/>
                    </a:cubicBezTo>
                    <a:cubicBezTo>
                      <a:pt x="9"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0" y="38"/>
                    </a:cubicBezTo>
                    <a:cubicBezTo>
                      <a:pt x="10" y="38"/>
                      <a:pt x="10" y="38"/>
                      <a:pt x="11" y="38"/>
                    </a:cubicBezTo>
                    <a:cubicBezTo>
                      <a:pt x="11" y="38"/>
                      <a:pt x="11" y="37"/>
                      <a:pt x="11" y="37"/>
                    </a:cubicBezTo>
                    <a:cubicBezTo>
                      <a:pt x="11" y="37"/>
                      <a:pt x="11" y="37"/>
                      <a:pt x="11" y="37"/>
                    </a:cubicBezTo>
                    <a:cubicBezTo>
                      <a:pt x="11" y="37"/>
                      <a:pt x="11" y="37"/>
                      <a:pt x="11" y="37"/>
                    </a:cubicBezTo>
                    <a:cubicBezTo>
                      <a:pt x="11" y="37"/>
                      <a:pt x="11" y="37"/>
                      <a:pt x="11" y="37"/>
                    </a:cubicBezTo>
                    <a:cubicBezTo>
                      <a:pt x="11" y="37"/>
                      <a:pt x="11" y="37"/>
                      <a:pt x="11" y="37"/>
                    </a:cubicBezTo>
                    <a:cubicBezTo>
                      <a:pt x="11" y="37"/>
                      <a:pt x="11" y="37"/>
                      <a:pt x="11" y="36"/>
                    </a:cubicBezTo>
                    <a:cubicBezTo>
                      <a:pt x="11" y="36"/>
                      <a:pt x="12" y="36"/>
                      <a:pt x="12" y="36"/>
                    </a:cubicBezTo>
                    <a:cubicBezTo>
                      <a:pt x="12" y="36"/>
                      <a:pt x="12" y="36"/>
                      <a:pt x="12" y="36"/>
                    </a:cubicBezTo>
                    <a:cubicBezTo>
                      <a:pt x="12" y="36"/>
                      <a:pt x="12" y="36"/>
                      <a:pt x="12" y="36"/>
                    </a:cubicBezTo>
                    <a:cubicBezTo>
                      <a:pt x="12" y="36"/>
                      <a:pt x="12" y="36"/>
                      <a:pt x="12" y="36"/>
                    </a:cubicBezTo>
                    <a:cubicBezTo>
                      <a:pt x="12" y="36"/>
                      <a:pt x="12" y="36"/>
                      <a:pt x="12" y="36"/>
                    </a:cubicBezTo>
                    <a:cubicBezTo>
                      <a:pt x="13" y="36"/>
                      <a:pt x="13" y="36"/>
                      <a:pt x="13" y="35"/>
                    </a:cubicBezTo>
                    <a:cubicBezTo>
                      <a:pt x="13" y="35"/>
                      <a:pt x="14" y="35"/>
                      <a:pt x="14" y="35"/>
                    </a:cubicBezTo>
                    <a:cubicBezTo>
                      <a:pt x="14" y="35"/>
                      <a:pt x="14" y="35"/>
                      <a:pt x="14" y="35"/>
                    </a:cubicBezTo>
                    <a:cubicBezTo>
                      <a:pt x="14" y="35"/>
                      <a:pt x="14" y="35"/>
                      <a:pt x="14" y="35"/>
                    </a:cubicBezTo>
                    <a:cubicBezTo>
                      <a:pt x="15" y="35"/>
                      <a:pt x="15" y="35"/>
                      <a:pt x="15" y="35"/>
                    </a:cubicBezTo>
                    <a:cubicBezTo>
                      <a:pt x="15" y="35"/>
                      <a:pt x="15" y="35"/>
                      <a:pt x="15" y="35"/>
                    </a:cubicBezTo>
                    <a:cubicBezTo>
                      <a:pt x="15" y="35"/>
                      <a:pt x="15" y="35"/>
                      <a:pt x="15" y="35"/>
                    </a:cubicBezTo>
                    <a:cubicBezTo>
                      <a:pt x="15" y="35"/>
                      <a:pt x="15" y="35"/>
                      <a:pt x="15" y="35"/>
                    </a:cubicBezTo>
                    <a:cubicBezTo>
                      <a:pt x="15" y="35"/>
                      <a:pt x="15" y="35"/>
                      <a:pt x="15" y="35"/>
                    </a:cubicBezTo>
                    <a:cubicBezTo>
                      <a:pt x="15" y="35"/>
                      <a:pt x="15"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6" y="35"/>
                      <a:pt x="16" y="35"/>
                      <a:pt x="16" y="35"/>
                    </a:cubicBezTo>
                    <a:cubicBezTo>
                      <a:pt x="17" y="35"/>
                      <a:pt x="17" y="35"/>
                      <a:pt x="17" y="35"/>
                    </a:cubicBezTo>
                    <a:cubicBezTo>
                      <a:pt x="17" y="35"/>
                      <a:pt x="17" y="35"/>
                      <a:pt x="17" y="35"/>
                    </a:cubicBezTo>
                    <a:cubicBezTo>
                      <a:pt x="17" y="35"/>
                      <a:pt x="17" y="35"/>
                      <a:pt x="17" y="35"/>
                    </a:cubicBezTo>
                    <a:cubicBezTo>
                      <a:pt x="17" y="35"/>
                      <a:pt x="17" y="35"/>
                      <a:pt x="17" y="35"/>
                    </a:cubicBezTo>
                    <a:cubicBezTo>
                      <a:pt x="18" y="34"/>
                      <a:pt x="18" y="34"/>
                      <a:pt x="18" y="34"/>
                    </a:cubicBezTo>
                    <a:cubicBezTo>
                      <a:pt x="18" y="34"/>
                      <a:pt x="18" y="34"/>
                      <a:pt x="18" y="34"/>
                    </a:cubicBezTo>
                    <a:cubicBezTo>
                      <a:pt x="18" y="34"/>
                      <a:pt x="18" y="34"/>
                      <a:pt x="18" y="34"/>
                    </a:cubicBezTo>
                    <a:cubicBezTo>
                      <a:pt x="18" y="34"/>
                      <a:pt x="18" y="34"/>
                      <a:pt x="18" y="34"/>
                    </a:cubicBezTo>
                    <a:cubicBezTo>
                      <a:pt x="18" y="34"/>
                      <a:pt x="19" y="34"/>
                      <a:pt x="19" y="34"/>
                    </a:cubicBezTo>
                    <a:cubicBezTo>
                      <a:pt x="19" y="34"/>
                      <a:pt x="19" y="34"/>
                      <a:pt x="19" y="34"/>
                    </a:cubicBezTo>
                    <a:cubicBezTo>
                      <a:pt x="19" y="34"/>
                      <a:pt x="19" y="34"/>
                      <a:pt x="19" y="34"/>
                    </a:cubicBezTo>
                    <a:cubicBezTo>
                      <a:pt x="19" y="34"/>
                      <a:pt x="19" y="34"/>
                      <a:pt x="19" y="34"/>
                    </a:cubicBezTo>
                    <a:cubicBezTo>
                      <a:pt x="20" y="34"/>
                      <a:pt x="20" y="34"/>
                      <a:pt x="20" y="34"/>
                    </a:cubicBezTo>
                    <a:cubicBezTo>
                      <a:pt x="20" y="34"/>
                      <a:pt x="20" y="34"/>
                      <a:pt x="20" y="34"/>
                    </a:cubicBezTo>
                    <a:cubicBezTo>
                      <a:pt x="20" y="34"/>
                      <a:pt x="20" y="34"/>
                      <a:pt x="20" y="34"/>
                    </a:cubicBezTo>
                    <a:cubicBezTo>
                      <a:pt x="20" y="34"/>
                      <a:pt x="20" y="34"/>
                      <a:pt x="20" y="34"/>
                    </a:cubicBezTo>
                    <a:cubicBezTo>
                      <a:pt x="20" y="34"/>
                      <a:pt x="20" y="34"/>
                      <a:pt x="20" y="34"/>
                    </a:cubicBezTo>
                    <a:cubicBezTo>
                      <a:pt x="21" y="34"/>
                      <a:pt x="21" y="34"/>
                      <a:pt x="21" y="34"/>
                    </a:cubicBezTo>
                    <a:cubicBezTo>
                      <a:pt x="21" y="34"/>
                      <a:pt x="21" y="34"/>
                      <a:pt x="21" y="34"/>
                    </a:cubicBezTo>
                    <a:cubicBezTo>
                      <a:pt x="21" y="34"/>
                      <a:pt x="21" y="34"/>
                      <a:pt x="21" y="35"/>
                    </a:cubicBezTo>
                    <a:cubicBezTo>
                      <a:pt x="21" y="35"/>
                      <a:pt x="21" y="35"/>
                      <a:pt x="21" y="35"/>
                    </a:cubicBezTo>
                    <a:cubicBezTo>
                      <a:pt x="21" y="35"/>
                      <a:pt x="21" y="35"/>
                      <a:pt x="21" y="35"/>
                    </a:cubicBezTo>
                    <a:cubicBezTo>
                      <a:pt x="22" y="35"/>
                      <a:pt x="22" y="35"/>
                      <a:pt x="22" y="35"/>
                    </a:cubicBezTo>
                    <a:cubicBezTo>
                      <a:pt x="22" y="35"/>
                      <a:pt x="22" y="35"/>
                      <a:pt x="22" y="35"/>
                    </a:cubicBezTo>
                    <a:cubicBezTo>
                      <a:pt x="22" y="35"/>
                      <a:pt x="22" y="35"/>
                      <a:pt x="22" y="35"/>
                    </a:cubicBezTo>
                    <a:cubicBezTo>
                      <a:pt x="22" y="35"/>
                      <a:pt x="22" y="35"/>
                      <a:pt x="22" y="35"/>
                    </a:cubicBezTo>
                    <a:cubicBezTo>
                      <a:pt x="22" y="35"/>
                      <a:pt x="22" y="35"/>
                      <a:pt x="22" y="35"/>
                    </a:cubicBezTo>
                    <a:cubicBezTo>
                      <a:pt x="22" y="35"/>
                      <a:pt x="22" y="35"/>
                      <a:pt x="22" y="35"/>
                    </a:cubicBezTo>
                    <a:cubicBezTo>
                      <a:pt x="22" y="35"/>
                      <a:pt x="22" y="35"/>
                      <a:pt x="22" y="35"/>
                    </a:cubicBezTo>
                    <a:cubicBezTo>
                      <a:pt x="22" y="35"/>
                      <a:pt x="22" y="35"/>
                      <a:pt x="22" y="35"/>
                    </a:cubicBezTo>
                    <a:cubicBezTo>
                      <a:pt x="23" y="35"/>
                      <a:pt x="23" y="36"/>
                      <a:pt x="23" y="36"/>
                    </a:cubicBezTo>
                    <a:cubicBezTo>
                      <a:pt x="23" y="36"/>
                      <a:pt x="23" y="36"/>
                      <a:pt x="23" y="35"/>
                    </a:cubicBezTo>
                    <a:cubicBezTo>
                      <a:pt x="23" y="35"/>
                      <a:pt x="23" y="35"/>
                      <a:pt x="23" y="35"/>
                    </a:cubicBezTo>
                    <a:cubicBezTo>
                      <a:pt x="23" y="35"/>
                      <a:pt x="23" y="35"/>
                      <a:pt x="23" y="35"/>
                    </a:cubicBezTo>
                    <a:cubicBezTo>
                      <a:pt x="23" y="35"/>
                      <a:pt x="23" y="35"/>
                      <a:pt x="23" y="35"/>
                    </a:cubicBezTo>
                    <a:cubicBezTo>
                      <a:pt x="23" y="35"/>
                      <a:pt x="23" y="36"/>
                      <a:pt x="23" y="36"/>
                    </a:cubicBezTo>
                    <a:cubicBezTo>
                      <a:pt x="23" y="36"/>
                      <a:pt x="23" y="36"/>
                      <a:pt x="23" y="36"/>
                    </a:cubicBezTo>
                    <a:cubicBezTo>
                      <a:pt x="23" y="36"/>
                      <a:pt x="23" y="36"/>
                      <a:pt x="23" y="36"/>
                    </a:cubicBezTo>
                    <a:cubicBezTo>
                      <a:pt x="23" y="36"/>
                      <a:pt x="23" y="36"/>
                      <a:pt x="23" y="36"/>
                    </a:cubicBezTo>
                    <a:cubicBezTo>
                      <a:pt x="23" y="36"/>
                      <a:pt x="23" y="36"/>
                      <a:pt x="23" y="36"/>
                    </a:cubicBezTo>
                    <a:cubicBezTo>
                      <a:pt x="23" y="36"/>
                      <a:pt x="23" y="36"/>
                      <a:pt x="23" y="36"/>
                    </a:cubicBezTo>
                    <a:cubicBezTo>
                      <a:pt x="23" y="37"/>
                      <a:pt x="23" y="37"/>
                      <a:pt x="23" y="37"/>
                    </a:cubicBezTo>
                    <a:cubicBezTo>
                      <a:pt x="23" y="37"/>
                      <a:pt x="23" y="37"/>
                      <a:pt x="23" y="37"/>
                    </a:cubicBezTo>
                    <a:cubicBezTo>
                      <a:pt x="23" y="37"/>
                      <a:pt x="23" y="37"/>
                      <a:pt x="23" y="37"/>
                    </a:cubicBezTo>
                    <a:cubicBezTo>
                      <a:pt x="23" y="37"/>
                      <a:pt x="23" y="37"/>
                      <a:pt x="23" y="37"/>
                    </a:cubicBezTo>
                    <a:cubicBezTo>
                      <a:pt x="23" y="37"/>
                      <a:pt x="23" y="37"/>
                      <a:pt x="23" y="37"/>
                    </a:cubicBezTo>
                    <a:cubicBezTo>
                      <a:pt x="23" y="37"/>
                      <a:pt x="24" y="37"/>
                      <a:pt x="24" y="37"/>
                    </a:cubicBezTo>
                    <a:cubicBezTo>
                      <a:pt x="24" y="37"/>
                      <a:pt x="24" y="37"/>
                      <a:pt x="24" y="37"/>
                    </a:cubicBezTo>
                    <a:cubicBezTo>
                      <a:pt x="24" y="37"/>
                      <a:pt x="24" y="37"/>
                      <a:pt x="24" y="38"/>
                    </a:cubicBezTo>
                    <a:cubicBezTo>
                      <a:pt x="24" y="38"/>
                      <a:pt x="24" y="38"/>
                      <a:pt x="24" y="38"/>
                    </a:cubicBezTo>
                    <a:cubicBezTo>
                      <a:pt x="24" y="38"/>
                      <a:pt x="24" y="38"/>
                      <a:pt x="24" y="38"/>
                    </a:cubicBezTo>
                    <a:cubicBezTo>
                      <a:pt x="24" y="38"/>
                      <a:pt x="24" y="38"/>
                      <a:pt x="24" y="38"/>
                    </a:cubicBezTo>
                    <a:cubicBezTo>
                      <a:pt x="24" y="38"/>
                      <a:pt x="24" y="38"/>
                      <a:pt x="24" y="38"/>
                    </a:cubicBezTo>
                    <a:cubicBezTo>
                      <a:pt x="24" y="38"/>
                      <a:pt x="24" y="38"/>
                      <a:pt x="24" y="38"/>
                    </a:cubicBezTo>
                    <a:cubicBezTo>
                      <a:pt x="24" y="39"/>
                      <a:pt x="24" y="39"/>
                      <a:pt x="24" y="39"/>
                    </a:cubicBezTo>
                    <a:cubicBezTo>
                      <a:pt x="24" y="39"/>
                      <a:pt x="24" y="39"/>
                      <a:pt x="24" y="39"/>
                    </a:cubicBezTo>
                    <a:cubicBezTo>
                      <a:pt x="24" y="39"/>
                      <a:pt x="24" y="39"/>
                      <a:pt x="24" y="39"/>
                    </a:cubicBezTo>
                    <a:cubicBezTo>
                      <a:pt x="24" y="39"/>
                      <a:pt x="24" y="39"/>
                      <a:pt x="24" y="39"/>
                    </a:cubicBezTo>
                    <a:cubicBezTo>
                      <a:pt x="24" y="39"/>
                      <a:pt x="24" y="39"/>
                      <a:pt x="24" y="40"/>
                    </a:cubicBezTo>
                    <a:cubicBezTo>
                      <a:pt x="24" y="40"/>
                      <a:pt x="24" y="40"/>
                      <a:pt x="24" y="40"/>
                    </a:cubicBezTo>
                    <a:cubicBezTo>
                      <a:pt x="24" y="40"/>
                      <a:pt x="24" y="40"/>
                      <a:pt x="24" y="40"/>
                    </a:cubicBezTo>
                    <a:cubicBezTo>
                      <a:pt x="24" y="40"/>
                      <a:pt x="24" y="40"/>
                      <a:pt x="24" y="39"/>
                    </a:cubicBezTo>
                    <a:cubicBezTo>
                      <a:pt x="24" y="39"/>
                      <a:pt x="24" y="39"/>
                      <a:pt x="24" y="39"/>
                    </a:cubicBezTo>
                    <a:cubicBezTo>
                      <a:pt x="24" y="39"/>
                      <a:pt x="24" y="39"/>
                      <a:pt x="24" y="39"/>
                    </a:cubicBezTo>
                    <a:cubicBezTo>
                      <a:pt x="24" y="39"/>
                      <a:pt x="24" y="39"/>
                      <a:pt x="24" y="39"/>
                    </a:cubicBezTo>
                    <a:cubicBezTo>
                      <a:pt x="23" y="39"/>
                      <a:pt x="23" y="40"/>
                      <a:pt x="23" y="40"/>
                    </a:cubicBezTo>
                    <a:cubicBezTo>
                      <a:pt x="23" y="40"/>
                      <a:pt x="24" y="40"/>
                      <a:pt x="24" y="40"/>
                    </a:cubicBezTo>
                    <a:cubicBezTo>
                      <a:pt x="24" y="40"/>
                      <a:pt x="24" y="40"/>
                      <a:pt x="24" y="40"/>
                    </a:cubicBezTo>
                    <a:cubicBezTo>
                      <a:pt x="24" y="40"/>
                      <a:pt x="24" y="40"/>
                      <a:pt x="24" y="40"/>
                    </a:cubicBezTo>
                    <a:cubicBezTo>
                      <a:pt x="24" y="40"/>
                      <a:pt x="24" y="40"/>
                      <a:pt x="24" y="40"/>
                    </a:cubicBezTo>
                    <a:cubicBezTo>
                      <a:pt x="24" y="40"/>
                      <a:pt x="24" y="40"/>
                      <a:pt x="24" y="40"/>
                    </a:cubicBezTo>
                    <a:cubicBezTo>
                      <a:pt x="24" y="40"/>
                      <a:pt x="24" y="40"/>
                      <a:pt x="24" y="40"/>
                    </a:cubicBezTo>
                    <a:cubicBezTo>
                      <a:pt x="24" y="40"/>
                      <a:pt x="24" y="40"/>
                      <a:pt x="24" y="40"/>
                    </a:cubicBezTo>
                    <a:cubicBezTo>
                      <a:pt x="24" y="40"/>
                      <a:pt x="24" y="40"/>
                      <a:pt x="24" y="40"/>
                    </a:cubicBezTo>
                    <a:cubicBezTo>
                      <a:pt x="24" y="40"/>
                      <a:pt x="24" y="40"/>
                      <a:pt x="24" y="40"/>
                    </a:cubicBezTo>
                    <a:cubicBezTo>
                      <a:pt x="24" y="40"/>
                      <a:pt x="24" y="40"/>
                      <a:pt x="24" y="40"/>
                    </a:cubicBezTo>
                    <a:cubicBezTo>
                      <a:pt x="24" y="40"/>
                      <a:pt x="24" y="40"/>
                      <a:pt x="24" y="40"/>
                    </a:cubicBezTo>
                    <a:cubicBezTo>
                      <a:pt x="24" y="40"/>
                      <a:pt x="24" y="40"/>
                      <a:pt x="25" y="40"/>
                    </a:cubicBezTo>
                    <a:cubicBezTo>
                      <a:pt x="25" y="40"/>
                      <a:pt x="25" y="40"/>
                      <a:pt x="25" y="40"/>
                    </a:cubicBezTo>
                    <a:cubicBezTo>
                      <a:pt x="25" y="40"/>
                      <a:pt x="25" y="40"/>
                      <a:pt x="25" y="40"/>
                    </a:cubicBezTo>
                    <a:cubicBezTo>
                      <a:pt x="25" y="40"/>
                      <a:pt x="25" y="40"/>
                      <a:pt x="25" y="39"/>
                    </a:cubicBezTo>
                    <a:cubicBezTo>
                      <a:pt x="25" y="39"/>
                      <a:pt x="25" y="39"/>
                      <a:pt x="25" y="39"/>
                    </a:cubicBezTo>
                    <a:cubicBezTo>
                      <a:pt x="25" y="39"/>
                      <a:pt x="25" y="39"/>
                      <a:pt x="25" y="39"/>
                    </a:cubicBezTo>
                    <a:cubicBezTo>
                      <a:pt x="25" y="39"/>
                      <a:pt x="25" y="39"/>
                      <a:pt x="25" y="39"/>
                    </a:cubicBezTo>
                    <a:cubicBezTo>
                      <a:pt x="25" y="39"/>
                      <a:pt x="26" y="39"/>
                      <a:pt x="26" y="39"/>
                    </a:cubicBezTo>
                    <a:cubicBezTo>
                      <a:pt x="26" y="39"/>
                      <a:pt x="26" y="39"/>
                      <a:pt x="26" y="39"/>
                    </a:cubicBezTo>
                    <a:cubicBezTo>
                      <a:pt x="26" y="39"/>
                      <a:pt x="26" y="39"/>
                      <a:pt x="26" y="38"/>
                    </a:cubicBezTo>
                    <a:cubicBezTo>
                      <a:pt x="26" y="38"/>
                      <a:pt x="26" y="38"/>
                      <a:pt x="26" y="38"/>
                    </a:cubicBezTo>
                    <a:cubicBezTo>
                      <a:pt x="26" y="38"/>
                      <a:pt x="26" y="38"/>
                      <a:pt x="26" y="38"/>
                    </a:cubicBezTo>
                    <a:cubicBezTo>
                      <a:pt x="26" y="38"/>
                      <a:pt x="26" y="38"/>
                      <a:pt x="26" y="38"/>
                    </a:cubicBezTo>
                    <a:cubicBezTo>
                      <a:pt x="26" y="38"/>
                      <a:pt x="26" y="38"/>
                      <a:pt x="26" y="38"/>
                    </a:cubicBezTo>
                    <a:cubicBezTo>
                      <a:pt x="26" y="38"/>
                      <a:pt x="26" y="38"/>
                      <a:pt x="26" y="38"/>
                    </a:cubicBezTo>
                    <a:cubicBezTo>
                      <a:pt x="26" y="38"/>
                      <a:pt x="27" y="38"/>
                      <a:pt x="27" y="38"/>
                    </a:cubicBezTo>
                    <a:cubicBezTo>
                      <a:pt x="27" y="38"/>
                      <a:pt x="27" y="38"/>
                      <a:pt x="27" y="38"/>
                    </a:cubicBezTo>
                    <a:cubicBezTo>
                      <a:pt x="27" y="38"/>
                      <a:pt x="27" y="38"/>
                      <a:pt x="27" y="38"/>
                    </a:cubicBezTo>
                    <a:cubicBezTo>
                      <a:pt x="27" y="38"/>
                      <a:pt x="27" y="38"/>
                      <a:pt x="27" y="38"/>
                    </a:cubicBezTo>
                    <a:cubicBezTo>
                      <a:pt x="27" y="38"/>
                      <a:pt x="27" y="38"/>
                      <a:pt x="27" y="38"/>
                    </a:cubicBezTo>
                    <a:cubicBezTo>
                      <a:pt x="27" y="38"/>
                      <a:pt x="27" y="38"/>
                      <a:pt x="27" y="38"/>
                    </a:cubicBezTo>
                    <a:cubicBezTo>
                      <a:pt x="27" y="38"/>
                      <a:pt x="27" y="37"/>
                      <a:pt x="27" y="37"/>
                    </a:cubicBezTo>
                    <a:cubicBezTo>
                      <a:pt x="27" y="37"/>
                      <a:pt x="28" y="37"/>
                      <a:pt x="28" y="37"/>
                    </a:cubicBezTo>
                    <a:cubicBezTo>
                      <a:pt x="28" y="37"/>
                      <a:pt x="28" y="37"/>
                      <a:pt x="28" y="37"/>
                    </a:cubicBezTo>
                    <a:cubicBezTo>
                      <a:pt x="28" y="37"/>
                      <a:pt x="28" y="37"/>
                      <a:pt x="28" y="37"/>
                    </a:cubicBezTo>
                    <a:cubicBezTo>
                      <a:pt x="28" y="37"/>
                      <a:pt x="28" y="37"/>
                      <a:pt x="28" y="37"/>
                    </a:cubicBezTo>
                    <a:cubicBezTo>
                      <a:pt x="28" y="37"/>
                      <a:pt x="28" y="37"/>
                      <a:pt x="28" y="37"/>
                    </a:cubicBezTo>
                    <a:cubicBezTo>
                      <a:pt x="28" y="37"/>
                      <a:pt x="28" y="37"/>
                      <a:pt x="28" y="37"/>
                    </a:cubicBezTo>
                    <a:cubicBezTo>
                      <a:pt x="28" y="37"/>
                      <a:pt x="28" y="37"/>
                      <a:pt x="28" y="37"/>
                    </a:cubicBezTo>
                    <a:cubicBezTo>
                      <a:pt x="28" y="37"/>
                      <a:pt x="28" y="37"/>
                      <a:pt x="28" y="37"/>
                    </a:cubicBezTo>
                    <a:cubicBezTo>
                      <a:pt x="28" y="37"/>
                      <a:pt x="28" y="37"/>
                      <a:pt x="28" y="37"/>
                    </a:cubicBezTo>
                    <a:cubicBezTo>
                      <a:pt x="27" y="38"/>
                      <a:pt x="27" y="38"/>
                      <a:pt x="27" y="38"/>
                    </a:cubicBezTo>
                    <a:cubicBezTo>
                      <a:pt x="27" y="38"/>
                      <a:pt x="27" y="38"/>
                      <a:pt x="27" y="38"/>
                    </a:cubicBezTo>
                    <a:cubicBezTo>
                      <a:pt x="27" y="38"/>
                      <a:pt x="27" y="38"/>
                      <a:pt x="27" y="38"/>
                    </a:cubicBezTo>
                    <a:cubicBezTo>
                      <a:pt x="27" y="38"/>
                      <a:pt x="27" y="39"/>
                      <a:pt x="27" y="39"/>
                    </a:cubicBezTo>
                    <a:cubicBezTo>
                      <a:pt x="27" y="39"/>
                      <a:pt x="27" y="39"/>
                      <a:pt x="27" y="39"/>
                    </a:cubicBezTo>
                    <a:cubicBezTo>
                      <a:pt x="27" y="39"/>
                      <a:pt x="27" y="39"/>
                      <a:pt x="27" y="39"/>
                    </a:cubicBezTo>
                    <a:cubicBezTo>
                      <a:pt x="26" y="39"/>
                      <a:pt x="26" y="39"/>
                      <a:pt x="26" y="39"/>
                    </a:cubicBezTo>
                    <a:cubicBezTo>
                      <a:pt x="26" y="39"/>
                      <a:pt x="26" y="39"/>
                      <a:pt x="26" y="39"/>
                    </a:cubicBezTo>
                    <a:cubicBezTo>
                      <a:pt x="26" y="39"/>
                      <a:pt x="26" y="39"/>
                      <a:pt x="26" y="39"/>
                    </a:cubicBezTo>
                    <a:cubicBezTo>
                      <a:pt x="26" y="39"/>
                      <a:pt x="26" y="39"/>
                      <a:pt x="26" y="40"/>
                    </a:cubicBezTo>
                    <a:cubicBezTo>
                      <a:pt x="26" y="40"/>
                      <a:pt x="26" y="40"/>
                      <a:pt x="26" y="40"/>
                    </a:cubicBezTo>
                    <a:cubicBezTo>
                      <a:pt x="26" y="40"/>
                      <a:pt x="26" y="40"/>
                      <a:pt x="26" y="40"/>
                    </a:cubicBezTo>
                    <a:cubicBezTo>
                      <a:pt x="26" y="40"/>
                      <a:pt x="26" y="40"/>
                      <a:pt x="26" y="40"/>
                    </a:cubicBezTo>
                    <a:cubicBezTo>
                      <a:pt x="26" y="40"/>
                      <a:pt x="26" y="40"/>
                      <a:pt x="26" y="40"/>
                    </a:cubicBezTo>
                    <a:cubicBezTo>
                      <a:pt x="26" y="40"/>
                      <a:pt x="26" y="40"/>
                      <a:pt x="26" y="40"/>
                    </a:cubicBezTo>
                    <a:cubicBezTo>
                      <a:pt x="26" y="40"/>
                      <a:pt x="26" y="40"/>
                      <a:pt x="26" y="40"/>
                    </a:cubicBezTo>
                    <a:cubicBezTo>
                      <a:pt x="26" y="40"/>
                      <a:pt x="26" y="40"/>
                      <a:pt x="26" y="40"/>
                    </a:cubicBezTo>
                    <a:cubicBezTo>
                      <a:pt x="25" y="40"/>
                      <a:pt x="25" y="40"/>
                      <a:pt x="25" y="40"/>
                    </a:cubicBezTo>
                    <a:cubicBezTo>
                      <a:pt x="25" y="41"/>
                      <a:pt x="25" y="41"/>
                      <a:pt x="25" y="41"/>
                    </a:cubicBezTo>
                    <a:cubicBezTo>
                      <a:pt x="25" y="41"/>
                      <a:pt x="25" y="41"/>
                      <a:pt x="25" y="41"/>
                    </a:cubicBezTo>
                    <a:cubicBezTo>
                      <a:pt x="25" y="41"/>
                      <a:pt x="25" y="41"/>
                      <a:pt x="25" y="41"/>
                    </a:cubicBezTo>
                    <a:cubicBezTo>
                      <a:pt x="25" y="41"/>
                      <a:pt x="25" y="41"/>
                      <a:pt x="25" y="41"/>
                    </a:cubicBezTo>
                    <a:cubicBezTo>
                      <a:pt x="25" y="41"/>
                      <a:pt x="25" y="41"/>
                      <a:pt x="25" y="41"/>
                    </a:cubicBezTo>
                    <a:cubicBezTo>
                      <a:pt x="25" y="41"/>
                      <a:pt x="25" y="41"/>
                      <a:pt x="25" y="41"/>
                    </a:cubicBezTo>
                    <a:cubicBezTo>
                      <a:pt x="25" y="41"/>
                      <a:pt x="25" y="41"/>
                      <a:pt x="25" y="41"/>
                    </a:cubicBezTo>
                    <a:cubicBezTo>
                      <a:pt x="25" y="41"/>
                      <a:pt x="25" y="41"/>
                      <a:pt x="25" y="41"/>
                    </a:cubicBezTo>
                    <a:cubicBezTo>
                      <a:pt x="25" y="41"/>
                      <a:pt x="25" y="41"/>
                      <a:pt x="26" y="41"/>
                    </a:cubicBezTo>
                    <a:cubicBezTo>
                      <a:pt x="26" y="41"/>
                      <a:pt x="26" y="41"/>
                      <a:pt x="26" y="41"/>
                    </a:cubicBezTo>
                    <a:cubicBezTo>
                      <a:pt x="26" y="41"/>
                      <a:pt x="26" y="41"/>
                      <a:pt x="26" y="41"/>
                    </a:cubicBezTo>
                    <a:cubicBezTo>
                      <a:pt x="26" y="41"/>
                      <a:pt x="26" y="41"/>
                      <a:pt x="26" y="41"/>
                    </a:cubicBezTo>
                    <a:cubicBezTo>
                      <a:pt x="26" y="41"/>
                      <a:pt x="26" y="41"/>
                      <a:pt x="26" y="41"/>
                    </a:cubicBezTo>
                    <a:cubicBezTo>
                      <a:pt x="26" y="41"/>
                      <a:pt x="26" y="41"/>
                      <a:pt x="26" y="40"/>
                    </a:cubicBezTo>
                    <a:cubicBezTo>
                      <a:pt x="27" y="40"/>
                      <a:pt x="27" y="40"/>
                      <a:pt x="27" y="40"/>
                    </a:cubicBezTo>
                    <a:cubicBezTo>
                      <a:pt x="27" y="40"/>
                      <a:pt x="27" y="39"/>
                      <a:pt x="27" y="39"/>
                    </a:cubicBezTo>
                    <a:cubicBezTo>
                      <a:pt x="27" y="39"/>
                      <a:pt x="27" y="39"/>
                      <a:pt x="27" y="39"/>
                    </a:cubicBezTo>
                    <a:cubicBezTo>
                      <a:pt x="27" y="40"/>
                      <a:pt x="27" y="40"/>
                      <a:pt x="27" y="40"/>
                    </a:cubicBezTo>
                    <a:cubicBezTo>
                      <a:pt x="27" y="40"/>
                      <a:pt x="27" y="40"/>
                      <a:pt x="27" y="40"/>
                    </a:cubicBezTo>
                    <a:cubicBezTo>
                      <a:pt x="27" y="40"/>
                      <a:pt x="27" y="40"/>
                      <a:pt x="27" y="40"/>
                    </a:cubicBezTo>
                    <a:cubicBezTo>
                      <a:pt x="27" y="40"/>
                      <a:pt x="27" y="40"/>
                      <a:pt x="27" y="40"/>
                    </a:cubicBezTo>
                    <a:cubicBezTo>
                      <a:pt x="27" y="41"/>
                      <a:pt x="27" y="41"/>
                      <a:pt x="27" y="41"/>
                    </a:cubicBezTo>
                    <a:cubicBezTo>
                      <a:pt x="27" y="41"/>
                      <a:pt x="27" y="41"/>
                      <a:pt x="27" y="41"/>
                    </a:cubicBezTo>
                    <a:cubicBezTo>
                      <a:pt x="26" y="41"/>
                      <a:pt x="26" y="41"/>
                      <a:pt x="26" y="42"/>
                    </a:cubicBezTo>
                    <a:cubicBezTo>
                      <a:pt x="26" y="42"/>
                      <a:pt x="26" y="42"/>
                      <a:pt x="26" y="42"/>
                    </a:cubicBezTo>
                    <a:cubicBezTo>
                      <a:pt x="26" y="42"/>
                      <a:pt x="26" y="42"/>
                      <a:pt x="26" y="42"/>
                    </a:cubicBezTo>
                    <a:cubicBezTo>
                      <a:pt x="26" y="42"/>
                      <a:pt x="27" y="42"/>
                      <a:pt x="27" y="42"/>
                    </a:cubicBezTo>
                    <a:cubicBezTo>
                      <a:pt x="27" y="42"/>
                      <a:pt x="27" y="42"/>
                      <a:pt x="27" y="42"/>
                    </a:cubicBezTo>
                    <a:cubicBezTo>
                      <a:pt x="27" y="42"/>
                      <a:pt x="27" y="42"/>
                      <a:pt x="27" y="42"/>
                    </a:cubicBezTo>
                    <a:cubicBezTo>
                      <a:pt x="27" y="42"/>
                      <a:pt x="27" y="42"/>
                      <a:pt x="27" y="42"/>
                    </a:cubicBezTo>
                    <a:cubicBezTo>
                      <a:pt x="27" y="42"/>
                      <a:pt x="27" y="42"/>
                      <a:pt x="27" y="42"/>
                    </a:cubicBezTo>
                    <a:cubicBezTo>
                      <a:pt x="27" y="42"/>
                      <a:pt x="27" y="42"/>
                      <a:pt x="27" y="42"/>
                    </a:cubicBezTo>
                    <a:cubicBezTo>
                      <a:pt x="27" y="42"/>
                      <a:pt x="27" y="42"/>
                      <a:pt x="27" y="42"/>
                    </a:cubicBezTo>
                    <a:cubicBezTo>
                      <a:pt x="28" y="43"/>
                      <a:pt x="28" y="43"/>
                      <a:pt x="28" y="43"/>
                    </a:cubicBezTo>
                    <a:cubicBezTo>
                      <a:pt x="28" y="43"/>
                      <a:pt x="28" y="44"/>
                      <a:pt x="27" y="44"/>
                    </a:cubicBezTo>
                    <a:cubicBezTo>
                      <a:pt x="27" y="44"/>
                      <a:pt x="27" y="44"/>
                      <a:pt x="27" y="44"/>
                    </a:cubicBezTo>
                    <a:cubicBezTo>
                      <a:pt x="27" y="44"/>
                      <a:pt x="27" y="44"/>
                      <a:pt x="27" y="44"/>
                    </a:cubicBezTo>
                    <a:cubicBezTo>
                      <a:pt x="27" y="44"/>
                      <a:pt x="27" y="44"/>
                      <a:pt x="27" y="44"/>
                    </a:cubicBezTo>
                    <a:cubicBezTo>
                      <a:pt x="27" y="45"/>
                      <a:pt x="27" y="45"/>
                      <a:pt x="27" y="45"/>
                    </a:cubicBezTo>
                    <a:cubicBezTo>
                      <a:pt x="27" y="45"/>
                      <a:pt x="27" y="45"/>
                      <a:pt x="27" y="45"/>
                    </a:cubicBezTo>
                    <a:cubicBezTo>
                      <a:pt x="27" y="45"/>
                      <a:pt x="27" y="45"/>
                      <a:pt x="27" y="45"/>
                    </a:cubicBezTo>
                    <a:cubicBezTo>
                      <a:pt x="27" y="46"/>
                      <a:pt x="27" y="46"/>
                      <a:pt x="28" y="46"/>
                    </a:cubicBezTo>
                    <a:cubicBezTo>
                      <a:pt x="28" y="47"/>
                      <a:pt x="28" y="47"/>
                      <a:pt x="28" y="47"/>
                    </a:cubicBezTo>
                    <a:cubicBezTo>
                      <a:pt x="28" y="47"/>
                      <a:pt x="28" y="47"/>
                      <a:pt x="28" y="47"/>
                    </a:cubicBezTo>
                    <a:cubicBezTo>
                      <a:pt x="28" y="47"/>
                      <a:pt x="28" y="47"/>
                      <a:pt x="28" y="47"/>
                    </a:cubicBezTo>
                    <a:cubicBezTo>
                      <a:pt x="28" y="47"/>
                      <a:pt x="28" y="47"/>
                      <a:pt x="28" y="47"/>
                    </a:cubicBezTo>
                    <a:cubicBezTo>
                      <a:pt x="29" y="47"/>
                      <a:pt x="29" y="47"/>
                      <a:pt x="29" y="47"/>
                    </a:cubicBezTo>
                    <a:cubicBezTo>
                      <a:pt x="29" y="47"/>
                      <a:pt x="29" y="47"/>
                      <a:pt x="29" y="47"/>
                    </a:cubicBezTo>
                    <a:cubicBezTo>
                      <a:pt x="29" y="47"/>
                      <a:pt x="29" y="47"/>
                      <a:pt x="29" y="47"/>
                    </a:cubicBezTo>
                    <a:cubicBezTo>
                      <a:pt x="29" y="47"/>
                      <a:pt x="29" y="47"/>
                      <a:pt x="29" y="47"/>
                    </a:cubicBezTo>
                    <a:cubicBezTo>
                      <a:pt x="29" y="47"/>
                      <a:pt x="29" y="47"/>
                      <a:pt x="29" y="47"/>
                    </a:cubicBezTo>
                    <a:cubicBezTo>
                      <a:pt x="29" y="47"/>
                      <a:pt x="29" y="47"/>
                      <a:pt x="29" y="47"/>
                    </a:cubicBezTo>
                    <a:cubicBezTo>
                      <a:pt x="29" y="47"/>
                      <a:pt x="29" y="47"/>
                      <a:pt x="30" y="47"/>
                    </a:cubicBezTo>
                    <a:cubicBezTo>
                      <a:pt x="30" y="47"/>
                      <a:pt x="30" y="47"/>
                      <a:pt x="30" y="47"/>
                    </a:cubicBezTo>
                    <a:cubicBezTo>
                      <a:pt x="30" y="47"/>
                      <a:pt x="30" y="47"/>
                      <a:pt x="30" y="48"/>
                    </a:cubicBezTo>
                    <a:cubicBezTo>
                      <a:pt x="30" y="48"/>
                      <a:pt x="30" y="48"/>
                      <a:pt x="30" y="48"/>
                    </a:cubicBezTo>
                    <a:cubicBezTo>
                      <a:pt x="30" y="48"/>
                      <a:pt x="30" y="48"/>
                      <a:pt x="30" y="48"/>
                    </a:cubicBezTo>
                    <a:cubicBezTo>
                      <a:pt x="30" y="48"/>
                      <a:pt x="30" y="48"/>
                      <a:pt x="30" y="48"/>
                    </a:cubicBezTo>
                    <a:cubicBezTo>
                      <a:pt x="30" y="48"/>
                      <a:pt x="30" y="48"/>
                      <a:pt x="30" y="48"/>
                    </a:cubicBezTo>
                    <a:cubicBezTo>
                      <a:pt x="30" y="48"/>
                      <a:pt x="30" y="48"/>
                      <a:pt x="31" y="48"/>
                    </a:cubicBezTo>
                    <a:cubicBezTo>
                      <a:pt x="31" y="48"/>
                      <a:pt x="31" y="48"/>
                      <a:pt x="31" y="47"/>
                    </a:cubicBezTo>
                    <a:cubicBezTo>
                      <a:pt x="31" y="47"/>
                      <a:pt x="31" y="47"/>
                      <a:pt x="31" y="47"/>
                    </a:cubicBezTo>
                    <a:cubicBezTo>
                      <a:pt x="31" y="47"/>
                      <a:pt x="31" y="47"/>
                      <a:pt x="31" y="47"/>
                    </a:cubicBezTo>
                    <a:cubicBezTo>
                      <a:pt x="31" y="47"/>
                      <a:pt x="32" y="47"/>
                      <a:pt x="32" y="47"/>
                    </a:cubicBezTo>
                    <a:cubicBezTo>
                      <a:pt x="32" y="47"/>
                      <a:pt x="32" y="47"/>
                      <a:pt x="32" y="47"/>
                    </a:cubicBezTo>
                    <a:cubicBezTo>
                      <a:pt x="32" y="47"/>
                      <a:pt x="32" y="47"/>
                      <a:pt x="32" y="47"/>
                    </a:cubicBezTo>
                    <a:cubicBezTo>
                      <a:pt x="32" y="47"/>
                      <a:pt x="32" y="46"/>
                      <a:pt x="32" y="46"/>
                    </a:cubicBezTo>
                    <a:cubicBezTo>
                      <a:pt x="32" y="46"/>
                      <a:pt x="32" y="46"/>
                      <a:pt x="32" y="46"/>
                    </a:cubicBezTo>
                    <a:cubicBezTo>
                      <a:pt x="32" y="47"/>
                      <a:pt x="32" y="47"/>
                      <a:pt x="32" y="47"/>
                    </a:cubicBezTo>
                    <a:cubicBezTo>
                      <a:pt x="32" y="47"/>
                      <a:pt x="32" y="47"/>
                      <a:pt x="32" y="47"/>
                    </a:cubicBezTo>
                    <a:cubicBezTo>
                      <a:pt x="32" y="47"/>
                      <a:pt x="32" y="47"/>
                      <a:pt x="32" y="47"/>
                    </a:cubicBezTo>
                    <a:cubicBezTo>
                      <a:pt x="32" y="47"/>
                      <a:pt x="32" y="47"/>
                      <a:pt x="32" y="47"/>
                    </a:cubicBezTo>
                    <a:cubicBezTo>
                      <a:pt x="32" y="47"/>
                      <a:pt x="33" y="47"/>
                      <a:pt x="33" y="47"/>
                    </a:cubicBezTo>
                    <a:cubicBezTo>
                      <a:pt x="33" y="47"/>
                      <a:pt x="33" y="47"/>
                      <a:pt x="33" y="47"/>
                    </a:cubicBezTo>
                    <a:cubicBezTo>
                      <a:pt x="33" y="47"/>
                      <a:pt x="33" y="47"/>
                      <a:pt x="33" y="47"/>
                    </a:cubicBezTo>
                    <a:cubicBezTo>
                      <a:pt x="33" y="47"/>
                      <a:pt x="33" y="47"/>
                      <a:pt x="33" y="47"/>
                    </a:cubicBezTo>
                    <a:cubicBezTo>
                      <a:pt x="33" y="47"/>
                      <a:pt x="33" y="47"/>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8"/>
                    </a:cubicBezTo>
                    <a:cubicBezTo>
                      <a:pt x="33" y="48"/>
                      <a:pt x="33" y="48"/>
                      <a:pt x="33" y="49"/>
                    </a:cubicBezTo>
                    <a:cubicBezTo>
                      <a:pt x="33" y="49"/>
                      <a:pt x="33" y="49"/>
                      <a:pt x="33" y="49"/>
                    </a:cubicBezTo>
                    <a:cubicBezTo>
                      <a:pt x="33" y="49"/>
                      <a:pt x="33" y="49"/>
                      <a:pt x="33" y="49"/>
                    </a:cubicBezTo>
                    <a:cubicBezTo>
                      <a:pt x="33" y="49"/>
                      <a:pt x="33" y="49"/>
                      <a:pt x="33" y="49"/>
                    </a:cubicBezTo>
                    <a:cubicBezTo>
                      <a:pt x="33" y="49"/>
                      <a:pt x="33" y="48"/>
                      <a:pt x="33" y="48"/>
                    </a:cubicBezTo>
                    <a:cubicBezTo>
                      <a:pt x="33" y="48"/>
                      <a:pt x="33" y="48"/>
                      <a:pt x="33" y="48"/>
                    </a:cubicBezTo>
                    <a:cubicBezTo>
                      <a:pt x="33" y="48"/>
                      <a:pt x="33" y="48"/>
                      <a:pt x="33" y="48"/>
                    </a:cubicBezTo>
                    <a:cubicBezTo>
                      <a:pt x="33" y="48"/>
                      <a:pt x="33" y="48"/>
                      <a:pt x="34" y="48"/>
                    </a:cubicBezTo>
                    <a:cubicBezTo>
                      <a:pt x="34" y="48"/>
                      <a:pt x="34" y="48"/>
                      <a:pt x="34" y="48"/>
                    </a:cubicBezTo>
                    <a:cubicBezTo>
                      <a:pt x="34" y="48"/>
                      <a:pt x="34" y="48"/>
                      <a:pt x="34" y="48"/>
                    </a:cubicBezTo>
                    <a:cubicBezTo>
                      <a:pt x="34" y="48"/>
                      <a:pt x="34" y="48"/>
                      <a:pt x="34" y="48"/>
                    </a:cubicBezTo>
                    <a:cubicBezTo>
                      <a:pt x="34" y="48"/>
                      <a:pt x="34" y="48"/>
                      <a:pt x="34" y="48"/>
                    </a:cubicBezTo>
                    <a:cubicBezTo>
                      <a:pt x="34" y="48"/>
                      <a:pt x="34" y="48"/>
                      <a:pt x="34" y="48"/>
                    </a:cubicBezTo>
                    <a:cubicBezTo>
                      <a:pt x="34" y="48"/>
                      <a:pt x="34" y="48"/>
                      <a:pt x="34" y="48"/>
                    </a:cubicBezTo>
                    <a:cubicBezTo>
                      <a:pt x="34" y="48"/>
                      <a:pt x="34" y="48"/>
                      <a:pt x="34" y="48"/>
                    </a:cubicBezTo>
                    <a:cubicBezTo>
                      <a:pt x="34" y="48"/>
                      <a:pt x="34" y="48"/>
                      <a:pt x="34" y="48"/>
                    </a:cubicBezTo>
                    <a:cubicBezTo>
                      <a:pt x="34" y="48"/>
                      <a:pt x="34" y="48"/>
                      <a:pt x="34" y="48"/>
                    </a:cubicBezTo>
                    <a:cubicBezTo>
                      <a:pt x="34" y="48"/>
                      <a:pt x="34" y="48"/>
                      <a:pt x="35" y="48"/>
                    </a:cubicBezTo>
                    <a:cubicBezTo>
                      <a:pt x="35" y="48"/>
                      <a:pt x="35" y="48"/>
                      <a:pt x="35" y="48"/>
                    </a:cubicBezTo>
                    <a:cubicBezTo>
                      <a:pt x="35" y="47"/>
                      <a:pt x="35" y="47"/>
                      <a:pt x="35" y="47"/>
                    </a:cubicBezTo>
                    <a:cubicBezTo>
                      <a:pt x="35" y="47"/>
                      <a:pt x="35" y="47"/>
                      <a:pt x="35" y="47"/>
                    </a:cubicBezTo>
                    <a:cubicBezTo>
                      <a:pt x="36" y="47"/>
                      <a:pt x="36" y="47"/>
                      <a:pt x="36" y="47"/>
                    </a:cubicBezTo>
                    <a:cubicBezTo>
                      <a:pt x="36" y="47"/>
                      <a:pt x="36" y="47"/>
                      <a:pt x="36" y="47"/>
                    </a:cubicBezTo>
                    <a:cubicBezTo>
                      <a:pt x="36" y="47"/>
                      <a:pt x="36" y="47"/>
                      <a:pt x="36" y="47"/>
                    </a:cubicBezTo>
                    <a:cubicBezTo>
                      <a:pt x="36" y="47"/>
                      <a:pt x="36" y="47"/>
                      <a:pt x="36" y="47"/>
                    </a:cubicBezTo>
                    <a:cubicBezTo>
                      <a:pt x="36" y="47"/>
                      <a:pt x="36" y="47"/>
                      <a:pt x="36" y="47"/>
                    </a:cubicBezTo>
                    <a:cubicBezTo>
                      <a:pt x="36" y="47"/>
                      <a:pt x="36" y="47"/>
                      <a:pt x="36" y="47"/>
                    </a:cubicBezTo>
                    <a:cubicBezTo>
                      <a:pt x="36" y="47"/>
                      <a:pt x="36" y="47"/>
                      <a:pt x="36" y="47"/>
                    </a:cubicBezTo>
                    <a:cubicBezTo>
                      <a:pt x="36" y="47"/>
                      <a:pt x="36"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7" y="47"/>
                    </a:cubicBezTo>
                    <a:cubicBezTo>
                      <a:pt x="37" y="47"/>
                      <a:pt x="37" y="47"/>
                      <a:pt x="38" y="47"/>
                    </a:cubicBezTo>
                    <a:cubicBezTo>
                      <a:pt x="38" y="47"/>
                      <a:pt x="38" y="47"/>
                      <a:pt x="38" y="47"/>
                    </a:cubicBezTo>
                    <a:cubicBezTo>
                      <a:pt x="38" y="47"/>
                      <a:pt x="38" y="47"/>
                      <a:pt x="38" y="47"/>
                    </a:cubicBezTo>
                    <a:cubicBezTo>
                      <a:pt x="38" y="47"/>
                      <a:pt x="38" y="47"/>
                      <a:pt x="38" y="47"/>
                    </a:cubicBezTo>
                    <a:cubicBezTo>
                      <a:pt x="38" y="47"/>
                      <a:pt x="38" y="47"/>
                      <a:pt x="38" y="47"/>
                    </a:cubicBezTo>
                    <a:cubicBezTo>
                      <a:pt x="38" y="47"/>
                      <a:pt x="38" y="47"/>
                      <a:pt x="38" y="47"/>
                    </a:cubicBezTo>
                    <a:cubicBezTo>
                      <a:pt x="38" y="47"/>
                      <a:pt x="38" y="47"/>
                      <a:pt x="38" y="47"/>
                    </a:cubicBezTo>
                    <a:cubicBezTo>
                      <a:pt x="38" y="47"/>
                      <a:pt x="38" y="47"/>
                      <a:pt x="38" y="47"/>
                    </a:cubicBezTo>
                    <a:cubicBezTo>
                      <a:pt x="38" y="47"/>
                      <a:pt x="38" y="47"/>
                      <a:pt x="38" y="47"/>
                    </a:cubicBezTo>
                    <a:cubicBezTo>
                      <a:pt x="38" y="47"/>
                      <a:pt x="38" y="46"/>
                      <a:pt x="38" y="46"/>
                    </a:cubicBezTo>
                    <a:cubicBezTo>
                      <a:pt x="38" y="46"/>
                      <a:pt x="38" y="46"/>
                      <a:pt x="38" y="46"/>
                    </a:cubicBezTo>
                    <a:cubicBezTo>
                      <a:pt x="38" y="46"/>
                      <a:pt x="38" y="46"/>
                      <a:pt x="38" y="46"/>
                    </a:cubicBezTo>
                    <a:cubicBezTo>
                      <a:pt x="38" y="46"/>
                      <a:pt x="38" y="46"/>
                      <a:pt x="38" y="46"/>
                    </a:cubicBezTo>
                    <a:cubicBezTo>
                      <a:pt x="38" y="46"/>
                      <a:pt x="38" y="46"/>
                      <a:pt x="38" y="46"/>
                    </a:cubicBezTo>
                    <a:cubicBezTo>
                      <a:pt x="38" y="46"/>
                      <a:pt x="38" y="46"/>
                      <a:pt x="38" y="46"/>
                    </a:cubicBezTo>
                    <a:cubicBezTo>
                      <a:pt x="38" y="46"/>
                      <a:pt x="38" y="46"/>
                      <a:pt x="38" y="46"/>
                    </a:cubicBezTo>
                    <a:cubicBezTo>
                      <a:pt x="39" y="46"/>
                      <a:pt x="39" y="46"/>
                      <a:pt x="39" y="46"/>
                    </a:cubicBezTo>
                    <a:cubicBezTo>
                      <a:pt x="39" y="46"/>
                      <a:pt x="39" y="46"/>
                      <a:pt x="39" y="46"/>
                    </a:cubicBezTo>
                    <a:cubicBezTo>
                      <a:pt x="39" y="46"/>
                      <a:pt x="39" y="46"/>
                      <a:pt x="39" y="45"/>
                    </a:cubicBezTo>
                    <a:cubicBezTo>
                      <a:pt x="39" y="45"/>
                      <a:pt x="39" y="45"/>
                      <a:pt x="39" y="45"/>
                    </a:cubicBezTo>
                    <a:cubicBezTo>
                      <a:pt x="39" y="45"/>
                      <a:pt x="39" y="45"/>
                      <a:pt x="39" y="45"/>
                    </a:cubicBezTo>
                    <a:cubicBezTo>
                      <a:pt x="39" y="45"/>
                      <a:pt x="39" y="45"/>
                      <a:pt x="39" y="45"/>
                    </a:cubicBezTo>
                    <a:cubicBezTo>
                      <a:pt x="39" y="45"/>
                      <a:pt x="39" y="45"/>
                      <a:pt x="39" y="45"/>
                    </a:cubicBezTo>
                    <a:cubicBezTo>
                      <a:pt x="39" y="44"/>
                      <a:pt x="39" y="44"/>
                      <a:pt x="40" y="44"/>
                    </a:cubicBezTo>
                    <a:cubicBezTo>
                      <a:pt x="40" y="44"/>
                      <a:pt x="40" y="44"/>
                      <a:pt x="40" y="44"/>
                    </a:cubicBezTo>
                    <a:cubicBezTo>
                      <a:pt x="40" y="44"/>
                      <a:pt x="40" y="44"/>
                      <a:pt x="40" y="44"/>
                    </a:cubicBezTo>
                    <a:cubicBezTo>
                      <a:pt x="40" y="44"/>
                      <a:pt x="40" y="44"/>
                      <a:pt x="40" y="44"/>
                    </a:cubicBezTo>
                    <a:cubicBezTo>
                      <a:pt x="40" y="44"/>
                      <a:pt x="40" y="44"/>
                      <a:pt x="40" y="44"/>
                    </a:cubicBezTo>
                    <a:cubicBezTo>
                      <a:pt x="40" y="44"/>
                      <a:pt x="40" y="44"/>
                      <a:pt x="40" y="44"/>
                    </a:cubicBezTo>
                    <a:cubicBezTo>
                      <a:pt x="40" y="43"/>
                      <a:pt x="40" y="43"/>
                      <a:pt x="40" y="43"/>
                    </a:cubicBezTo>
                    <a:cubicBezTo>
                      <a:pt x="40" y="43"/>
                      <a:pt x="40" y="43"/>
                      <a:pt x="40" y="43"/>
                    </a:cubicBezTo>
                    <a:cubicBezTo>
                      <a:pt x="40" y="43"/>
                      <a:pt x="40" y="43"/>
                      <a:pt x="40" y="43"/>
                    </a:cubicBezTo>
                    <a:cubicBezTo>
                      <a:pt x="40" y="43"/>
                      <a:pt x="40" y="43"/>
                      <a:pt x="40" y="43"/>
                    </a:cubicBezTo>
                    <a:cubicBezTo>
                      <a:pt x="40" y="43"/>
                      <a:pt x="41" y="43"/>
                      <a:pt x="41" y="43"/>
                    </a:cubicBezTo>
                    <a:cubicBezTo>
                      <a:pt x="41" y="43"/>
                      <a:pt x="41" y="43"/>
                      <a:pt x="41" y="43"/>
                    </a:cubicBezTo>
                    <a:cubicBezTo>
                      <a:pt x="41" y="43"/>
                      <a:pt x="41" y="43"/>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1" y="42"/>
                      <a:pt x="41" y="42"/>
                      <a:pt x="41" y="42"/>
                    </a:cubicBezTo>
                    <a:cubicBezTo>
                      <a:pt x="42" y="42"/>
                      <a:pt x="42" y="42"/>
                      <a:pt x="42" y="42"/>
                    </a:cubicBezTo>
                    <a:cubicBezTo>
                      <a:pt x="42" y="42"/>
                      <a:pt x="42" y="42"/>
                      <a:pt x="42" y="41"/>
                    </a:cubicBezTo>
                    <a:cubicBezTo>
                      <a:pt x="42" y="41"/>
                      <a:pt x="42" y="41"/>
                      <a:pt x="42" y="41"/>
                    </a:cubicBezTo>
                    <a:cubicBezTo>
                      <a:pt x="42" y="41"/>
                      <a:pt x="42" y="41"/>
                      <a:pt x="42" y="41"/>
                    </a:cubicBezTo>
                    <a:cubicBezTo>
                      <a:pt x="42" y="41"/>
                      <a:pt x="42" y="41"/>
                      <a:pt x="42" y="41"/>
                    </a:cubicBezTo>
                    <a:cubicBezTo>
                      <a:pt x="42" y="41"/>
                      <a:pt x="42" y="41"/>
                      <a:pt x="42" y="41"/>
                    </a:cubicBezTo>
                    <a:cubicBezTo>
                      <a:pt x="42" y="40"/>
                      <a:pt x="43" y="40"/>
                      <a:pt x="43" y="40"/>
                    </a:cubicBezTo>
                    <a:cubicBezTo>
                      <a:pt x="43" y="40"/>
                      <a:pt x="43" y="40"/>
                      <a:pt x="43" y="40"/>
                    </a:cubicBezTo>
                    <a:cubicBezTo>
                      <a:pt x="43" y="40"/>
                      <a:pt x="43" y="40"/>
                      <a:pt x="43" y="40"/>
                    </a:cubicBezTo>
                    <a:cubicBezTo>
                      <a:pt x="43" y="40"/>
                      <a:pt x="43" y="40"/>
                      <a:pt x="43" y="40"/>
                    </a:cubicBezTo>
                    <a:cubicBezTo>
                      <a:pt x="43" y="40"/>
                      <a:pt x="43" y="40"/>
                      <a:pt x="43" y="40"/>
                    </a:cubicBezTo>
                    <a:cubicBezTo>
                      <a:pt x="43" y="40"/>
                      <a:pt x="43" y="39"/>
                      <a:pt x="43" y="39"/>
                    </a:cubicBezTo>
                    <a:cubicBezTo>
                      <a:pt x="43" y="39"/>
                      <a:pt x="43" y="39"/>
                      <a:pt x="43" y="39"/>
                    </a:cubicBezTo>
                    <a:cubicBezTo>
                      <a:pt x="43" y="39"/>
                      <a:pt x="43" y="39"/>
                      <a:pt x="43" y="39"/>
                    </a:cubicBezTo>
                    <a:cubicBezTo>
                      <a:pt x="43" y="39"/>
                      <a:pt x="43" y="39"/>
                      <a:pt x="43" y="39"/>
                    </a:cubicBezTo>
                    <a:cubicBezTo>
                      <a:pt x="43" y="39"/>
                      <a:pt x="44" y="39"/>
                      <a:pt x="44" y="39"/>
                    </a:cubicBezTo>
                    <a:cubicBezTo>
                      <a:pt x="44" y="39"/>
                      <a:pt x="44" y="39"/>
                      <a:pt x="44" y="39"/>
                    </a:cubicBezTo>
                    <a:cubicBezTo>
                      <a:pt x="44" y="39"/>
                      <a:pt x="44" y="39"/>
                      <a:pt x="44" y="39"/>
                    </a:cubicBezTo>
                    <a:cubicBezTo>
                      <a:pt x="44" y="39"/>
                      <a:pt x="44" y="39"/>
                      <a:pt x="44" y="39"/>
                    </a:cubicBezTo>
                    <a:cubicBezTo>
                      <a:pt x="44" y="39"/>
                      <a:pt x="44" y="39"/>
                      <a:pt x="44" y="39"/>
                    </a:cubicBezTo>
                    <a:cubicBezTo>
                      <a:pt x="44" y="38"/>
                      <a:pt x="44" y="38"/>
                      <a:pt x="44" y="38"/>
                    </a:cubicBezTo>
                    <a:cubicBezTo>
                      <a:pt x="44" y="38"/>
                      <a:pt x="44" y="38"/>
                      <a:pt x="44" y="38"/>
                    </a:cubicBezTo>
                    <a:cubicBezTo>
                      <a:pt x="44" y="38"/>
                      <a:pt x="44" y="38"/>
                      <a:pt x="44" y="38"/>
                    </a:cubicBezTo>
                    <a:cubicBezTo>
                      <a:pt x="44" y="38"/>
                      <a:pt x="44" y="38"/>
                      <a:pt x="44" y="38"/>
                    </a:cubicBezTo>
                    <a:cubicBezTo>
                      <a:pt x="44" y="38"/>
                      <a:pt x="44" y="38"/>
                      <a:pt x="44" y="38"/>
                    </a:cubicBezTo>
                    <a:cubicBezTo>
                      <a:pt x="44" y="38"/>
                      <a:pt x="44" y="38"/>
                      <a:pt x="44" y="38"/>
                    </a:cubicBezTo>
                    <a:cubicBezTo>
                      <a:pt x="44" y="38"/>
                      <a:pt x="44" y="38"/>
                      <a:pt x="45" y="38"/>
                    </a:cubicBezTo>
                    <a:cubicBezTo>
                      <a:pt x="45" y="38"/>
                      <a:pt x="45" y="38"/>
                      <a:pt x="45" y="38"/>
                    </a:cubicBezTo>
                    <a:cubicBezTo>
                      <a:pt x="45" y="38"/>
                      <a:pt x="45" y="38"/>
                      <a:pt x="45" y="38"/>
                    </a:cubicBezTo>
                    <a:cubicBezTo>
                      <a:pt x="45" y="38"/>
                      <a:pt x="45" y="38"/>
                      <a:pt x="45" y="37"/>
                    </a:cubicBezTo>
                    <a:cubicBezTo>
                      <a:pt x="45" y="37"/>
                      <a:pt x="45" y="37"/>
                      <a:pt x="45" y="37"/>
                    </a:cubicBezTo>
                    <a:cubicBezTo>
                      <a:pt x="45" y="37"/>
                      <a:pt x="45" y="37"/>
                      <a:pt x="46" y="37"/>
                    </a:cubicBezTo>
                    <a:cubicBezTo>
                      <a:pt x="46" y="37"/>
                      <a:pt x="46" y="37"/>
                      <a:pt x="46" y="37"/>
                    </a:cubicBezTo>
                    <a:cubicBezTo>
                      <a:pt x="46" y="37"/>
                      <a:pt x="46" y="37"/>
                      <a:pt x="46" y="37"/>
                    </a:cubicBezTo>
                    <a:cubicBezTo>
                      <a:pt x="46" y="37"/>
                      <a:pt x="46" y="37"/>
                      <a:pt x="46" y="37"/>
                    </a:cubicBezTo>
                    <a:cubicBezTo>
                      <a:pt x="46" y="37"/>
                      <a:pt x="46" y="37"/>
                      <a:pt x="46" y="37"/>
                    </a:cubicBezTo>
                    <a:cubicBezTo>
                      <a:pt x="46" y="37"/>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6" y="36"/>
                      <a:pt x="46" y="36"/>
                    </a:cubicBezTo>
                    <a:cubicBezTo>
                      <a:pt x="46" y="36"/>
                      <a:pt x="47" y="36"/>
                      <a:pt x="47" y="36"/>
                    </a:cubicBezTo>
                    <a:cubicBezTo>
                      <a:pt x="47" y="36"/>
                      <a:pt x="47" y="36"/>
                      <a:pt x="47" y="36"/>
                    </a:cubicBezTo>
                    <a:cubicBezTo>
                      <a:pt x="47" y="36"/>
                      <a:pt x="47" y="36"/>
                      <a:pt x="47" y="35"/>
                    </a:cubicBezTo>
                    <a:cubicBezTo>
                      <a:pt x="47" y="35"/>
                      <a:pt x="47" y="35"/>
                      <a:pt x="47" y="35"/>
                    </a:cubicBezTo>
                    <a:cubicBezTo>
                      <a:pt x="47" y="35"/>
                      <a:pt x="47" y="35"/>
                      <a:pt x="47" y="35"/>
                    </a:cubicBezTo>
                    <a:cubicBezTo>
                      <a:pt x="47" y="35"/>
                      <a:pt x="47" y="35"/>
                      <a:pt x="47" y="34"/>
                    </a:cubicBezTo>
                    <a:cubicBezTo>
                      <a:pt x="47" y="34"/>
                      <a:pt x="47" y="34"/>
                      <a:pt x="47" y="34"/>
                    </a:cubicBezTo>
                    <a:cubicBezTo>
                      <a:pt x="47" y="34"/>
                      <a:pt x="47" y="34"/>
                      <a:pt x="47" y="34"/>
                    </a:cubicBezTo>
                    <a:cubicBezTo>
                      <a:pt x="47" y="34"/>
                      <a:pt x="47" y="34"/>
                      <a:pt x="47" y="34"/>
                    </a:cubicBezTo>
                    <a:cubicBezTo>
                      <a:pt x="47" y="34"/>
                      <a:pt x="48" y="34"/>
                      <a:pt x="48" y="34"/>
                    </a:cubicBezTo>
                    <a:cubicBezTo>
                      <a:pt x="48" y="33"/>
                      <a:pt x="48" y="33"/>
                      <a:pt x="48" y="33"/>
                    </a:cubicBezTo>
                    <a:cubicBezTo>
                      <a:pt x="48" y="33"/>
                      <a:pt x="48" y="33"/>
                      <a:pt x="48" y="33"/>
                    </a:cubicBezTo>
                    <a:cubicBezTo>
                      <a:pt x="48" y="33"/>
                      <a:pt x="48" y="33"/>
                      <a:pt x="48" y="33"/>
                    </a:cubicBezTo>
                    <a:cubicBezTo>
                      <a:pt x="48" y="33"/>
                      <a:pt x="48" y="33"/>
                      <a:pt x="48" y="33"/>
                    </a:cubicBezTo>
                    <a:cubicBezTo>
                      <a:pt x="48" y="33"/>
                      <a:pt x="48" y="33"/>
                      <a:pt x="48" y="3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8" name="Freeform 438"/>
              <p:cNvSpPr>
                <a:spLocks/>
              </p:cNvSpPr>
              <p:nvPr/>
            </p:nvSpPr>
            <p:spPr bwMode="auto">
              <a:xfrm>
                <a:off x="4794648" y="2892030"/>
                <a:ext cx="2381" cy="2381"/>
              </a:xfrm>
              <a:custGeom>
                <a:avLst/>
                <a:gdLst/>
                <a:ahLst/>
                <a:cxnLst>
                  <a:cxn ang="0">
                    <a:pos x="0" y="0"/>
                  </a:cxn>
                  <a:cxn ang="0">
                    <a:pos x="0" y="0"/>
                  </a:cxn>
                  <a:cxn ang="0">
                    <a:pos x="0" y="0"/>
                  </a:cxn>
                  <a:cxn ang="0">
                    <a:pos x="0" y="0"/>
                  </a:cxn>
                  <a:cxn ang="0">
                    <a:pos x="0" y="1"/>
                  </a:cxn>
                  <a:cxn ang="0">
                    <a:pos x="0" y="1"/>
                  </a:cxn>
                  <a:cxn ang="0">
                    <a:pos x="0" y="1"/>
                  </a:cxn>
                  <a:cxn ang="0">
                    <a:pos x="1" y="1"/>
                  </a:cxn>
                  <a:cxn ang="0">
                    <a:pos x="1" y="0"/>
                  </a:cxn>
                  <a:cxn ang="0">
                    <a:pos x="0" y="0"/>
                  </a:cxn>
                  <a:cxn ang="0">
                    <a:pos x="0" y="0"/>
                  </a:cxn>
                </a:cxnLst>
                <a:rect l="0" t="0" r="r" b="b"/>
                <a:pathLst>
                  <a:path w="1" h="1">
                    <a:moveTo>
                      <a:pt x="0" y="0"/>
                    </a:move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1" y="1"/>
                      <a:pt x="1" y="1"/>
                      <a:pt x="1" y="1"/>
                    </a:cubicBezTo>
                    <a:cubicBezTo>
                      <a:pt x="1" y="1"/>
                      <a:pt x="1" y="0"/>
                      <a:pt x="1" y="0"/>
                    </a:cubicBezTo>
                    <a:cubicBezTo>
                      <a:pt x="1" y="0"/>
                      <a:pt x="1"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59" name="Freeform 439"/>
              <p:cNvSpPr>
                <a:spLocks noEditPoints="1"/>
              </p:cNvSpPr>
              <p:nvPr/>
            </p:nvSpPr>
            <p:spPr bwMode="auto">
              <a:xfrm>
                <a:off x="4136232" y="2259807"/>
                <a:ext cx="295275" cy="657225"/>
              </a:xfrm>
              <a:custGeom>
                <a:avLst/>
                <a:gdLst/>
                <a:ahLst/>
                <a:cxnLst>
                  <a:cxn ang="0">
                    <a:pos x="90" y="143"/>
                  </a:cxn>
                  <a:cxn ang="0">
                    <a:pos x="80" y="145"/>
                  </a:cxn>
                  <a:cxn ang="0">
                    <a:pos x="74" y="127"/>
                  </a:cxn>
                  <a:cxn ang="0">
                    <a:pos x="62" y="121"/>
                  </a:cxn>
                  <a:cxn ang="0">
                    <a:pos x="58" y="121"/>
                  </a:cxn>
                  <a:cxn ang="0">
                    <a:pos x="47" y="125"/>
                  </a:cxn>
                  <a:cxn ang="0">
                    <a:pos x="42" y="113"/>
                  </a:cxn>
                  <a:cxn ang="0">
                    <a:pos x="38" y="105"/>
                  </a:cxn>
                  <a:cxn ang="0">
                    <a:pos x="34" y="93"/>
                  </a:cxn>
                  <a:cxn ang="0">
                    <a:pos x="45" y="89"/>
                  </a:cxn>
                  <a:cxn ang="0">
                    <a:pos x="53" y="92"/>
                  </a:cxn>
                  <a:cxn ang="0">
                    <a:pos x="60" y="83"/>
                  </a:cxn>
                  <a:cxn ang="0">
                    <a:pos x="66" y="78"/>
                  </a:cxn>
                  <a:cxn ang="0">
                    <a:pos x="74" y="70"/>
                  </a:cxn>
                  <a:cxn ang="0">
                    <a:pos x="82" y="65"/>
                  </a:cxn>
                  <a:cxn ang="0">
                    <a:pos x="88" y="65"/>
                  </a:cxn>
                  <a:cxn ang="0">
                    <a:pos x="89" y="58"/>
                  </a:cxn>
                  <a:cxn ang="0">
                    <a:pos x="92" y="55"/>
                  </a:cxn>
                  <a:cxn ang="0">
                    <a:pos x="101" y="49"/>
                  </a:cxn>
                  <a:cxn ang="0">
                    <a:pos x="102" y="41"/>
                  </a:cxn>
                  <a:cxn ang="0">
                    <a:pos x="96" y="41"/>
                  </a:cxn>
                  <a:cxn ang="0">
                    <a:pos x="95" y="32"/>
                  </a:cxn>
                  <a:cxn ang="0">
                    <a:pos x="80" y="47"/>
                  </a:cxn>
                  <a:cxn ang="0">
                    <a:pos x="75" y="39"/>
                  </a:cxn>
                  <a:cxn ang="0">
                    <a:pos x="81" y="29"/>
                  </a:cxn>
                  <a:cxn ang="0">
                    <a:pos x="90" y="26"/>
                  </a:cxn>
                  <a:cxn ang="0">
                    <a:pos x="100" y="20"/>
                  </a:cxn>
                  <a:cxn ang="0">
                    <a:pos x="96" y="18"/>
                  </a:cxn>
                  <a:cxn ang="0">
                    <a:pos x="92" y="18"/>
                  </a:cxn>
                  <a:cxn ang="0">
                    <a:pos x="86" y="18"/>
                  </a:cxn>
                  <a:cxn ang="0">
                    <a:pos x="77" y="18"/>
                  </a:cxn>
                  <a:cxn ang="0">
                    <a:pos x="70" y="10"/>
                  </a:cxn>
                  <a:cxn ang="0">
                    <a:pos x="64" y="9"/>
                  </a:cxn>
                  <a:cxn ang="0">
                    <a:pos x="52" y="2"/>
                  </a:cxn>
                  <a:cxn ang="0">
                    <a:pos x="34" y="6"/>
                  </a:cxn>
                  <a:cxn ang="0">
                    <a:pos x="17" y="13"/>
                  </a:cxn>
                  <a:cxn ang="0">
                    <a:pos x="6" y="25"/>
                  </a:cxn>
                  <a:cxn ang="0">
                    <a:pos x="16" y="24"/>
                  </a:cxn>
                  <a:cxn ang="0">
                    <a:pos x="34" y="24"/>
                  </a:cxn>
                  <a:cxn ang="0">
                    <a:pos x="34" y="30"/>
                  </a:cxn>
                  <a:cxn ang="0">
                    <a:pos x="30" y="39"/>
                  </a:cxn>
                  <a:cxn ang="0">
                    <a:pos x="30" y="44"/>
                  </a:cxn>
                  <a:cxn ang="0">
                    <a:pos x="28" y="49"/>
                  </a:cxn>
                  <a:cxn ang="0">
                    <a:pos x="19" y="58"/>
                  </a:cxn>
                  <a:cxn ang="0">
                    <a:pos x="13" y="72"/>
                  </a:cxn>
                  <a:cxn ang="0">
                    <a:pos x="14" y="90"/>
                  </a:cxn>
                  <a:cxn ang="0">
                    <a:pos x="16" y="86"/>
                  </a:cxn>
                  <a:cxn ang="0">
                    <a:pos x="19" y="94"/>
                  </a:cxn>
                  <a:cxn ang="0">
                    <a:pos x="27" y="112"/>
                  </a:cxn>
                  <a:cxn ang="0">
                    <a:pos x="39" y="118"/>
                  </a:cxn>
                  <a:cxn ang="0">
                    <a:pos x="49" y="125"/>
                  </a:cxn>
                  <a:cxn ang="0">
                    <a:pos x="47" y="147"/>
                  </a:cxn>
                  <a:cxn ang="0">
                    <a:pos x="65" y="181"/>
                  </a:cxn>
                  <a:cxn ang="0">
                    <a:pos x="73" y="212"/>
                  </a:cxn>
                  <a:cxn ang="0">
                    <a:pos x="77" y="222"/>
                  </a:cxn>
                  <a:cxn ang="0">
                    <a:pos x="83" y="229"/>
                  </a:cxn>
                  <a:cxn ang="0">
                    <a:pos x="88" y="229"/>
                  </a:cxn>
                  <a:cxn ang="0">
                    <a:pos x="84" y="211"/>
                  </a:cxn>
                  <a:cxn ang="0">
                    <a:pos x="91" y="197"/>
                  </a:cxn>
                  <a:cxn ang="0">
                    <a:pos x="97" y="179"/>
                  </a:cxn>
                  <a:cxn ang="0">
                    <a:pos x="105" y="156"/>
                  </a:cxn>
                  <a:cxn ang="0">
                    <a:pos x="66" y="64"/>
                  </a:cxn>
                  <a:cxn ang="0">
                    <a:pos x="63" y="60"/>
                  </a:cxn>
                </a:cxnLst>
                <a:rect l="0" t="0" r="r" b="b"/>
                <a:pathLst>
                  <a:path w="105" h="234">
                    <a:moveTo>
                      <a:pt x="105" y="152"/>
                    </a:moveTo>
                    <a:cubicBezTo>
                      <a:pt x="105" y="152"/>
                      <a:pt x="105" y="152"/>
                      <a:pt x="105" y="152"/>
                    </a:cubicBezTo>
                    <a:cubicBezTo>
                      <a:pt x="105" y="152"/>
                      <a:pt x="105" y="152"/>
                      <a:pt x="105" y="152"/>
                    </a:cubicBezTo>
                    <a:cubicBezTo>
                      <a:pt x="105" y="152"/>
                      <a:pt x="105" y="152"/>
                      <a:pt x="105" y="152"/>
                    </a:cubicBezTo>
                    <a:cubicBezTo>
                      <a:pt x="105" y="151"/>
                      <a:pt x="105" y="151"/>
                      <a:pt x="105" y="151"/>
                    </a:cubicBezTo>
                    <a:cubicBezTo>
                      <a:pt x="105" y="151"/>
                      <a:pt x="105" y="151"/>
                      <a:pt x="105" y="151"/>
                    </a:cubicBezTo>
                    <a:cubicBezTo>
                      <a:pt x="105" y="151"/>
                      <a:pt x="105" y="151"/>
                      <a:pt x="105" y="151"/>
                    </a:cubicBezTo>
                    <a:cubicBezTo>
                      <a:pt x="105" y="151"/>
                      <a:pt x="105" y="151"/>
                      <a:pt x="105" y="151"/>
                    </a:cubicBezTo>
                    <a:cubicBezTo>
                      <a:pt x="105" y="151"/>
                      <a:pt x="105" y="150"/>
                      <a:pt x="105" y="150"/>
                    </a:cubicBezTo>
                    <a:cubicBezTo>
                      <a:pt x="105" y="150"/>
                      <a:pt x="105" y="150"/>
                      <a:pt x="105" y="150"/>
                    </a:cubicBezTo>
                    <a:cubicBezTo>
                      <a:pt x="105" y="150"/>
                      <a:pt x="105" y="150"/>
                      <a:pt x="105" y="150"/>
                    </a:cubicBezTo>
                    <a:cubicBezTo>
                      <a:pt x="105" y="150"/>
                      <a:pt x="105" y="150"/>
                      <a:pt x="104" y="150"/>
                    </a:cubicBezTo>
                    <a:cubicBezTo>
                      <a:pt x="104" y="150"/>
                      <a:pt x="104" y="149"/>
                      <a:pt x="104" y="149"/>
                    </a:cubicBezTo>
                    <a:cubicBezTo>
                      <a:pt x="104" y="149"/>
                      <a:pt x="104" y="149"/>
                      <a:pt x="104" y="149"/>
                    </a:cubicBezTo>
                    <a:cubicBezTo>
                      <a:pt x="104" y="149"/>
                      <a:pt x="104" y="149"/>
                      <a:pt x="104" y="149"/>
                    </a:cubicBezTo>
                    <a:cubicBezTo>
                      <a:pt x="104" y="149"/>
                      <a:pt x="104" y="149"/>
                      <a:pt x="104" y="149"/>
                    </a:cubicBezTo>
                    <a:cubicBezTo>
                      <a:pt x="104" y="149"/>
                      <a:pt x="104" y="149"/>
                      <a:pt x="104" y="149"/>
                    </a:cubicBezTo>
                    <a:cubicBezTo>
                      <a:pt x="104" y="149"/>
                      <a:pt x="104" y="149"/>
                      <a:pt x="104" y="149"/>
                    </a:cubicBezTo>
                    <a:cubicBezTo>
                      <a:pt x="104" y="149"/>
                      <a:pt x="104" y="149"/>
                      <a:pt x="104" y="149"/>
                    </a:cubicBezTo>
                    <a:cubicBezTo>
                      <a:pt x="104" y="149"/>
                      <a:pt x="104" y="149"/>
                      <a:pt x="104" y="149"/>
                    </a:cubicBezTo>
                    <a:cubicBezTo>
                      <a:pt x="103" y="149"/>
                      <a:pt x="103" y="149"/>
                      <a:pt x="103" y="149"/>
                    </a:cubicBezTo>
                    <a:cubicBezTo>
                      <a:pt x="103" y="149"/>
                      <a:pt x="103" y="149"/>
                      <a:pt x="103" y="149"/>
                    </a:cubicBezTo>
                    <a:cubicBezTo>
                      <a:pt x="103" y="149"/>
                      <a:pt x="103" y="149"/>
                      <a:pt x="103" y="149"/>
                    </a:cubicBezTo>
                    <a:cubicBezTo>
                      <a:pt x="103" y="149"/>
                      <a:pt x="103" y="149"/>
                      <a:pt x="103" y="149"/>
                    </a:cubicBezTo>
                    <a:cubicBezTo>
                      <a:pt x="103" y="149"/>
                      <a:pt x="103" y="149"/>
                      <a:pt x="103" y="149"/>
                    </a:cubicBezTo>
                    <a:cubicBezTo>
                      <a:pt x="103" y="149"/>
                      <a:pt x="103" y="149"/>
                      <a:pt x="103" y="149"/>
                    </a:cubicBezTo>
                    <a:cubicBezTo>
                      <a:pt x="103" y="149"/>
                      <a:pt x="103" y="149"/>
                      <a:pt x="103" y="149"/>
                    </a:cubicBezTo>
                    <a:cubicBezTo>
                      <a:pt x="103" y="149"/>
                      <a:pt x="102" y="149"/>
                      <a:pt x="102" y="149"/>
                    </a:cubicBezTo>
                    <a:cubicBezTo>
                      <a:pt x="102" y="149"/>
                      <a:pt x="102" y="149"/>
                      <a:pt x="102" y="149"/>
                    </a:cubicBezTo>
                    <a:cubicBezTo>
                      <a:pt x="102" y="149"/>
                      <a:pt x="102" y="149"/>
                      <a:pt x="102" y="148"/>
                    </a:cubicBezTo>
                    <a:cubicBezTo>
                      <a:pt x="102" y="148"/>
                      <a:pt x="102" y="148"/>
                      <a:pt x="102" y="148"/>
                    </a:cubicBezTo>
                    <a:cubicBezTo>
                      <a:pt x="102" y="148"/>
                      <a:pt x="101" y="148"/>
                      <a:pt x="101" y="148"/>
                    </a:cubicBezTo>
                    <a:cubicBezTo>
                      <a:pt x="101" y="148"/>
                      <a:pt x="101" y="148"/>
                      <a:pt x="101" y="148"/>
                    </a:cubicBezTo>
                    <a:cubicBezTo>
                      <a:pt x="101" y="148"/>
                      <a:pt x="101" y="148"/>
                      <a:pt x="101" y="148"/>
                    </a:cubicBezTo>
                    <a:cubicBezTo>
                      <a:pt x="101" y="148"/>
                      <a:pt x="101" y="148"/>
                      <a:pt x="101" y="148"/>
                    </a:cubicBezTo>
                    <a:cubicBezTo>
                      <a:pt x="101" y="147"/>
                      <a:pt x="101" y="147"/>
                      <a:pt x="101" y="147"/>
                    </a:cubicBezTo>
                    <a:cubicBezTo>
                      <a:pt x="101" y="147"/>
                      <a:pt x="101" y="147"/>
                      <a:pt x="101" y="147"/>
                    </a:cubicBezTo>
                    <a:cubicBezTo>
                      <a:pt x="101" y="147"/>
                      <a:pt x="101" y="147"/>
                      <a:pt x="101" y="147"/>
                    </a:cubicBezTo>
                    <a:cubicBezTo>
                      <a:pt x="100" y="147"/>
                      <a:pt x="100" y="147"/>
                      <a:pt x="100" y="147"/>
                    </a:cubicBezTo>
                    <a:cubicBezTo>
                      <a:pt x="100" y="147"/>
                      <a:pt x="100" y="147"/>
                      <a:pt x="100" y="147"/>
                    </a:cubicBezTo>
                    <a:cubicBezTo>
                      <a:pt x="100" y="147"/>
                      <a:pt x="100" y="147"/>
                      <a:pt x="100" y="147"/>
                    </a:cubicBezTo>
                    <a:cubicBezTo>
                      <a:pt x="100" y="147"/>
                      <a:pt x="100" y="147"/>
                      <a:pt x="100" y="147"/>
                    </a:cubicBezTo>
                    <a:cubicBezTo>
                      <a:pt x="100" y="147"/>
                      <a:pt x="100" y="147"/>
                      <a:pt x="100" y="147"/>
                    </a:cubicBezTo>
                    <a:cubicBezTo>
                      <a:pt x="100" y="147"/>
                      <a:pt x="100" y="146"/>
                      <a:pt x="99" y="146"/>
                    </a:cubicBezTo>
                    <a:cubicBezTo>
                      <a:pt x="99" y="146"/>
                      <a:pt x="99" y="146"/>
                      <a:pt x="99" y="146"/>
                    </a:cubicBezTo>
                    <a:cubicBezTo>
                      <a:pt x="99" y="146"/>
                      <a:pt x="99" y="146"/>
                      <a:pt x="99" y="146"/>
                    </a:cubicBezTo>
                    <a:cubicBezTo>
                      <a:pt x="99" y="146"/>
                      <a:pt x="99" y="146"/>
                      <a:pt x="99" y="146"/>
                    </a:cubicBezTo>
                    <a:cubicBezTo>
                      <a:pt x="99" y="146"/>
                      <a:pt x="99" y="146"/>
                      <a:pt x="99" y="146"/>
                    </a:cubicBezTo>
                    <a:cubicBezTo>
                      <a:pt x="99" y="146"/>
                      <a:pt x="99" y="146"/>
                      <a:pt x="99" y="146"/>
                    </a:cubicBezTo>
                    <a:cubicBezTo>
                      <a:pt x="99" y="146"/>
                      <a:pt x="98" y="146"/>
                      <a:pt x="98" y="146"/>
                    </a:cubicBezTo>
                    <a:cubicBezTo>
                      <a:pt x="98" y="146"/>
                      <a:pt x="98" y="146"/>
                      <a:pt x="98" y="146"/>
                    </a:cubicBezTo>
                    <a:cubicBezTo>
                      <a:pt x="98" y="145"/>
                      <a:pt x="98" y="145"/>
                      <a:pt x="98" y="145"/>
                    </a:cubicBezTo>
                    <a:cubicBezTo>
                      <a:pt x="98" y="145"/>
                      <a:pt x="98" y="145"/>
                      <a:pt x="98" y="146"/>
                    </a:cubicBezTo>
                    <a:cubicBezTo>
                      <a:pt x="98" y="146"/>
                      <a:pt x="98" y="146"/>
                      <a:pt x="98" y="146"/>
                    </a:cubicBezTo>
                    <a:cubicBezTo>
                      <a:pt x="98" y="146"/>
                      <a:pt x="98" y="146"/>
                      <a:pt x="98" y="146"/>
                    </a:cubicBezTo>
                    <a:cubicBezTo>
                      <a:pt x="98" y="146"/>
                      <a:pt x="98" y="146"/>
                      <a:pt x="98" y="146"/>
                    </a:cubicBezTo>
                    <a:cubicBezTo>
                      <a:pt x="98" y="146"/>
                      <a:pt x="98" y="146"/>
                      <a:pt x="98" y="146"/>
                    </a:cubicBezTo>
                    <a:cubicBezTo>
                      <a:pt x="98" y="145"/>
                      <a:pt x="98" y="145"/>
                      <a:pt x="98" y="145"/>
                    </a:cubicBezTo>
                    <a:cubicBezTo>
                      <a:pt x="98" y="145"/>
                      <a:pt x="98" y="145"/>
                      <a:pt x="98" y="145"/>
                    </a:cubicBezTo>
                    <a:cubicBezTo>
                      <a:pt x="98" y="145"/>
                      <a:pt x="98" y="145"/>
                      <a:pt x="98" y="146"/>
                    </a:cubicBezTo>
                    <a:cubicBezTo>
                      <a:pt x="98" y="146"/>
                      <a:pt x="98" y="146"/>
                      <a:pt x="97" y="146"/>
                    </a:cubicBezTo>
                    <a:cubicBezTo>
                      <a:pt x="97" y="146"/>
                      <a:pt x="97" y="146"/>
                      <a:pt x="97" y="146"/>
                    </a:cubicBezTo>
                    <a:cubicBezTo>
                      <a:pt x="97" y="146"/>
                      <a:pt x="97" y="146"/>
                      <a:pt x="97" y="146"/>
                    </a:cubicBezTo>
                    <a:cubicBezTo>
                      <a:pt x="97" y="146"/>
                      <a:pt x="97" y="146"/>
                      <a:pt x="97" y="146"/>
                    </a:cubicBezTo>
                    <a:cubicBezTo>
                      <a:pt x="97" y="146"/>
                      <a:pt x="97" y="146"/>
                      <a:pt x="97" y="146"/>
                    </a:cubicBezTo>
                    <a:cubicBezTo>
                      <a:pt x="97" y="146"/>
                      <a:pt x="97" y="146"/>
                      <a:pt x="97" y="146"/>
                    </a:cubicBezTo>
                    <a:cubicBezTo>
                      <a:pt x="97" y="146"/>
                      <a:pt x="97" y="146"/>
                      <a:pt x="97" y="146"/>
                    </a:cubicBezTo>
                    <a:cubicBezTo>
                      <a:pt x="97" y="146"/>
                      <a:pt x="96" y="146"/>
                      <a:pt x="96" y="146"/>
                    </a:cubicBezTo>
                    <a:cubicBezTo>
                      <a:pt x="96" y="146"/>
                      <a:pt x="96" y="146"/>
                      <a:pt x="96" y="145"/>
                    </a:cubicBezTo>
                    <a:cubicBezTo>
                      <a:pt x="96" y="145"/>
                      <a:pt x="96" y="145"/>
                      <a:pt x="96" y="145"/>
                    </a:cubicBezTo>
                    <a:cubicBezTo>
                      <a:pt x="96" y="145"/>
                      <a:pt x="96" y="145"/>
                      <a:pt x="96" y="145"/>
                    </a:cubicBezTo>
                    <a:cubicBezTo>
                      <a:pt x="96" y="145"/>
                      <a:pt x="96" y="145"/>
                      <a:pt x="96" y="146"/>
                    </a:cubicBezTo>
                    <a:cubicBezTo>
                      <a:pt x="96" y="146"/>
                      <a:pt x="96" y="146"/>
                      <a:pt x="96" y="146"/>
                    </a:cubicBezTo>
                    <a:cubicBezTo>
                      <a:pt x="96" y="146"/>
                      <a:pt x="96" y="146"/>
                      <a:pt x="96" y="146"/>
                    </a:cubicBezTo>
                    <a:cubicBezTo>
                      <a:pt x="96" y="146"/>
                      <a:pt x="96" y="146"/>
                      <a:pt x="96" y="146"/>
                    </a:cubicBezTo>
                    <a:cubicBezTo>
                      <a:pt x="96" y="146"/>
                      <a:pt x="96" y="146"/>
                      <a:pt x="96" y="146"/>
                    </a:cubicBezTo>
                    <a:cubicBezTo>
                      <a:pt x="96" y="146"/>
                      <a:pt x="96" y="146"/>
                      <a:pt x="96" y="146"/>
                    </a:cubicBezTo>
                    <a:cubicBezTo>
                      <a:pt x="96" y="146"/>
                      <a:pt x="95" y="146"/>
                      <a:pt x="95" y="146"/>
                    </a:cubicBezTo>
                    <a:cubicBezTo>
                      <a:pt x="95" y="146"/>
                      <a:pt x="95" y="146"/>
                      <a:pt x="95" y="146"/>
                    </a:cubicBezTo>
                    <a:cubicBezTo>
                      <a:pt x="95" y="146"/>
                      <a:pt x="95" y="146"/>
                      <a:pt x="95" y="146"/>
                    </a:cubicBezTo>
                    <a:cubicBezTo>
                      <a:pt x="95" y="146"/>
                      <a:pt x="95" y="146"/>
                      <a:pt x="95" y="145"/>
                    </a:cubicBezTo>
                    <a:cubicBezTo>
                      <a:pt x="95" y="145"/>
                      <a:pt x="95" y="145"/>
                      <a:pt x="95" y="145"/>
                    </a:cubicBezTo>
                    <a:cubicBezTo>
                      <a:pt x="95" y="145"/>
                      <a:pt x="95" y="145"/>
                      <a:pt x="95" y="145"/>
                    </a:cubicBezTo>
                    <a:cubicBezTo>
                      <a:pt x="95" y="145"/>
                      <a:pt x="95" y="145"/>
                      <a:pt x="95" y="145"/>
                    </a:cubicBezTo>
                    <a:cubicBezTo>
                      <a:pt x="95" y="145"/>
                      <a:pt x="95" y="145"/>
                      <a:pt x="95" y="145"/>
                    </a:cubicBezTo>
                    <a:cubicBezTo>
                      <a:pt x="95" y="145"/>
                      <a:pt x="95" y="145"/>
                      <a:pt x="95" y="145"/>
                    </a:cubicBezTo>
                    <a:cubicBezTo>
                      <a:pt x="95"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4" y="145"/>
                      <a:pt x="94" y="145"/>
                      <a:pt x="94"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2" y="145"/>
                      <a:pt x="92" y="145"/>
                      <a:pt x="92" y="145"/>
                    </a:cubicBezTo>
                    <a:cubicBezTo>
                      <a:pt x="92" y="146"/>
                      <a:pt x="92" y="146"/>
                      <a:pt x="92" y="146"/>
                    </a:cubicBezTo>
                    <a:cubicBezTo>
                      <a:pt x="92" y="146"/>
                      <a:pt x="92" y="146"/>
                      <a:pt x="92" y="146"/>
                    </a:cubicBezTo>
                    <a:cubicBezTo>
                      <a:pt x="92" y="146"/>
                      <a:pt x="92" y="146"/>
                      <a:pt x="92" y="146"/>
                    </a:cubicBezTo>
                    <a:cubicBezTo>
                      <a:pt x="92" y="146"/>
                      <a:pt x="92" y="146"/>
                      <a:pt x="92" y="146"/>
                    </a:cubicBezTo>
                    <a:cubicBezTo>
                      <a:pt x="92" y="146"/>
                      <a:pt x="92" y="146"/>
                      <a:pt x="92" y="146"/>
                    </a:cubicBezTo>
                    <a:cubicBezTo>
                      <a:pt x="92" y="146"/>
                      <a:pt x="92" y="146"/>
                      <a:pt x="92" y="146"/>
                    </a:cubicBezTo>
                    <a:cubicBezTo>
                      <a:pt x="92" y="146"/>
                      <a:pt x="92" y="146"/>
                      <a:pt x="92" y="146"/>
                    </a:cubicBezTo>
                    <a:cubicBezTo>
                      <a:pt x="92" y="146"/>
                      <a:pt x="92" y="145"/>
                      <a:pt x="92" y="145"/>
                    </a:cubicBezTo>
                    <a:cubicBezTo>
                      <a:pt x="92" y="145"/>
                      <a:pt x="92" y="145"/>
                      <a:pt x="93" y="145"/>
                    </a:cubicBezTo>
                    <a:cubicBezTo>
                      <a:pt x="93" y="145"/>
                      <a:pt x="93" y="145"/>
                      <a:pt x="93" y="145"/>
                    </a:cubicBezTo>
                    <a:cubicBezTo>
                      <a:pt x="93" y="145"/>
                      <a:pt x="93" y="145"/>
                      <a:pt x="93" y="145"/>
                    </a:cubicBezTo>
                    <a:cubicBezTo>
                      <a:pt x="93" y="145"/>
                      <a:pt x="93" y="145"/>
                      <a:pt x="93" y="145"/>
                    </a:cubicBezTo>
                    <a:cubicBezTo>
                      <a:pt x="93" y="145"/>
                      <a:pt x="93" y="145"/>
                      <a:pt x="93" y="145"/>
                    </a:cubicBezTo>
                    <a:cubicBezTo>
                      <a:pt x="92" y="145"/>
                      <a:pt x="92" y="145"/>
                      <a:pt x="92" y="145"/>
                    </a:cubicBezTo>
                    <a:cubicBezTo>
                      <a:pt x="92" y="145"/>
                      <a:pt x="92" y="145"/>
                      <a:pt x="92" y="145"/>
                    </a:cubicBezTo>
                    <a:cubicBezTo>
                      <a:pt x="92" y="145"/>
                      <a:pt x="92" y="145"/>
                      <a:pt x="92" y="145"/>
                    </a:cubicBezTo>
                    <a:cubicBezTo>
                      <a:pt x="92" y="145"/>
                      <a:pt x="92" y="145"/>
                      <a:pt x="92" y="145"/>
                    </a:cubicBezTo>
                    <a:cubicBezTo>
                      <a:pt x="92" y="145"/>
                      <a:pt x="92" y="144"/>
                      <a:pt x="93" y="144"/>
                    </a:cubicBezTo>
                    <a:cubicBezTo>
                      <a:pt x="93" y="144"/>
                      <a:pt x="93" y="144"/>
                      <a:pt x="93" y="144"/>
                    </a:cubicBezTo>
                    <a:cubicBezTo>
                      <a:pt x="93" y="144"/>
                      <a:pt x="92" y="144"/>
                      <a:pt x="92" y="144"/>
                    </a:cubicBezTo>
                    <a:cubicBezTo>
                      <a:pt x="92" y="144"/>
                      <a:pt x="92" y="144"/>
                      <a:pt x="92" y="144"/>
                    </a:cubicBezTo>
                    <a:cubicBezTo>
                      <a:pt x="92" y="144"/>
                      <a:pt x="92" y="144"/>
                      <a:pt x="92" y="144"/>
                    </a:cubicBezTo>
                    <a:cubicBezTo>
                      <a:pt x="92" y="144"/>
                      <a:pt x="92" y="144"/>
                      <a:pt x="92" y="143"/>
                    </a:cubicBezTo>
                    <a:cubicBezTo>
                      <a:pt x="92" y="143"/>
                      <a:pt x="92" y="143"/>
                      <a:pt x="92" y="143"/>
                    </a:cubicBezTo>
                    <a:cubicBezTo>
                      <a:pt x="92" y="143"/>
                      <a:pt x="92" y="143"/>
                      <a:pt x="92" y="143"/>
                    </a:cubicBezTo>
                    <a:cubicBezTo>
                      <a:pt x="92" y="143"/>
                      <a:pt x="92" y="143"/>
                      <a:pt x="92" y="143"/>
                    </a:cubicBezTo>
                    <a:cubicBezTo>
                      <a:pt x="92" y="143"/>
                      <a:pt x="92" y="143"/>
                      <a:pt x="92" y="143"/>
                    </a:cubicBezTo>
                    <a:cubicBezTo>
                      <a:pt x="92" y="143"/>
                      <a:pt x="92" y="143"/>
                      <a:pt x="92" y="143"/>
                    </a:cubicBezTo>
                    <a:cubicBezTo>
                      <a:pt x="92" y="143"/>
                      <a:pt x="92" y="143"/>
                      <a:pt x="92" y="143"/>
                    </a:cubicBezTo>
                    <a:cubicBezTo>
                      <a:pt x="92" y="143"/>
                      <a:pt x="92" y="143"/>
                      <a:pt x="92" y="143"/>
                    </a:cubicBezTo>
                    <a:cubicBezTo>
                      <a:pt x="92" y="143"/>
                      <a:pt x="92" y="143"/>
                      <a:pt x="92" y="143"/>
                    </a:cubicBezTo>
                    <a:cubicBezTo>
                      <a:pt x="92" y="144"/>
                      <a:pt x="92" y="144"/>
                      <a:pt x="92" y="144"/>
                    </a:cubicBezTo>
                    <a:cubicBezTo>
                      <a:pt x="92" y="144"/>
                      <a:pt x="92" y="144"/>
                      <a:pt x="92" y="144"/>
                    </a:cubicBezTo>
                    <a:cubicBezTo>
                      <a:pt x="92" y="144"/>
                      <a:pt x="91" y="144"/>
                      <a:pt x="91" y="144"/>
                    </a:cubicBezTo>
                    <a:cubicBezTo>
                      <a:pt x="91" y="144"/>
                      <a:pt x="91" y="144"/>
                      <a:pt x="91" y="144"/>
                    </a:cubicBezTo>
                    <a:cubicBezTo>
                      <a:pt x="91" y="144"/>
                      <a:pt x="91" y="144"/>
                      <a:pt x="91" y="144"/>
                    </a:cubicBezTo>
                    <a:cubicBezTo>
                      <a:pt x="91" y="143"/>
                      <a:pt x="92"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1" y="143"/>
                      <a:pt x="91" y="143"/>
                      <a:pt x="91" y="143"/>
                    </a:cubicBezTo>
                    <a:cubicBezTo>
                      <a:pt x="90" y="143"/>
                      <a:pt x="90" y="143"/>
                      <a:pt x="90" y="143"/>
                    </a:cubicBezTo>
                    <a:cubicBezTo>
                      <a:pt x="90" y="143"/>
                      <a:pt x="90" y="143"/>
                      <a:pt x="90" y="143"/>
                    </a:cubicBezTo>
                    <a:cubicBezTo>
                      <a:pt x="90" y="143"/>
                      <a:pt x="90" y="143"/>
                      <a:pt x="90" y="143"/>
                    </a:cubicBezTo>
                    <a:cubicBezTo>
                      <a:pt x="90" y="143"/>
                      <a:pt x="90" y="143"/>
                      <a:pt x="90" y="143"/>
                    </a:cubicBezTo>
                    <a:cubicBezTo>
                      <a:pt x="90" y="143"/>
                      <a:pt x="90" y="143"/>
                      <a:pt x="90" y="142"/>
                    </a:cubicBezTo>
                    <a:cubicBezTo>
                      <a:pt x="90" y="142"/>
                      <a:pt x="90" y="142"/>
                      <a:pt x="90" y="142"/>
                    </a:cubicBezTo>
                    <a:cubicBezTo>
                      <a:pt x="90" y="142"/>
                      <a:pt x="90" y="142"/>
                      <a:pt x="90" y="142"/>
                    </a:cubicBezTo>
                    <a:cubicBezTo>
                      <a:pt x="89" y="142"/>
                      <a:pt x="89" y="142"/>
                      <a:pt x="89" y="142"/>
                    </a:cubicBezTo>
                    <a:cubicBezTo>
                      <a:pt x="89" y="142"/>
                      <a:pt x="89" y="142"/>
                      <a:pt x="89" y="142"/>
                    </a:cubicBezTo>
                    <a:cubicBezTo>
                      <a:pt x="89" y="142"/>
                      <a:pt x="89" y="142"/>
                      <a:pt x="89" y="142"/>
                    </a:cubicBezTo>
                    <a:cubicBezTo>
                      <a:pt x="89" y="142"/>
                      <a:pt x="89" y="142"/>
                      <a:pt x="89" y="142"/>
                    </a:cubicBezTo>
                    <a:cubicBezTo>
                      <a:pt x="89" y="142"/>
                      <a:pt x="89" y="142"/>
                      <a:pt x="89" y="142"/>
                    </a:cubicBezTo>
                    <a:cubicBezTo>
                      <a:pt x="89" y="142"/>
                      <a:pt x="89" y="142"/>
                      <a:pt x="89" y="142"/>
                    </a:cubicBezTo>
                    <a:cubicBezTo>
                      <a:pt x="89" y="142"/>
                      <a:pt x="89" y="142"/>
                      <a:pt x="89" y="142"/>
                    </a:cubicBezTo>
                    <a:cubicBezTo>
                      <a:pt x="89" y="142"/>
                      <a:pt x="89" y="142"/>
                      <a:pt x="89" y="142"/>
                    </a:cubicBezTo>
                    <a:cubicBezTo>
                      <a:pt x="89" y="142"/>
                      <a:pt x="89" y="142"/>
                      <a:pt x="88" y="142"/>
                    </a:cubicBezTo>
                    <a:cubicBezTo>
                      <a:pt x="88" y="142"/>
                      <a:pt x="88" y="142"/>
                      <a:pt x="88" y="142"/>
                    </a:cubicBezTo>
                    <a:cubicBezTo>
                      <a:pt x="88" y="142"/>
                      <a:pt x="88" y="142"/>
                      <a:pt x="88" y="142"/>
                    </a:cubicBezTo>
                    <a:cubicBezTo>
                      <a:pt x="88" y="142"/>
                      <a:pt x="88" y="142"/>
                      <a:pt x="88" y="142"/>
                    </a:cubicBezTo>
                    <a:cubicBezTo>
                      <a:pt x="88" y="142"/>
                      <a:pt x="88" y="142"/>
                      <a:pt x="88" y="142"/>
                    </a:cubicBezTo>
                    <a:cubicBezTo>
                      <a:pt x="88" y="142"/>
                      <a:pt x="88" y="142"/>
                      <a:pt x="88" y="142"/>
                    </a:cubicBezTo>
                    <a:cubicBezTo>
                      <a:pt x="88" y="142"/>
                      <a:pt x="88" y="142"/>
                      <a:pt x="88" y="142"/>
                    </a:cubicBezTo>
                    <a:cubicBezTo>
                      <a:pt x="88" y="143"/>
                      <a:pt x="88" y="143"/>
                      <a:pt x="88" y="143"/>
                    </a:cubicBezTo>
                    <a:cubicBezTo>
                      <a:pt x="88" y="143"/>
                      <a:pt x="88" y="143"/>
                      <a:pt x="87" y="143"/>
                    </a:cubicBezTo>
                    <a:cubicBezTo>
                      <a:pt x="87" y="143"/>
                      <a:pt x="87" y="143"/>
                      <a:pt x="87" y="143"/>
                    </a:cubicBezTo>
                    <a:cubicBezTo>
                      <a:pt x="87" y="143"/>
                      <a:pt x="87" y="143"/>
                      <a:pt x="87" y="144"/>
                    </a:cubicBezTo>
                    <a:cubicBezTo>
                      <a:pt x="87" y="144"/>
                      <a:pt x="87" y="144"/>
                      <a:pt x="87" y="144"/>
                    </a:cubicBezTo>
                    <a:cubicBezTo>
                      <a:pt x="87" y="144"/>
                      <a:pt x="87" y="144"/>
                      <a:pt x="87" y="144"/>
                    </a:cubicBezTo>
                    <a:cubicBezTo>
                      <a:pt x="87" y="144"/>
                      <a:pt x="87" y="144"/>
                      <a:pt x="87" y="144"/>
                    </a:cubicBezTo>
                    <a:cubicBezTo>
                      <a:pt x="87" y="144"/>
                      <a:pt x="87" y="144"/>
                      <a:pt x="87" y="144"/>
                    </a:cubicBezTo>
                    <a:cubicBezTo>
                      <a:pt x="86" y="144"/>
                      <a:pt x="86" y="144"/>
                      <a:pt x="86" y="145"/>
                    </a:cubicBezTo>
                    <a:cubicBezTo>
                      <a:pt x="86" y="145"/>
                      <a:pt x="86" y="145"/>
                      <a:pt x="86" y="145"/>
                    </a:cubicBezTo>
                    <a:cubicBezTo>
                      <a:pt x="86" y="145"/>
                      <a:pt x="86" y="145"/>
                      <a:pt x="86" y="145"/>
                    </a:cubicBezTo>
                    <a:cubicBezTo>
                      <a:pt x="86" y="145"/>
                      <a:pt x="86" y="145"/>
                      <a:pt x="86" y="145"/>
                    </a:cubicBezTo>
                    <a:cubicBezTo>
                      <a:pt x="86" y="145"/>
                      <a:pt x="86" y="145"/>
                      <a:pt x="86" y="145"/>
                    </a:cubicBezTo>
                    <a:cubicBezTo>
                      <a:pt x="86" y="145"/>
                      <a:pt x="86" y="145"/>
                      <a:pt x="86" y="145"/>
                    </a:cubicBezTo>
                    <a:cubicBezTo>
                      <a:pt x="86" y="145"/>
                      <a:pt x="86" y="145"/>
                      <a:pt x="86" y="145"/>
                    </a:cubicBezTo>
                    <a:cubicBezTo>
                      <a:pt x="86" y="145"/>
                      <a:pt x="86" y="146"/>
                      <a:pt x="86" y="146"/>
                    </a:cubicBezTo>
                    <a:cubicBezTo>
                      <a:pt x="86" y="146"/>
                      <a:pt x="86" y="146"/>
                      <a:pt x="86" y="146"/>
                    </a:cubicBezTo>
                    <a:cubicBezTo>
                      <a:pt x="86" y="146"/>
                      <a:pt x="86" y="145"/>
                      <a:pt x="86" y="145"/>
                    </a:cubicBezTo>
                    <a:cubicBezTo>
                      <a:pt x="86" y="145"/>
                      <a:pt x="86" y="145"/>
                      <a:pt x="86" y="145"/>
                    </a:cubicBezTo>
                    <a:cubicBezTo>
                      <a:pt x="86" y="145"/>
                      <a:pt x="86" y="145"/>
                      <a:pt x="86" y="145"/>
                    </a:cubicBezTo>
                    <a:cubicBezTo>
                      <a:pt x="86" y="145"/>
                      <a:pt x="86" y="145"/>
                      <a:pt x="86" y="145"/>
                    </a:cubicBezTo>
                    <a:cubicBezTo>
                      <a:pt x="86" y="145"/>
                      <a:pt x="86" y="145"/>
                      <a:pt x="86" y="145"/>
                    </a:cubicBezTo>
                    <a:cubicBezTo>
                      <a:pt x="86" y="145"/>
                      <a:pt x="86" y="145"/>
                      <a:pt x="86" y="145"/>
                    </a:cubicBezTo>
                    <a:cubicBezTo>
                      <a:pt x="86" y="145"/>
                      <a:pt x="86" y="144"/>
                      <a:pt x="86" y="144"/>
                    </a:cubicBezTo>
                    <a:cubicBezTo>
                      <a:pt x="86" y="144"/>
                      <a:pt x="86" y="144"/>
                      <a:pt x="86" y="144"/>
                    </a:cubicBezTo>
                    <a:cubicBezTo>
                      <a:pt x="86" y="144"/>
                      <a:pt x="86" y="144"/>
                      <a:pt x="86" y="144"/>
                    </a:cubicBezTo>
                    <a:cubicBezTo>
                      <a:pt x="86" y="144"/>
                      <a:pt x="86" y="144"/>
                      <a:pt x="86" y="144"/>
                    </a:cubicBezTo>
                    <a:cubicBezTo>
                      <a:pt x="86" y="144"/>
                      <a:pt x="86" y="144"/>
                      <a:pt x="86" y="144"/>
                    </a:cubicBezTo>
                    <a:cubicBezTo>
                      <a:pt x="86" y="144"/>
                      <a:pt x="86" y="144"/>
                      <a:pt x="85" y="144"/>
                    </a:cubicBezTo>
                    <a:cubicBezTo>
                      <a:pt x="85" y="144"/>
                      <a:pt x="85" y="144"/>
                      <a:pt x="85" y="144"/>
                    </a:cubicBezTo>
                    <a:cubicBezTo>
                      <a:pt x="85" y="144"/>
                      <a:pt x="85" y="144"/>
                      <a:pt x="85" y="144"/>
                    </a:cubicBezTo>
                    <a:cubicBezTo>
                      <a:pt x="85" y="144"/>
                      <a:pt x="85" y="144"/>
                      <a:pt x="85" y="144"/>
                    </a:cubicBezTo>
                    <a:cubicBezTo>
                      <a:pt x="85" y="144"/>
                      <a:pt x="85" y="144"/>
                      <a:pt x="85" y="144"/>
                    </a:cubicBezTo>
                    <a:cubicBezTo>
                      <a:pt x="85" y="144"/>
                      <a:pt x="85" y="144"/>
                      <a:pt x="85" y="144"/>
                    </a:cubicBezTo>
                    <a:cubicBezTo>
                      <a:pt x="85" y="144"/>
                      <a:pt x="85" y="144"/>
                      <a:pt x="85" y="144"/>
                    </a:cubicBezTo>
                    <a:cubicBezTo>
                      <a:pt x="86" y="144"/>
                      <a:pt x="86" y="144"/>
                      <a:pt x="86" y="144"/>
                    </a:cubicBezTo>
                    <a:cubicBezTo>
                      <a:pt x="86" y="144"/>
                      <a:pt x="86" y="144"/>
                      <a:pt x="86" y="144"/>
                    </a:cubicBezTo>
                    <a:cubicBezTo>
                      <a:pt x="86" y="144"/>
                      <a:pt x="86" y="144"/>
                      <a:pt x="86" y="144"/>
                    </a:cubicBezTo>
                    <a:cubicBezTo>
                      <a:pt x="86" y="144"/>
                      <a:pt x="86" y="144"/>
                      <a:pt x="86" y="144"/>
                    </a:cubicBezTo>
                    <a:cubicBezTo>
                      <a:pt x="86" y="144"/>
                      <a:pt x="86" y="144"/>
                      <a:pt x="87" y="144"/>
                    </a:cubicBezTo>
                    <a:cubicBezTo>
                      <a:pt x="87" y="144"/>
                      <a:pt x="87" y="143"/>
                      <a:pt x="87" y="143"/>
                    </a:cubicBezTo>
                    <a:cubicBezTo>
                      <a:pt x="87" y="143"/>
                      <a:pt x="87" y="143"/>
                      <a:pt x="87" y="143"/>
                    </a:cubicBezTo>
                    <a:cubicBezTo>
                      <a:pt x="87" y="143"/>
                      <a:pt x="87" y="143"/>
                      <a:pt x="87" y="143"/>
                    </a:cubicBezTo>
                    <a:cubicBezTo>
                      <a:pt x="87" y="142"/>
                      <a:pt x="87" y="142"/>
                      <a:pt x="87" y="142"/>
                    </a:cubicBezTo>
                    <a:cubicBezTo>
                      <a:pt x="87" y="142"/>
                      <a:pt x="87" y="142"/>
                      <a:pt x="87" y="142"/>
                    </a:cubicBezTo>
                    <a:cubicBezTo>
                      <a:pt x="87" y="142"/>
                      <a:pt x="87" y="142"/>
                      <a:pt x="87" y="142"/>
                    </a:cubicBezTo>
                    <a:cubicBezTo>
                      <a:pt x="87" y="142"/>
                      <a:pt x="87" y="142"/>
                      <a:pt x="87" y="142"/>
                    </a:cubicBezTo>
                    <a:cubicBezTo>
                      <a:pt x="87" y="142"/>
                      <a:pt x="87" y="142"/>
                      <a:pt x="87" y="141"/>
                    </a:cubicBezTo>
                    <a:cubicBezTo>
                      <a:pt x="87" y="141"/>
                      <a:pt x="87" y="141"/>
                      <a:pt x="87" y="141"/>
                    </a:cubicBezTo>
                    <a:cubicBezTo>
                      <a:pt x="87" y="141"/>
                      <a:pt x="87" y="141"/>
                      <a:pt x="87" y="141"/>
                    </a:cubicBezTo>
                    <a:cubicBezTo>
                      <a:pt x="87" y="141"/>
                      <a:pt x="87" y="141"/>
                      <a:pt x="87" y="141"/>
                    </a:cubicBezTo>
                    <a:cubicBezTo>
                      <a:pt x="87" y="141"/>
                      <a:pt x="87" y="141"/>
                      <a:pt x="87" y="141"/>
                    </a:cubicBezTo>
                    <a:cubicBezTo>
                      <a:pt x="87" y="141"/>
                      <a:pt x="86" y="141"/>
                      <a:pt x="86" y="141"/>
                    </a:cubicBezTo>
                    <a:cubicBezTo>
                      <a:pt x="86" y="141"/>
                      <a:pt x="86" y="141"/>
                      <a:pt x="86" y="141"/>
                    </a:cubicBezTo>
                    <a:cubicBezTo>
                      <a:pt x="86" y="141"/>
                      <a:pt x="86" y="141"/>
                      <a:pt x="86" y="141"/>
                    </a:cubicBezTo>
                    <a:cubicBezTo>
                      <a:pt x="86" y="141"/>
                      <a:pt x="86" y="141"/>
                      <a:pt x="86" y="141"/>
                    </a:cubicBezTo>
                    <a:cubicBezTo>
                      <a:pt x="86" y="141"/>
                      <a:pt x="86" y="141"/>
                      <a:pt x="86" y="141"/>
                    </a:cubicBezTo>
                    <a:cubicBezTo>
                      <a:pt x="86" y="141"/>
                      <a:pt x="86" y="141"/>
                      <a:pt x="86" y="141"/>
                    </a:cubicBezTo>
                    <a:cubicBezTo>
                      <a:pt x="86" y="141"/>
                      <a:pt x="86" y="141"/>
                      <a:pt x="86" y="141"/>
                    </a:cubicBezTo>
                    <a:cubicBezTo>
                      <a:pt x="86" y="141"/>
                      <a:pt x="85" y="141"/>
                      <a:pt x="85" y="141"/>
                    </a:cubicBezTo>
                    <a:cubicBezTo>
                      <a:pt x="85" y="141"/>
                      <a:pt x="85" y="141"/>
                      <a:pt x="85" y="141"/>
                    </a:cubicBezTo>
                    <a:cubicBezTo>
                      <a:pt x="85" y="142"/>
                      <a:pt x="85" y="142"/>
                      <a:pt x="84" y="142"/>
                    </a:cubicBezTo>
                    <a:cubicBezTo>
                      <a:pt x="84" y="142"/>
                      <a:pt x="84" y="142"/>
                      <a:pt x="84" y="142"/>
                    </a:cubicBezTo>
                    <a:cubicBezTo>
                      <a:pt x="84" y="142"/>
                      <a:pt x="84" y="142"/>
                      <a:pt x="84" y="143"/>
                    </a:cubicBezTo>
                    <a:cubicBezTo>
                      <a:pt x="84" y="143"/>
                      <a:pt x="84" y="143"/>
                      <a:pt x="84" y="143"/>
                    </a:cubicBezTo>
                    <a:cubicBezTo>
                      <a:pt x="84" y="143"/>
                      <a:pt x="84" y="143"/>
                      <a:pt x="84" y="143"/>
                    </a:cubicBezTo>
                    <a:cubicBezTo>
                      <a:pt x="84" y="143"/>
                      <a:pt x="84" y="143"/>
                      <a:pt x="84" y="143"/>
                    </a:cubicBezTo>
                    <a:cubicBezTo>
                      <a:pt x="84" y="143"/>
                      <a:pt x="84" y="143"/>
                      <a:pt x="84" y="143"/>
                    </a:cubicBezTo>
                    <a:cubicBezTo>
                      <a:pt x="84" y="143"/>
                      <a:pt x="84" y="143"/>
                      <a:pt x="84" y="143"/>
                    </a:cubicBezTo>
                    <a:cubicBezTo>
                      <a:pt x="84" y="143"/>
                      <a:pt x="84" y="143"/>
                      <a:pt x="84" y="143"/>
                    </a:cubicBezTo>
                    <a:cubicBezTo>
                      <a:pt x="84" y="143"/>
                      <a:pt x="84" y="143"/>
                      <a:pt x="84" y="143"/>
                    </a:cubicBezTo>
                    <a:cubicBezTo>
                      <a:pt x="84" y="143"/>
                      <a:pt x="84" y="143"/>
                      <a:pt x="84" y="143"/>
                    </a:cubicBezTo>
                    <a:cubicBezTo>
                      <a:pt x="84" y="143"/>
                      <a:pt x="84" y="143"/>
                      <a:pt x="84" y="143"/>
                    </a:cubicBezTo>
                    <a:cubicBezTo>
                      <a:pt x="84" y="143"/>
                      <a:pt x="84" y="143"/>
                      <a:pt x="84" y="143"/>
                    </a:cubicBezTo>
                    <a:cubicBezTo>
                      <a:pt x="83" y="143"/>
                      <a:pt x="83" y="143"/>
                      <a:pt x="83" y="143"/>
                    </a:cubicBezTo>
                    <a:cubicBezTo>
                      <a:pt x="83" y="143"/>
                      <a:pt x="83" y="144"/>
                      <a:pt x="83" y="144"/>
                    </a:cubicBezTo>
                    <a:cubicBezTo>
                      <a:pt x="83" y="144"/>
                      <a:pt x="83" y="144"/>
                      <a:pt x="83" y="144"/>
                    </a:cubicBezTo>
                    <a:cubicBezTo>
                      <a:pt x="83" y="144"/>
                      <a:pt x="83" y="144"/>
                      <a:pt x="83" y="144"/>
                    </a:cubicBezTo>
                    <a:cubicBezTo>
                      <a:pt x="83" y="144"/>
                      <a:pt x="83" y="144"/>
                      <a:pt x="83" y="144"/>
                    </a:cubicBezTo>
                    <a:cubicBezTo>
                      <a:pt x="83" y="144"/>
                      <a:pt x="83" y="144"/>
                      <a:pt x="83" y="145"/>
                    </a:cubicBezTo>
                    <a:cubicBezTo>
                      <a:pt x="83" y="145"/>
                      <a:pt x="83" y="145"/>
                      <a:pt x="83" y="145"/>
                    </a:cubicBezTo>
                    <a:cubicBezTo>
                      <a:pt x="83" y="145"/>
                      <a:pt x="83" y="145"/>
                      <a:pt x="83" y="145"/>
                    </a:cubicBezTo>
                    <a:cubicBezTo>
                      <a:pt x="83" y="145"/>
                      <a:pt x="83" y="145"/>
                      <a:pt x="83" y="145"/>
                    </a:cubicBezTo>
                    <a:cubicBezTo>
                      <a:pt x="83" y="146"/>
                      <a:pt x="83" y="146"/>
                      <a:pt x="83" y="146"/>
                    </a:cubicBezTo>
                    <a:cubicBezTo>
                      <a:pt x="83" y="146"/>
                      <a:pt x="83" y="146"/>
                      <a:pt x="83" y="146"/>
                    </a:cubicBezTo>
                    <a:cubicBezTo>
                      <a:pt x="83" y="146"/>
                      <a:pt x="83" y="146"/>
                      <a:pt x="83" y="146"/>
                    </a:cubicBezTo>
                    <a:cubicBezTo>
                      <a:pt x="83" y="146"/>
                      <a:pt x="83" y="146"/>
                      <a:pt x="83" y="146"/>
                    </a:cubicBezTo>
                    <a:cubicBezTo>
                      <a:pt x="83" y="145"/>
                      <a:pt x="83" y="145"/>
                      <a:pt x="83" y="145"/>
                    </a:cubicBezTo>
                    <a:cubicBezTo>
                      <a:pt x="83" y="145"/>
                      <a:pt x="83" y="145"/>
                      <a:pt x="83" y="145"/>
                    </a:cubicBezTo>
                    <a:cubicBezTo>
                      <a:pt x="83" y="145"/>
                      <a:pt x="83" y="145"/>
                      <a:pt x="83" y="145"/>
                    </a:cubicBezTo>
                    <a:cubicBezTo>
                      <a:pt x="83" y="145"/>
                      <a:pt x="83" y="145"/>
                      <a:pt x="83" y="145"/>
                    </a:cubicBezTo>
                    <a:cubicBezTo>
                      <a:pt x="83" y="145"/>
                      <a:pt x="83" y="144"/>
                      <a:pt x="83" y="144"/>
                    </a:cubicBezTo>
                    <a:cubicBezTo>
                      <a:pt x="83" y="144"/>
                      <a:pt x="83" y="144"/>
                      <a:pt x="83" y="144"/>
                    </a:cubicBezTo>
                    <a:cubicBezTo>
                      <a:pt x="83" y="144"/>
                      <a:pt x="83" y="144"/>
                      <a:pt x="83" y="144"/>
                    </a:cubicBezTo>
                    <a:cubicBezTo>
                      <a:pt x="83" y="144"/>
                      <a:pt x="83" y="144"/>
                      <a:pt x="83" y="144"/>
                    </a:cubicBezTo>
                    <a:cubicBezTo>
                      <a:pt x="82" y="144"/>
                      <a:pt x="82" y="144"/>
                      <a:pt x="82" y="144"/>
                    </a:cubicBezTo>
                    <a:cubicBezTo>
                      <a:pt x="82" y="144"/>
                      <a:pt x="82" y="144"/>
                      <a:pt x="82" y="144"/>
                    </a:cubicBezTo>
                    <a:cubicBezTo>
                      <a:pt x="82" y="144"/>
                      <a:pt x="82" y="144"/>
                      <a:pt x="82" y="144"/>
                    </a:cubicBezTo>
                    <a:cubicBezTo>
                      <a:pt x="82" y="144"/>
                      <a:pt x="82" y="144"/>
                      <a:pt x="82" y="144"/>
                    </a:cubicBezTo>
                    <a:cubicBezTo>
                      <a:pt x="82" y="144"/>
                      <a:pt x="82" y="144"/>
                      <a:pt x="81" y="144"/>
                    </a:cubicBezTo>
                    <a:cubicBezTo>
                      <a:pt x="81" y="144"/>
                      <a:pt x="81" y="144"/>
                      <a:pt x="81" y="144"/>
                    </a:cubicBezTo>
                    <a:cubicBezTo>
                      <a:pt x="81" y="144"/>
                      <a:pt x="81" y="144"/>
                      <a:pt x="81" y="144"/>
                    </a:cubicBezTo>
                    <a:cubicBezTo>
                      <a:pt x="81" y="144"/>
                      <a:pt x="80" y="144"/>
                      <a:pt x="80" y="144"/>
                    </a:cubicBezTo>
                    <a:cubicBezTo>
                      <a:pt x="80" y="144"/>
                      <a:pt x="80" y="144"/>
                      <a:pt x="80" y="145"/>
                    </a:cubicBezTo>
                    <a:cubicBezTo>
                      <a:pt x="80" y="145"/>
                      <a:pt x="80" y="145"/>
                      <a:pt x="80" y="145"/>
                    </a:cubicBezTo>
                    <a:cubicBezTo>
                      <a:pt x="80" y="145"/>
                      <a:pt x="80" y="145"/>
                      <a:pt x="80"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6"/>
                      <a:pt x="79" y="146"/>
                      <a:pt x="79" y="146"/>
                    </a:cubicBezTo>
                    <a:cubicBezTo>
                      <a:pt x="79" y="146"/>
                      <a:pt x="79" y="146"/>
                      <a:pt x="79" y="146"/>
                    </a:cubicBezTo>
                    <a:cubicBezTo>
                      <a:pt x="79" y="146"/>
                      <a:pt x="79" y="145"/>
                      <a:pt x="79"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8" y="145"/>
                      <a:pt x="78" y="145"/>
                      <a:pt x="78"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5"/>
                      <a:pt x="79" y="145"/>
                      <a:pt x="79" y="145"/>
                    </a:cubicBezTo>
                    <a:cubicBezTo>
                      <a:pt x="79" y="144"/>
                      <a:pt x="79" y="144"/>
                      <a:pt x="78" y="144"/>
                    </a:cubicBezTo>
                    <a:cubicBezTo>
                      <a:pt x="78" y="144"/>
                      <a:pt x="78" y="144"/>
                      <a:pt x="78" y="144"/>
                    </a:cubicBezTo>
                    <a:cubicBezTo>
                      <a:pt x="78" y="144"/>
                      <a:pt x="78" y="144"/>
                      <a:pt x="78" y="144"/>
                    </a:cubicBezTo>
                    <a:cubicBezTo>
                      <a:pt x="78" y="144"/>
                      <a:pt x="78" y="144"/>
                      <a:pt x="78" y="144"/>
                    </a:cubicBezTo>
                    <a:cubicBezTo>
                      <a:pt x="78"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79" y="144"/>
                      <a:pt x="79" y="144"/>
                    </a:cubicBezTo>
                    <a:cubicBezTo>
                      <a:pt x="79" y="144"/>
                      <a:pt x="80" y="144"/>
                      <a:pt x="80" y="144"/>
                    </a:cubicBezTo>
                    <a:cubicBezTo>
                      <a:pt x="80" y="144"/>
                      <a:pt x="80" y="144"/>
                      <a:pt x="80" y="144"/>
                    </a:cubicBezTo>
                    <a:cubicBezTo>
                      <a:pt x="80" y="144"/>
                      <a:pt x="80" y="144"/>
                      <a:pt x="80" y="144"/>
                    </a:cubicBezTo>
                    <a:cubicBezTo>
                      <a:pt x="80" y="144"/>
                      <a:pt x="80" y="144"/>
                      <a:pt x="80" y="144"/>
                    </a:cubicBezTo>
                    <a:cubicBezTo>
                      <a:pt x="80" y="144"/>
                      <a:pt x="80" y="144"/>
                      <a:pt x="80" y="144"/>
                    </a:cubicBezTo>
                    <a:cubicBezTo>
                      <a:pt x="80" y="145"/>
                      <a:pt x="80" y="145"/>
                      <a:pt x="80" y="145"/>
                    </a:cubicBezTo>
                    <a:cubicBezTo>
                      <a:pt x="80" y="145"/>
                      <a:pt x="80" y="145"/>
                      <a:pt x="80" y="145"/>
                    </a:cubicBezTo>
                    <a:cubicBezTo>
                      <a:pt x="80" y="145"/>
                      <a:pt x="80" y="145"/>
                      <a:pt x="80" y="145"/>
                    </a:cubicBezTo>
                    <a:cubicBezTo>
                      <a:pt x="80" y="145"/>
                      <a:pt x="80" y="145"/>
                      <a:pt x="80" y="144"/>
                    </a:cubicBezTo>
                    <a:cubicBezTo>
                      <a:pt x="80" y="144"/>
                      <a:pt x="80" y="144"/>
                      <a:pt x="80" y="144"/>
                    </a:cubicBezTo>
                    <a:cubicBezTo>
                      <a:pt x="80" y="144"/>
                      <a:pt x="80" y="144"/>
                      <a:pt x="80" y="144"/>
                    </a:cubicBezTo>
                    <a:cubicBezTo>
                      <a:pt x="80" y="144"/>
                      <a:pt x="80" y="144"/>
                      <a:pt x="80" y="144"/>
                    </a:cubicBezTo>
                    <a:cubicBezTo>
                      <a:pt x="80" y="144"/>
                      <a:pt x="80" y="144"/>
                      <a:pt x="80" y="144"/>
                    </a:cubicBezTo>
                    <a:cubicBezTo>
                      <a:pt x="80" y="144"/>
                      <a:pt x="80" y="144"/>
                      <a:pt x="80" y="144"/>
                    </a:cubicBezTo>
                    <a:cubicBezTo>
                      <a:pt x="80" y="144"/>
                      <a:pt x="80" y="144"/>
                      <a:pt x="80" y="144"/>
                    </a:cubicBezTo>
                    <a:cubicBezTo>
                      <a:pt x="80" y="144"/>
                      <a:pt x="81" y="144"/>
                      <a:pt x="81" y="144"/>
                    </a:cubicBezTo>
                    <a:cubicBezTo>
                      <a:pt x="81" y="144"/>
                      <a:pt x="81" y="144"/>
                      <a:pt x="81" y="144"/>
                    </a:cubicBezTo>
                    <a:cubicBezTo>
                      <a:pt x="81" y="144"/>
                      <a:pt x="81" y="144"/>
                      <a:pt x="81" y="144"/>
                    </a:cubicBezTo>
                    <a:cubicBezTo>
                      <a:pt x="81" y="144"/>
                      <a:pt x="81" y="144"/>
                      <a:pt x="81" y="144"/>
                    </a:cubicBezTo>
                    <a:cubicBezTo>
                      <a:pt x="81" y="144"/>
                      <a:pt x="81" y="144"/>
                      <a:pt x="81" y="144"/>
                    </a:cubicBezTo>
                    <a:cubicBezTo>
                      <a:pt x="81" y="144"/>
                      <a:pt x="81" y="144"/>
                      <a:pt x="81" y="144"/>
                    </a:cubicBezTo>
                    <a:cubicBezTo>
                      <a:pt x="81" y="144"/>
                      <a:pt x="81" y="144"/>
                      <a:pt x="81" y="144"/>
                    </a:cubicBezTo>
                    <a:cubicBezTo>
                      <a:pt x="81" y="144"/>
                      <a:pt x="81" y="144"/>
                      <a:pt x="81" y="144"/>
                    </a:cubicBezTo>
                    <a:cubicBezTo>
                      <a:pt x="81" y="144"/>
                      <a:pt x="81" y="144"/>
                      <a:pt x="81" y="144"/>
                    </a:cubicBezTo>
                    <a:cubicBezTo>
                      <a:pt x="81" y="144"/>
                      <a:pt x="81" y="144"/>
                      <a:pt x="81" y="144"/>
                    </a:cubicBezTo>
                    <a:cubicBezTo>
                      <a:pt x="81" y="144"/>
                      <a:pt x="81" y="144"/>
                      <a:pt x="82" y="144"/>
                    </a:cubicBezTo>
                    <a:cubicBezTo>
                      <a:pt x="82" y="144"/>
                      <a:pt x="82" y="144"/>
                      <a:pt x="82" y="144"/>
                    </a:cubicBezTo>
                    <a:cubicBezTo>
                      <a:pt x="82" y="144"/>
                      <a:pt x="82" y="144"/>
                      <a:pt x="82" y="144"/>
                    </a:cubicBezTo>
                    <a:cubicBezTo>
                      <a:pt x="82" y="144"/>
                      <a:pt x="82" y="144"/>
                      <a:pt x="82" y="144"/>
                    </a:cubicBezTo>
                    <a:cubicBezTo>
                      <a:pt x="82" y="143"/>
                      <a:pt x="82" y="143"/>
                      <a:pt x="82" y="143"/>
                    </a:cubicBezTo>
                    <a:cubicBezTo>
                      <a:pt x="82" y="143"/>
                      <a:pt x="82" y="143"/>
                      <a:pt x="82" y="143"/>
                    </a:cubicBezTo>
                    <a:cubicBezTo>
                      <a:pt x="82" y="143"/>
                      <a:pt x="82" y="143"/>
                      <a:pt x="82" y="143"/>
                    </a:cubicBezTo>
                    <a:cubicBezTo>
                      <a:pt x="82" y="143"/>
                      <a:pt x="82" y="143"/>
                      <a:pt x="82" y="143"/>
                    </a:cubicBezTo>
                    <a:cubicBezTo>
                      <a:pt x="82" y="143"/>
                      <a:pt x="82" y="143"/>
                      <a:pt x="82" y="143"/>
                    </a:cubicBezTo>
                    <a:cubicBezTo>
                      <a:pt x="82" y="143"/>
                      <a:pt x="82" y="143"/>
                      <a:pt x="82" y="143"/>
                    </a:cubicBezTo>
                    <a:cubicBezTo>
                      <a:pt x="82" y="143"/>
                      <a:pt x="82" y="143"/>
                      <a:pt x="82" y="143"/>
                    </a:cubicBezTo>
                    <a:cubicBezTo>
                      <a:pt x="82" y="143"/>
                      <a:pt x="82" y="143"/>
                      <a:pt x="82" y="143"/>
                    </a:cubicBezTo>
                    <a:cubicBezTo>
                      <a:pt x="82" y="143"/>
                      <a:pt x="83" y="143"/>
                      <a:pt x="83" y="143"/>
                    </a:cubicBezTo>
                    <a:cubicBezTo>
                      <a:pt x="83" y="143"/>
                      <a:pt x="83" y="143"/>
                      <a:pt x="83" y="143"/>
                    </a:cubicBezTo>
                    <a:cubicBezTo>
                      <a:pt x="83" y="143"/>
                      <a:pt x="83" y="143"/>
                      <a:pt x="83" y="143"/>
                    </a:cubicBezTo>
                    <a:cubicBezTo>
                      <a:pt x="83" y="143"/>
                      <a:pt x="83" y="143"/>
                      <a:pt x="83" y="143"/>
                    </a:cubicBezTo>
                    <a:cubicBezTo>
                      <a:pt x="83" y="143"/>
                      <a:pt x="83" y="143"/>
                      <a:pt x="83" y="143"/>
                    </a:cubicBezTo>
                    <a:cubicBezTo>
                      <a:pt x="83" y="143"/>
                      <a:pt x="83" y="143"/>
                      <a:pt x="83" y="143"/>
                    </a:cubicBezTo>
                    <a:cubicBezTo>
                      <a:pt x="83" y="142"/>
                      <a:pt x="83" y="142"/>
                      <a:pt x="83" y="142"/>
                    </a:cubicBezTo>
                    <a:cubicBezTo>
                      <a:pt x="83" y="142"/>
                      <a:pt x="83" y="142"/>
                      <a:pt x="83" y="142"/>
                    </a:cubicBezTo>
                    <a:cubicBezTo>
                      <a:pt x="83" y="142"/>
                      <a:pt x="83" y="142"/>
                      <a:pt x="84" y="142"/>
                    </a:cubicBezTo>
                    <a:cubicBezTo>
                      <a:pt x="84" y="141"/>
                      <a:pt x="84" y="141"/>
                      <a:pt x="84" y="141"/>
                    </a:cubicBezTo>
                    <a:cubicBezTo>
                      <a:pt x="84" y="141"/>
                      <a:pt x="84" y="141"/>
                      <a:pt x="84" y="141"/>
                    </a:cubicBezTo>
                    <a:cubicBezTo>
                      <a:pt x="85" y="141"/>
                      <a:pt x="85" y="140"/>
                      <a:pt x="85" y="140"/>
                    </a:cubicBezTo>
                    <a:cubicBezTo>
                      <a:pt x="85" y="140"/>
                      <a:pt x="85" y="140"/>
                      <a:pt x="85" y="140"/>
                    </a:cubicBezTo>
                    <a:cubicBezTo>
                      <a:pt x="85" y="140"/>
                      <a:pt x="85" y="140"/>
                      <a:pt x="85" y="140"/>
                    </a:cubicBezTo>
                    <a:cubicBezTo>
                      <a:pt x="85" y="140"/>
                      <a:pt x="85" y="140"/>
                      <a:pt x="85" y="140"/>
                    </a:cubicBezTo>
                    <a:cubicBezTo>
                      <a:pt x="85" y="140"/>
                      <a:pt x="85" y="140"/>
                      <a:pt x="85" y="139"/>
                    </a:cubicBezTo>
                    <a:cubicBezTo>
                      <a:pt x="85" y="139"/>
                      <a:pt x="85" y="139"/>
                      <a:pt x="85" y="139"/>
                    </a:cubicBezTo>
                    <a:cubicBezTo>
                      <a:pt x="85" y="139"/>
                      <a:pt x="86" y="139"/>
                      <a:pt x="85" y="139"/>
                    </a:cubicBezTo>
                    <a:cubicBezTo>
                      <a:pt x="85" y="139"/>
                      <a:pt x="85" y="139"/>
                      <a:pt x="85" y="139"/>
                    </a:cubicBezTo>
                    <a:cubicBezTo>
                      <a:pt x="85" y="139"/>
                      <a:pt x="85" y="139"/>
                      <a:pt x="85" y="139"/>
                    </a:cubicBezTo>
                    <a:cubicBezTo>
                      <a:pt x="85" y="139"/>
                      <a:pt x="85" y="139"/>
                      <a:pt x="85" y="139"/>
                    </a:cubicBezTo>
                    <a:cubicBezTo>
                      <a:pt x="85" y="138"/>
                      <a:pt x="85" y="138"/>
                      <a:pt x="85" y="138"/>
                    </a:cubicBezTo>
                    <a:cubicBezTo>
                      <a:pt x="85" y="138"/>
                      <a:pt x="85" y="138"/>
                      <a:pt x="85" y="138"/>
                    </a:cubicBezTo>
                    <a:cubicBezTo>
                      <a:pt x="85" y="138"/>
                      <a:pt x="85" y="138"/>
                      <a:pt x="85" y="138"/>
                    </a:cubicBezTo>
                    <a:cubicBezTo>
                      <a:pt x="85" y="138"/>
                      <a:pt x="85" y="138"/>
                      <a:pt x="85" y="138"/>
                    </a:cubicBezTo>
                    <a:cubicBezTo>
                      <a:pt x="85" y="138"/>
                      <a:pt x="85" y="138"/>
                      <a:pt x="85" y="138"/>
                    </a:cubicBezTo>
                    <a:cubicBezTo>
                      <a:pt x="85" y="138"/>
                      <a:pt x="85" y="138"/>
                      <a:pt x="85" y="138"/>
                    </a:cubicBezTo>
                    <a:cubicBezTo>
                      <a:pt x="85" y="138"/>
                      <a:pt x="85" y="138"/>
                      <a:pt x="85" y="138"/>
                    </a:cubicBezTo>
                    <a:cubicBezTo>
                      <a:pt x="85" y="138"/>
                      <a:pt x="84" y="138"/>
                      <a:pt x="84" y="138"/>
                    </a:cubicBezTo>
                    <a:cubicBezTo>
                      <a:pt x="84" y="138"/>
                      <a:pt x="84" y="138"/>
                      <a:pt x="84" y="138"/>
                    </a:cubicBezTo>
                    <a:cubicBezTo>
                      <a:pt x="84" y="137"/>
                      <a:pt x="84" y="137"/>
                      <a:pt x="84" y="137"/>
                    </a:cubicBezTo>
                    <a:cubicBezTo>
                      <a:pt x="84" y="137"/>
                      <a:pt x="84" y="137"/>
                      <a:pt x="84" y="137"/>
                    </a:cubicBezTo>
                    <a:cubicBezTo>
                      <a:pt x="84" y="137"/>
                      <a:pt x="84" y="137"/>
                      <a:pt x="84" y="137"/>
                    </a:cubicBezTo>
                    <a:cubicBezTo>
                      <a:pt x="84" y="137"/>
                      <a:pt x="84" y="137"/>
                      <a:pt x="84" y="137"/>
                    </a:cubicBezTo>
                    <a:cubicBezTo>
                      <a:pt x="84" y="137"/>
                      <a:pt x="84" y="137"/>
                      <a:pt x="84" y="137"/>
                    </a:cubicBezTo>
                    <a:cubicBezTo>
                      <a:pt x="84" y="136"/>
                      <a:pt x="84" y="136"/>
                      <a:pt x="84" y="136"/>
                    </a:cubicBezTo>
                    <a:cubicBezTo>
                      <a:pt x="84" y="136"/>
                      <a:pt x="84" y="136"/>
                      <a:pt x="84" y="136"/>
                    </a:cubicBezTo>
                    <a:cubicBezTo>
                      <a:pt x="84" y="136"/>
                      <a:pt x="84" y="136"/>
                      <a:pt x="84" y="136"/>
                    </a:cubicBezTo>
                    <a:cubicBezTo>
                      <a:pt x="84" y="136"/>
                      <a:pt x="84" y="136"/>
                      <a:pt x="84" y="136"/>
                    </a:cubicBezTo>
                    <a:cubicBezTo>
                      <a:pt x="84" y="136"/>
                      <a:pt x="84" y="135"/>
                      <a:pt x="84" y="135"/>
                    </a:cubicBezTo>
                    <a:cubicBezTo>
                      <a:pt x="84" y="135"/>
                      <a:pt x="84" y="135"/>
                      <a:pt x="84" y="135"/>
                    </a:cubicBezTo>
                    <a:cubicBezTo>
                      <a:pt x="84" y="135"/>
                      <a:pt x="84" y="135"/>
                      <a:pt x="84" y="135"/>
                    </a:cubicBezTo>
                    <a:cubicBezTo>
                      <a:pt x="84" y="135"/>
                      <a:pt x="84" y="135"/>
                      <a:pt x="84" y="135"/>
                    </a:cubicBezTo>
                    <a:cubicBezTo>
                      <a:pt x="84" y="135"/>
                      <a:pt x="84" y="135"/>
                      <a:pt x="84" y="135"/>
                    </a:cubicBezTo>
                    <a:cubicBezTo>
                      <a:pt x="84" y="135"/>
                      <a:pt x="84" y="135"/>
                      <a:pt x="84" y="135"/>
                    </a:cubicBezTo>
                    <a:cubicBezTo>
                      <a:pt x="84" y="135"/>
                      <a:pt x="84" y="135"/>
                      <a:pt x="84" y="135"/>
                    </a:cubicBezTo>
                    <a:cubicBezTo>
                      <a:pt x="84" y="135"/>
                      <a:pt x="84" y="135"/>
                      <a:pt x="84" y="135"/>
                    </a:cubicBezTo>
                    <a:cubicBezTo>
                      <a:pt x="84" y="135"/>
                      <a:pt x="84" y="135"/>
                      <a:pt x="84" y="135"/>
                    </a:cubicBezTo>
                    <a:cubicBezTo>
                      <a:pt x="84" y="135"/>
                      <a:pt x="84" y="134"/>
                      <a:pt x="84" y="134"/>
                    </a:cubicBezTo>
                    <a:cubicBezTo>
                      <a:pt x="84" y="134"/>
                      <a:pt x="84" y="134"/>
                      <a:pt x="84" y="134"/>
                    </a:cubicBezTo>
                    <a:cubicBezTo>
                      <a:pt x="84" y="134"/>
                      <a:pt x="84" y="134"/>
                      <a:pt x="84" y="134"/>
                    </a:cubicBezTo>
                    <a:cubicBezTo>
                      <a:pt x="84" y="134"/>
                      <a:pt x="84" y="134"/>
                      <a:pt x="84" y="134"/>
                    </a:cubicBezTo>
                    <a:cubicBezTo>
                      <a:pt x="84" y="134"/>
                      <a:pt x="83" y="134"/>
                      <a:pt x="83" y="134"/>
                    </a:cubicBezTo>
                    <a:cubicBezTo>
                      <a:pt x="83" y="134"/>
                      <a:pt x="83" y="134"/>
                      <a:pt x="83" y="134"/>
                    </a:cubicBezTo>
                    <a:cubicBezTo>
                      <a:pt x="83" y="134"/>
                      <a:pt x="83" y="134"/>
                      <a:pt x="83" y="134"/>
                    </a:cubicBezTo>
                    <a:cubicBezTo>
                      <a:pt x="83" y="134"/>
                      <a:pt x="83" y="134"/>
                      <a:pt x="83" y="134"/>
                    </a:cubicBezTo>
                    <a:cubicBezTo>
                      <a:pt x="83" y="134"/>
                      <a:pt x="83" y="134"/>
                      <a:pt x="83" y="134"/>
                    </a:cubicBezTo>
                    <a:cubicBezTo>
                      <a:pt x="83" y="134"/>
                      <a:pt x="83" y="134"/>
                      <a:pt x="83" y="133"/>
                    </a:cubicBezTo>
                    <a:cubicBezTo>
                      <a:pt x="83" y="133"/>
                      <a:pt x="83" y="133"/>
                      <a:pt x="83" y="133"/>
                    </a:cubicBezTo>
                    <a:cubicBezTo>
                      <a:pt x="83" y="133"/>
                      <a:pt x="82" y="133"/>
                      <a:pt x="82" y="133"/>
                    </a:cubicBezTo>
                    <a:cubicBezTo>
                      <a:pt x="82" y="133"/>
                      <a:pt x="82" y="133"/>
                      <a:pt x="82" y="133"/>
                    </a:cubicBezTo>
                    <a:cubicBezTo>
                      <a:pt x="82" y="133"/>
                      <a:pt x="82" y="133"/>
                      <a:pt x="82" y="133"/>
                    </a:cubicBezTo>
                    <a:cubicBezTo>
                      <a:pt x="82" y="133"/>
                      <a:pt x="82" y="133"/>
                      <a:pt x="82" y="133"/>
                    </a:cubicBezTo>
                    <a:cubicBezTo>
                      <a:pt x="82" y="133"/>
                      <a:pt x="82" y="132"/>
                      <a:pt x="82" y="132"/>
                    </a:cubicBezTo>
                    <a:cubicBezTo>
                      <a:pt x="82" y="132"/>
                      <a:pt x="82" y="132"/>
                      <a:pt x="81" y="132"/>
                    </a:cubicBezTo>
                    <a:cubicBezTo>
                      <a:pt x="81" y="132"/>
                      <a:pt x="81" y="132"/>
                      <a:pt x="81" y="132"/>
                    </a:cubicBezTo>
                    <a:cubicBezTo>
                      <a:pt x="81" y="132"/>
                      <a:pt x="81" y="132"/>
                      <a:pt x="81" y="132"/>
                    </a:cubicBezTo>
                    <a:cubicBezTo>
                      <a:pt x="81" y="132"/>
                      <a:pt x="81" y="132"/>
                      <a:pt x="81" y="132"/>
                    </a:cubicBezTo>
                    <a:cubicBezTo>
                      <a:pt x="81" y="132"/>
                      <a:pt x="81" y="132"/>
                      <a:pt x="81" y="132"/>
                    </a:cubicBezTo>
                    <a:cubicBezTo>
                      <a:pt x="81" y="132"/>
                      <a:pt x="81" y="132"/>
                      <a:pt x="81" y="132"/>
                    </a:cubicBezTo>
                    <a:cubicBezTo>
                      <a:pt x="80" y="132"/>
                      <a:pt x="80" y="132"/>
                      <a:pt x="80" y="132"/>
                    </a:cubicBezTo>
                    <a:cubicBezTo>
                      <a:pt x="80" y="131"/>
                      <a:pt x="80" y="131"/>
                      <a:pt x="80" y="131"/>
                    </a:cubicBezTo>
                    <a:cubicBezTo>
                      <a:pt x="80" y="131"/>
                      <a:pt x="80" y="131"/>
                      <a:pt x="80" y="131"/>
                    </a:cubicBezTo>
                    <a:cubicBezTo>
                      <a:pt x="80" y="131"/>
                      <a:pt x="80" y="131"/>
                      <a:pt x="80" y="131"/>
                    </a:cubicBezTo>
                    <a:cubicBezTo>
                      <a:pt x="80" y="131"/>
                      <a:pt x="80" y="131"/>
                      <a:pt x="80" y="131"/>
                    </a:cubicBezTo>
                    <a:cubicBezTo>
                      <a:pt x="80" y="131"/>
                      <a:pt x="80" y="131"/>
                      <a:pt x="80" y="131"/>
                    </a:cubicBezTo>
                    <a:cubicBezTo>
                      <a:pt x="80" y="131"/>
                      <a:pt x="80" y="131"/>
                      <a:pt x="80" y="131"/>
                    </a:cubicBezTo>
                    <a:cubicBezTo>
                      <a:pt x="80" y="131"/>
                      <a:pt x="80" y="131"/>
                      <a:pt x="80" y="131"/>
                    </a:cubicBezTo>
                    <a:cubicBezTo>
                      <a:pt x="80" y="131"/>
                      <a:pt x="80" y="131"/>
                      <a:pt x="80" y="131"/>
                    </a:cubicBezTo>
                    <a:cubicBezTo>
                      <a:pt x="80" y="131"/>
                      <a:pt x="80" y="131"/>
                      <a:pt x="80"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8" y="131"/>
                      <a:pt x="78" y="131"/>
                      <a:pt x="78" y="131"/>
                    </a:cubicBezTo>
                    <a:cubicBezTo>
                      <a:pt x="78" y="131"/>
                      <a:pt x="78" y="131"/>
                      <a:pt x="78" y="131"/>
                    </a:cubicBezTo>
                    <a:cubicBezTo>
                      <a:pt x="78" y="131"/>
                      <a:pt x="78" y="131"/>
                      <a:pt x="78" y="131"/>
                    </a:cubicBezTo>
                    <a:cubicBezTo>
                      <a:pt x="78" y="131"/>
                      <a:pt x="78" y="131"/>
                      <a:pt x="78" y="131"/>
                    </a:cubicBezTo>
                    <a:cubicBezTo>
                      <a:pt x="78" y="131"/>
                      <a:pt x="78" y="131"/>
                      <a:pt x="77" y="131"/>
                    </a:cubicBezTo>
                    <a:cubicBezTo>
                      <a:pt x="77" y="131"/>
                      <a:pt x="77" y="131"/>
                      <a:pt x="77" y="131"/>
                    </a:cubicBezTo>
                    <a:cubicBezTo>
                      <a:pt x="77" y="131"/>
                      <a:pt x="77" y="131"/>
                      <a:pt x="77" y="131"/>
                    </a:cubicBezTo>
                    <a:cubicBezTo>
                      <a:pt x="77" y="131"/>
                      <a:pt x="77" y="131"/>
                      <a:pt x="77" y="131"/>
                    </a:cubicBezTo>
                    <a:cubicBezTo>
                      <a:pt x="77" y="131"/>
                      <a:pt x="77" y="131"/>
                      <a:pt x="77" y="131"/>
                    </a:cubicBezTo>
                    <a:cubicBezTo>
                      <a:pt x="77" y="131"/>
                      <a:pt x="77" y="131"/>
                      <a:pt x="77" y="131"/>
                    </a:cubicBezTo>
                    <a:cubicBezTo>
                      <a:pt x="77" y="131"/>
                      <a:pt x="77" y="131"/>
                      <a:pt x="77" y="131"/>
                    </a:cubicBezTo>
                    <a:cubicBezTo>
                      <a:pt x="77" y="131"/>
                      <a:pt x="77" y="131"/>
                      <a:pt x="77" y="131"/>
                    </a:cubicBezTo>
                    <a:cubicBezTo>
                      <a:pt x="77" y="131"/>
                      <a:pt x="77" y="131"/>
                      <a:pt x="77" y="131"/>
                    </a:cubicBezTo>
                    <a:cubicBezTo>
                      <a:pt x="77" y="131"/>
                      <a:pt x="77" y="131"/>
                      <a:pt x="76" y="131"/>
                    </a:cubicBezTo>
                    <a:cubicBezTo>
                      <a:pt x="76" y="131"/>
                      <a:pt x="76" y="131"/>
                      <a:pt x="76" y="131"/>
                    </a:cubicBezTo>
                    <a:cubicBezTo>
                      <a:pt x="76" y="131"/>
                      <a:pt x="76" y="131"/>
                      <a:pt x="76" y="131"/>
                    </a:cubicBezTo>
                    <a:cubicBezTo>
                      <a:pt x="76" y="131"/>
                      <a:pt x="76" y="131"/>
                      <a:pt x="76" y="131"/>
                    </a:cubicBezTo>
                    <a:cubicBezTo>
                      <a:pt x="76" y="131"/>
                      <a:pt x="76" y="131"/>
                      <a:pt x="76" y="131"/>
                    </a:cubicBezTo>
                    <a:cubicBezTo>
                      <a:pt x="76" y="131"/>
                      <a:pt x="76" y="131"/>
                      <a:pt x="76" y="131"/>
                    </a:cubicBezTo>
                    <a:cubicBezTo>
                      <a:pt x="76" y="131"/>
                      <a:pt x="76" y="131"/>
                      <a:pt x="76" y="131"/>
                    </a:cubicBezTo>
                    <a:cubicBezTo>
                      <a:pt x="76" y="131"/>
                      <a:pt x="76" y="130"/>
                      <a:pt x="76" y="130"/>
                    </a:cubicBezTo>
                    <a:cubicBezTo>
                      <a:pt x="76" y="130"/>
                      <a:pt x="76" y="130"/>
                      <a:pt x="76" y="130"/>
                    </a:cubicBezTo>
                    <a:cubicBezTo>
                      <a:pt x="76" y="130"/>
                      <a:pt x="76" y="130"/>
                      <a:pt x="76" y="130"/>
                    </a:cubicBezTo>
                    <a:cubicBezTo>
                      <a:pt x="76" y="130"/>
                      <a:pt x="76" y="130"/>
                      <a:pt x="75" y="130"/>
                    </a:cubicBezTo>
                    <a:cubicBezTo>
                      <a:pt x="75" y="130"/>
                      <a:pt x="75" y="130"/>
                      <a:pt x="75" y="130"/>
                    </a:cubicBezTo>
                    <a:cubicBezTo>
                      <a:pt x="75" y="130"/>
                      <a:pt x="75" y="130"/>
                      <a:pt x="75" y="130"/>
                    </a:cubicBezTo>
                    <a:cubicBezTo>
                      <a:pt x="75" y="130"/>
                      <a:pt x="75" y="130"/>
                      <a:pt x="75" y="130"/>
                    </a:cubicBezTo>
                    <a:cubicBezTo>
                      <a:pt x="75" y="130"/>
                      <a:pt x="75" y="130"/>
                      <a:pt x="75" y="130"/>
                    </a:cubicBezTo>
                    <a:cubicBezTo>
                      <a:pt x="75" y="130"/>
                      <a:pt x="75" y="130"/>
                      <a:pt x="75" y="130"/>
                    </a:cubicBezTo>
                    <a:cubicBezTo>
                      <a:pt x="75" y="130"/>
                      <a:pt x="75" y="130"/>
                      <a:pt x="75" y="130"/>
                    </a:cubicBezTo>
                    <a:cubicBezTo>
                      <a:pt x="75" y="130"/>
                      <a:pt x="75" y="130"/>
                      <a:pt x="75" y="130"/>
                    </a:cubicBezTo>
                    <a:cubicBezTo>
                      <a:pt x="75" y="130"/>
                      <a:pt x="75" y="130"/>
                      <a:pt x="75" y="130"/>
                    </a:cubicBezTo>
                    <a:cubicBezTo>
                      <a:pt x="75" y="130"/>
                      <a:pt x="75" y="130"/>
                      <a:pt x="75" y="130"/>
                    </a:cubicBezTo>
                    <a:cubicBezTo>
                      <a:pt x="75" y="130"/>
                      <a:pt x="75" y="130"/>
                      <a:pt x="75" y="130"/>
                    </a:cubicBezTo>
                    <a:cubicBezTo>
                      <a:pt x="75" y="130"/>
                      <a:pt x="75" y="130"/>
                      <a:pt x="75" y="129"/>
                    </a:cubicBezTo>
                    <a:cubicBezTo>
                      <a:pt x="75" y="129"/>
                      <a:pt x="75" y="129"/>
                      <a:pt x="75" y="129"/>
                    </a:cubicBezTo>
                    <a:cubicBezTo>
                      <a:pt x="75" y="129"/>
                      <a:pt x="75" y="129"/>
                      <a:pt x="75" y="129"/>
                    </a:cubicBezTo>
                    <a:cubicBezTo>
                      <a:pt x="75" y="129"/>
                      <a:pt x="75" y="129"/>
                      <a:pt x="75" y="129"/>
                    </a:cubicBezTo>
                    <a:cubicBezTo>
                      <a:pt x="75" y="129"/>
                      <a:pt x="75" y="129"/>
                      <a:pt x="75" y="128"/>
                    </a:cubicBezTo>
                    <a:cubicBezTo>
                      <a:pt x="75" y="128"/>
                      <a:pt x="75" y="128"/>
                      <a:pt x="75" y="128"/>
                    </a:cubicBezTo>
                    <a:cubicBezTo>
                      <a:pt x="75" y="128"/>
                      <a:pt x="75" y="128"/>
                      <a:pt x="75" y="128"/>
                    </a:cubicBezTo>
                    <a:cubicBezTo>
                      <a:pt x="75" y="128"/>
                      <a:pt x="75" y="128"/>
                      <a:pt x="75" y="128"/>
                    </a:cubicBezTo>
                    <a:cubicBezTo>
                      <a:pt x="74" y="128"/>
                      <a:pt x="74" y="128"/>
                      <a:pt x="74" y="128"/>
                    </a:cubicBezTo>
                    <a:cubicBezTo>
                      <a:pt x="74" y="128"/>
                      <a:pt x="74" y="128"/>
                      <a:pt x="74" y="128"/>
                    </a:cubicBezTo>
                    <a:cubicBezTo>
                      <a:pt x="74" y="127"/>
                      <a:pt x="74" y="127"/>
                      <a:pt x="74" y="127"/>
                    </a:cubicBezTo>
                    <a:cubicBezTo>
                      <a:pt x="74" y="127"/>
                      <a:pt x="74" y="127"/>
                      <a:pt x="74" y="127"/>
                    </a:cubicBezTo>
                    <a:cubicBezTo>
                      <a:pt x="74" y="127"/>
                      <a:pt x="74" y="127"/>
                      <a:pt x="74" y="127"/>
                    </a:cubicBezTo>
                    <a:cubicBezTo>
                      <a:pt x="74" y="127"/>
                      <a:pt x="74" y="127"/>
                      <a:pt x="74" y="127"/>
                    </a:cubicBezTo>
                    <a:cubicBezTo>
                      <a:pt x="74" y="127"/>
                      <a:pt x="74" y="127"/>
                      <a:pt x="74" y="127"/>
                    </a:cubicBezTo>
                    <a:cubicBezTo>
                      <a:pt x="74" y="127"/>
                      <a:pt x="74" y="127"/>
                      <a:pt x="74" y="127"/>
                    </a:cubicBezTo>
                    <a:cubicBezTo>
                      <a:pt x="74" y="127"/>
                      <a:pt x="74" y="127"/>
                      <a:pt x="74" y="127"/>
                    </a:cubicBezTo>
                    <a:cubicBezTo>
                      <a:pt x="74" y="127"/>
                      <a:pt x="74" y="127"/>
                      <a:pt x="74" y="127"/>
                    </a:cubicBezTo>
                    <a:cubicBezTo>
                      <a:pt x="74" y="127"/>
                      <a:pt x="74" y="127"/>
                      <a:pt x="74" y="127"/>
                    </a:cubicBezTo>
                    <a:cubicBezTo>
                      <a:pt x="74" y="127"/>
                      <a:pt x="73" y="127"/>
                      <a:pt x="73" y="127"/>
                    </a:cubicBezTo>
                    <a:cubicBezTo>
                      <a:pt x="73" y="127"/>
                      <a:pt x="73" y="127"/>
                      <a:pt x="73" y="127"/>
                    </a:cubicBezTo>
                    <a:cubicBezTo>
                      <a:pt x="73" y="127"/>
                      <a:pt x="73" y="127"/>
                      <a:pt x="73" y="127"/>
                    </a:cubicBezTo>
                    <a:cubicBezTo>
                      <a:pt x="73" y="127"/>
                      <a:pt x="73" y="126"/>
                      <a:pt x="73" y="126"/>
                    </a:cubicBezTo>
                    <a:cubicBezTo>
                      <a:pt x="73" y="126"/>
                      <a:pt x="73" y="126"/>
                      <a:pt x="73" y="126"/>
                    </a:cubicBezTo>
                    <a:cubicBezTo>
                      <a:pt x="73" y="126"/>
                      <a:pt x="73" y="127"/>
                      <a:pt x="73" y="127"/>
                    </a:cubicBezTo>
                    <a:cubicBezTo>
                      <a:pt x="73" y="127"/>
                      <a:pt x="73" y="127"/>
                      <a:pt x="72" y="127"/>
                    </a:cubicBezTo>
                    <a:cubicBezTo>
                      <a:pt x="72" y="127"/>
                      <a:pt x="72" y="127"/>
                      <a:pt x="72" y="127"/>
                    </a:cubicBezTo>
                    <a:cubicBezTo>
                      <a:pt x="72" y="127"/>
                      <a:pt x="72" y="127"/>
                      <a:pt x="72" y="127"/>
                    </a:cubicBezTo>
                    <a:cubicBezTo>
                      <a:pt x="72" y="127"/>
                      <a:pt x="72" y="127"/>
                      <a:pt x="72" y="127"/>
                    </a:cubicBezTo>
                    <a:cubicBezTo>
                      <a:pt x="72" y="127"/>
                      <a:pt x="72" y="127"/>
                      <a:pt x="72" y="127"/>
                    </a:cubicBezTo>
                    <a:cubicBezTo>
                      <a:pt x="72" y="127"/>
                      <a:pt x="72" y="126"/>
                      <a:pt x="72" y="126"/>
                    </a:cubicBezTo>
                    <a:cubicBezTo>
                      <a:pt x="72" y="126"/>
                      <a:pt x="72" y="126"/>
                      <a:pt x="72" y="126"/>
                    </a:cubicBezTo>
                    <a:cubicBezTo>
                      <a:pt x="72" y="126"/>
                      <a:pt x="72" y="126"/>
                      <a:pt x="72" y="126"/>
                    </a:cubicBezTo>
                    <a:cubicBezTo>
                      <a:pt x="72" y="126"/>
                      <a:pt x="72" y="126"/>
                      <a:pt x="72" y="126"/>
                    </a:cubicBezTo>
                    <a:cubicBezTo>
                      <a:pt x="72" y="126"/>
                      <a:pt x="72" y="126"/>
                      <a:pt x="72" y="126"/>
                    </a:cubicBezTo>
                    <a:cubicBezTo>
                      <a:pt x="72" y="126"/>
                      <a:pt x="72" y="126"/>
                      <a:pt x="72" y="126"/>
                    </a:cubicBezTo>
                    <a:cubicBezTo>
                      <a:pt x="72" y="126"/>
                      <a:pt x="72" y="126"/>
                      <a:pt x="72" y="126"/>
                    </a:cubicBezTo>
                    <a:cubicBezTo>
                      <a:pt x="72" y="125"/>
                      <a:pt x="72" y="125"/>
                      <a:pt x="72" y="125"/>
                    </a:cubicBezTo>
                    <a:cubicBezTo>
                      <a:pt x="72" y="125"/>
                      <a:pt x="72" y="125"/>
                      <a:pt x="72" y="125"/>
                    </a:cubicBezTo>
                    <a:cubicBezTo>
                      <a:pt x="72" y="125"/>
                      <a:pt x="72" y="125"/>
                      <a:pt x="72" y="125"/>
                    </a:cubicBezTo>
                    <a:cubicBezTo>
                      <a:pt x="72" y="125"/>
                      <a:pt x="72" y="125"/>
                      <a:pt x="72" y="125"/>
                    </a:cubicBezTo>
                    <a:cubicBezTo>
                      <a:pt x="72" y="125"/>
                      <a:pt x="72" y="125"/>
                      <a:pt x="72" y="125"/>
                    </a:cubicBezTo>
                    <a:cubicBezTo>
                      <a:pt x="72" y="125"/>
                      <a:pt x="72" y="125"/>
                      <a:pt x="71" y="125"/>
                    </a:cubicBezTo>
                    <a:cubicBezTo>
                      <a:pt x="71" y="125"/>
                      <a:pt x="71" y="125"/>
                      <a:pt x="71" y="125"/>
                    </a:cubicBezTo>
                    <a:cubicBezTo>
                      <a:pt x="71" y="124"/>
                      <a:pt x="71" y="124"/>
                      <a:pt x="71" y="124"/>
                    </a:cubicBezTo>
                    <a:cubicBezTo>
                      <a:pt x="71" y="124"/>
                      <a:pt x="71" y="124"/>
                      <a:pt x="71" y="124"/>
                    </a:cubicBezTo>
                    <a:cubicBezTo>
                      <a:pt x="71" y="124"/>
                      <a:pt x="71" y="124"/>
                      <a:pt x="71" y="124"/>
                    </a:cubicBezTo>
                    <a:cubicBezTo>
                      <a:pt x="71" y="124"/>
                      <a:pt x="71" y="124"/>
                      <a:pt x="71" y="124"/>
                    </a:cubicBezTo>
                    <a:cubicBezTo>
                      <a:pt x="71" y="124"/>
                      <a:pt x="71" y="124"/>
                      <a:pt x="71" y="124"/>
                    </a:cubicBezTo>
                    <a:cubicBezTo>
                      <a:pt x="71" y="124"/>
                      <a:pt x="71" y="124"/>
                      <a:pt x="71" y="124"/>
                    </a:cubicBezTo>
                    <a:cubicBezTo>
                      <a:pt x="71" y="124"/>
                      <a:pt x="71" y="124"/>
                      <a:pt x="71" y="124"/>
                    </a:cubicBezTo>
                    <a:cubicBezTo>
                      <a:pt x="71" y="124"/>
                      <a:pt x="71" y="124"/>
                      <a:pt x="71" y="124"/>
                    </a:cubicBezTo>
                    <a:cubicBezTo>
                      <a:pt x="71" y="124"/>
                      <a:pt x="71"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4"/>
                    </a:cubicBezTo>
                    <a:cubicBezTo>
                      <a:pt x="70" y="124"/>
                      <a:pt x="70" y="124"/>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1" y="123"/>
                      <a:pt x="71" y="123"/>
                      <a:pt x="71"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70" y="123"/>
                    </a:cubicBezTo>
                    <a:cubicBezTo>
                      <a:pt x="70" y="123"/>
                      <a:pt x="70" y="123"/>
                      <a:pt x="69" y="123"/>
                    </a:cubicBezTo>
                    <a:cubicBezTo>
                      <a:pt x="69" y="123"/>
                      <a:pt x="69" y="123"/>
                      <a:pt x="69" y="123"/>
                    </a:cubicBezTo>
                    <a:cubicBezTo>
                      <a:pt x="69" y="123"/>
                      <a:pt x="69" y="123"/>
                      <a:pt x="69" y="123"/>
                    </a:cubicBezTo>
                    <a:cubicBezTo>
                      <a:pt x="69" y="123"/>
                      <a:pt x="69" y="123"/>
                      <a:pt x="69" y="123"/>
                    </a:cubicBezTo>
                    <a:cubicBezTo>
                      <a:pt x="69" y="123"/>
                      <a:pt x="69" y="123"/>
                      <a:pt x="69" y="123"/>
                    </a:cubicBezTo>
                    <a:cubicBezTo>
                      <a:pt x="69" y="123"/>
                      <a:pt x="69" y="123"/>
                      <a:pt x="69" y="123"/>
                    </a:cubicBezTo>
                    <a:cubicBezTo>
                      <a:pt x="69" y="123"/>
                      <a:pt x="69" y="123"/>
                      <a:pt x="69" y="123"/>
                    </a:cubicBezTo>
                    <a:cubicBezTo>
                      <a:pt x="69" y="123"/>
                      <a:pt x="69" y="123"/>
                      <a:pt x="69" y="123"/>
                    </a:cubicBezTo>
                    <a:cubicBezTo>
                      <a:pt x="69" y="123"/>
                      <a:pt x="69" y="123"/>
                      <a:pt x="69" y="123"/>
                    </a:cubicBezTo>
                    <a:cubicBezTo>
                      <a:pt x="69" y="123"/>
                      <a:pt x="69" y="123"/>
                      <a:pt x="69" y="123"/>
                    </a:cubicBezTo>
                    <a:cubicBezTo>
                      <a:pt x="69" y="123"/>
                      <a:pt x="69" y="123"/>
                      <a:pt x="69" y="123"/>
                    </a:cubicBezTo>
                    <a:cubicBezTo>
                      <a:pt x="69" y="123"/>
                      <a:pt x="69" y="123"/>
                      <a:pt x="68" y="123"/>
                    </a:cubicBezTo>
                    <a:cubicBezTo>
                      <a:pt x="68" y="123"/>
                      <a:pt x="68" y="123"/>
                      <a:pt x="68" y="123"/>
                    </a:cubicBezTo>
                    <a:cubicBezTo>
                      <a:pt x="68" y="123"/>
                      <a:pt x="68" y="123"/>
                      <a:pt x="68" y="123"/>
                    </a:cubicBezTo>
                    <a:cubicBezTo>
                      <a:pt x="68" y="123"/>
                      <a:pt x="68" y="123"/>
                      <a:pt x="68" y="123"/>
                    </a:cubicBezTo>
                    <a:cubicBezTo>
                      <a:pt x="68" y="123"/>
                      <a:pt x="68" y="123"/>
                      <a:pt x="68" y="123"/>
                    </a:cubicBezTo>
                    <a:cubicBezTo>
                      <a:pt x="68" y="123"/>
                      <a:pt x="68" y="123"/>
                      <a:pt x="68" y="123"/>
                    </a:cubicBezTo>
                    <a:cubicBezTo>
                      <a:pt x="68" y="123"/>
                      <a:pt x="68" y="123"/>
                      <a:pt x="68" y="123"/>
                    </a:cubicBezTo>
                    <a:cubicBezTo>
                      <a:pt x="68" y="123"/>
                      <a:pt x="68" y="123"/>
                      <a:pt x="68" y="123"/>
                    </a:cubicBezTo>
                    <a:cubicBezTo>
                      <a:pt x="68" y="123"/>
                      <a:pt x="68" y="123"/>
                      <a:pt x="68" y="123"/>
                    </a:cubicBezTo>
                    <a:cubicBezTo>
                      <a:pt x="68" y="123"/>
                      <a:pt x="68" y="123"/>
                      <a:pt x="68" y="123"/>
                    </a:cubicBezTo>
                    <a:cubicBezTo>
                      <a:pt x="68" y="123"/>
                      <a:pt x="68" y="124"/>
                      <a:pt x="68" y="124"/>
                    </a:cubicBezTo>
                    <a:cubicBezTo>
                      <a:pt x="68" y="124"/>
                      <a:pt x="68" y="123"/>
                      <a:pt x="68" y="123"/>
                    </a:cubicBezTo>
                    <a:cubicBezTo>
                      <a:pt x="68" y="123"/>
                      <a:pt x="68" y="123"/>
                      <a:pt x="68" y="123"/>
                    </a:cubicBezTo>
                    <a:cubicBezTo>
                      <a:pt x="68" y="123"/>
                      <a:pt x="68" y="123"/>
                      <a:pt x="68" y="123"/>
                    </a:cubicBezTo>
                    <a:cubicBezTo>
                      <a:pt x="68" y="123"/>
                      <a:pt x="68" y="123"/>
                      <a:pt x="68" y="123"/>
                    </a:cubicBezTo>
                    <a:cubicBezTo>
                      <a:pt x="68" y="124"/>
                      <a:pt x="68" y="124"/>
                      <a:pt x="68" y="124"/>
                    </a:cubicBezTo>
                    <a:cubicBezTo>
                      <a:pt x="68" y="124"/>
                      <a:pt x="67" y="124"/>
                      <a:pt x="67" y="124"/>
                    </a:cubicBezTo>
                    <a:cubicBezTo>
                      <a:pt x="67" y="124"/>
                      <a:pt x="67" y="124"/>
                      <a:pt x="67" y="124"/>
                    </a:cubicBezTo>
                    <a:cubicBezTo>
                      <a:pt x="67" y="124"/>
                      <a:pt x="67" y="124"/>
                      <a:pt x="67" y="124"/>
                    </a:cubicBezTo>
                    <a:cubicBezTo>
                      <a:pt x="67" y="124"/>
                      <a:pt x="67" y="124"/>
                      <a:pt x="67" y="124"/>
                    </a:cubicBezTo>
                    <a:cubicBezTo>
                      <a:pt x="67" y="124"/>
                      <a:pt x="67" y="124"/>
                      <a:pt x="67" y="124"/>
                    </a:cubicBezTo>
                    <a:cubicBezTo>
                      <a:pt x="67" y="124"/>
                      <a:pt x="67" y="124"/>
                      <a:pt x="67" y="124"/>
                    </a:cubicBezTo>
                    <a:cubicBezTo>
                      <a:pt x="67" y="124"/>
                      <a:pt x="67" y="124"/>
                      <a:pt x="67" y="124"/>
                    </a:cubicBezTo>
                    <a:cubicBezTo>
                      <a:pt x="66" y="124"/>
                      <a:pt x="66" y="124"/>
                      <a:pt x="66" y="124"/>
                    </a:cubicBezTo>
                    <a:cubicBezTo>
                      <a:pt x="66" y="124"/>
                      <a:pt x="66" y="124"/>
                      <a:pt x="66" y="124"/>
                    </a:cubicBezTo>
                    <a:cubicBezTo>
                      <a:pt x="66" y="124"/>
                      <a:pt x="66" y="124"/>
                      <a:pt x="66" y="124"/>
                    </a:cubicBezTo>
                    <a:cubicBezTo>
                      <a:pt x="66" y="124"/>
                      <a:pt x="66" y="123"/>
                      <a:pt x="66" y="123"/>
                    </a:cubicBezTo>
                    <a:cubicBezTo>
                      <a:pt x="66" y="123"/>
                      <a:pt x="66" y="123"/>
                      <a:pt x="66" y="123"/>
                    </a:cubicBezTo>
                    <a:cubicBezTo>
                      <a:pt x="66" y="123"/>
                      <a:pt x="66" y="123"/>
                      <a:pt x="66" y="123"/>
                    </a:cubicBezTo>
                    <a:cubicBezTo>
                      <a:pt x="66" y="123"/>
                      <a:pt x="66" y="123"/>
                      <a:pt x="66" y="123"/>
                    </a:cubicBezTo>
                    <a:cubicBezTo>
                      <a:pt x="66" y="123"/>
                      <a:pt x="66" y="123"/>
                      <a:pt x="66" y="123"/>
                    </a:cubicBezTo>
                    <a:cubicBezTo>
                      <a:pt x="66" y="123"/>
                      <a:pt x="66" y="123"/>
                      <a:pt x="66" y="123"/>
                    </a:cubicBezTo>
                    <a:cubicBezTo>
                      <a:pt x="66" y="123"/>
                      <a:pt x="66" y="123"/>
                      <a:pt x="66" y="123"/>
                    </a:cubicBezTo>
                    <a:cubicBezTo>
                      <a:pt x="66" y="123"/>
                      <a:pt x="66" y="123"/>
                      <a:pt x="66" y="123"/>
                    </a:cubicBezTo>
                    <a:cubicBezTo>
                      <a:pt x="66" y="123"/>
                      <a:pt x="65" y="123"/>
                      <a:pt x="65" y="123"/>
                    </a:cubicBezTo>
                    <a:cubicBezTo>
                      <a:pt x="65" y="123"/>
                      <a:pt x="65" y="123"/>
                      <a:pt x="65" y="123"/>
                    </a:cubicBezTo>
                    <a:cubicBezTo>
                      <a:pt x="65" y="123"/>
                      <a:pt x="65" y="123"/>
                      <a:pt x="65" y="123"/>
                    </a:cubicBezTo>
                    <a:cubicBezTo>
                      <a:pt x="65" y="123"/>
                      <a:pt x="65" y="123"/>
                      <a:pt x="65" y="123"/>
                    </a:cubicBezTo>
                    <a:cubicBezTo>
                      <a:pt x="65" y="123"/>
                      <a:pt x="65" y="123"/>
                      <a:pt x="65" y="123"/>
                    </a:cubicBezTo>
                    <a:cubicBezTo>
                      <a:pt x="65" y="123"/>
                      <a:pt x="65" y="123"/>
                      <a:pt x="65" y="123"/>
                    </a:cubicBezTo>
                    <a:cubicBezTo>
                      <a:pt x="65" y="123"/>
                      <a:pt x="65" y="123"/>
                      <a:pt x="65" y="123"/>
                    </a:cubicBezTo>
                    <a:cubicBezTo>
                      <a:pt x="65" y="123"/>
                      <a:pt x="65" y="123"/>
                      <a:pt x="65" y="123"/>
                    </a:cubicBezTo>
                    <a:cubicBezTo>
                      <a:pt x="65" y="123"/>
                      <a:pt x="65" y="123"/>
                      <a:pt x="65" y="123"/>
                    </a:cubicBezTo>
                    <a:cubicBezTo>
                      <a:pt x="65" y="123"/>
                      <a:pt x="65" y="123"/>
                      <a:pt x="65" y="123"/>
                    </a:cubicBezTo>
                    <a:cubicBezTo>
                      <a:pt x="65" y="123"/>
                      <a:pt x="65" y="123"/>
                      <a:pt x="65" y="123"/>
                    </a:cubicBezTo>
                    <a:cubicBezTo>
                      <a:pt x="65" y="123"/>
                      <a:pt x="65" y="123"/>
                      <a:pt x="64" y="123"/>
                    </a:cubicBezTo>
                    <a:cubicBezTo>
                      <a:pt x="64" y="123"/>
                      <a:pt x="64" y="123"/>
                      <a:pt x="64" y="123"/>
                    </a:cubicBezTo>
                    <a:cubicBezTo>
                      <a:pt x="64" y="123"/>
                      <a:pt x="64" y="123"/>
                      <a:pt x="64" y="123"/>
                    </a:cubicBezTo>
                    <a:cubicBezTo>
                      <a:pt x="64" y="123"/>
                      <a:pt x="64" y="123"/>
                      <a:pt x="64" y="123"/>
                    </a:cubicBezTo>
                    <a:cubicBezTo>
                      <a:pt x="64" y="123"/>
                      <a:pt x="64" y="123"/>
                      <a:pt x="64" y="123"/>
                    </a:cubicBezTo>
                    <a:cubicBezTo>
                      <a:pt x="64" y="123"/>
                      <a:pt x="64" y="123"/>
                      <a:pt x="64" y="123"/>
                    </a:cubicBezTo>
                    <a:cubicBezTo>
                      <a:pt x="64" y="123"/>
                      <a:pt x="64" y="123"/>
                      <a:pt x="64" y="123"/>
                    </a:cubicBezTo>
                    <a:cubicBezTo>
                      <a:pt x="64" y="123"/>
                      <a:pt x="64" y="123"/>
                      <a:pt x="64" y="123"/>
                    </a:cubicBezTo>
                    <a:cubicBezTo>
                      <a:pt x="64" y="123"/>
                      <a:pt x="64" y="123"/>
                      <a:pt x="64" y="123"/>
                    </a:cubicBezTo>
                    <a:cubicBezTo>
                      <a:pt x="64" y="123"/>
                      <a:pt x="64" y="123"/>
                      <a:pt x="63" y="123"/>
                    </a:cubicBezTo>
                    <a:cubicBezTo>
                      <a:pt x="63" y="123"/>
                      <a:pt x="63" y="123"/>
                      <a:pt x="63" y="123"/>
                    </a:cubicBezTo>
                    <a:cubicBezTo>
                      <a:pt x="63" y="123"/>
                      <a:pt x="63" y="123"/>
                      <a:pt x="63" y="123"/>
                    </a:cubicBezTo>
                    <a:cubicBezTo>
                      <a:pt x="63" y="123"/>
                      <a:pt x="63" y="123"/>
                      <a:pt x="63" y="123"/>
                    </a:cubicBezTo>
                    <a:cubicBezTo>
                      <a:pt x="63" y="123"/>
                      <a:pt x="63" y="123"/>
                      <a:pt x="63" y="123"/>
                    </a:cubicBezTo>
                    <a:cubicBezTo>
                      <a:pt x="63" y="123"/>
                      <a:pt x="63" y="122"/>
                      <a:pt x="63" y="122"/>
                    </a:cubicBezTo>
                    <a:cubicBezTo>
                      <a:pt x="63" y="122"/>
                      <a:pt x="63" y="122"/>
                      <a:pt x="63" y="122"/>
                    </a:cubicBezTo>
                    <a:cubicBezTo>
                      <a:pt x="63" y="122"/>
                      <a:pt x="63" y="122"/>
                      <a:pt x="63" y="122"/>
                    </a:cubicBezTo>
                    <a:cubicBezTo>
                      <a:pt x="63" y="122"/>
                      <a:pt x="63" y="122"/>
                      <a:pt x="63" y="122"/>
                    </a:cubicBezTo>
                    <a:cubicBezTo>
                      <a:pt x="63" y="122"/>
                      <a:pt x="63" y="122"/>
                      <a:pt x="63" y="122"/>
                    </a:cubicBezTo>
                    <a:cubicBezTo>
                      <a:pt x="63" y="122"/>
                      <a:pt x="63" y="122"/>
                      <a:pt x="63" y="122"/>
                    </a:cubicBezTo>
                    <a:cubicBezTo>
                      <a:pt x="63" y="122"/>
                      <a:pt x="63" y="122"/>
                      <a:pt x="63" y="122"/>
                    </a:cubicBezTo>
                    <a:cubicBezTo>
                      <a:pt x="63" y="122"/>
                      <a:pt x="63" y="122"/>
                      <a:pt x="63" y="122"/>
                    </a:cubicBezTo>
                    <a:cubicBezTo>
                      <a:pt x="63" y="122"/>
                      <a:pt x="63" y="122"/>
                      <a:pt x="63" y="122"/>
                    </a:cubicBezTo>
                    <a:cubicBezTo>
                      <a:pt x="63" y="122"/>
                      <a:pt x="63" y="122"/>
                      <a:pt x="63" y="122"/>
                    </a:cubicBezTo>
                    <a:cubicBezTo>
                      <a:pt x="63" y="122"/>
                      <a:pt x="63" y="122"/>
                      <a:pt x="62" y="122"/>
                    </a:cubicBezTo>
                    <a:cubicBezTo>
                      <a:pt x="62" y="122"/>
                      <a:pt x="62" y="122"/>
                      <a:pt x="62" y="121"/>
                    </a:cubicBezTo>
                    <a:cubicBezTo>
                      <a:pt x="62" y="121"/>
                      <a:pt x="62" y="121"/>
                      <a:pt x="62" y="121"/>
                    </a:cubicBezTo>
                    <a:cubicBezTo>
                      <a:pt x="62" y="121"/>
                      <a:pt x="62" y="121"/>
                      <a:pt x="62" y="121"/>
                    </a:cubicBezTo>
                    <a:cubicBezTo>
                      <a:pt x="62" y="121"/>
                      <a:pt x="62" y="121"/>
                      <a:pt x="62" y="121"/>
                    </a:cubicBezTo>
                    <a:cubicBezTo>
                      <a:pt x="62" y="121"/>
                      <a:pt x="62" y="121"/>
                      <a:pt x="62" y="121"/>
                    </a:cubicBezTo>
                    <a:cubicBezTo>
                      <a:pt x="62" y="122"/>
                      <a:pt x="62" y="122"/>
                      <a:pt x="62" y="122"/>
                    </a:cubicBezTo>
                    <a:cubicBezTo>
                      <a:pt x="62" y="122"/>
                      <a:pt x="62" y="122"/>
                      <a:pt x="62" y="122"/>
                    </a:cubicBezTo>
                    <a:cubicBezTo>
                      <a:pt x="62" y="122"/>
                      <a:pt x="62" y="122"/>
                      <a:pt x="62" y="122"/>
                    </a:cubicBezTo>
                    <a:cubicBezTo>
                      <a:pt x="62" y="121"/>
                      <a:pt x="62" y="121"/>
                      <a:pt x="62" y="121"/>
                    </a:cubicBezTo>
                    <a:cubicBezTo>
                      <a:pt x="61" y="121"/>
                      <a:pt x="62" y="121"/>
                      <a:pt x="62" y="121"/>
                    </a:cubicBezTo>
                    <a:cubicBezTo>
                      <a:pt x="62" y="121"/>
                      <a:pt x="62" y="121"/>
                      <a:pt x="62" y="121"/>
                    </a:cubicBezTo>
                    <a:cubicBezTo>
                      <a:pt x="62" y="121"/>
                      <a:pt x="62" y="121"/>
                      <a:pt x="62" y="121"/>
                    </a:cubicBezTo>
                    <a:cubicBezTo>
                      <a:pt x="62" y="121"/>
                      <a:pt x="62" y="121"/>
                      <a:pt x="62" y="121"/>
                    </a:cubicBezTo>
                    <a:cubicBezTo>
                      <a:pt x="62" y="120"/>
                      <a:pt x="62" y="120"/>
                      <a:pt x="62" y="120"/>
                    </a:cubicBezTo>
                    <a:cubicBezTo>
                      <a:pt x="61" y="120"/>
                      <a:pt x="61" y="120"/>
                      <a:pt x="61" y="120"/>
                    </a:cubicBezTo>
                    <a:cubicBezTo>
                      <a:pt x="61" y="120"/>
                      <a:pt x="61" y="120"/>
                      <a:pt x="61" y="120"/>
                    </a:cubicBezTo>
                    <a:cubicBezTo>
                      <a:pt x="61" y="120"/>
                      <a:pt x="61" y="120"/>
                      <a:pt x="61" y="120"/>
                    </a:cubicBezTo>
                    <a:cubicBezTo>
                      <a:pt x="61" y="120"/>
                      <a:pt x="61" y="120"/>
                      <a:pt x="61" y="120"/>
                    </a:cubicBezTo>
                    <a:cubicBezTo>
                      <a:pt x="61" y="120"/>
                      <a:pt x="61" y="120"/>
                      <a:pt x="61" y="120"/>
                    </a:cubicBezTo>
                    <a:cubicBezTo>
                      <a:pt x="61" y="120"/>
                      <a:pt x="61" y="120"/>
                      <a:pt x="61" y="120"/>
                    </a:cubicBezTo>
                    <a:cubicBezTo>
                      <a:pt x="61" y="120"/>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1"/>
                      <a:pt x="61" y="121"/>
                      <a:pt x="61" y="121"/>
                    </a:cubicBezTo>
                    <a:cubicBezTo>
                      <a:pt x="61" y="122"/>
                      <a:pt x="61" y="122"/>
                      <a:pt x="61" y="122"/>
                    </a:cubicBezTo>
                    <a:cubicBezTo>
                      <a:pt x="61" y="122"/>
                      <a:pt x="61" y="122"/>
                      <a:pt x="61" y="122"/>
                    </a:cubicBezTo>
                    <a:cubicBezTo>
                      <a:pt x="61" y="122"/>
                      <a:pt x="61" y="122"/>
                      <a:pt x="61" y="122"/>
                    </a:cubicBezTo>
                    <a:cubicBezTo>
                      <a:pt x="61" y="122"/>
                      <a:pt x="61" y="122"/>
                      <a:pt x="61" y="122"/>
                    </a:cubicBezTo>
                    <a:cubicBezTo>
                      <a:pt x="61" y="122"/>
                      <a:pt x="61" y="122"/>
                      <a:pt x="61" y="122"/>
                    </a:cubicBezTo>
                    <a:cubicBezTo>
                      <a:pt x="61" y="122"/>
                      <a:pt x="61" y="122"/>
                      <a:pt x="61" y="122"/>
                    </a:cubicBezTo>
                    <a:cubicBezTo>
                      <a:pt x="61" y="122"/>
                      <a:pt x="61" y="122"/>
                      <a:pt x="61" y="122"/>
                    </a:cubicBezTo>
                    <a:cubicBezTo>
                      <a:pt x="61" y="122"/>
                      <a:pt x="61" y="122"/>
                      <a:pt x="61"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60" y="122"/>
                      <a:pt x="60" y="122"/>
                    </a:cubicBezTo>
                    <a:cubicBezTo>
                      <a:pt x="60"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3"/>
                    </a:cubicBezTo>
                    <a:cubicBezTo>
                      <a:pt x="59" y="123"/>
                      <a:pt x="59" y="123"/>
                      <a:pt x="59" y="124"/>
                    </a:cubicBezTo>
                    <a:cubicBezTo>
                      <a:pt x="59" y="124"/>
                      <a:pt x="59" y="124"/>
                      <a:pt x="59" y="124"/>
                    </a:cubicBezTo>
                    <a:cubicBezTo>
                      <a:pt x="59" y="124"/>
                      <a:pt x="59" y="124"/>
                      <a:pt x="59" y="124"/>
                    </a:cubicBezTo>
                    <a:cubicBezTo>
                      <a:pt x="59" y="124"/>
                      <a:pt x="59" y="124"/>
                      <a:pt x="59" y="124"/>
                    </a:cubicBezTo>
                    <a:cubicBezTo>
                      <a:pt x="59" y="124"/>
                      <a:pt x="59" y="124"/>
                      <a:pt x="59" y="124"/>
                    </a:cubicBezTo>
                    <a:cubicBezTo>
                      <a:pt x="59" y="124"/>
                      <a:pt x="59" y="124"/>
                      <a:pt x="59" y="124"/>
                    </a:cubicBezTo>
                    <a:cubicBezTo>
                      <a:pt x="59" y="124"/>
                      <a:pt x="59" y="124"/>
                      <a:pt x="59" y="124"/>
                    </a:cubicBezTo>
                    <a:cubicBezTo>
                      <a:pt x="59" y="124"/>
                      <a:pt x="59" y="124"/>
                      <a:pt x="59" y="124"/>
                    </a:cubicBezTo>
                    <a:cubicBezTo>
                      <a:pt x="59" y="124"/>
                      <a:pt x="59" y="125"/>
                      <a:pt x="59" y="125"/>
                    </a:cubicBezTo>
                    <a:cubicBezTo>
                      <a:pt x="59" y="125"/>
                      <a:pt x="59" y="125"/>
                      <a:pt x="59" y="125"/>
                    </a:cubicBezTo>
                    <a:cubicBezTo>
                      <a:pt x="59" y="125"/>
                      <a:pt x="59" y="125"/>
                      <a:pt x="59" y="125"/>
                    </a:cubicBezTo>
                    <a:cubicBezTo>
                      <a:pt x="59" y="125"/>
                      <a:pt x="59" y="125"/>
                      <a:pt x="59" y="125"/>
                    </a:cubicBezTo>
                    <a:cubicBezTo>
                      <a:pt x="59" y="125"/>
                      <a:pt x="59" y="125"/>
                      <a:pt x="59" y="125"/>
                    </a:cubicBezTo>
                    <a:cubicBezTo>
                      <a:pt x="59" y="125"/>
                      <a:pt x="59" y="125"/>
                      <a:pt x="59" y="125"/>
                    </a:cubicBezTo>
                    <a:cubicBezTo>
                      <a:pt x="59" y="125"/>
                      <a:pt x="59" y="125"/>
                      <a:pt x="59" y="125"/>
                    </a:cubicBezTo>
                    <a:cubicBezTo>
                      <a:pt x="59" y="125"/>
                      <a:pt x="59" y="125"/>
                      <a:pt x="59" y="125"/>
                    </a:cubicBezTo>
                    <a:cubicBezTo>
                      <a:pt x="59" y="125"/>
                      <a:pt x="59" y="125"/>
                      <a:pt x="59" y="125"/>
                    </a:cubicBezTo>
                    <a:cubicBezTo>
                      <a:pt x="59" y="125"/>
                      <a:pt x="59" y="125"/>
                      <a:pt x="59" y="125"/>
                    </a:cubicBezTo>
                    <a:cubicBezTo>
                      <a:pt x="59" y="125"/>
                      <a:pt x="59" y="126"/>
                      <a:pt x="59" y="126"/>
                    </a:cubicBezTo>
                    <a:cubicBezTo>
                      <a:pt x="59" y="126"/>
                      <a:pt x="59" y="126"/>
                      <a:pt x="59" y="126"/>
                    </a:cubicBezTo>
                    <a:cubicBezTo>
                      <a:pt x="59" y="126"/>
                      <a:pt x="59" y="126"/>
                      <a:pt x="59" y="126"/>
                    </a:cubicBezTo>
                    <a:cubicBezTo>
                      <a:pt x="59" y="126"/>
                      <a:pt x="58" y="126"/>
                      <a:pt x="58" y="126"/>
                    </a:cubicBezTo>
                    <a:cubicBezTo>
                      <a:pt x="58" y="126"/>
                      <a:pt x="58" y="126"/>
                      <a:pt x="58" y="126"/>
                    </a:cubicBezTo>
                    <a:cubicBezTo>
                      <a:pt x="58" y="126"/>
                      <a:pt x="58" y="125"/>
                      <a:pt x="58" y="125"/>
                    </a:cubicBezTo>
                    <a:cubicBezTo>
                      <a:pt x="58" y="125"/>
                      <a:pt x="58" y="125"/>
                      <a:pt x="58" y="125"/>
                    </a:cubicBezTo>
                    <a:cubicBezTo>
                      <a:pt x="58" y="125"/>
                      <a:pt x="58" y="125"/>
                      <a:pt x="58" y="125"/>
                    </a:cubicBezTo>
                    <a:cubicBezTo>
                      <a:pt x="58" y="125"/>
                      <a:pt x="58" y="125"/>
                      <a:pt x="58" y="125"/>
                    </a:cubicBezTo>
                    <a:cubicBezTo>
                      <a:pt x="58" y="124"/>
                      <a:pt x="58" y="124"/>
                      <a:pt x="58" y="124"/>
                    </a:cubicBezTo>
                    <a:cubicBezTo>
                      <a:pt x="58" y="124"/>
                      <a:pt x="58" y="124"/>
                      <a:pt x="58" y="124"/>
                    </a:cubicBezTo>
                    <a:cubicBezTo>
                      <a:pt x="58" y="124"/>
                      <a:pt x="58" y="124"/>
                      <a:pt x="58" y="124"/>
                    </a:cubicBezTo>
                    <a:cubicBezTo>
                      <a:pt x="58" y="124"/>
                      <a:pt x="58" y="124"/>
                      <a:pt x="58" y="124"/>
                    </a:cubicBezTo>
                    <a:cubicBezTo>
                      <a:pt x="58" y="124"/>
                      <a:pt x="58" y="124"/>
                      <a:pt x="58" y="124"/>
                    </a:cubicBezTo>
                    <a:cubicBezTo>
                      <a:pt x="58" y="124"/>
                      <a:pt x="58" y="124"/>
                      <a:pt x="58" y="124"/>
                    </a:cubicBezTo>
                    <a:cubicBezTo>
                      <a:pt x="58" y="124"/>
                      <a:pt x="58" y="124"/>
                      <a:pt x="58" y="124"/>
                    </a:cubicBezTo>
                    <a:cubicBezTo>
                      <a:pt x="58" y="124"/>
                      <a:pt x="58" y="124"/>
                      <a:pt x="58" y="124"/>
                    </a:cubicBezTo>
                    <a:cubicBezTo>
                      <a:pt x="59" y="124"/>
                      <a:pt x="59" y="123"/>
                      <a:pt x="59" y="123"/>
                    </a:cubicBezTo>
                    <a:cubicBezTo>
                      <a:pt x="59" y="123"/>
                      <a:pt x="59" y="123"/>
                      <a:pt x="59" y="123"/>
                    </a:cubicBezTo>
                    <a:cubicBezTo>
                      <a:pt x="59" y="123"/>
                      <a:pt x="59" y="123"/>
                      <a:pt x="59" y="123"/>
                    </a:cubicBezTo>
                    <a:cubicBezTo>
                      <a:pt x="59" y="123"/>
                      <a:pt x="59" y="123"/>
                      <a:pt x="59" y="123"/>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2"/>
                      <a:pt x="59" y="122"/>
                    </a:cubicBezTo>
                    <a:cubicBezTo>
                      <a:pt x="59" y="122"/>
                      <a:pt x="59" y="121"/>
                      <a:pt x="59" y="121"/>
                    </a:cubicBezTo>
                    <a:cubicBezTo>
                      <a:pt x="59" y="121"/>
                      <a:pt x="59" y="121"/>
                      <a:pt x="59" y="121"/>
                    </a:cubicBezTo>
                    <a:cubicBezTo>
                      <a:pt x="59" y="121"/>
                      <a:pt x="59" y="121"/>
                      <a:pt x="59" y="121"/>
                    </a:cubicBezTo>
                    <a:cubicBezTo>
                      <a:pt x="59" y="121"/>
                      <a:pt x="59" y="121"/>
                      <a:pt x="59" y="121"/>
                    </a:cubicBezTo>
                    <a:cubicBezTo>
                      <a:pt x="59" y="121"/>
                      <a:pt x="59" y="121"/>
                      <a:pt x="59" y="121"/>
                    </a:cubicBezTo>
                    <a:cubicBezTo>
                      <a:pt x="59" y="121"/>
                      <a:pt x="59" y="121"/>
                      <a:pt x="59" y="121"/>
                    </a:cubicBezTo>
                    <a:cubicBezTo>
                      <a:pt x="59" y="121"/>
                      <a:pt x="59" y="121"/>
                      <a:pt x="59" y="121"/>
                    </a:cubicBezTo>
                    <a:cubicBezTo>
                      <a:pt x="59" y="121"/>
                      <a:pt x="59" y="121"/>
                      <a:pt x="59" y="121"/>
                    </a:cubicBezTo>
                    <a:cubicBezTo>
                      <a:pt x="59" y="121"/>
                      <a:pt x="59" y="121"/>
                      <a:pt x="60" y="121"/>
                    </a:cubicBezTo>
                    <a:cubicBezTo>
                      <a:pt x="60" y="121"/>
                      <a:pt x="60" y="121"/>
                      <a:pt x="60" y="121"/>
                    </a:cubicBezTo>
                    <a:cubicBezTo>
                      <a:pt x="60" y="121"/>
                      <a:pt x="60" y="121"/>
                      <a:pt x="60" y="121"/>
                    </a:cubicBezTo>
                    <a:cubicBezTo>
                      <a:pt x="60" y="121"/>
                      <a:pt x="60" y="121"/>
                      <a:pt x="60" y="121"/>
                    </a:cubicBezTo>
                    <a:cubicBezTo>
                      <a:pt x="60" y="121"/>
                      <a:pt x="60" y="121"/>
                      <a:pt x="60" y="121"/>
                    </a:cubicBezTo>
                    <a:cubicBezTo>
                      <a:pt x="60" y="121"/>
                      <a:pt x="60" y="121"/>
                      <a:pt x="60" y="121"/>
                    </a:cubicBezTo>
                    <a:cubicBezTo>
                      <a:pt x="60" y="121"/>
                      <a:pt x="60" y="121"/>
                      <a:pt x="60" y="121"/>
                    </a:cubicBezTo>
                    <a:cubicBezTo>
                      <a:pt x="60" y="120"/>
                      <a:pt x="60" y="120"/>
                      <a:pt x="60" y="120"/>
                    </a:cubicBezTo>
                    <a:cubicBezTo>
                      <a:pt x="60" y="120"/>
                      <a:pt x="60" y="120"/>
                      <a:pt x="60" y="120"/>
                    </a:cubicBezTo>
                    <a:cubicBezTo>
                      <a:pt x="60" y="120"/>
                      <a:pt x="60" y="120"/>
                      <a:pt x="60" y="120"/>
                    </a:cubicBezTo>
                    <a:cubicBezTo>
                      <a:pt x="60" y="120"/>
                      <a:pt x="60" y="120"/>
                      <a:pt x="60" y="120"/>
                    </a:cubicBezTo>
                    <a:cubicBezTo>
                      <a:pt x="59" y="120"/>
                      <a:pt x="59" y="120"/>
                      <a:pt x="59" y="120"/>
                    </a:cubicBezTo>
                    <a:cubicBezTo>
                      <a:pt x="59" y="120"/>
                      <a:pt x="59" y="120"/>
                      <a:pt x="59" y="120"/>
                    </a:cubicBezTo>
                    <a:cubicBezTo>
                      <a:pt x="59" y="120"/>
                      <a:pt x="59" y="120"/>
                      <a:pt x="59" y="120"/>
                    </a:cubicBezTo>
                    <a:cubicBezTo>
                      <a:pt x="59" y="120"/>
                      <a:pt x="59" y="120"/>
                      <a:pt x="59" y="120"/>
                    </a:cubicBezTo>
                    <a:cubicBezTo>
                      <a:pt x="59" y="120"/>
                      <a:pt x="59" y="120"/>
                      <a:pt x="59" y="120"/>
                    </a:cubicBezTo>
                    <a:cubicBezTo>
                      <a:pt x="59" y="120"/>
                      <a:pt x="59" y="120"/>
                      <a:pt x="59" y="120"/>
                    </a:cubicBezTo>
                    <a:cubicBezTo>
                      <a:pt x="59" y="120"/>
                      <a:pt x="59" y="120"/>
                      <a:pt x="59" y="120"/>
                    </a:cubicBezTo>
                    <a:cubicBezTo>
                      <a:pt x="59" y="120"/>
                      <a:pt x="59" y="120"/>
                      <a:pt x="59" y="120"/>
                    </a:cubicBezTo>
                    <a:cubicBezTo>
                      <a:pt x="59" y="120"/>
                      <a:pt x="59" y="120"/>
                      <a:pt x="59" y="120"/>
                    </a:cubicBezTo>
                    <a:cubicBezTo>
                      <a:pt x="59" y="120"/>
                      <a:pt x="59" y="120"/>
                      <a:pt x="59" y="120"/>
                    </a:cubicBezTo>
                    <a:cubicBezTo>
                      <a:pt x="59" y="120"/>
                      <a:pt x="58" y="120"/>
                      <a:pt x="58" y="120"/>
                    </a:cubicBezTo>
                    <a:cubicBezTo>
                      <a:pt x="58" y="120"/>
                      <a:pt x="58" y="120"/>
                      <a:pt x="58" y="120"/>
                    </a:cubicBezTo>
                    <a:cubicBezTo>
                      <a:pt x="58" y="120"/>
                      <a:pt x="58" y="120"/>
                      <a:pt x="58" y="120"/>
                    </a:cubicBezTo>
                    <a:cubicBezTo>
                      <a:pt x="58" y="120"/>
                      <a:pt x="58" y="120"/>
                      <a:pt x="58" y="120"/>
                    </a:cubicBezTo>
                    <a:cubicBezTo>
                      <a:pt x="58" y="120"/>
                      <a:pt x="58" y="120"/>
                      <a:pt x="58" y="120"/>
                    </a:cubicBezTo>
                    <a:cubicBezTo>
                      <a:pt x="58" y="120"/>
                      <a:pt x="58" y="120"/>
                      <a:pt x="58" y="120"/>
                    </a:cubicBezTo>
                    <a:cubicBezTo>
                      <a:pt x="58" y="120"/>
                      <a:pt x="58" y="120"/>
                      <a:pt x="58" y="120"/>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8" y="121"/>
                      <a:pt x="58" y="121"/>
                      <a:pt x="58" y="121"/>
                    </a:cubicBezTo>
                    <a:cubicBezTo>
                      <a:pt x="57" y="121"/>
                      <a:pt x="57" y="121"/>
                      <a:pt x="57" y="121"/>
                    </a:cubicBezTo>
                    <a:cubicBezTo>
                      <a:pt x="57" y="121"/>
                      <a:pt x="57" y="121"/>
                      <a:pt x="57" y="121"/>
                    </a:cubicBezTo>
                    <a:cubicBezTo>
                      <a:pt x="57" y="121"/>
                      <a:pt x="57" y="121"/>
                      <a:pt x="57" y="121"/>
                    </a:cubicBezTo>
                    <a:cubicBezTo>
                      <a:pt x="57" y="121"/>
                      <a:pt x="57" y="121"/>
                      <a:pt x="57" y="121"/>
                    </a:cubicBezTo>
                    <a:cubicBezTo>
                      <a:pt x="57" y="121"/>
                      <a:pt x="57" y="121"/>
                      <a:pt x="57" y="121"/>
                    </a:cubicBezTo>
                    <a:cubicBezTo>
                      <a:pt x="57" y="121"/>
                      <a:pt x="57" y="122"/>
                      <a:pt x="57" y="122"/>
                    </a:cubicBezTo>
                    <a:cubicBezTo>
                      <a:pt x="57" y="122"/>
                      <a:pt x="57" y="122"/>
                      <a:pt x="57" y="122"/>
                    </a:cubicBezTo>
                    <a:cubicBezTo>
                      <a:pt x="57" y="122"/>
                      <a:pt x="57" y="122"/>
                      <a:pt x="57" y="122"/>
                    </a:cubicBezTo>
                    <a:cubicBezTo>
                      <a:pt x="57" y="122"/>
                      <a:pt x="57" y="122"/>
                      <a:pt x="57" y="122"/>
                    </a:cubicBezTo>
                    <a:cubicBezTo>
                      <a:pt x="57" y="122"/>
                      <a:pt x="57" y="122"/>
                      <a:pt x="57" y="122"/>
                    </a:cubicBezTo>
                    <a:cubicBezTo>
                      <a:pt x="57"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6" y="122"/>
                    </a:cubicBezTo>
                    <a:cubicBezTo>
                      <a:pt x="56" y="122"/>
                      <a:pt x="56"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5" y="122"/>
                    </a:cubicBezTo>
                    <a:cubicBezTo>
                      <a:pt x="55" y="122"/>
                      <a:pt x="55" y="122"/>
                      <a:pt x="54" y="122"/>
                    </a:cubicBezTo>
                    <a:cubicBezTo>
                      <a:pt x="54" y="122"/>
                      <a:pt x="54" y="122"/>
                      <a:pt x="54" y="122"/>
                    </a:cubicBezTo>
                    <a:cubicBezTo>
                      <a:pt x="54" y="122"/>
                      <a:pt x="54" y="122"/>
                      <a:pt x="54" y="122"/>
                    </a:cubicBezTo>
                    <a:cubicBezTo>
                      <a:pt x="54" y="122"/>
                      <a:pt x="54" y="123"/>
                      <a:pt x="54" y="123"/>
                    </a:cubicBezTo>
                    <a:cubicBezTo>
                      <a:pt x="54" y="123"/>
                      <a:pt x="54" y="123"/>
                      <a:pt x="54" y="123"/>
                    </a:cubicBezTo>
                    <a:cubicBezTo>
                      <a:pt x="54" y="123"/>
                      <a:pt x="54" y="123"/>
                      <a:pt x="54" y="123"/>
                    </a:cubicBezTo>
                    <a:cubicBezTo>
                      <a:pt x="54" y="123"/>
                      <a:pt x="54" y="123"/>
                      <a:pt x="54" y="123"/>
                    </a:cubicBezTo>
                    <a:cubicBezTo>
                      <a:pt x="54" y="123"/>
                      <a:pt x="54" y="123"/>
                      <a:pt x="54" y="123"/>
                    </a:cubicBezTo>
                    <a:cubicBezTo>
                      <a:pt x="54" y="123"/>
                      <a:pt x="54" y="123"/>
                      <a:pt x="54" y="123"/>
                    </a:cubicBezTo>
                    <a:cubicBezTo>
                      <a:pt x="54" y="123"/>
                      <a:pt x="54" y="123"/>
                      <a:pt x="54" y="123"/>
                    </a:cubicBezTo>
                    <a:cubicBezTo>
                      <a:pt x="54" y="123"/>
                      <a:pt x="54" y="123"/>
                      <a:pt x="54" y="123"/>
                    </a:cubicBezTo>
                    <a:cubicBezTo>
                      <a:pt x="54" y="123"/>
                      <a:pt x="54" y="123"/>
                      <a:pt x="54" y="123"/>
                    </a:cubicBezTo>
                    <a:cubicBezTo>
                      <a:pt x="54" y="123"/>
                      <a:pt x="53" y="123"/>
                      <a:pt x="53" y="123"/>
                    </a:cubicBezTo>
                    <a:cubicBezTo>
                      <a:pt x="54" y="123"/>
                      <a:pt x="54" y="123"/>
                      <a:pt x="54" y="123"/>
                    </a:cubicBezTo>
                    <a:cubicBezTo>
                      <a:pt x="54" y="123"/>
                      <a:pt x="54" y="123"/>
                      <a:pt x="54" y="123"/>
                    </a:cubicBezTo>
                    <a:cubicBezTo>
                      <a:pt x="54" y="123"/>
                      <a:pt x="54" y="123"/>
                      <a:pt x="54" y="123"/>
                    </a:cubicBezTo>
                    <a:cubicBezTo>
                      <a:pt x="54" y="123"/>
                      <a:pt x="54" y="123"/>
                      <a:pt x="54" y="124"/>
                    </a:cubicBezTo>
                    <a:cubicBezTo>
                      <a:pt x="54" y="124"/>
                      <a:pt x="54" y="124"/>
                      <a:pt x="54" y="124"/>
                    </a:cubicBezTo>
                    <a:cubicBezTo>
                      <a:pt x="54" y="124"/>
                      <a:pt x="54" y="124"/>
                      <a:pt x="54" y="124"/>
                    </a:cubicBezTo>
                    <a:cubicBezTo>
                      <a:pt x="53" y="124"/>
                      <a:pt x="53" y="124"/>
                      <a:pt x="53" y="124"/>
                    </a:cubicBezTo>
                    <a:cubicBezTo>
                      <a:pt x="53" y="124"/>
                      <a:pt x="53" y="124"/>
                      <a:pt x="54" y="124"/>
                    </a:cubicBezTo>
                    <a:cubicBezTo>
                      <a:pt x="54" y="124"/>
                      <a:pt x="54" y="124"/>
                      <a:pt x="54" y="124"/>
                    </a:cubicBezTo>
                    <a:cubicBezTo>
                      <a:pt x="54" y="124"/>
                      <a:pt x="54" y="124"/>
                      <a:pt x="54" y="124"/>
                    </a:cubicBezTo>
                    <a:cubicBezTo>
                      <a:pt x="54" y="124"/>
                      <a:pt x="54" y="124"/>
                      <a:pt x="54" y="124"/>
                    </a:cubicBezTo>
                    <a:cubicBezTo>
                      <a:pt x="54" y="124"/>
                      <a:pt x="54" y="124"/>
                      <a:pt x="54" y="124"/>
                    </a:cubicBezTo>
                    <a:cubicBezTo>
                      <a:pt x="54" y="124"/>
                      <a:pt x="54" y="124"/>
                      <a:pt x="54" y="124"/>
                    </a:cubicBezTo>
                    <a:cubicBezTo>
                      <a:pt x="54" y="124"/>
                      <a:pt x="54" y="124"/>
                      <a:pt x="54" y="124"/>
                    </a:cubicBezTo>
                    <a:cubicBezTo>
                      <a:pt x="54" y="124"/>
                      <a:pt x="54" y="124"/>
                      <a:pt x="53" y="124"/>
                    </a:cubicBezTo>
                    <a:cubicBezTo>
                      <a:pt x="53" y="124"/>
                      <a:pt x="53" y="124"/>
                      <a:pt x="53" y="124"/>
                    </a:cubicBezTo>
                    <a:cubicBezTo>
                      <a:pt x="53" y="124"/>
                      <a:pt x="53" y="124"/>
                      <a:pt x="53" y="124"/>
                    </a:cubicBezTo>
                    <a:cubicBezTo>
                      <a:pt x="53" y="124"/>
                      <a:pt x="53" y="124"/>
                      <a:pt x="53" y="124"/>
                    </a:cubicBezTo>
                    <a:cubicBezTo>
                      <a:pt x="53" y="124"/>
                      <a:pt x="53" y="124"/>
                      <a:pt x="53" y="124"/>
                    </a:cubicBezTo>
                    <a:cubicBezTo>
                      <a:pt x="53" y="124"/>
                      <a:pt x="53" y="124"/>
                      <a:pt x="53" y="124"/>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3" y="125"/>
                      <a:pt x="53" y="125"/>
                      <a:pt x="53" y="125"/>
                    </a:cubicBezTo>
                    <a:cubicBezTo>
                      <a:pt x="52" y="125"/>
                      <a:pt x="52" y="125"/>
                      <a:pt x="52" y="125"/>
                    </a:cubicBezTo>
                    <a:cubicBezTo>
                      <a:pt x="52" y="125"/>
                      <a:pt x="52" y="125"/>
                      <a:pt x="52" y="125"/>
                    </a:cubicBezTo>
                    <a:cubicBezTo>
                      <a:pt x="52" y="125"/>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6"/>
                      <a:pt x="52" y="126"/>
                      <a:pt x="52" y="126"/>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2" y="127"/>
                      <a:pt x="52" y="127"/>
                      <a:pt x="52" y="127"/>
                    </a:cubicBezTo>
                    <a:cubicBezTo>
                      <a:pt x="51" y="127"/>
                      <a:pt x="51" y="127"/>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6"/>
                    </a:cubicBezTo>
                    <a:cubicBezTo>
                      <a:pt x="51" y="126"/>
                      <a:pt x="51" y="126"/>
                      <a:pt x="51" y="125"/>
                    </a:cubicBezTo>
                    <a:cubicBezTo>
                      <a:pt x="50" y="125"/>
                      <a:pt x="50" y="125"/>
                      <a:pt x="50" y="125"/>
                    </a:cubicBezTo>
                    <a:cubicBezTo>
                      <a:pt x="50" y="125"/>
                      <a:pt x="50" y="125"/>
                      <a:pt x="50" y="125"/>
                    </a:cubicBezTo>
                    <a:cubicBezTo>
                      <a:pt x="50" y="125"/>
                      <a:pt x="50" y="125"/>
                      <a:pt x="50" y="125"/>
                    </a:cubicBezTo>
                    <a:cubicBezTo>
                      <a:pt x="50" y="125"/>
                      <a:pt x="50" y="125"/>
                      <a:pt x="50" y="125"/>
                    </a:cubicBezTo>
                    <a:cubicBezTo>
                      <a:pt x="49" y="125"/>
                      <a:pt x="49" y="125"/>
                      <a:pt x="49" y="124"/>
                    </a:cubicBezTo>
                    <a:cubicBezTo>
                      <a:pt x="49" y="124"/>
                      <a:pt x="49" y="124"/>
                      <a:pt x="49" y="124"/>
                    </a:cubicBezTo>
                    <a:cubicBezTo>
                      <a:pt x="49" y="124"/>
                      <a:pt x="49" y="124"/>
                      <a:pt x="49" y="124"/>
                    </a:cubicBezTo>
                    <a:cubicBezTo>
                      <a:pt x="49" y="124"/>
                      <a:pt x="49" y="124"/>
                      <a:pt x="49" y="124"/>
                    </a:cubicBezTo>
                    <a:cubicBezTo>
                      <a:pt x="49" y="124"/>
                      <a:pt x="49" y="124"/>
                      <a:pt x="49" y="124"/>
                    </a:cubicBezTo>
                    <a:cubicBezTo>
                      <a:pt x="49" y="124"/>
                      <a:pt x="49" y="124"/>
                      <a:pt x="49" y="124"/>
                    </a:cubicBezTo>
                    <a:cubicBezTo>
                      <a:pt x="49" y="124"/>
                      <a:pt x="49" y="124"/>
                      <a:pt x="49" y="124"/>
                    </a:cubicBezTo>
                    <a:cubicBezTo>
                      <a:pt x="49" y="124"/>
                      <a:pt x="49" y="124"/>
                      <a:pt x="49" y="124"/>
                    </a:cubicBezTo>
                    <a:cubicBezTo>
                      <a:pt x="49" y="124"/>
                      <a:pt x="49" y="124"/>
                      <a:pt x="48" y="124"/>
                    </a:cubicBezTo>
                    <a:cubicBezTo>
                      <a:pt x="48" y="124"/>
                      <a:pt x="48" y="124"/>
                      <a:pt x="48" y="124"/>
                    </a:cubicBezTo>
                    <a:cubicBezTo>
                      <a:pt x="48" y="124"/>
                      <a:pt x="48" y="124"/>
                      <a:pt x="48" y="124"/>
                    </a:cubicBezTo>
                    <a:cubicBezTo>
                      <a:pt x="48" y="124"/>
                      <a:pt x="48" y="124"/>
                      <a:pt x="48" y="124"/>
                    </a:cubicBezTo>
                    <a:cubicBezTo>
                      <a:pt x="48" y="124"/>
                      <a:pt x="48" y="124"/>
                      <a:pt x="48" y="124"/>
                    </a:cubicBezTo>
                    <a:cubicBezTo>
                      <a:pt x="48" y="124"/>
                      <a:pt x="48" y="124"/>
                      <a:pt x="48" y="124"/>
                    </a:cubicBezTo>
                    <a:cubicBezTo>
                      <a:pt x="48" y="124"/>
                      <a:pt x="48" y="124"/>
                      <a:pt x="48" y="124"/>
                    </a:cubicBezTo>
                    <a:cubicBezTo>
                      <a:pt x="48" y="124"/>
                      <a:pt x="48" y="125"/>
                      <a:pt x="48" y="125"/>
                    </a:cubicBezTo>
                    <a:cubicBezTo>
                      <a:pt x="48" y="125"/>
                      <a:pt x="48" y="125"/>
                      <a:pt x="48" y="125"/>
                    </a:cubicBezTo>
                    <a:cubicBezTo>
                      <a:pt x="48" y="125"/>
                      <a:pt x="48" y="125"/>
                      <a:pt x="48" y="125"/>
                    </a:cubicBezTo>
                    <a:cubicBezTo>
                      <a:pt x="48" y="125"/>
                      <a:pt x="48" y="125"/>
                      <a:pt x="48" y="125"/>
                    </a:cubicBezTo>
                    <a:cubicBezTo>
                      <a:pt x="48" y="125"/>
                      <a:pt x="48" y="125"/>
                      <a:pt x="48" y="125"/>
                    </a:cubicBezTo>
                    <a:cubicBezTo>
                      <a:pt x="48" y="125"/>
                      <a:pt x="48" y="125"/>
                      <a:pt x="48" y="125"/>
                    </a:cubicBezTo>
                    <a:cubicBezTo>
                      <a:pt x="48" y="125"/>
                      <a:pt x="48" y="125"/>
                      <a:pt x="48" y="125"/>
                    </a:cubicBezTo>
                    <a:cubicBezTo>
                      <a:pt x="48" y="125"/>
                      <a:pt x="48" y="125"/>
                      <a:pt x="48" y="125"/>
                    </a:cubicBezTo>
                    <a:cubicBezTo>
                      <a:pt x="48" y="125"/>
                      <a:pt x="48" y="125"/>
                      <a:pt x="48" y="125"/>
                    </a:cubicBezTo>
                    <a:cubicBezTo>
                      <a:pt x="48" y="125"/>
                      <a:pt x="48" y="125"/>
                      <a:pt x="47" y="125"/>
                    </a:cubicBezTo>
                    <a:cubicBezTo>
                      <a:pt x="47" y="125"/>
                      <a:pt x="47" y="125"/>
                      <a:pt x="47" y="125"/>
                    </a:cubicBezTo>
                    <a:cubicBezTo>
                      <a:pt x="47" y="125"/>
                      <a:pt x="47" y="125"/>
                      <a:pt x="47" y="125"/>
                    </a:cubicBezTo>
                    <a:cubicBezTo>
                      <a:pt x="47" y="125"/>
                      <a:pt x="47" y="125"/>
                      <a:pt x="47" y="125"/>
                    </a:cubicBezTo>
                    <a:cubicBezTo>
                      <a:pt x="47" y="125"/>
                      <a:pt x="47" y="125"/>
                      <a:pt x="47" y="125"/>
                    </a:cubicBezTo>
                    <a:cubicBezTo>
                      <a:pt x="47" y="125"/>
                      <a:pt x="47" y="125"/>
                      <a:pt x="47" y="125"/>
                    </a:cubicBezTo>
                    <a:cubicBezTo>
                      <a:pt x="47" y="125"/>
                      <a:pt x="47" y="125"/>
                      <a:pt x="47" y="125"/>
                    </a:cubicBezTo>
                    <a:cubicBezTo>
                      <a:pt x="46" y="126"/>
                      <a:pt x="46" y="126"/>
                      <a:pt x="46" y="126"/>
                    </a:cubicBezTo>
                    <a:cubicBezTo>
                      <a:pt x="46" y="126"/>
                      <a:pt x="46" y="126"/>
                      <a:pt x="46" y="126"/>
                    </a:cubicBezTo>
                    <a:cubicBezTo>
                      <a:pt x="46" y="126"/>
                      <a:pt x="46" y="126"/>
                      <a:pt x="46" y="126"/>
                    </a:cubicBezTo>
                    <a:cubicBezTo>
                      <a:pt x="46" y="126"/>
                      <a:pt x="46" y="126"/>
                      <a:pt x="46" y="126"/>
                    </a:cubicBezTo>
                    <a:cubicBezTo>
                      <a:pt x="46" y="126"/>
                      <a:pt x="46" y="126"/>
                      <a:pt x="46" y="126"/>
                    </a:cubicBezTo>
                    <a:cubicBezTo>
                      <a:pt x="46" y="126"/>
                      <a:pt x="46" y="125"/>
                      <a:pt x="46" y="125"/>
                    </a:cubicBezTo>
                    <a:cubicBezTo>
                      <a:pt x="46" y="125"/>
                      <a:pt x="46" y="125"/>
                      <a:pt x="46" y="125"/>
                    </a:cubicBezTo>
                    <a:cubicBezTo>
                      <a:pt x="46" y="125"/>
                      <a:pt x="46" y="125"/>
                      <a:pt x="46" y="125"/>
                    </a:cubicBezTo>
                    <a:cubicBezTo>
                      <a:pt x="46" y="125"/>
                      <a:pt x="46"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5"/>
                      <a:pt x="45" y="125"/>
                      <a:pt x="45" y="125"/>
                    </a:cubicBezTo>
                    <a:cubicBezTo>
                      <a:pt x="45" y="124"/>
                      <a:pt x="45" y="124"/>
                      <a:pt x="45" y="124"/>
                    </a:cubicBezTo>
                    <a:cubicBezTo>
                      <a:pt x="45" y="124"/>
                      <a:pt x="45" y="124"/>
                      <a:pt x="45" y="124"/>
                    </a:cubicBezTo>
                    <a:cubicBezTo>
                      <a:pt x="45" y="124"/>
                      <a:pt x="45" y="124"/>
                      <a:pt x="45" y="124"/>
                    </a:cubicBezTo>
                    <a:cubicBezTo>
                      <a:pt x="45" y="124"/>
                      <a:pt x="45" y="124"/>
                      <a:pt x="45" y="124"/>
                    </a:cubicBezTo>
                    <a:cubicBezTo>
                      <a:pt x="45" y="124"/>
                      <a:pt x="45" y="124"/>
                      <a:pt x="45" y="124"/>
                    </a:cubicBezTo>
                    <a:cubicBezTo>
                      <a:pt x="45" y="124"/>
                      <a:pt x="45" y="124"/>
                      <a:pt x="45" y="124"/>
                    </a:cubicBezTo>
                    <a:cubicBezTo>
                      <a:pt x="45" y="124"/>
                      <a:pt x="44" y="124"/>
                      <a:pt x="44" y="124"/>
                    </a:cubicBezTo>
                    <a:cubicBezTo>
                      <a:pt x="44" y="124"/>
                      <a:pt x="44" y="124"/>
                      <a:pt x="44" y="124"/>
                    </a:cubicBezTo>
                    <a:cubicBezTo>
                      <a:pt x="44" y="124"/>
                      <a:pt x="44" y="124"/>
                      <a:pt x="44" y="123"/>
                    </a:cubicBezTo>
                    <a:cubicBezTo>
                      <a:pt x="44" y="123"/>
                      <a:pt x="44" y="123"/>
                      <a:pt x="44" y="123"/>
                    </a:cubicBezTo>
                    <a:cubicBezTo>
                      <a:pt x="44" y="123"/>
                      <a:pt x="44" y="123"/>
                      <a:pt x="44" y="123"/>
                    </a:cubicBezTo>
                    <a:cubicBezTo>
                      <a:pt x="44" y="123"/>
                      <a:pt x="44" y="123"/>
                      <a:pt x="44" y="123"/>
                    </a:cubicBezTo>
                    <a:cubicBezTo>
                      <a:pt x="44" y="123"/>
                      <a:pt x="44" y="123"/>
                      <a:pt x="44" y="123"/>
                    </a:cubicBezTo>
                    <a:cubicBezTo>
                      <a:pt x="44" y="123"/>
                      <a:pt x="44" y="123"/>
                      <a:pt x="44" y="123"/>
                    </a:cubicBezTo>
                    <a:cubicBezTo>
                      <a:pt x="44" y="123"/>
                      <a:pt x="44" y="123"/>
                      <a:pt x="44" y="123"/>
                    </a:cubicBezTo>
                    <a:cubicBezTo>
                      <a:pt x="44" y="123"/>
                      <a:pt x="44" y="123"/>
                      <a:pt x="44" y="123"/>
                    </a:cubicBezTo>
                    <a:cubicBezTo>
                      <a:pt x="44" y="123"/>
                      <a:pt x="44" y="122"/>
                      <a:pt x="44" y="122"/>
                    </a:cubicBezTo>
                    <a:cubicBezTo>
                      <a:pt x="44" y="122"/>
                      <a:pt x="44" y="122"/>
                      <a:pt x="44" y="122"/>
                    </a:cubicBezTo>
                    <a:cubicBezTo>
                      <a:pt x="44" y="122"/>
                      <a:pt x="44" y="122"/>
                      <a:pt x="44" y="122"/>
                    </a:cubicBezTo>
                    <a:cubicBezTo>
                      <a:pt x="44" y="122"/>
                      <a:pt x="44" y="122"/>
                      <a:pt x="44" y="122"/>
                    </a:cubicBezTo>
                    <a:cubicBezTo>
                      <a:pt x="44" y="122"/>
                      <a:pt x="44" y="122"/>
                      <a:pt x="44" y="122"/>
                    </a:cubicBezTo>
                    <a:cubicBezTo>
                      <a:pt x="44" y="122"/>
                      <a:pt x="44" y="122"/>
                      <a:pt x="44" y="122"/>
                    </a:cubicBezTo>
                    <a:cubicBezTo>
                      <a:pt x="44" y="122"/>
                      <a:pt x="44" y="122"/>
                      <a:pt x="44" y="122"/>
                    </a:cubicBezTo>
                    <a:cubicBezTo>
                      <a:pt x="44" y="122"/>
                      <a:pt x="44" y="122"/>
                      <a:pt x="44" y="122"/>
                    </a:cubicBezTo>
                    <a:cubicBezTo>
                      <a:pt x="44" y="122"/>
                      <a:pt x="44" y="122"/>
                      <a:pt x="44" y="122"/>
                    </a:cubicBezTo>
                    <a:cubicBezTo>
                      <a:pt x="44" y="122"/>
                      <a:pt x="44" y="122"/>
                      <a:pt x="44" y="122"/>
                    </a:cubicBezTo>
                    <a:cubicBezTo>
                      <a:pt x="44" y="122"/>
                      <a:pt x="44" y="122"/>
                      <a:pt x="44" y="122"/>
                    </a:cubicBezTo>
                    <a:cubicBezTo>
                      <a:pt x="44" y="121"/>
                      <a:pt x="44" y="121"/>
                      <a:pt x="44" y="121"/>
                    </a:cubicBezTo>
                    <a:cubicBezTo>
                      <a:pt x="44" y="121"/>
                      <a:pt x="44" y="121"/>
                      <a:pt x="44" y="121"/>
                    </a:cubicBezTo>
                    <a:cubicBezTo>
                      <a:pt x="44" y="121"/>
                      <a:pt x="44" y="121"/>
                      <a:pt x="44" y="121"/>
                    </a:cubicBezTo>
                    <a:cubicBezTo>
                      <a:pt x="44" y="121"/>
                      <a:pt x="44" y="121"/>
                      <a:pt x="44" y="121"/>
                    </a:cubicBezTo>
                    <a:cubicBezTo>
                      <a:pt x="44" y="121"/>
                      <a:pt x="44" y="121"/>
                      <a:pt x="44" y="121"/>
                    </a:cubicBezTo>
                    <a:cubicBezTo>
                      <a:pt x="44" y="121"/>
                      <a:pt x="44" y="121"/>
                      <a:pt x="44" y="121"/>
                    </a:cubicBezTo>
                    <a:cubicBezTo>
                      <a:pt x="44" y="121"/>
                      <a:pt x="44" y="121"/>
                      <a:pt x="44" y="121"/>
                    </a:cubicBezTo>
                    <a:cubicBezTo>
                      <a:pt x="44" y="121"/>
                      <a:pt x="44" y="121"/>
                      <a:pt x="44" y="121"/>
                    </a:cubicBezTo>
                    <a:cubicBezTo>
                      <a:pt x="44" y="121"/>
                      <a:pt x="44" y="120"/>
                      <a:pt x="44" y="120"/>
                    </a:cubicBezTo>
                    <a:cubicBezTo>
                      <a:pt x="44" y="120"/>
                      <a:pt x="44" y="120"/>
                      <a:pt x="44" y="120"/>
                    </a:cubicBezTo>
                    <a:cubicBezTo>
                      <a:pt x="44" y="120"/>
                      <a:pt x="44" y="120"/>
                      <a:pt x="44" y="120"/>
                    </a:cubicBezTo>
                    <a:cubicBezTo>
                      <a:pt x="44" y="120"/>
                      <a:pt x="44" y="120"/>
                      <a:pt x="44" y="120"/>
                    </a:cubicBezTo>
                    <a:cubicBezTo>
                      <a:pt x="44" y="120"/>
                      <a:pt x="44" y="120"/>
                      <a:pt x="44" y="120"/>
                    </a:cubicBezTo>
                    <a:cubicBezTo>
                      <a:pt x="44" y="120"/>
                      <a:pt x="44" y="120"/>
                      <a:pt x="44" y="120"/>
                    </a:cubicBezTo>
                    <a:cubicBezTo>
                      <a:pt x="44" y="120"/>
                      <a:pt x="44" y="120"/>
                      <a:pt x="44" y="120"/>
                    </a:cubicBezTo>
                    <a:cubicBezTo>
                      <a:pt x="44" y="120"/>
                      <a:pt x="44" y="119"/>
                      <a:pt x="44" y="119"/>
                    </a:cubicBezTo>
                    <a:cubicBezTo>
                      <a:pt x="44" y="119"/>
                      <a:pt x="44" y="119"/>
                      <a:pt x="44" y="119"/>
                    </a:cubicBezTo>
                    <a:cubicBezTo>
                      <a:pt x="44" y="119"/>
                      <a:pt x="44" y="119"/>
                      <a:pt x="44" y="119"/>
                    </a:cubicBezTo>
                    <a:cubicBezTo>
                      <a:pt x="44" y="119"/>
                      <a:pt x="44" y="119"/>
                      <a:pt x="44" y="119"/>
                    </a:cubicBezTo>
                    <a:cubicBezTo>
                      <a:pt x="44" y="119"/>
                      <a:pt x="44" y="119"/>
                      <a:pt x="44" y="119"/>
                    </a:cubicBezTo>
                    <a:cubicBezTo>
                      <a:pt x="44" y="119"/>
                      <a:pt x="44" y="119"/>
                      <a:pt x="44" y="119"/>
                    </a:cubicBezTo>
                    <a:cubicBezTo>
                      <a:pt x="44" y="119"/>
                      <a:pt x="44" y="119"/>
                      <a:pt x="44" y="119"/>
                    </a:cubicBezTo>
                    <a:cubicBezTo>
                      <a:pt x="44" y="119"/>
                      <a:pt x="44" y="119"/>
                      <a:pt x="44" y="119"/>
                    </a:cubicBezTo>
                    <a:cubicBezTo>
                      <a:pt x="44" y="119"/>
                      <a:pt x="44" y="119"/>
                      <a:pt x="44" y="119"/>
                    </a:cubicBezTo>
                    <a:cubicBezTo>
                      <a:pt x="44" y="119"/>
                      <a:pt x="44" y="119"/>
                      <a:pt x="44" y="119"/>
                    </a:cubicBezTo>
                    <a:cubicBezTo>
                      <a:pt x="44" y="118"/>
                      <a:pt x="44" y="118"/>
                      <a:pt x="44" y="118"/>
                    </a:cubicBezTo>
                    <a:cubicBezTo>
                      <a:pt x="44" y="118"/>
                      <a:pt x="44" y="118"/>
                      <a:pt x="44" y="118"/>
                    </a:cubicBezTo>
                    <a:cubicBezTo>
                      <a:pt x="44" y="118"/>
                      <a:pt x="44" y="118"/>
                      <a:pt x="44" y="118"/>
                    </a:cubicBezTo>
                    <a:cubicBezTo>
                      <a:pt x="44" y="118"/>
                      <a:pt x="44" y="118"/>
                      <a:pt x="44" y="118"/>
                    </a:cubicBezTo>
                    <a:cubicBezTo>
                      <a:pt x="44" y="118"/>
                      <a:pt x="44" y="118"/>
                      <a:pt x="44" y="118"/>
                    </a:cubicBezTo>
                    <a:cubicBezTo>
                      <a:pt x="44" y="118"/>
                      <a:pt x="44" y="118"/>
                      <a:pt x="44" y="118"/>
                    </a:cubicBezTo>
                    <a:cubicBezTo>
                      <a:pt x="44" y="118"/>
                      <a:pt x="44" y="117"/>
                      <a:pt x="44" y="117"/>
                    </a:cubicBezTo>
                    <a:cubicBezTo>
                      <a:pt x="44" y="117"/>
                      <a:pt x="44" y="117"/>
                      <a:pt x="44" y="117"/>
                    </a:cubicBezTo>
                    <a:cubicBezTo>
                      <a:pt x="44" y="117"/>
                      <a:pt x="44" y="117"/>
                      <a:pt x="44" y="117"/>
                    </a:cubicBezTo>
                    <a:cubicBezTo>
                      <a:pt x="44" y="117"/>
                      <a:pt x="44" y="117"/>
                      <a:pt x="44" y="117"/>
                    </a:cubicBezTo>
                    <a:cubicBezTo>
                      <a:pt x="44" y="117"/>
                      <a:pt x="44" y="117"/>
                      <a:pt x="44" y="117"/>
                    </a:cubicBezTo>
                    <a:cubicBezTo>
                      <a:pt x="44" y="117"/>
                      <a:pt x="44" y="117"/>
                      <a:pt x="44" y="117"/>
                    </a:cubicBezTo>
                    <a:cubicBezTo>
                      <a:pt x="44" y="117"/>
                      <a:pt x="45" y="117"/>
                      <a:pt x="45" y="117"/>
                    </a:cubicBezTo>
                    <a:cubicBezTo>
                      <a:pt x="45" y="117"/>
                      <a:pt x="45" y="117"/>
                      <a:pt x="45" y="117"/>
                    </a:cubicBezTo>
                    <a:cubicBezTo>
                      <a:pt x="45" y="117"/>
                      <a:pt x="45" y="117"/>
                      <a:pt x="45" y="117"/>
                    </a:cubicBezTo>
                    <a:cubicBezTo>
                      <a:pt x="45" y="117"/>
                      <a:pt x="45" y="117"/>
                      <a:pt x="45" y="117"/>
                    </a:cubicBezTo>
                    <a:cubicBezTo>
                      <a:pt x="45" y="117"/>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6"/>
                    </a:cubicBezTo>
                    <a:cubicBezTo>
                      <a:pt x="45" y="116"/>
                      <a:pt x="45" y="116"/>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5"/>
                      <a:pt x="45" y="115"/>
                      <a:pt x="45" y="115"/>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5" y="114"/>
                      <a:pt x="45" y="114"/>
                    </a:cubicBezTo>
                    <a:cubicBezTo>
                      <a:pt x="45" y="114"/>
                      <a:pt x="44" y="114"/>
                      <a:pt x="44" y="114"/>
                    </a:cubicBezTo>
                    <a:cubicBezTo>
                      <a:pt x="44" y="114"/>
                      <a:pt x="45" y="114"/>
                      <a:pt x="45" y="114"/>
                    </a:cubicBezTo>
                    <a:cubicBezTo>
                      <a:pt x="45" y="114"/>
                      <a:pt x="45" y="114"/>
                      <a:pt x="45" y="114"/>
                    </a:cubicBezTo>
                    <a:cubicBezTo>
                      <a:pt x="45" y="113"/>
                      <a:pt x="45" y="113"/>
                      <a:pt x="45" y="113"/>
                    </a:cubicBezTo>
                    <a:cubicBezTo>
                      <a:pt x="45" y="113"/>
                      <a:pt x="45" y="113"/>
                      <a:pt x="45"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4" y="113"/>
                    </a:cubicBezTo>
                    <a:cubicBezTo>
                      <a:pt x="44" y="113"/>
                      <a:pt x="44" y="113"/>
                      <a:pt x="43" y="113"/>
                    </a:cubicBezTo>
                    <a:cubicBezTo>
                      <a:pt x="43" y="113"/>
                      <a:pt x="43" y="113"/>
                      <a:pt x="43" y="113"/>
                    </a:cubicBezTo>
                    <a:cubicBezTo>
                      <a:pt x="43" y="113"/>
                      <a:pt x="43" y="113"/>
                      <a:pt x="43" y="113"/>
                    </a:cubicBezTo>
                    <a:cubicBezTo>
                      <a:pt x="43" y="113"/>
                      <a:pt x="43" y="113"/>
                      <a:pt x="43" y="113"/>
                    </a:cubicBezTo>
                    <a:cubicBezTo>
                      <a:pt x="43" y="113"/>
                      <a:pt x="43" y="113"/>
                      <a:pt x="43" y="113"/>
                    </a:cubicBezTo>
                    <a:cubicBezTo>
                      <a:pt x="43" y="113"/>
                      <a:pt x="43" y="113"/>
                      <a:pt x="43" y="113"/>
                    </a:cubicBezTo>
                    <a:cubicBezTo>
                      <a:pt x="43" y="113"/>
                      <a:pt x="43" y="113"/>
                      <a:pt x="42" y="113"/>
                    </a:cubicBezTo>
                    <a:cubicBezTo>
                      <a:pt x="42" y="113"/>
                      <a:pt x="42" y="113"/>
                      <a:pt x="42" y="113"/>
                    </a:cubicBezTo>
                    <a:cubicBezTo>
                      <a:pt x="42" y="113"/>
                      <a:pt x="42" y="113"/>
                      <a:pt x="42" y="113"/>
                    </a:cubicBezTo>
                    <a:cubicBezTo>
                      <a:pt x="42" y="113"/>
                      <a:pt x="42" y="113"/>
                      <a:pt x="42" y="113"/>
                    </a:cubicBezTo>
                    <a:cubicBezTo>
                      <a:pt x="42" y="113"/>
                      <a:pt x="42" y="113"/>
                      <a:pt x="42" y="113"/>
                    </a:cubicBezTo>
                    <a:cubicBezTo>
                      <a:pt x="42" y="113"/>
                      <a:pt x="42" y="113"/>
                      <a:pt x="42" y="113"/>
                    </a:cubicBezTo>
                    <a:cubicBezTo>
                      <a:pt x="42" y="113"/>
                      <a:pt x="42" y="113"/>
                      <a:pt x="42" y="113"/>
                    </a:cubicBezTo>
                    <a:cubicBezTo>
                      <a:pt x="42" y="113"/>
                      <a:pt x="42" y="113"/>
                      <a:pt x="42" y="113"/>
                    </a:cubicBezTo>
                    <a:cubicBezTo>
                      <a:pt x="42" y="113"/>
                      <a:pt x="42" y="113"/>
                      <a:pt x="42" y="113"/>
                    </a:cubicBezTo>
                    <a:cubicBezTo>
                      <a:pt x="42" y="113"/>
                      <a:pt x="42" y="113"/>
                      <a:pt x="42" y="113"/>
                    </a:cubicBezTo>
                    <a:cubicBezTo>
                      <a:pt x="42" y="113"/>
                      <a:pt x="42" y="113"/>
                      <a:pt x="42" y="113"/>
                    </a:cubicBezTo>
                    <a:cubicBezTo>
                      <a:pt x="42" y="113"/>
                      <a:pt x="41" y="113"/>
                      <a:pt x="41" y="113"/>
                    </a:cubicBezTo>
                    <a:cubicBezTo>
                      <a:pt x="41" y="113"/>
                      <a:pt x="41" y="113"/>
                      <a:pt x="41" y="113"/>
                    </a:cubicBezTo>
                    <a:cubicBezTo>
                      <a:pt x="41" y="113"/>
                      <a:pt x="41" y="113"/>
                      <a:pt x="41" y="113"/>
                    </a:cubicBezTo>
                    <a:cubicBezTo>
                      <a:pt x="41" y="113"/>
                      <a:pt x="41" y="113"/>
                      <a:pt x="41" y="113"/>
                    </a:cubicBezTo>
                    <a:cubicBezTo>
                      <a:pt x="41" y="113"/>
                      <a:pt x="41" y="113"/>
                      <a:pt x="41" y="113"/>
                    </a:cubicBezTo>
                    <a:cubicBezTo>
                      <a:pt x="41" y="113"/>
                      <a:pt x="41" y="113"/>
                      <a:pt x="41" y="113"/>
                    </a:cubicBezTo>
                    <a:cubicBezTo>
                      <a:pt x="41" y="113"/>
                      <a:pt x="41" y="113"/>
                      <a:pt x="41" y="113"/>
                    </a:cubicBezTo>
                    <a:cubicBezTo>
                      <a:pt x="41" y="113"/>
                      <a:pt x="41" y="113"/>
                      <a:pt x="41" y="113"/>
                    </a:cubicBezTo>
                    <a:cubicBezTo>
                      <a:pt x="41" y="113"/>
                      <a:pt x="41" y="113"/>
                      <a:pt x="41" y="113"/>
                    </a:cubicBezTo>
                    <a:cubicBezTo>
                      <a:pt x="41" y="113"/>
                      <a:pt x="40" y="113"/>
                      <a:pt x="40" y="113"/>
                    </a:cubicBezTo>
                    <a:cubicBezTo>
                      <a:pt x="40" y="113"/>
                      <a:pt x="40" y="113"/>
                      <a:pt x="40" y="113"/>
                    </a:cubicBezTo>
                    <a:cubicBezTo>
                      <a:pt x="40" y="113"/>
                      <a:pt x="40" y="113"/>
                      <a:pt x="40" y="113"/>
                    </a:cubicBezTo>
                    <a:cubicBezTo>
                      <a:pt x="40" y="113"/>
                      <a:pt x="40" y="113"/>
                      <a:pt x="40" y="113"/>
                    </a:cubicBezTo>
                    <a:cubicBezTo>
                      <a:pt x="40" y="113"/>
                      <a:pt x="40" y="113"/>
                      <a:pt x="40" y="113"/>
                    </a:cubicBezTo>
                    <a:cubicBezTo>
                      <a:pt x="40" y="113"/>
                      <a:pt x="40" y="113"/>
                      <a:pt x="40" y="113"/>
                    </a:cubicBezTo>
                    <a:cubicBezTo>
                      <a:pt x="40" y="113"/>
                      <a:pt x="40" y="113"/>
                      <a:pt x="40" y="113"/>
                    </a:cubicBezTo>
                    <a:cubicBezTo>
                      <a:pt x="40" y="113"/>
                      <a:pt x="40" y="113"/>
                      <a:pt x="40" y="113"/>
                    </a:cubicBezTo>
                    <a:cubicBezTo>
                      <a:pt x="40" y="112"/>
                      <a:pt x="40" y="112"/>
                      <a:pt x="40" y="112"/>
                    </a:cubicBezTo>
                    <a:cubicBezTo>
                      <a:pt x="40" y="112"/>
                      <a:pt x="40" y="113"/>
                      <a:pt x="40" y="113"/>
                    </a:cubicBezTo>
                    <a:cubicBezTo>
                      <a:pt x="40" y="113"/>
                      <a:pt x="40" y="113"/>
                      <a:pt x="40" y="113"/>
                    </a:cubicBezTo>
                    <a:cubicBezTo>
                      <a:pt x="40" y="113"/>
                      <a:pt x="40" y="113"/>
                      <a:pt x="39" y="113"/>
                    </a:cubicBezTo>
                    <a:cubicBezTo>
                      <a:pt x="39" y="113"/>
                      <a:pt x="39" y="113"/>
                      <a:pt x="39" y="113"/>
                    </a:cubicBezTo>
                    <a:cubicBezTo>
                      <a:pt x="39" y="113"/>
                      <a:pt x="39" y="113"/>
                      <a:pt x="39" y="113"/>
                    </a:cubicBezTo>
                    <a:cubicBezTo>
                      <a:pt x="39" y="113"/>
                      <a:pt x="39" y="113"/>
                      <a:pt x="39" y="113"/>
                    </a:cubicBezTo>
                    <a:cubicBezTo>
                      <a:pt x="39" y="113"/>
                      <a:pt x="39" y="113"/>
                      <a:pt x="39" y="113"/>
                    </a:cubicBezTo>
                    <a:cubicBezTo>
                      <a:pt x="39" y="113"/>
                      <a:pt x="39" y="113"/>
                      <a:pt x="39" y="113"/>
                    </a:cubicBezTo>
                    <a:cubicBezTo>
                      <a:pt x="39" y="113"/>
                      <a:pt x="39" y="113"/>
                      <a:pt x="39" y="113"/>
                    </a:cubicBezTo>
                    <a:cubicBezTo>
                      <a:pt x="39" y="113"/>
                      <a:pt x="39" y="112"/>
                      <a:pt x="39" y="112"/>
                    </a:cubicBezTo>
                    <a:cubicBezTo>
                      <a:pt x="39" y="112"/>
                      <a:pt x="39" y="112"/>
                      <a:pt x="39" y="113"/>
                    </a:cubicBezTo>
                    <a:cubicBezTo>
                      <a:pt x="39" y="113"/>
                      <a:pt x="39" y="113"/>
                      <a:pt x="39" y="113"/>
                    </a:cubicBezTo>
                    <a:cubicBezTo>
                      <a:pt x="39" y="113"/>
                      <a:pt x="39" y="113"/>
                      <a:pt x="39" y="113"/>
                    </a:cubicBezTo>
                    <a:cubicBezTo>
                      <a:pt x="39" y="113"/>
                      <a:pt x="39" y="113"/>
                      <a:pt x="39" y="113"/>
                    </a:cubicBezTo>
                    <a:cubicBezTo>
                      <a:pt x="39" y="113"/>
                      <a:pt x="39" y="113"/>
                      <a:pt x="39" y="113"/>
                    </a:cubicBezTo>
                    <a:cubicBezTo>
                      <a:pt x="39" y="113"/>
                      <a:pt x="39" y="113"/>
                      <a:pt x="39" y="113"/>
                    </a:cubicBezTo>
                    <a:cubicBezTo>
                      <a:pt x="39" y="113"/>
                      <a:pt x="39" y="113"/>
                      <a:pt x="39" y="113"/>
                    </a:cubicBezTo>
                    <a:cubicBezTo>
                      <a:pt x="39" y="113"/>
                      <a:pt x="39" y="113"/>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2"/>
                    </a:cubicBezTo>
                    <a:cubicBezTo>
                      <a:pt x="39" y="112"/>
                      <a:pt x="39" y="112"/>
                      <a:pt x="39" y="111"/>
                    </a:cubicBezTo>
                    <a:cubicBezTo>
                      <a:pt x="39" y="111"/>
                      <a:pt x="39" y="111"/>
                      <a:pt x="39" y="111"/>
                    </a:cubicBezTo>
                    <a:cubicBezTo>
                      <a:pt x="40" y="111"/>
                      <a:pt x="40" y="111"/>
                      <a:pt x="40" y="111"/>
                    </a:cubicBezTo>
                    <a:cubicBezTo>
                      <a:pt x="40" y="111"/>
                      <a:pt x="40" y="111"/>
                      <a:pt x="40" y="111"/>
                    </a:cubicBezTo>
                    <a:cubicBezTo>
                      <a:pt x="40" y="111"/>
                      <a:pt x="40" y="111"/>
                      <a:pt x="40" y="111"/>
                    </a:cubicBezTo>
                    <a:cubicBezTo>
                      <a:pt x="40" y="111"/>
                      <a:pt x="40" y="111"/>
                      <a:pt x="40" y="110"/>
                    </a:cubicBezTo>
                    <a:cubicBezTo>
                      <a:pt x="40" y="110"/>
                      <a:pt x="40" y="110"/>
                      <a:pt x="40" y="110"/>
                    </a:cubicBezTo>
                    <a:cubicBezTo>
                      <a:pt x="40" y="110"/>
                      <a:pt x="40" y="110"/>
                      <a:pt x="40" y="110"/>
                    </a:cubicBezTo>
                    <a:cubicBezTo>
                      <a:pt x="40" y="110"/>
                      <a:pt x="40" y="110"/>
                      <a:pt x="40" y="110"/>
                    </a:cubicBezTo>
                    <a:cubicBezTo>
                      <a:pt x="40" y="110"/>
                      <a:pt x="40" y="110"/>
                      <a:pt x="40" y="110"/>
                    </a:cubicBezTo>
                    <a:cubicBezTo>
                      <a:pt x="40" y="110"/>
                      <a:pt x="40" y="110"/>
                      <a:pt x="40" y="110"/>
                    </a:cubicBezTo>
                    <a:cubicBezTo>
                      <a:pt x="40" y="110"/>
                      <a:pt x="40" y="110"/>
                      <a:pt x="40" y="110"/>
                    </a:cubicBezTo>
                    <a:cubicBezTo>
                      <a:pt x="40" y="110"/>
                      <a:pt x="40" y="110"/>
                      <a:pt x="40" y="110"/>
                    </a:cubicBezTo>
                    <a:cubicBezTo>
                      <a:pt x="40" y="109"/>
                      <a:pt x="40" y="109"/>
                      <a:pt x="40" y="109"/>
                    </a:cubicBezTo>
                    <a:cubicBezTo>
                      <a:pt x="40" y="109"/>
                      <a:pt x="40" y="109"/>
                      <a:pt x="40" y="109"/>
                    </a:cubicBezTo>
                    <a:cubicBezTo>
                      <a:pt x="40" y="109"/>
                      <a:pt x="40" y="109"/>
                      <a:pt x="40" y="109"/>
                    </a:cubicBezTo>
                    <a:cubicBezTo>
                      <a:pt x="40" y="109"/>
                      <a:pt x="40" y="109"/>
                      <a:pt x="40" y="109"/>
                    </a:cubicBezTo>
                    <a:cubicBezTo>
                      <a:pt x="40" y="109"/>
                      <a:pt x="40" y="109"/>
                      <a:pt x="40" y="109"/>
                    </a:cubicBezTo>
                    <a:cubicBezTo>
                      <a:pt x="40" y="109"/>
                      <a:pt x="41" y="108"/>
                      <a:pt x="41" y="108"/>
                    </a:cubicBezTo>
                    <a:cubicBezTo>
                      <a:pt x="41" y="108"/>
                      <a:pt x="40" y="108"/>
                      <a:pt x="40" y="108"/>
                    </a:cubicBezTo>
                    <a:cubicBezTo>
                      <a:pt x="40" y="108"/>
                      <a:pt x="40" y="108"/>
                      <a:pt x="40" y="108"/>
                    </a:cubicBezTo>
                    <a:cubicBezTo>
                      <a:pt x="40" y="108"/>
                      <a:pt x="40" y="108"/>
                      <a:pt x="40" y="108"/>
                    </a:cubicBezTo>
                    <a:cubicBezTo>
                      <a:pt x="40" y="108"/>
                      <a:pt x="40" y="108"/>
                      <a:pt x="40" y="108"/>
                    </a:cubicBezTo>
                    <a:cubicBezTo>
                      <a:pt x="40" y="108"/>
                      <a:pt x="40" y="108"/>
                      <a:pt x="40" y="108"/>
                    </a:cubicBezTo>
                    <a:cubicBezTo>
                      <a:pt x="40" y="108"/>
                      <a:pt x="40" y="108"/>
                      <a:pt x="40" y="108"/>
                    </a:cubicBezTo>
                    <a:cubicBezTo>
                      <a:pt x="40" y="108"/>
                      <a:pt x="40" y="108"/>
                      <a:pt x="40" y="108"/>
                    </a:cubicBezTo>
                    <a:cubicBezTo>
                      <a:pt x="40" y="108"/>
                      <a:pt x="40" y="108"/>
                      <a:pt x="40" y="108"/>
                    </a:cubicBezTo>
                    <a:cubicBezTo>
                      <a:pt x="40" y="108"/>
                      <a:pt x="40" y="108"/>
                      <a:pt x="40" y="108"/>
                    </a:cubicBezTo>
                    <a:cubicBezTo>
                      <a:pt x="40" y="108"/>
                      <a:pt x="40" y="108"/>
                      <a:pt x="40" y="108"/>
                    </a:cubicBezTo>
                    <a:cubicBezTo>
                      <a:pt x="41" y="108"/>
                      <a:pt x="41" y="108"/>
                      <a:pt x="41" y="108"/>
                    </a:cubicBezTo>
                    <a:cubicBezTo>
                      <a:pt x="41" y="108"/>
                      <a:pt x="41" y="107"/>
                      <a:pt x="41" y="107"/>
                    </a:cubicBezTo>
                    <a:cubicBezTo>
                      <a:pt x="41" y="107"/>
                      <a:pt x="41" y="107"/>
                      <a:pt x="41" y="107"/>
                    </a:cubicBezTo>
                    <a:cubicBezTo>
                      <a:pt x="41" y="107"/>
                      <a:pt x="41" y="107"/>
                      <a:pt x="41" y="107"/>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8"/>
                      <a:pt x="41" y="108"/>
                    </a:cubicBezTo>
                    <a:cubicBezTo>
                      <a:pt x="41" y="108"/>
                      <a:pt x="41" y="107"/>
                      <a:pt x="41" y="107"/>
                    </a:cubicBezTo>
                    <a:cubicBezTo>
                      <a:pt x="41" y="107"/>
                      <a:pt x="41" y="107"/>
                      <a:pt x="41" y="107"/>
                    </a:cubicBezTo>
                    <a:cubicBezTo>
                      <a:pt x="41" y="107"/>
                      <a:pt x="42" y="107"/>
                      <a:pt x="42" y="107"/>
                    </a:cubicBezTo>
                    <a:cubicBezTo>
                      <a:pt x="42" y="107"/>
                      <a:pt x="42" y="107"/>
                      <a:pt x="42" y="107"/>
                    </a:cubicBezTo>
                    <a:cubicBezTo>
                      <a:pt x="42" y="107"/>
                      <a:pt x="42" y="107"/>
                      <a:pt x="42" y="107"/>
                    </a:cubicBezTo>
                    <a:cubicBezTo>
                      <a:pt x="42" y="107"/>
                      <a:pt x="42" y="107"/>
                      <a:pt x="42" y="107"/>
                    </a:cubicBezTo>
                    <a:cubicBezTo>
                      <a:pt x="41" y="107"/>
                      <a:pt x="41" y="107"/>
                      <a:pt x="41" y="107"/>
                    </a:cubicBezTo>
                    <a:cubicBezTo>
                      <a:pt x="41" y="107"/>
                      <a:pt x="41" y="107"/>
                      <a:pt x="41" y="107"/>
                    </a:cubicBezTo>
                    <a:cubicBezTo>
                      <a:pt x="41" y="107"/>
                      <a:pt x="42" y="107"/>
                      <a:pt x="42" y="107"/>
                    </a:cubicBezTo>
                    <a:cubicBezTo>
                      <a:pt x="42" y="107"/>
                      <a:pt x="42" y="107"/>
                      <a:pt x="42" y="107"/>
                    </a:cubicBezTo>
                    <a:cubicBezTo>
                      <a:pt x="42" y="106"/>
                      <a:pt x="42" y="106"/>
                      <a:pt x="42" y="106"/>
                    </a:cubicBezTo>
                    <a:cubicBezTo>
                      <a:pt x="42" y="106"/>
                      <a:pt x="42" y="106"/>
                      <a:pt x="42" y="106"/>
                    </a:cubicBezTo>
                    <a:cubicBezTo>
                      <a:pt x="42" y="106"/>
                      <a:pt x="42" y="106"/>
                      <a:pt x="42" y="106"/>
                    </a:cubicBezTo>
                    <a:cubicBezTo>
                      <a:pt x="42" y="106"/>
                      <a:pt x="42" y="106"/>
                      <a:pt x="42" y="106"/>
                    </a:cubicBezTo>
                    <a:cubicBezTo>
                      <a:pt x="42" y="106"/>
                      <a:pt x="42" y="106"/>
                      <a:pt x="41" y="106"/>
                    </a:cubicBezTo>
                    <a:cubicBezTo>
                      <a:pt x="41" y="106"/>
                      <a:pt x="41" y="106"/>
                      <a:pt x="41" y="106"/>
                    </a:cubicBezTo>
                    <a:cubicBezTo>
                      <a:pt x="41" y="106"/>
                      <a:pt x="41" y="106"/>
                      <a:pt x="41" y="106"/>
                    </a:cubicBezTo>
                    <a:cubicBezTo>
                      <a:pt x="41" y="106"/>
                      <a:pt x="41" y="106"/>
                      <a:pt x="41" y="106"/>
                    </a:cubicBezTo>
                    <a:cubicBezTo>
                      <a:pt x="41" y="106"/>
                      <a:pt x="41" y="106"/>
                      <a:pt x="42" y="106"/>
                    </a:cubicBezTo>
                    <a:cubicBezTo>
                      <a:pt x="42" y="106"/>
                      <a:pt x="42" y="106"/>
                      <a:pt x="42" y="106"/>
                    </a:cubicBezTo>
                    <a:cubicBezTo>
                      <a:pt x="42" y="106"/>
                      <a:pt x="42" y="106"/>
                      <a:pt x="42" y="106"/>
                    </a:cubicBezTo>
                    <a:cubicBezTo>
                      <a:pt x="42" y="106"/>
                      <a:pt x="42" y="105"/>
                      <a:pt x="42" y="105"/>
                    </a:cubicBezTo>
                    <a:cubicBezTo>
                      <a:pt x="42" y="105"/>
                      <a:pt x="42" y="105"/>
                      <a:pt x="42" y="105"/>
                    </a:cubicBezTo>
                    <a:cubicBezTo>
                      <a:pt x="42" y="105"/>
                      <a:pt x="42" y="105"/>
                      <a:pt x="42" y="105"/>
                    </a:cubicBezTo>
                    <a:cubicBezTo>
                      <a:pt x="42" y="105"/>
                      <a:pt x="42" y="105"/>
                      <a:pt x="43" y="105"/>
                    </a:cubicBezTo>
                    <a:cubicBezTo>
                      <a:pt x="43" y="105"/>
                      <a:pt x="43" y="105"/>
                      <a:pt x="43" y="105"/>
                    </a:cubicBezTo>
                    <a:cubicBezTo>
                      <a:pt x="43" y="105"/>
                      <a:pt x="43" y="104"/>
                      <a:pt x="43" y="104"/>
                    </a:cubicBezTo>
                    <a:cubicBezTo>
                      <a:pt x="43" y="104"/>
                      <a:pt x="43" y="104"/>
                      <a:pt x="43" y="104"/>
                    </a:cubicBezTo>
                    <a:cubicBezTo>
                      <a:pt x="43" y="104"/>
                      <a:pt x="43" y="104"/>
                      <a:pt x="43" y="104"/>
                    </a:cubicBezTo>
                    <a:cubicBezTo>
                      <a:pt x="43" y="104"/>
                      <a:pt x="43" y="104"/>
                      <a:pt x="43" y="104"/>
                    </a:cubicBezTo>
                    <a:cubicBezTo>
                      <a:pt x="44" y="104"/>
                      <a:pt x="44" y="104"/>
                      <a:pt x="44" y="103"/>
                    </a:cubicBezTo>
                    <a:cubicBezTo>
                      <a:pt x="44" y="103"/>
                      <a:pt x="44" y="103"/>
                      <a:pt x="44" y="103"/>
                    </a:cubicBezTo>
                    <a:cubicBezTo>
                      <a:pt x="44" y="103"/>
                      <a:pt x="44" y="103"/>
                      <a:pt x="44" y="103"/>
                    </a:cubicBezTo>
                    <a:cubicBezTo>
                      <a:pt x="44" y="103"/>
                      <a:pt x="44" y="103"/>
                      <a:pt x="43" y="103"/>
                    </a:cubicBezTo>
                    <a:cubicBezTo>
                      <a:pt x="43" y="103"/>
                      <a:pt x="43" y="103"/>
                      <a:pt x="43" y="103"/>
                    </a:cubicBezTo>
                    <a:cubicBezTo>
                      <a:pt x="43" y="103"/>
                      <a:pt x="43" y="103"/>
                      <a:pt x="43" y="103"/>
                    </a:cubicBezTo>
                    <a:cubicBezTo>
                      <a:pt x="43" y="103"/>
                      <a:pt x="43" y="103"/>
                      <a:pt x="43" y="103"/>
                    </a:cubicBezTo>
                    <a:cubicBezTo>
                      <a:pt x="43" y="103"/>
                      <a:pt x="43" y="103"/>
                      <a:pt x="43" y="103"/>
                    </a:cubicBezTo>
                    <a:cubicBezTo>
                      <a:pt x="43" y="103"/>
                      <a:pt x="43" y="103"/>
                      <a:pt x="43" y="103"/>
                    </a:cubicBezTo>
                    <a:cubicBezTo>
                      <a:pt x="43" y="103"/>
                      <a:pt x="43" y="103"/>
                      <a:pt x="43" y="103"/>
                    </a:cubicBezTo>
                    <a:cubicBezTo>
                      <a:pt x="43" y="103"/>
                      <a:pt x="43" y="103"/>
                      <a:pt x="43" y="103"/>
                    </a:cubicBezTo>
                    <a:cubicBezTo>
                      <a:pt x="43" y="103"/>
                      <a:pt x="43" y="103"/>
                      <a:pt x="43" y="103"/>
                    </a:cubicBezTo>
                    <a:cubicBezTo>
                      <a:pt x="43" y="103"/>
                      <a:pt x="43" y="103"/>
                      <a:pt x="43" y="103"/>
                    </a:cubicBezTo>
                    <a:cubicBezTo>
                      <a:pt x="42" y="103"/>
                      <a:pt x="42" y="103"/>
                      <a:pt x="42" y="103"/>
                    </a:cubicBezTo>
                    <a:cubicBezTo>
                      <a:pt x="42" y="103"/>
                      <a:pt x="42" y="103"/>
                      <a:pt x="42" y="103"/>
                    </a:cubicBezTo>
                    <a:cubicBezTo>
                      <a:pt x="42" y="103"/>
                      <a:pt x="42" y="103"/>
                      <a:pt x="42" y="103"/>
                    </a:cubicBezTo>
                    <a:cubicBezTo>
                      <a:pt x="42" y="103"/>
                      <a:pt x="42" y="103"/>
                      <a:pt x="42" y="103"/>
                    </a:cubicBezTo>
                    <a:cubicBezTo>
                      <a:pt x="42" y="103"/>
                      <a:pt x="42" y="103"/>
                      <a:pt x="42" y="103"/>
                    </a:cubicBezTo>
                    <a:cubicBezTo>
                      <a:pt x="41" y="103"/>
                      <a:pt x="41" y="103"/>
                      <a:pt x="41" y="103"/>
                    </a:cubicBezTo>
                    <a:cubicBezTo>
                      <a:pt x="41" y="103"/>
                      <a:pt x="41" y="103"/>
                      <a:pt x="41" y="103"/>
                    </a:cubicBezTo>
                    <a:cubicBezTo>
                      <a:pt x="41" y="103"/>
                      <a:pt x="41" y="103"/>
                      <a:pt x="41" y="103"/>
                    </a:cubicBezTo>
                    <a:cubicBezTo>
                      <a:pt x="41" y="103"/>
                      <a:pt x="41" y="103"/>
                      <a:pt x="41" y="103"/>
                    </a:cubicBezTo>
                    <a:cubicBezTo>
                      <a:pt x="41" y="103"/>
                      <a:pt x="41" y="103"/>
                      <a:pt x="41" y="103"/>
                    </a:cubicBezTo>
                    <a:cubicBezTo>
                      <a:pt x="40" y="103"/>
                      <a:pt x="40" y="103"/>
                      <a:pt x="40" y="103"/>
                    </a:cubicBezTo>
                    <a:cubicBezTo>
                      <a:pt x="40" y="103"/>
                      <a:pt x="40" y="103"/>
                      <a:pt x="40" y="103"/>
                    </a:cubicBezTo>
                    <a:cubicBezTo>
                      <a:pt x="40" y="103"/>
                      <a:pt x="40" y="103"/>
                      <a:pt x="40" y="103"/>
                    </a:cubicBezTo>
                    <a:cubicBezTo>
                      <a:pt x="40" y="103"/>
                      <a:pt x="40" y="103"/>
                      <a:pt x="40" y="103"/>
                    </a:cubicBezTo>
                    <a:cubicBezTo>
                      <a:pt x="40" y="103"/>
                      <a:pt x="40" y="103"/>
                      <a:pt x="40" y="103"/>
                    </a:cubicBezTo>
                    <a:cubicBezTo>
                      <a:pt x="40" y="103"/>
                      <a:pt x="40" y="103"/>
                      <a:pt x="40" y="103"/>
                    </a:cubicBezTo>
                    <a:cubicBezTo>
                      <a:pt x="40" y="103"/>
                      <a:pt x="40" y="103"/>
                      <a:pt x="39" y="103"/>
                    </a:cubicBezTo>
                    <a:cubicBezTo>
                      <a:pt x="39" y="103"/>
                      <a:pt x="39" y="103"/>
                      <a:pt x="39" y="103"/>
                    </a:cubicBezTo>
                    <a:cubicBezTo>
                      <a:pt x="39" y="103"/>
                      <a:pt x="39" y="103"/>
                      <a:pt x="39" y="103"/>
                    </a:cubicBezTo>
                    <a:cubicBezTo>
                      <a:pt x="39" y="103"/>
                      <a:pt x="39" y="103"/>
                      <a:pt x="39" y="103"/>
                    </a:cubicBezTo>
                    <a:cubicBezTo>
                      <a:pt x="39" y="103"/>
                      <a:pt x="39" y="103"/>
                      <a:pt x="39" y="103"/>
                    </a:cubicBezTo>
                    <a:cubicBezTo>
                      <a:pt x="39" y="104"/>
                      <a:pt x="39" y="104"/>
                      <a:pt x="39" y="104"/>
                    </a:cubicBezTo>
                    <a:cubicBezTo>
                      <a:pt x="39" y="104"/>
                      <a:pt x="39" y="104"/>
                      <a:pt x="39" y="104"/>
                    </a:cubicBezTo>
                    <a:cubicBezTo>
                      <a:pt x="39" y="104"/>
                      <a:pt x="39" y="104"/>
                      <a:pt x="39" y="104"/>
                    </a:cubicBezTo>
                    <a:cubicBezTo>
                      <a:pt x="39" y="104"/>
                      <a:pt x="39" y="104"/>
                      <a:pt x="39" y="104"/>
                    </a:cubicBezTo>
                    <a:cubicBezTo>
                      <a:pt x="39" y="104"/>
                      <a:pt x="38" y="104"/>
                      <a:pt x="38" y="104"/>
                    </a:cubicBezTo>
                    <a:cubicBezTo>
                      <a:pt x="38" y="104"/>
                      <a:pt x="38" y="104"/>
                      <a:pt x="38" y="104"/>
                    </a:cubicBezTo>
                    <a:cubicBezTo>
                      <a:pt x="38" y="105"/>
                      <a:pt x="38" y="105"/>
                      <a:pt x="38" y="105"/>
                    </a:cubicBezTo>
                    <a:cubicBezTo>
                      <a:pt x="38" y="105"/>
                      <a:pt x="38" y="105"/>
                      <a:pt x="38" y="105"/>
                    </a:cubicBezTo>
                    <a:cubicBezTo>
                      <a:pt x="38" y="105"/>
                      <a:pt x="38" y="105"/>
                      <a:pt x="38" y="105"/>
                    </a:cubicBezTo>
                    <a:cubicBezTo>
                      <a:pt x="38" y="105"/>
                      <a:pt x="38" y="105"/>
                      <a:pt x="38" y="105"/>
                    </a:cubicBezTo>
                    <a:cubicBezTo>
                      <a:pt x="38" y="105"/>
                      <a:pt x="38" y="105"/>
                      <a:pt x="38" y="105"/>
                    </a:cubicBezTo>
                    <a:cubicBezTo>
                      <a:pt x="38" y="105"/>
                      <a:pt x="38" y="105"/>
                      <a:pt x="38" y="105"/>
                    </a:cubicBezTo>
                    <a:cubicBezTo>
                      <a:pt x="38" y="105"/>
                      <a:pt x="38" y="105"/>
                      <a:pt x="38" y="105"/>
                    </a:cubicBezTo>
                    <a:cubicBezTo>
                      <a:pt x="38" y="105"/>
                      <a:pt x="38" y="105"/>
                      <a:pt x="38" y="105"/>
                    </a:cubicBezTo>
                    <a:cubicBezTo>
                      <a:pt x="38" y="105"/>
                      <a:pt x="38" y="105"/>
                      <a:pt x="38" y="106"/>
                    </a:cubicBezTo>
                    <a:cubicBezTo>
                      <a:pt x="38" y="106"/>
                      <a:pt x="38" y="106"/>
                      <a:pt x="38" y="106"/>
                    </a:cubicBezTo>
                    <a:cubicBezTo>
                      <a:pt x="38" y="106"/>
                      <a:pt x="38" y="106"/>
                      <a:pt x="38" y="106"/>
                    </a:cubicBezTo>
                    <a:cubicBezTo>
                      <a:pt x="38" y="106"/>
                      <a:pt x="38" y="106"/>
                      <a:pt x="38" y="106"/>
                    </a:cubicBezTo>
                    <a:cubicBezTo>
                      <a:pt x="38" y="106"/>
                      <a:pt x="38" y="106"/>
                      <a:pt x="38" y="106"/>
                    </a:cubicBezTo>
                    <a:cubicBezTo>
                      <a:pt x="38" y="106"/>
                      <a:pt x="38" y="106"/>
                      <a:pt x="38" y="106"/>
                    </a:cubicBezTo>
                    <a:cubicBezTo>
                      <a:pt x="38" y="106"/>
                      <a:pt x="38" y="106"/>
                      <a:pt x="38" y="106"/>
                    </a:cubicBezTo>
                    <a:cubicBezTo>
                      <a:pt x="38" y="106"/>
                      <a:pt x="38" y="106"/>
                      <a:pt x="37" y="106"/>
                    </a:cubicBezTo>
                    <a:cubicBezTo>
                      <a:pt x="37" y="106"/>
                      <a:pt x="37" y="106"/>
                      <a:pt x="37" y="106"/>
                    </a:cubicBezTo>
                    <a:cubicBezTo>
                      <a:pt x="37" y="106"/>
                      <a:pt x="37" y="106"/>
                      <a:pt x="37" y="106"/>
                    </a:cubicBezTo>
                    <a:cubicBezTo>
                      <a:pt x="37" y="106"/>
                      <a:pt x="37" y="106"/>
                      <a:pt x="37" y="107"/>
                    </a:cubicBezTo>
                    <a:cubicBezTo>
                      <a:pt x="37" y="107"/>
                      <a:pt x="37" y="107"/>
                      <a:pt x="37" y="107"/>
                    </a:cubicBezTo>
                    <a:cubicBezTo>
                      <a:pt x="37" y="107"/>
                      <a:pt x="37" y="107"/>
                      <a:pt x="37" y="107"/>
                    </a:cubicBezTo>
                    <a:cubicBezTo>
                      <a:pt x="37" y="107"/>
                      <a:pt x="37" y="107"/>
                      <a:pt x="37" y="107"/>
                    </a:cubicBezTo>
                    <a:cubicBezTo>
                      <a:pt x="37" y="107"/>
                      <a:pt x="37" y="107"/>
                      <a:pt x="37" y="107"/>
                    </a:cubicBezTo>
                    <a:cubicBezTo>
                      <a:pt x="37" y="107"/>
                      <a:pt x="37" y="107"/>
                      <a:pt x="37" y="107"/>
                    </a:cubicBezTo>
                    <a:cubicBezTo>
                      <a:pt x="37" y="107"/>
                      <a:pt x="37" y="107"/>
                      <a:pt x="37" y="107"/>
                    </a:cubicBezTo>
                    <a:cubicBezTo>
                      <a:pt x="37" y="107"/>
                      <a:pt x="37" y="107"/>
                      <a:pt x="37" y="107"/>
                    </a:cubicBezTo>
                    <a:cubicBezTo>
                      <a:pt x="37" y="107"/>
                      <a:pt x="37" y="107"/>
                      <a:pt x="37" y="107"/>
                    </a:cubicBezTo>
                    <a:cubicBezTo>
                      <a:pt x="37" y="107"/>
                      <a:pt x="37" y="107"/>
                      <a:pt x="37" y="107"/>
                    </a:cubicBezTo>
                    <a:cubicBezTo>
                      <a:pt x="37" y="107"/>
                      <a:pt x="37" y="107"/>
                      <a:pt x="37" y="107"/>
                    </a:cubicBezTo>
                    <a:cubicBezTo>
                      <a:pt x="37" y="107"/>
                      <a:pt x="36" y="107"/>
                      <a:pt x="36" y="107"/>
                    </a:cubicBezTo>
                    <a:cubicBezTo>
                      <a:pt x="36" y="107"/>
                      <a:pt x="36" y="107"/>
                      <a:pt x="36" y="107"/>
                    </a:cubicBezTo>
                    <a:cubicBezTo>
                      <a:pt x="36" y="107"/>
                      <a:pt x="36" y="107"/>
                      <a:pt x="36" y="107"/>
                    </a:cubicBezTo>
                    <a:cubicBezTo>
                      <a:pt x="36" y="107"/>
                      <a:pt x="36" y="107"/>
                      <a:pt x="36" y="107"/>
                    </a:cubicBezTo>
                    <a:cubicBezTo>
                      <a:pt x="36" y="107"/>
                      <a:pt x="36" y="107"/>
                      <a:pt x="37" y="107"/>
                    </a:cubicBezTo>
                    <a:cubicBezTo>
                      <a:pt x="37" y="107"/>
                      <a:pt x="37" y="107"/>
                      <a:pt x="37" y="107"/>
                    </a:cubicBezTo>
                    <a:cubicBezTo>
                      <a:pt x="37" y="108"/>
                      <a:pt x="37"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8"/>
                    </a:cubicBezTo>
                    <a:cubicBezTo>
                      <a:pt x="36" y="108"/>
                      <a:pt x="36" y="108"/>
                      <a:pt x="36" y="107"/>
                    </a:cubicBezTo>
                    <a:cubicBezTo>
                      <a:pt x="36" y="107"/>
                      <a:pt x="36" y="107"/>
                      <a:pt x="36" y="107"/>
                    </a:cubicBezTo>
                    <a:cubicBezTo>
                      <a:pt x="36" y="107"/>
                      <a:pt x="36" y="107"/>
                      <a:pt x="36" y="107"/>
                    </a:cubicBezTo>
                    <a:cubicBezTo>
                      <a:pt x="36" y="107"/>
                      <a:pt x="35" y="107"/>
                      <a:pt x="35" y="107"/>
                    </a:cubicBezTo>
                    <a:cubicBezTo>
                      <a:pt x="35" y="107"/>
                      <a:pt x="35" y="107"/>
                      <a:pt x="35" y="107"/>
                    </a:cubicBezTo>
                    <a:cubicBezTo>
                      <a:pt x="35" y="107"/>
                      <a:pt x="35" y="107"/>
                      <a:pt x="35" y="107"/>
                    </a:cubicBezTo>
                    <a:cubicBezTo>
                      <a:pt x="35" y="107"/>
                      <a:pt x="35" y="107"/>
                      <a:pt x="35" y="107"/>
                    </a:cubicBezTo>
                    <a:cubicBezTo>
                      <a:pt x="35" y="107"/>
                      <a:pt x="35" y="107"/>
                      <a:pt x="35" y="108"/>
                    </a:cubicBezTo>
                    <a:cubicBezTo>
                      <a:pt x="35" y="108"/>
                      <a:pt x="35" y="108"/>
                      <a:pt x="35" y="108"/>
                    </a:cubicBezTo>
                    <a:cubicBezTo>
                      <a:pt x="35" y="108"/>
                      <a:pt x="35" y="108"/>
                      <a:pt x="35" y="108"/>
                    </a:cubicBezTo>
                    <a:cubicBezTo>
                      <a:pt x="35" y="108"/>
                      <a:pt x="35" y="108"/>
                      <a:pt x="35" y="108"/>
                    </a:cubicBezTo>
                    <a:cubicBezTo>
                      <a:pt x="35" y="108"/>
                      <a:pt x="35" y="108"/>
                      <a:pt x="35" y="108"/>
                    </a:cubicBezTo>
                    <a:cubicBezTo>
                      <a:pt x="35" y="108"/>
                      <a:pt x="35" y="108"/>
                      <a:pt x="35" y="108"/>
                    </a:cubicBezTo>
                    <a:cubicBezTo>
                      <a:pt x="35" y="108"/>
                      <a:pt x="35" y="108"/>
                      <a:pt x="35" y="108"/>
                    </a:cubicBezTo>
                    <a:cubicBezTo>
                      <a:pt x="34" y="108"/>
                      <a:pt x="34" y="108"/>
                      <a:pt x="34" y="108"/>
                    </a:cubicBezTo>
                    <a:cubicBezTo>
                      <a:pt x="34" y="108"/>
                      <a:pt x="34" y="108"/>
                      <a:pt x="34" y="108"/>
                    </a:cubicBezTo>
                    <a:cubicBezTo>
                      <a:pt x="34" y="108"/>
                      <a:pt x="34" y="108"/>
                      <a:pt x="34" y="108"/>
                    </a:cubicBezTo>
                    <a:cubicBezTo>
                      <a:pt x="34" y="108"/>
                      <a:pt x="34" y="108"/>
                      <a:pt x="34" y="108"/>
                    </a:cubicBezTo>
                    <a:cubicBezTo>
                      <a:pt x="34" y="108"/>
                      <a:pt x="34" y="108"/>
                      <a:pt x="34" y="108"/>
                    </a:cubicBezTo>
                    <a:cubicBezTo>
                      <a:pt x="34" y="108"/>
                      <a:pt x="34" y="108"/>
                      <a:pt x="33" y="108"/>
                    </a:cubicBezTo>
                    <a:cubicBezTo>
                      <a:pt x="33" y="108"/>
                      <a:pt x="33" y="108"/>
                      <a:pt x="33" y="108"/>
                    </a:cubicBezTo>
                    <a:cubicBezTo>
                      <a:pt x="33" y="108"/>
                      <a:pt x="33" y="108"/>
                      <a:pt x="33" y="108"/>
                    </a:cubicBezTo>
                    <a:cubicBezTo>
                      <a:pt x="33" y="108"/>
                      <a:pt x="33" y="108"/>
                      <a:pt x="33" y="108"/>
                    </a:cubicBezTo>
                    <a:cubicBezTo>
                      <a:pt x="33" y="108"/>
                      <a:pt x="33" y="108"/>
                      <a:pt x="33" y="108"/>
                    </a:cubicBezTo>
                    <a:cubicBezTo>
                      <a:pt x="33" y="108"/>
                      <a:pt x="33" y="108"/>
                      <a:pt x="33" y="108"/>
                    </a:cubicBezTo>
                    <a:cubicBezTo>
                      <a:pt x="33" y="108"/>
                      <a:pt x="33" y="108"/>
                      <a:pt x="33" y="108"/>
                    </a:cubicBezTo>
                    <a:cubicBezTo>
                      <a:pt x="32" y="108"/>
                      <a:pt x="32" y="108"/>
                      <a:pt x="32" y="108"/>
                    </a:cubicBezTo>
                    <a:cubicBezTo>
                      <a:pt x="32" y="108"/>
                      <a:pt x="32" y="108"/>
                      <a:pt x="32" y="108"/>
                    </a:cubicBezTo>
                    <a:cubicBezTo>
                      <a:pt x="32" y="108"/>
                      <a:pt x="32" y="108"/>
                      <a:pt x="32" y="108"/>
                    </a:cubicBezTo>
                    <a:cubicBezTo>
                      <a:pt x="32" y="108"/>
                      <a:pt x="32" y="108"/>
                      <a:pt x="32" y="108"/>
                    </a:cubicBezTo>
                    <a:cubicBezTo>
                      <a:pt x="32" y="108"/>
                      <a:pt x="32" y="108"/>
                      <a:pt x="32" y="108"/>
                    </a:cubicBezTo>
                    <a:cubicBezTo>
                      <a:pt x="32" y="108"/>
                      <a:pt x="32" y="107"/>
                      <a:pt x="32" y="107"/>
                    </a:cubicBezTo>
                    <a:cubicBezTo>
                      <a:pt x="32" y="107"/>
                      <a:pt x="32" y="107"/>
                      <a:pt x="32" y="107"/>
                    </a:cubicBezTo>
                    <a:cubicBezTo>
                      <a:pt x="32" y="107"/>
                      <a:pt x="32" y="107"/>
                      <a:pt x="32" y="107"/>
                    </a:cubicBezTo>
                    <a:cubicBezTo>
                      <a:pt x="32" y="107"/>
                      <a:pt x="32" y="107"/>
                      <a:pt x="32" y="107"/>
                    </a:cubicBezTo>
                    <a:cubicBezTo>
                      <a:pt x="31" y="107"/>
                      <a:pt x="31" y="107"/>
                      <a:pt x="31" y="107"/>
                    </a:cubicBezTo>
                    <a:cubicBezTo>
                      <a:pt x="31" y="107"/>
                      <a:pt x="31" y="107"/>
                      <a:pt x="31" y="107"/>
                    </a:cubicBezTo>
                    <a:cubicBezTo>
                      <a:pt x="31" y="107"/>
                      <a:pt x="31" y="107"/>
                      <a:pt x="31" y="107"/>
                    </a:cubicBezTo>
                    <a:cubicBezTo>
                      <a:pt x="31" y="107"/>
                      <a:pt x="31" y="107"/>
                      <a:pt x="31" y="107"/>
                    </a:cubicBezTo>
                    <a:cubicBezTo>
                      <a:pt x="31" y="107"/>
                      <a:pt x="31" y="106"/>
                      <a:pt x="31" y="106"/>
                    </a:cubicBezTo>
                    <a:cubicBezTo>
                      <a:pt x="31" y="106"/>
                      <a:pt x="31" y="106"/>
                      <a:pt x="31" y="106"/>
                    </a:cubicBezTo>
                    <a:cubicBezTo>
                      <a:pt x="31" y="106"/>
                      <a:pt x="31" y="106"/>
                      <a:pt x="31" y="106"/>
                    </a:cubicBezTo>
                    <a:cubicBezTo>
                      <a:pt x="31" y="106"/>
                      <a:pt x="31" y="106"/>
                      <a:pt x="31" y="106"/>
                    </a:cubicBezTo>
                    <a:cubicBezTo>
                      <a:pt x="31" y="106"/>
                      <a:pt x="31" y="105"/>
                      <a:pt x="31" y="105"/>
                    </a:cubicBezTo>
                    <a:cubicBezTo>
                      <a:pt x="31" y="105"/>
                      <a:pt x="31" y="105"/>
                      <a:pt x="31" y="105"/>
                    </a:cubicBezTo>
                    <a:cubicBezTo>
                      <a:pt x="31" y="105"/>
                      <a:pt x="31" y="105"/>
                      <a:pt x="31" y="105"/>
                    </a:cubicBezTo>
                    <a:cubicBezTo>
                      <a:pt x="31" y="105"/>
                      <a:pt x="31" y="104"/>
                      <a:pt x="31" y="104"/>
                    </a:cubicBezTo>
                    <a:cubicBezTo>
                      <a:pt x="31" y="104"/>
                      <a:pt x="30" y="104"/>
                      <a:pt x="30" y="104"/>
                    </a:cubicBezTo>
                    <a:cubicBezTo>
                      <a:pt x="30" y="104"/>
                      <a:pt x="30" y="104"/>
                      <a:pt x="30" y="104"/>
                    </a:cubicBezTo>
                    <a:cubicBezTo>
                      <a:pt x="30" y="104"/>
                      <a:pt x="30" y="104"/>
                      <a:pt x="30" y="104"/>
                    </a:cubicBezTo>
                    <a:cubicBezTo>
                      <a:pt x="30" y="104"/>
                      <a:pt x="30" y="103"/>
                      <a:pt x="30" y="103"/>
                    </a:cubicBezTo>
                    <a:cubicBezTo>
                      <a:pt x="30" y="103"/>
                      <a:pt x="30" y="103"/>
                      <a:pt x="30" y="103"/>
                    </a:cubicBezTo>
                    <a:cubicBezTo>
                      <a:pt x="30" y="103"/>
                      <a:pt x="30" y="103"/>
                      <a:pt x="30" y="103"/>
                    </a:cubicBezTo>
                    <a:cubicBezTo>
                      <a:pt x="30" y="103"/>
                      <a:pt x="30" y="103"/>
                      <a:pt x="30" y="103"/>
                    </a:cubicBezTo>
                    <a:cubicBezTo>
                      <a:pt x="30" y="103"/>
                      <a:pt x="30" y="103"/>
                      <a:pt x="30" y="103"/>
                    </a:cubicBezTo>
                    <a:cubicBezTo>
                      <a:pt x="30" y="103"/>
                      <a:pt x="30" y="103"/>
                      <a:pt x="30" y="103"/>
                    </a:cubicBezTo>
                    <a:cubicBezTo>
                      <a:pt x="30" y="102"/>
                      <a:pt x="30" y="102"/>
                      <a:pt x="30" y="102"/>
                    </a:cubicBezTo>
                    <a:cubicBezTo>
                      <a:pt x="30" y="102"/>
                      <a:pt x="30" y="102"/>
                      <a:pt x="30" y="102"/>
                    </a:cubicBezTo>
                    <a:cubicBezTo>
                      <a:pt x="30" y="102"/>
                      <a:pt x="30" y="102"/>
                      <a:pt x="30" y="102"/>
                    </a:cubicBezTo>
                    <a:cubicBezTo>
                      <a:pt x="30" y="102"/>
                      <a:pt x="30" y="102"/>
                      <a:pt x="30" y="102"/>
                    </a:cubicBezTo>
                    <a:cubicBezTo>
                      <a:pt x="30" y="101"/>
                      <a:pt x="30" y="101"/>
                      <a:pt x="30" y="101"/>
                    </a:cubicBezTo>
                    <a:cubicBezTo>
                      <a:pt x="30" y="101"/>
                      <a:pt x="30" y="101"/>
                      <a:pt x="30" y="101"/>
                    </a:cubicBezTo>
                    <a:cubicBezTo>
                      <a:pt x="30" y="101"/>
                      <a:pt x="30" y="101"/>
                      <a:pt x="30" y="101"/>
                    </a:cubicBezTo>
                    <a:cubicBezTo>
                      <a:pt x="30" y="101"/>
                      <a:pt x="30" y="101"/>
                      <a:pt x="30" y="101"/>
                    </a:cubicBezTo>
                    <a:cubicBezTo>
                      <a:pt x="30" y="101"/>
                      <a:pt x="30" y="101"/>
                      <a:pt x="30" y="100"/>
                    </a:cubicBezTo>
                    <a:cubicBezTo>
                      <a:pt x="30" y="100"/>
                      <a:pt x="30" y="100"/>
                      <a:pt x="30" y="100"/>
                    </a:cubicBezTo>
                    <a:cubicBezTo>
                      <a:pt x="30" y="100"/>
                      <a:pt x="30" y="100"/>
                      <a:pt x="30" y="100"/>
                    </a:cubicBezTo>
                    <a:cubicBezTo>
                      <a:pt x="30" y="100"/>
                      <a:pt x="31" y="100"/>
                      <a:pt x="31" y="99"/>
                    </a:cubicBezTo>
                    <a:cubicBezTo>
                      <a:pt x="31" y="99"/>
                      <a:pt x="31" y="99"/>
                      <a:pt x="31" y="99"/>
                    </a:cubicBezTo>
                    <a:cubicBezTo>
                      <a:pt x="31" y="99"/>
                      <a:pt x="31" y="99"/>
                      <a:pt x="31" y="99"/>
                    </a:cubicBezTo>
                    <a:cubicBezTo>
                      <a:pt x="31" y="99"/>
                      <a:pt x="31" y="99"/>
                      <a:pt x="31" y="99"/>
                    </a:cubicBezTo>
                    <a:cubicBezTo>
                      <a:pt x="31" y="99"/>
                      <a:pt x="31" y="99"/>
                      <a:pt x="31" y="99"/>
                    </a:cubicBezTo>
                    <a:cubicBezTo>
                      <a:pt x="31" y="99"/>
                      <a:pt x="31" y="99"/>
                      <a:pt x="31" y="98"/>
                    </a:cubicBezTo>
                    <a:cubicBezTo>
                      <a:pt x="31" y="98"/>
                      <a:pt x="31" y="98"/>
                      <a:pt x="31" y="98"/>
                    </a:cubicBezTo>
                    <a:cubicBezTo>
                      <a:pt x="31" y="98"/>
                      <a:pt x="31" y="98"/>
                      <a:pt x="31" y="98"/>
                    </a:cubicBezTo>
                    <a:cubicBezTo>
                      <a:pt x="31" y="98"/>
                      <a:pt x="31" y="98"/>
                      <a:pt x="31" y="98"/>
                    </a:cubicBezTo>
                    <a:cubicBezTo>
                      <a:pt x="31" y="98"/>
                      <a:pt x="31" y="98"/>
                      <a:pt x="31" y="98"/>
                    </a:cubicBezTo>
                    <a:cubicBezTo>
                      <a:pt x="31" y="98"/>
                      <a:pt x="31" y="98"/>
                      <a:pt x="31" y="98"/>
                    </a:cubicBezTo>
                    <a:cubicBezTo>
                      <a:pt x="31" y="98"/>
                      <a:pt x="31" y="97"/>
                      <a:pt x="31" y="97"/>
                    </a:cubicBezTo>
                    <a:cubicBezTo>
                      <a:pt x="31" y="97"/>
                      <a:pt x="31" y="97"/>
                      <a:pt x="31" y="97"/>
                    </a:cubicBezTo>
                    <a:cubicBezTo>
                      <a:pt x="31" y="97"/>
                      <a:pt x="31" y="97"/>
                      <a:pt x="31" y="97"/>
                    </a:cubicBezTo>
                    <a:cubicBezTo>
                      <a:pt x="31" y="97"/>
                      <a:pt x="32" y="97"/>
                      <a:pt x="32" y="97"/>
                    </a:cubicBezTo>
                    <a:cubicBezTo>
                      <a:pt x="32" y="97"/>
                      <a:pt x="32" y="97"/>
                      <a:pt x="32" y="97"/>
                    </a:cubicBezTo>
                    <a:cubicBezTo>
                      <a:pt x="32" y="97"/>
                      <a:pt x="32" y="97"/>
                      <a:pt x="32" y="97"/>
                    </a:cubicBezTo>
                    <a:cubicBezTo>
                      <a:pt x="32" y="97"/>
                      <a:pt x="32" y="97"/>
                      <a:pt x="32" y="97"/>
                    </a:cubicBezTo>
                    <a:cubicBezTo>
                      <a:pt x="32" y="96"/>
                      <a:pt x="32" y="96"/>
                      <a:pt x="32" y="96"/>
                    </a:cubicBezTo>
                    <a:cubicBezTo>
                      <a:pt x="32" y="96"/>
                      <a:pt x="32" y="96"/>
                      <a:pt x="32" y="96"/>
                    </a:cubicBezTo>
                    <a:cubicBezTo>
                      <a:pt x="32" y="96"/>
                      <a:pt x="32" y="96"/>
                      <a:pt x="32" y="96"/>
                    </a:cubicBezTo>
                    <a:cubicBezTo>
                      <a:pt x="32" y="96"/>
                      <a:pt x="32" y="96"/>
                      <a:pt x="32" y="95"/>
                    </a:cubicBezTo>
                    <a:cubicBezTo>
                      <a:pt x="32" y="95"/>
                      <a:pt x="32" y="95"/>
                      <a:pt x="32" y="95"/>
                    </a:cubicBezTo>
                    <a:cubicBezTo>
                      <a:pt x="32" y="95"/>
                      <a:pt x="32" y="95"/>
                      <a:pt x="32" y="95"/>
                    </a:cubicBezTo>
                    <a:cubicBezTo>
                      <a:pt x="32" y="95"/>
                      <a:pt x="32" y="95"/>
                      <a:pt x="32" y="95"/>
                    </a:cubicBezTo>
                    <a:cubicBezTo>
                      <a:pt x="32" y="95"/>
                      <a:pt x="32" y="95"/>
                      <a:pt x="32" y="95"/>
                    </a:cubicBezTo>
                    <a:cubicBezTo>
                      <a:pt x="32" y="95"/>
                      <a:pt x="32" y="95"/>
                      <a:pt x="32" y="95"/>
                    </a:cubicBezTo>
                    <a:cubicBezTo>
                      <a:pt x="32"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2" y="95"/>
                      <a:pt x="32"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5"/>
                      <a:pt x="33" y="95"/>
                    </a:cubicBezTo>
                    <a:cubicBezTo>
                      <a:pt x="33" y="95"/>
                      <a:pt x="33" y="94"/>
                      <a:pt x="33" y="94"/>
                    </a:cubicBezTo>
                    <a:cubicBezTo>
                      <a:pt x="33" y="94"/>
                      <a:pt x="33" y="94"/>
                      <a:pt x="33" y="94"/>
                    </a:cubicBezTo>
                    <a:cubicBezTo>
                      <a:pt x="33" y="94"/>
                      <a:pt x="33" y="94"/>
                      <a:pt x="33" y="94"/>
                    </a:cubicBezTo>
                    <a:cubicBezTo>
                      <a:pt x="33" y="94"/>
                      <a:pt x="33" y="94"/>
                      <a:pt x="33" y="94"/>
                    </a:cubicBezTo>
                    <a:cubicBezTo>
                      <a:pt x="33" y="94"/>
                      <a:pt x="33" y="94"/>
                      <a:pt x="33" y="94"/>
                    </a:cubicBezTo>
                    <a:cubicBezTo>
                      <a:pt x="33" y="94"/>
                      <a:pt x="33" y="94"/>
                      <a:pt x="33" y="94"/>
                    </a:cubicBezTo>
                    <a:cubicBezTo>
                      <a:pt x="33" y="94"/>
                      <a:pt x="33" y="94"/>
                      <a:pt x="33" y="94"/>
                    </a:cubicBezTo>
                    <a:cubicBezTo>
                      <a:pt x="33" y="94"/>
                      <a:pt x="33" y="94"/>
                      <a:pt x="33" y="94"/>
                    </a:cubicBezTo>
                    <a:cubicBezTo>
                      <a:pt x="33" y="94"/>
                      <a:pt x="34" y="94"/>
                      <a:pt x="34" y="94"/>
                    </a:cubicBezTo>
                    <a:cubicBezTo>
                      <a:pt x="34" y="94"/>
                      <a:pt x="34" y="94"/>
                      <a:pt x="34" y="94"/>
                    </a:cubicBezTo>
                    <a:cubicBezTo>
                      <a:pt x="34" y="93"/>
                      <a:pt x="34" y="93"/>
                      <a:pt x="34" y="93"/>
                    </a:cubicBezTo>
                    <a:cubicBezTo>
                      <a:pt x="34" y="93"/>
                      <a:pt x="34" y="93"/>
                      <a:pt x="34" y="93"/>
                    </a:cubicBezTo>
                    <a:cubicBezTo>
                      <a:pt x="34" y="93"/>
                      <a:pt x="34" y="93"/>
                      <a:pt x="34" y="93"/>
                    </a:cubicBezTo>
                    <a:cubicBezTo>
                      <a:pt x="34" y="93"/>
                      <a:pt x="34" y="93"/>
                      <a:pt x="34" y="93"/>
                    </a:cubicBezTo>
                    <a:cubicBezTo>
                      <a:pt x="34" y="93"/>
                      <a:pt x="34" y="93"/>
                      <a:pt x="34" y="93"/>
                    </a:cubicBezTo>
                    <a:cubicBezTo>
                      <a:pt x="34" y="93"/>
                      <a:pt x="34" y="93"/>
                      <a:pt x="34" y="93"/>
                    </a:cubicBezTo>
                    <a:cubicBezTo>
                      <a:pt x="34" y="93"/>
                      <a:pt x="34" y="93"/>
                      <a:pt x="34" y="93"/>
                    </a:cubicBezTo>
                    <a:cubicBezTo>
                      <a:pt x="34" y="93"/>
                      <a:pt x="34" y="93"/>
                      <a:pt x="34" y="93"/>
                    </a:cubicBezTo>
                    <a:cubicBezTo>
                      <a:pt x="34" y="92"/>
                      <a:pt x="34" y="92"/>
                      <a:pt x="34" y="92"/>
                    </a:cubicBezTo>
                    <a:cubicBezTo>
                      <a:pt x="34" y="92"/>
                      <a:pt x="34" y="92"/>
                      <a:pt x="34" y="92"/>
                    </a:cubicBezTo>
                    <a:cubicBezTo>
                      <a:pt x="34" y="92"/>
                      <a:pt x="34" y="92"/>
                      <a:pt x="34" y="92"/>
                    </a:cubicBezTo>
                    <a:cubicBezTo>
                      <a:pt x="34" y="92"/>
                      <a:pt x="34" y="92"/>
                      <a:pt x="34" y="92"/>
                    </a:cubicBezTo>
                    <a:cubicBezTo>
                      <a:pt x="34" y="92"/>
                      <a:pt x="34" y="92"/>
                      <a:pt x="34" y="92"/>
                    </a:cubicBezTo>
                    <a:cubicBezTo>
                      <a:pt x="34" y="92"/>
                      <a:pt x="34" y="92"/>
                      <a:pt x="34" y="92"/>
                    </a:cubicBezTo>
                    <a:cubicBezTo>
                      <a:pt x="34" y="92"/>
                      <a:pt x="34" y="92"/>
                      <a:pt x="34" y="92"/>
                    </a:cubicBezTo>
                    <a:cubicBezTo>
                      <a:pt x="34" y="92"/>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4" y="91"/>
                      <a:pt x="34" y="91"/>
                    </a:cubicBezTo>
                    <a:cubicBezTo>
                      <a:pt x="34" y="91"/>
                      <a:pt x="35" y="91"/>
                      <a:pt x="35" y="91"/>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5" y="90"/>
                      <a:pt x="35" y="90"/>
                    </a:cubicBezTo>
                    <a:cubicBezTo>
                      <a:pt x="35" y="90"/>
                      <a:pt x="36" y="90"/>
                      <a:pt x="36" y="90"/>
                    </a:cubicBezTo>
                    <a:cubicBezTo>
                      <a:pt x="36" y="90"/>
                      <a:pt x="36" y="90"/>
                      <a:pt x="36" y="90"/>
                    </a:cubicBezTo>
                    <a:cubicBezTo>
                      <a:pt x="36" y="90"/>
                      <a:pt x="36" y="90"/>
                      <a:pt x="36" y="90"/>
                    </a:cubicBezTo>
                    <a:cubicBezTo>
                      <a:pt x="36" y="90"/>
                      <a:pt x="36" y="90"/>
                      <a:pt x="36" y="90"/>
                    </a:cubicBezTo>
                    <a:cubicBezTo>
                      <a:pt x="36" y="90"/>
                      <a:pt x="36" y="90"/>
                      <a:pt x="36" y="90"/>
                    </a:cubicBezTo>
                    <a:cubicBezTo>
                      <a:pt x="36" y="90"/>
                      <a:pt x="36" y="90"/>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6" y="89"/>
                      <a:pt x="36" y="89"/>
                      <a:pt x="36"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7" y="89"/>
                      <a:pt x="37" y="89"/>
                      <a:pt x="37" y="89"/>
                    </a:cubicBezTo>
                    <a:cubicBezTo>
                      <a:pt x="38" y="89"/>
                      <a:pt x="38" y="89"/>
                      <a:pt x="38" y="89"/>
                    </a:cubicBezTo>
                    <a:cubicBezTo>
                      <a:pt x="38" y="89"/>
                      <a:pt x="38" y="89"/>
                      <a:pt x="38" y="89"/>
                    </a:cubicBezTo>
                    <a:cubicBezTo>
                      <a:pt x="38" y="89"/>
                      <a:pt x="38" y="89"/>
                      <a:pt x="38" y="88"/>
                    </a:cubicBezTo>
                    <a:cubicBezTo>
                      <a:pt x="38" y="88"/>
                      <a:pt x="38" y="88"/>
                      <a:pt x="38" y="88"/>
                    </a:cubicBezTo>
                    <a:cubicBezTo>
                      <a:pt x="38" y="88"/>
                      <a:pt x="38" y="88"/>
                      <a:pt x="38" y="88"/>
                    </a:cubicBezTo>
                    <a:cubicBezTo>
                      <a:pt x="38" y="88"/>
                      <a:pt x="38" y="88"/>
                      <a:pt x="38" y="88"/>
                    </a:cubicBezTo>
                    <a:cubicBezTo>
                      <a:pt x="38" y="88"/>
                      <a:pt x="38" y="88"/>
                      <a:pt x="38" y="88"/>
                    </a:cubicBezTo>
                    <a:cubicBezTo>
                      <a:pt x="38" y="88"/>
                      <a:pt x="38" y="88"/>
                      <a:pt x="38" y="88"/>
                    </a:cubicBezTo>
                    <a:cubicBezTo>
                      <a:pt x="38" y="88"/>
                      <a:pt x="38" y="88"/>
                      <a:pt x="38" y="88"/>
                    </a:cubicBezTo>
                    <a:cubicBezTo>
                      <a:pt x="38" y="88"/>
                      <a:pt x="39" y="88"/>
                      <a:pt x="39" y="88"/>
                    </a:cubicBezTo>
                    <a:cubicBezTo>
                      <a:pt x="39" y="88"/>
                      <a:pt x="39" y="88"/>
                      <a:pt x="39" y="88"/>
                    </a:cubicBezTo>
                    <a:cubicBezTo>
                      <a:pt x="39" y="88"/>
                      <a:pt x="39" y="88"/>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7"/>
                      <a:pt x="39" y="87"/>
                    </a:cubicBezTo>
                    <a:cubicBezTo>
                      <a:pt x="39" y="87"/>
                      <a:pt x="39" y="88"/>
                      <a:pt x="39" y="88"/>
                    </a:cubicBezTo>
                    <a:cubicBezTo>
                      <a:pt x="39" y="88"/>
                      <a:pt x="39" y="88"/>
                      <a:pt x="39" y="88"/>
                    </a:cubicBezTo>
                    <a:cubicBezTo>
                      <a:pt x="39" y="88"/>
                      <a:pt x="39" y="88"/>
                      <a:pt x="39" y="88"/>
                    </a:cubicBezTo>
                    <a:cubicBezTo>
                      <a:pt x="39" y="88"/>
                      <a:pt x="39" y="88"/>
                      <a:pt x="39" y="88"/>
                    </a:cubicBezTo>
                    <a:cubicBezTo>
                      <a:pt x="39" y="88"/>
                      <a:pt x="39" y="88"/>
                      <a:pt x="39" y="88"/>
                    </a:cubicBezTo>
                    <a:cubicBezTo>
                      <a:pt x="39" y="88"/>
                      <a:pt x="39" y="88"/>
                      <a:pt x="39" y="88"/>
                    </a:cubicBezTo>
                    <a:cubicBezTo>
                      <a:pt x="39" y="88"/>
                      <a:pt x="39" y="88"/>
                      <a:pt x="39" y="88"/>
                    </a:cubicBezTo>
                    <a:cubicBezTo>
                      <a:pt x="39" y="88"/>
                      <a:pt x="39" y="88"/>
                      <a:pt x="39" y="88"/>
                    </a:cubicBezTo>
                    <a:cubicBezTo>
                      <a:pt x="39" y="88"/>
                      <a:pt x="39" y="88"/>
                      <a:pt x="39" y="88"/>
                    </a:cubicBezTo>
                    <a:cubicBezTo>
                      <a:pt x="39" y="88"/>
                      <a:pt x="39" y="88"/>
                      <a:pt x="39" y="88"/>
                    </a:cubicBezTo>
                    <a:cubicBezTo>
                      <a:pt x="39" y="88"/>
                      <a:pt x="39" y="88"/>
                      <a:pt x="39" y="88"/>
                    </a:cubicBezTo>
                    <a:cubicBezTo>
                      <a:pt x="40" y="88"/>
                      <a:pt x="40" y="88"/>
                      <a:pt x="40" y="88"/>
                    </a:cubicBezTo>
                    <a:cubicBezTo>
                      <a:pt x="40" y="88"/>
                      <a:pt x="40" y="88"/>
                      <a:pt x="40" y="88"/>
                    </a:cubicBezTo>
                    <a:cubicBezTo>
                      <a:pt x="40" y="88"/>
                      <a:pt x="40" y="88"/>
                      <a:pt x="40" y="88"/>
                    </a:cubicBezTo>
                    <a:cubicBezTo>
                      <a:pt x="40" y="88"/>
                      <a:pt x="40" y="88"/>
                      <a:pt x="40" y="88"/>
                    </a:cubicBezTo>
                    <a:cubicBezTo>
                      <a:pt x="40" y="88"/>
                      <a:pt x="40" y="88"/>
                      <a:pt x="40" y="88"/>
                    </a:cubicBezTo>
                    <a:cubicBezTo>
                      <a:pt x="41" y="88"/>
                      <a:pt x="41" y="88"/>
                      <a:pt x="41" y="88"/>
                    </a:cubicBezTo>
                    <a:cubicBezTo>
                      <a:pt x="41" y="88"/>
                      <a:pt x="41" y="88"/>
                      <a:pt x="41" y="88"/>
                    </a:cubicBezTo>
                    <a:cubicBezTo>
                      <a:pt x="41" y="88"/>
                      <a:pt x="41" y="88"/>
                      <a:pt x="41" y="88"/>
                    </a:cubicBezTo>
                    <a:cubicBezTo>
                      <a:pt x="41" y="88"/>
                      <a:pt x="41" y="88"/>
                      <a:pt x="41" y="88"/>
                    </a:cubicBezTo>
                    <a:cubicBezTo>
                      <a:pt x="41" y="88"/>
                      <a:pt x="41" y="88"/>
                      <a:pt x="41" y="88"/>
                    </a:cubicBezTo>
                    <a:cubicBezTo>
                      <a:pt x="41" y="88"/>
                      <a:pt x="41" y="88"/>
                      <a:pt x="41" y="88"/>
                    </a:cubicBezTo>
                    <a:cubicBezTo>
                      <a:pt x="41" y="88"/>
                      <a:pt x="41" y="88"/>
                      <a:pt x="41" y="88"/>
                    </a:cubicBezTo>
                    <a:cubicBezTo>
                      <a:pt x="41" y="88"/>
                      <a:pt x="41" y="88"/>
                      <a:pt x="42" y="88"/>
                    </a:cubicBezTo>
                    <a:cubicBezTo>
                      <a:pt x="42" y="88"/>
                      <a:pt x="42" y="88"/>
                      <a:pt x="42" y="88"/>
                    </a:cubicBezTo>
                    <a:cubicBezTo>
                      <a:pt x="42" y="88"/>
                      <a:pt x="42" y="88"/>
                      <a:pt x="42" y="88"/>
                    </a:cubicBezTo>
                    <a:cubicBezTo>
                      <a:pt x="42" y="88"/>
                      <a:pt x="42" y="88"/>
                      <a:pt x="42" y="88"/>
                    </a:cubicBezTo>
                    <a:cubicBezTo>
                      <a:pt x="42" y="88"/>
                      <a:pt x="42" y="88"/>
                      <a:pt x="42" y="88"/>
                    </a:cubicBezTo>
                    <a:cubicBezTo>
                      <a:pt x="42" y="88"/>
                      <a:pt x="42" y="88"/>
                      <a:pt x="42" y="88"/>
                    </a:cubicBezTo>
                    <a:cubicBezTo>
                      <a:pt x="42" y="88"/>
                      <a:pt x="42" y="88"/>
                      <a:pt x="42" y="88"/>
                    </a:cubicBezTo>
                    <a:cubicBezTo>
                      <a:pt x="42" y="88"/>
                      <a:pt x="42" y="88"/>
                      <a:pt x="42" y="88"/>
                    </a:cubicBezTo>
                    <a:cubicBezTo>
                      <a:pt x="42" y="88"/>
                      <a:pt x="42" y="88"/>
                      <a:pt x="42" y="88"/>
                    </a:cubicBezTo>
                    <a:cubicBezTo>
                      <a:pt x="42" y="88"/>
                      <a:pt x="42" y="88"/>
                      <a:pt x="42" y="88"/>
                    </a:cubicBezTo>
                    <a:cubicBezTo>
                      <a:pt x="42" y="88"/>
                      <a:pt x="42" y="88"/>
                      <a:pt x="42" y="88"/>
                    </a:cubicBezTo>
                    <a:cubicBezTo>
                      <a:pt x="42" y="88"/>
                      <a:pt x="42" y="88"/>
                      <a:pt x="43" y="88"/>
                    </a:cubicBezTo>
                    <a:cubicBezTo>
                      <a:pt x="43" y="88"/>
                      <a:pt x="43" y="88"/>
                      <a:pt x="43" y="88"/>
                    </a:cubicBezTo>
                    <a:cubicBezTo>
                      <a:pt x="43" y="88"/>
                      <a:pt x="43" y="88"/>
                      <a:pt x="43" y="88"/>
                    </a:cubicBezTo>
                    <a:cubicBezTo>
                      <a:pt x="43" y="88"/>
                      <a:pt x="43" y="88"/>
                      <a:pt x="43" y="88"/>
                    </a:cubicBezTo>
                    <a:cubicBezTo>
                      <a:pt x="43" y="88"/>
                      <a:pt x="43" y="88"/>
                      <a:pt x="43" y="88"/>
                    </a:cubicBezTo>
                    <a:cubicBezTo>
                      <a:pt x="43" y="88"/>
                      <a:pt x="43" y="88"/>
                      <a:pt x="43" y="88"/>
                    </a:cubicBezTo>
                    <a:cubicBezTo>
                      <a:pt x="43" y="88"/>
                      <a:pt x="43" y="88"/>
                      <a:pt x="43" y="88"/>
                    </a:cubicBezTo>
                    <a:cubicBezTo>
                      <a:pt x="43" y="89"/>
                      <a:pt x="43" y="89"/>
                      <a:pt x="43" y="89"/>
                    </a:cubicBezTo>
                    <a:cubicBezTo>
                      <a:pt x="43" y="89"/>
                      <a:pt x="43" y="89"/>
                      <a:pt x="43" y="89"/>
                    </a:cubicBezTo>
                    <a:cubicBezTo>
                      <a:pt x="43" y="89"/>
                      <a:pt x="43" y="89"/>
                      <a:pt x="43" y="89"/>
                    </a:cubicBezTo>
                    <a:cubicBezTo>
                      <a:pt x="43" y="89"/>
                      <a:pt x="43" y="89"/>
                      <a:pt x="43" y="89"/>
                    </a:cubicBezTo>
                    <a:cubicBezTo>
                      <a:pt x="44" y="89"/>
                      <a:pt x="44" y="89"/>
                      <a:pt x="44" y="89"/>
                    </a:cubicBezTo>
                    <a:cubicBezTo>
                      <a:pt x="44" y="89"/>
                      <a:pt x="44" y="89"/>
                      <a:pt x="44" y="89"/>
                    </a:cubicBezTo>
                    <a:cubicBezTo>
                      <a:pt x="44" y="89"/>
                      <a:pt x="44" y="89"/>
                      <a:pt x="44" y="89"/>
                    </a:cubicBezTo>
                    <a:cubicBezTo>
                      <a:pt x="44" y="89"/>
                      <a:pt x="44" y="89"/>
                      <a:pt x="44" y="89"/>
                    </a:cubicBezTo>
                    <a:cubicBezTo>
                      <a:pt x="44" y="89"/>
                      <a:pt x="44" y="89"/>
                      <a:pt x="44" y="89"/>
                    </a:cubicBezTo>
                    <a:cubicBezTo>
                      <a:pt x="44" y="89"/>
                      <a:pt x="44" y="89"/>
                      <a:pt x="44" y="89"/>
                    </a:cubicBezTo>
                    <a:cubicBezTo>
                      <a:pt x="44" y="89"/>
                      <a:pt x="44" y="89"/>
                      <a:pt x="44" y="89"/>
                    </a:cubicBezTo>
                    <a:cubicBezTo>
                      <a:pt x="44" y="89"/>
                      <a:pt x="44" y="89"/>
                      <a:pt x="44" y="89"/>
                    </a:cubicBezTo>
                    <a:cubicBezTo>
                      <a:pt x="44" y="88"/>
                      <a:pt x="44" y="88"/>
                      <a:pt x="44" y="88"/>
                    </a:cubicBezTo>
                    <a:cubicBezTo>
                      <a:pt x="44" y="88"/>
                      <a:pt x="44" y="88"/>
                      <a:pt x="44" y="88"/>
                    </a:cubicBezTo>
                    <a:cubicBezTo>
                      <a:pt x="44" y="88"/>
                      <a:pt x="44" y="88"/>
                      <a:pt x="44" y="88"/>
                    </a:cubicBezTo>
                    <a:cubicBezTo>
                      <a:pt x="44" y="88"/>
                      <a:pt x="45" y="88"/>
                      <a:pt x="45" y="88"/>
                    </a:cubicBezTo>
                    <a:cubicBezTo>
                      <a:pt x="45" y="88"/>
                      <a:pt x="45" y="88"/>
                      <a:pt x="45" y="88"/>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9"/>
                      <a:pt x="45" y="89"/>
                    </a:cubicBezTo>
                    <a:cubicBezTo>
                      <a:pt x="45" y="89"/>
                      <a:pt x="45" y="88"/>
                      <a:pt x="45" y="88"/>
                    </a:cubicBezTo>
                    <a:cubicBezTo>
                      <a:pt x="45" y="88"/>
                      <a:pt x="45" y="88"/>
                      <a:pt x="45" y="88"/>
                    </a:cubicBezTo>
                    <a:cubicBezTo>
                      <a:pt x="45" y="88"/>
                      <a:pt x="45" y="88"/>
                      <a:pt x="45" y="88"/>
                    </a:cubicBezTo>
                    <a:cubicBezTo>
                      <a:pt x="45" y="88"/>
                      <a:pt x="45" y="88"/>
                      <a:pt x="45" y="88"/>
                    </a:cubicBezTo>
                    <a:cubicBezTo>
                      <a:pt x="45" y="88"/>
                      <a:pt x="45" y="88"/>
                      <a:pt x="45" y="88"/>
                    </a:cubicBezTo>
                    <a:cubicBezTo>
                      <a:pt x="45" y="88"/>
                      <a:pt x="45" y="88"/>
                      <a:pt x="45" y="88"/>
                    </a:cubicBezTo>
                    <a:cubicBezTo>
                      <a:pt x="45" y="88"/>
                      <a:pt x="45" y="88"/>
                      <a:pt x="46" y="88"/>
                    </a:cubicBezTo>
                    <a:cubicBezTo>
                      <a:pt x="46" y="88"/>
                      <a:pt x="46" y="87"/>
                      <a:pt x="45" y="87"/>
                    </a:cubicBezTo>
                    <a:cubicBezTo>
                      <a:pt x="45" y="87"/>
                      <a:pt x="45" y="87"/>
                      <a:pt x="45" y="87"/>
                    </a:cubicBezTo>
                    <a:cubicBezTo>
                      <a:pt x="45" y="87"/>
                      <a:pt x="45" y="87"/>
                      <a:pt x="45" y="87"/>
                    </a:cubicBezTo>
                    <a:cubicBezTo>
                      <a:pt x="45" y="87"/>
                      <a:pt x="45" y="87"/>
                      <a:pt x="45" y="87"/>
                    </a:cubicBezTo>
                    <a:cubicBezTo>
                      <a:pt x="45" y="87"/>
                      <a:pt x="45" y="87"/>
                      <a:pt x="45" y="87"/>
                    </a:cubicBezTo>
                    <a:cubicBezTo>
                      <a:pt x="45" y="87"/>
                      <a:pt x="45" y="87"/>
                      <a:pt x="45" y="87"/>
                    </a:cubicBezTo>
                    <a:cubicBezTo>
                      <a:pt x="45" y="87"/>
                      <a:pt x="45" y="87"/>
                      <a:pt x="45" y="87"/>
                    </a:cubicBezTo>
                    <a:cubicBezTo>
                      <a:pt x="45" y="87"/>
                      <a:pt x="45" y="87"/>
                      <a:pt x="45" y="87"/>
                    </a:cubicBezTo>
                    <a:cubicBezTo>
                      <a:pt x="45" y="87"/>
                      <a:pt x="46" y="87"/>
                      <a:pt x="46" y="87"/>
                    </a:cubicBezTo>
                    <a:cubicBezTo>
                      <a:pt x="46" y="87"/>
                      <a:pt x="46" y="87"/>
                      <a:pt x="46" y="87"/>
                    </a:cubicBezTo>
                    <a:cubicBezTo>
                      <a:pt x="46" y="87"/>
                      <a:pt x="46" y="87"/>
                      <a:pt x="46" y="87"/>
                    </a:cubicBezTo>
                    <a:cubicBezTo>
                      <a:pt x="46" y="87"/>
                      <a:pt x="46" y="87"/>
                      <a:pt x="46" y="87"/>
                    </a:cubicBezTo>
                    <a:cubicBezTo>
                      <a:pt x="46" y="87"/>
                      <a:pt x="46" y="87"/>
                      <a:pt x="46" y="87"/>
                    </a:cubicBezTo>
                    <a:cubicBezTo>
                      <a:pt x="46" y="87"/>
                      <a:pt x="46" y="87"/>
                      <a:pt x="46" y="87"/>
                    </a:cubicBezTo>
                    <a:cubicBezTo>
                      <a:pt x="46" y="87"/>
                      <a:pt x="46" y="87"/>
                      <a:pt x="46" y="87"/>
                    </a:cubicBezTo>
                    <a:cubicBezTo>
                      <a:pt x="46" y="87"/>
                      <a:pt x="46" y="87"/>
                      <a:pt x="46" y="87"/>
                    </a:cubicBezTo>
                    <a:cubicBezTo>
                      <a:pt x="46" y="87"/>
                      <a:pt x="46" y="87"/>
                      <a:pt x="47" y="87"/>
                    </a:cubicBezTo>
                    <a:cubicBezTo>
                      <a:pt x="47" y="87"/>
                      <a:pt x="47" y="87"/>
                      <a:pt x="47" y="87"/>
                    </a:cubicBezTo>
                    <a:cubicBezTo>
                      <a:pt x="47" y="87"/>
                      <a:pt x="47" y="87"/>
                      <a:pt x="47" y="87"/>
                    </a:cubicBezTo>
                    <a:cubicBezTo>
                      <a:pt x="47" y="87"/>
                      <a:pt x="47" y="87"/>
                      <a:pt x="47" y="87"/>
                    </a:cubicBezTo>
                    <a:cubicBezTo>
                      <a:pt x="47" y="87"/>
                      <a:pt x="47" y="87"/>
                      <a:pt x="47" y="87"/>
                    </a:cubicBezTo>
                    <a:cubicBezTo>
                      <a:pt x="47" y="87"/>
                      <a:pt x="47" y="87"/>
                      <a:pt x="48" y="86"/>
                    </a:cubicBezTo>
                    <a:cubicBezTo>
                      <a:pt x="48" y="86"/>
                      <a:pt x="48" y="86"/>
                      <a:pt x="48" y="86"/>
                    </a:cubicBezTo>
                    <a:cubicBezTo>
                      <a:pt x="48" y="86"/>
                      <a:pt x="48" y="86"/>
                      <a:pt x="48" y="86"/>
                    </a:cubicBezTo>
                    <a:cubicBezTo>
                      <a:pt x="48" y="86"/>
                      <a:pt x="48" y="86"/>
                      <a:pt x="48" y="86"/>
                    </a:cubicBezTo>
                    <a:cubicBezTo>
                      <a:pt x="48" y="86"/>
                      <a:pt x="48" y="86"/>
                      <a:pt x="48" y="86"/>
                    </a:cubicBezTo>
                    <a:cubicBezTo>
                      <a:pt x="48" y="86"/>
                      <a:pt x="48" y="86"/>
                      <a:pt x="48" y="86"/>
                    </a:cubicBezTo>
                    <a:cubicBezTo>
                      <a:pt x="48" y="86"/>
                      <a:pt x="48" y="86"/>
                      <a:pt x="48" y="86"/>
                    </a:cubicBezTo>
                    <a:cubicBezTo>
                      <a:pt x="48" y="86"/>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8" y="87"/>
                    </a:cubicBezTo>
                    <a:cubicBezTo>
                      <a:pt x="48" y="87"/>
                      <a:pt x="48"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49" y="87"/>
                    </a:cubicBezTo>
                    <a:cubicBezTo>
                      <a:pt x="49" y="87"/>
                      <a:pt x="49"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7"/>
                    </a:cubicBezTo>
                    <a:cubicBezTo>
                      <a:pt x="50" y="87"/>
                      <a:pt x="50" y="87"/>
                      <a:pt x="50" y="88"/>
                    </a:cubicBezTo>
                    <a:cubicBezTo>
                      <a:pt x="50" y="88"/>
                      <a:pt x="50" y="88"/>
                      <a:pt x="50" y="88"/>
                    </a:cubicBezTo>
                    <a:cubicBezTo>
                      <a:pt x="50" y="88"/>
                      <a:pt x="50" y="88"/>
                      <a:pt x="50" y="88"/>
                    </a:cubicBezTo>
                    <a:cubicBezTo>
                      <a:pt x="50" y="88"/>
                      <a:pt x="50" y="88"/>
                      <a:pt x="50" y="88"/>
                    </a:cubicBezTo>
                    <a:cubicBezTo>
                      <a:pt x="50" y="88"/>
                      <a:pt x="50" y="88"/>
                      <a:pt x="50" y="88"/>
                    </a:cubicBezTo>
                    <a:cubicBezTo>
                      <a:pt x="50" y="88"/>
                      <a:pt x="50" y="88"/>
                      <a:pt x="50" y="88"/>
                    </a:cubicBezTo>
                    <a:cubicBezTo>
                      <a:pt x="50" y="88"/>
                      <a:pt x="50"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1" y="88"/>
                      <a:pt x="51" y="88"/>
                    </a:cubicBezTo>
                    <a:cubicBezTo>
                      <a:pt x="51"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8"/>
                      <a:pt x="52" y="88"/>
                      <a:pt x="52" y="88"/>
                    </a:cubicBezTo>
                    <a:cubicBezTo>
                      <a:pt x="52" y="89"/>
                      <a:pt x="52" y="89"/>
                      <a:pt x="52" y="89"/>
                    </a:cubicBezTo>
                    <a:cubicBezTo>
                      <a:pt x="52" y="89"/>
                      <a:pt x="52" y="89"/>
                      <a:pt x="52" y="89"/>
                    </a:cubicBezTo>
                    <a:cubicBezTo>
                      <a:pt x="52" y="89"/>
                      <a:pt x="52" y="89"/>
                      <a:pt x="52" y="89"/>
                    </a:cubicBezTo>
                    <a:cubicBezTo>
                      <a:pt x="52" y="89"/>
                      <a:pt x="52" y="89"/>
                      <a:pt x="53" y="89"/>
                    </a:cubicBezTo>
                    <a:cubicBezTo>
                      <a:pt x="53" y="89"/>
                      <a:pt x="53" y="89"/>
                      <a:pt x="53" y="89"/>
                    </a:cubicBezTo>
                    <a:cubicBezTo>
                      <a:pt x="53" y="89"/>
                      <a:pt x="53" y="89"/>
                      <a:pt x="53" y="89"/>
                    </a:cubicBezTo>
                    <a:cubicBezTo>
                      <a:pt x="53" y="89"/>
                      <a:pt x="53" y="89"/>
                      <a:pt x="53" y="89"/>
                    </a:cubicBezTo>
                    <a:cubicBezTo>
                      <a:pt x="53" y="89"/>
                      <a:pt x="53" y="90"/>
                      <a:pt x="53" y="90"/>
                    </a:cubicBezTo>
                    <a:cubicBezTo>
                      <a:pt x="53" y="90"/>
                      <a:pt x="53" y="90"/>
                      <a:pt x="53" y="90"/>
                    </a:cubicBezTo>
                    <a:cubicBezTo>
                      <a:pt x="53" y="90"/>
                      <a:pt x="53" y="90"/>
                      <a:pt x="53" y="90"/>
                    </a:cubicBezTo>
                    <a:cubicBezTo>
                      <a:pt x="53" y="90"/>
                      <a:pt x="53" y="90"/>
                      <a:pt x="53" y="90"/>
                    </a:cubicBezTo>
                    <a:cubicBezTo>
                      <a:pt x="53" y="90"/>
                      <a:pt x="53" y="90"/>
                      <a:pt x="53" y="90"/>
                    </a:cubicBezTo>
                    <a:cubicBezTo>
                      <a:pt x="53" y="90"/>
                      <a:pt x="53" y="90"/>
                      <a:pt x="53" y="90"/>
                    </a:cubicBezTo>
                    <a:cubicBezTo>
                      <a:pt x="53" y="90"/>
                      <a:pt x="53" y="90"/>
                      <a:pt x="53" y="90"/>
                    </a:cubicBezTo>
                    <a:cubicBezTo>
                      <a:pt x="53" y="90"/>
                      <a:pt x="53" y="90"/>
                      <a:pt x="53" y="91"/>
                    </a:cubicBezTo>
                    <a:cubicBezTo>
                      <a:pt x="53" y="91"/>
                      <a:pt x="53" y="91"/>
                      <a:pt x="53" y="91"/>
                    </a:cubicBezTo>
                    <a:cubicBezTo>
                      <a:pt x="53" y="91"/>
                      <a:pt x="53" y="91"/>
                      <a:pt x="53" y="91"/>
                    </a:cubicBezTo>
                    <a:cubicBezTo>
                      <a:pt x="53" y="91"/>
                      <a:pt x="53" y="91"/>
                      <a:pt x="53" y="91"/>
                    </a:cubicBezTo>
                    <a:cubicBezTo>
                      <a:pt x="53" y="91"/>
                      <a:pt x="53" y="91"/>
                      <a:pt x="53" y="91"/>
                    </a:cubicBezTo>
                    <a:cubicBezTo>
                      <a:pt x="53" y="91"/>
                      <a:pt x="53" y="91"/>
                      <a:pt x="53" y="91"/>
                    </a:cubicBezTo>
                    <a:cubicBezTo>
                      <a:pt x="53" y="91"/>
                      <a:pt x="53" y="91"/>
                      <a:pt x="52" y="91"/>
                    </a:cubicBezTo>
                    <a:cubicBezTo>
                      <a:pt x="52" y="91"/>
                      <a:pt x="52" y="91"/>
                      <a:pt x="52" y="91"/>
                    </a:cubicBezTo>
                    <a:cubicBezTo>
                      <a:pt x="52" y="91"/>
                      <a:pt x="52" y="91"/>
                      <a:pt x="52" y="91"/>
                    </a:cubicBezTo>
                    <a:cubicBezTo>
                      <a:pt x="52" y="91"/>
                      <a:pt x="52" y="91"/>
                      <a:pt x="52" y="91"/>
                    </a:cubicBezTo>
                    <a:cubicBezTo>
                      <a:pt x="52" y="91"/>
                      <a:pt x="52" y="92"/>
                      <a:pt x="52" y="92"/>
                    </a:cubicBezTo>
                    <a:cubicBezTo>
                      <a:pt x="52" y="92"/>
                      <a:pt x="52" y="92"/>
                      <a:pt x="52" y="92"/>
                    </a:cubicBezTo>
                    <a:cubicBezTo>
                      <a:pt x="52" y="92"/>
                      <a:pt x="52" y="92"/>
                      <a:pt x="52" y="92"/>
                    </a:cubicBezTo>
                    <a:cubicBezTo>
                      <a:pt x="52" y="92"/>
                      <a:pt x="52" y="92"/>
                      <a:pt x="52" y="92"/>
                    </a:cubicBezTo>
                    <a:cubicBezTo>
                      <a:pt x="52" y="92"/>
                      <a:pt x="52" y="92"/>
                      <a:pt x="52" y="92"/>
                    </a:cubicBezTo>
                    <a:cubicBezTo>
                      <a:pt x="52" y="92"/>
                      <a:pt x="52" y="92"/>
                      <a:pt x="52" y="92"/>
                    </a:cubicBezTo>
                    <a:cubicBezTo>
                      <a:pt x="52" y="92"/>
                      <a:pt x="52" y="92"/>
                      <a:pt x="52" y="92"/>
                    </a:cubicBezTo>
                    <a:cubicBezTo>
                      <a:pt x="52" y="92"/>
                      <a:pt x="52" y="92"/>
                      <a:pt x="52" y="92"/>
                    </a:cubicBezTo>
                    <a:cubicBezTo>
                      <a:pt x="52" y="92"/>
                      <a:pt x="52" y="92"/>
                      <a:pt x="53" y="92"/>
                    </a:cubicBezTo>
                    <a:cubicBezTo>
                      <a:pt x="53" y="92"/>
                      <a:pt x="53" y="92"/>
                      <a:pt x="53" y="92"/>
                    </a:cubicBezTo>
                    <a:cubicBezTo>
                      <a:pt x="53" y="92"/>
                      <a:pt x="53" y="92"/>
                      <a:pt x="52" y="92"/>
                    </a:cubicBezTo>
                    <a:cubicBezTo>
                      <a:pt x="52" y="92"/>
                      <a:pt x="52" y="92"/>
                      <a:pt x="52" y="92"/>
                    </a:cubicBezTo>
                    <a:cubicBezTo>
                      <a:pt x="52" y="92"/>
                      <a:pt x="52" y="92"/>
                      <a:pt x="52" y="92"/>
                    </a:cubicBezTo>
                    <a:cubicBezTo>
                      <a:pt x="52" y="92"/>
                      <a:pt x="52" y="92"/>
                      <a:pt x="52" y="92"/>
                    </a:cubicBezTo>
                    <a:cubicBezTo>
                      <a:pt x="52" y="92"/>
                      <a:pt x="52" y="92"/>
                      <a:pt x="52" y="92"/>
                    </a:cubicBezTo>
                    <a:cubicBezTo>
                      <a:pt x="52" y="92"/>
                      <a:pt x="52" y="92"/>
                      <a:pt x="52" y="92"/>
                    </a:cubicBezTo>
                    <a:cubicBezTo>
                      <a:pt x="52" y="92"/>
                      <a:pt x="52" y="92"/>
                      <a:pt x="52" y="93"/>
                    </a:cubicBezTo>
                    <a:cubicBezTo>
                      <a:pt x="52" y="93"/>
                      <a:pt x="52" y="93"/>
                      <a:pt x="52" y="93"/>
                    </a:cubicBezTo>
                    <a:cubicBezTo>
                      <a:pt x="52" y="93"/>
                      <a:pt x="52" y="93"/>
                      <a:pt x="52" y="93"/>
                    </a:cubicBezTo>
                    <a:cubicBezTo>
                      <a:pt x="52" y="93"/>
                      <a:pt x="52" y="93"/>
                      <a:pt x="52" y="93"/>
                    </a:cubicBezTo>
                    <a:cubicBezTo>
                      <a:pt x="52" y="93"/>
                      <a:pt x="52" y="93"/>
                      <a:pt x="52" y="93"/>
                    </a:cubicBezTo>
                    <a:cubicBezTo>
                      <a:pt x="52" y="93"/>
                      <a:pt x="52" y="93"/>
                      <a:pt x="52" y="93"/>
                    </a:cubicBezTo>
                    <a:cubicBezTo>
                      <a:pt x="52" y="93"/>
                      <a:pt x="52" y="93"/>
                      <a:pt x="52" y="93"/>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4"/>
                    </a:cubicBezTo>
                    <a:cubicBezTo>
                      <a:pt x="52" y="94"/>
                      <a:pt x="52" y="94"/>
                      <a:pt x="52" y="95"/>
                    </a:cubicBezTo>
                    <a:cubicBezTo>
                      <a:pt x="52" y="95"/>
                      <a:pt x="52" y="95"/>
                      <a:pt x="52" y="95"/>
                    </a:cubicBezTo>
                    <a:cubicBezTo>
                      <a:pt x="52" y="95"/>
                      <a:pt x="52" y="95"/>
                      <a:pt x="52" y="95"/>
                    </a:cubicBezTo>
                    <a:cubicBezTo>
                      <a:pt x="52" y="95"/>
                      <a:pt x="52" y="95"/>
                      <a:pt x="52" y="95"/>
                    </a:cubicBezTo>
                    <a:cubicBezTo>
                      <a:pt x="52" y="95"/>
                      <a:pt x="52" y="95"/>
                      <a:pt x="52" y="95"/>
                    </a:cubicBezTo>
                    <a:cubicBezTo>
                      <a:pt x="52" y="95"/>
                      <a:pt x="52" y="95"/>
                      <a:pt x="52" y="95"/>
                    </a:cubicBezTo>
                    <a:cubicBezTo>
                      <a:pt x="53" y="95"/>
                      <a:pt x="52" y="96"/>
                      <a:pt x="52" y="96"/>
                    </a:cubicBezTo>
                    <a:cubicBezTo>
                      <a:pt x="52" y="96"/>
                      <a:pt x="52" y="96"/>
                      <a:pt x="52" y="96"/>
                    </a:cubicBezTo>
                    <a:cubicBezTo>
                      <a:pt x="52" y="96"/>
                      <a:pt x="52" y="96"/>
                      <a:pt x="53" y="96"/>
                    </a:cubicBezTo>
                    <a:cubicBezTo>
                      <a:pt x="53" y="96"/>
                      <a:pt x="53" y="96"/>
                      <a:pt x="53" y="96"/>
                    </a:cubicBezTo>
                    <a:cubicBezTo>
                      <a:pt x="53" y="96"/>
                      <a:pt x="53" y="96"/>
                      <a:pt x="53" y="96"/>
                    </a:cubicBezTo>
                    <a:cubicBezTo>
                      <a:pt x="53" y="96"/>
                      <a:pt x="53" y="96"/>
                      <a:pt x="53" y="96"/>
                    </a:cubicBezTo>
                    <a:cubicBezTo>
                      <a:pt x="53" y="96"/>
                      <a:pt x="53" y="96"/>
                      <a:pt x="52" y="96"/>
                    </a:cubicBezTo>
                    <a:cubicBezTo>
                      <a:pt x="52" y="96"/>
                      <a:pt x="52" y="97"/>
                      <a:pt x="52" y="97"/>
                    </a:cubicBezTo>
                    <a:cubicBezTo>
                      <a:pt x="52" y="97"/>
                      <a:pt x="52" y="97"/>
                      <a:pt x="52" y="97"/>
                    </a:cubicBezTo>
                    <a:cubicBezTo>
                      <a:pt x="52" y="97"/>
                      <a:pt x="53" y="97"/>
                      <a:pt x="53" y="97"/>
                    </a:cubicBezTo>
                    <a:cubicBezTo>
                      <a:pt x="53" y="97"/>
                      <a:pt x="53" y="97"/>
                      <a:pt x="53" y="97"/>
                    </a:cubicBezTo>
                    <a:cubicBezTo>
                      <a:pt x="53" y="97"/>
                      <a:pt x="53" y="97"/>
                      <a:pt x="53" y="97"/>
                    </a:cubicBezTo>
                    <a:cubicBezTo>
                      <a:pt x="53" y="97"/>
                      <a:pt x="53" y="97"/>
                      <a:pt x="53" y="97"/>
                    </a:cubicBezTo>
                    <a:cubicBezTo>
                      <a:pt x="53" y="97"/>
                      <a:pt x="53" y="97"/>
                      <a:pt x="53" y="97"/>
                    </a:cubicBezTo>
                    <a:cubicBezTo>
                      <a:pt x="53" y="97"/>
                      <a:pt x="53" y="97"/>
                      <a:pt x="53" y="97"/>
                    </a:cubicBezTo>
                    <a:cubicBezTo>
                      <a:pt x="53" y="97"/>
                      <a:pt x="53" y="97"/>
                      <a:pt x="53" y="97"/>
                    </a:cubicBezTo>
                    <a:cubicBezTo>
                      <a:pt x="53" y="97"/>
                      <a:pt x="53" y="97"/>
                      <a:pt x="53" y="97"/>
                    </a:cubicBezTo>
                    <a:cubicBezTo>
                      <a:pt x="53" y="97"/>
                      <a:pt x="53" y="97"/>
                      <a:pt x="54" y="97"/>
                    </a:cubicBezTo>
                    <a:cubicBezTo>
                      <a:pt x="54" y="96"/>
                      <a:pt x="54" y="96"/>
                      <a:pt x="54" y="96"/>
                    </a:cubicBezTo>
                    <a:cubicBezTo>
                      <a:pt x="54" y="96"/>
                      <a:pt x="54" y="96"/>
                      <a:pt x="54" y="96"/>
                    </a:cubicBezTo>
                    <a:cubicBezTo>
                      <a:pt x="54" y="96"/>
                      <a:pt x="54" y="96"/>
                      <a:pt x="54" y="96"/>
                    </a:cubicBezTo>
                    <a:cubicBezTo>
                      <a:pt x="54" y="96"/>
                      <a:pt x="54" y="96"/>
                      <a:pt x="54" y="96"/>
                    </a:cubicBezTo>
                    <a:cubicBezTo>
                      <a:pt x="54" y="96"/>
                      <a:pt x="54" y="96"/>
                      <a:pt x="54" y="96"/>
                    </a:cubicBezTo>
                    <a:cubicBezTo>
                      <a:pt x="54" y="96"/>
                      <a:pt x="54" y="96"/>
                      <a:pt x="54" y="96"/>
                    </a:cubicBezTo>
                    <a:cubicBezTo>
                      <a:pt x="54" y="96"/>
                      <a:pt x="54" y="96"/>
                      <a:pt x="54" y="96"/>
                    </a:cubicBezTo>
                    <a:cubicBezTo>
                      <a:pt x="54" y="96"/>
                      <a:pt x="54" y="96"/>
                      <a:pt x="54" y="96"/>
                    </a:cubicBezTo>
                    <a:cubicBezTo>
                      <a:pt x="54" y="96"/>
                      <a:pt x="54" y="96"/>
                      <a:pt x="54" y="96"/>
                    </a:cubicBezTo>
                    <a:cubicBezTo>
                      <a:pt x="54" y="96"/>
                      <a:pt x="54" y="96"/>
                      <a:pt x="54" y="96"/>
                    </a:cubicBezTo>
                    <a:cubicBezTo>
                      <a:pt x="54" y="96"/>
                      <a:pt x="54" y="95"/>
                      <a:pt x="54" y="95"/>
                    </a:cubicBezTo>
                    <a:cubicBezTo>
                      <a:pt x="54" y="95"/>
                      <a:pt x="54" y="95"/>
                      <a:pt x="54" y="95"/>
                    </a:cubicBezTo>
                    <a:cubicBezTo>
                      <a:pt x="54" y="95"/>
                      <a:pt x="54" y="95"/>
                      <a:pt x="55" y="95"/>
                    </a:cubicBezTo>
                    <a:cubicBezTo>
                      <a:pt x="55" y="95"/>
                      <a:pt x="55" y="95"/>
                      <a:pt x="55" y="95"/>
                    </a:cubicBezTo>
                    <a:cubicBezTo>
                      <a:pt x="55" y="95"/>
                      <a:pt x="55" y="95"/>
                      <a:pt x="55" y="95"/>
                    </a:cubicBezTo>
                    <a:cubicBezTo>
                      <a:pt x="55" y="95"/>
                      <a:pt x="55" y="95"/>
                      <a:pt x="55" y="95"/>
                    </a:cubicBezTo>
                    <a:cubicBezTo>
                      <a:pt x="55" y="95"/>
                      <a:pt x="55" y="94"/>
                      <a:pt x="55" y="94"/>
                    </a:cubicBezTo>
                    <a:cubicBezTo>
                      <a:pt x="55" y="94"/>
                      <a:pt x="55" y="94"/>
                      <a:pt x="55" y="94"/>
                    </a:cubicBezTo>
                    <a:cubicBezTo>
                      <a:pt x="55" y="94"/>
                      <a:pt x="55" y="94"/>
                      <a:pt x="55" y="94"/>
                    </a:cubicBezTo>
                    <a:cubicBezTo>
                      <a:pt x="55" y="94"/>
                      <a:pt x="55" y="94"/>
                      <a:pt x="55" y="94"/>
                    </a:cubicBezTo>
                    <a:cubicBezTo>
                      <a:pt x="55" y="94"/>
                      <a:pt x="55" y="94"/>
                      <a:pt x="55" y="94"/>
                    </a:cubicBezTo>
                    <a:cubicBezTo>
                      <a:pt x="55" y="94"/>
                      <a:pt x="55" y="94"/>
                      <a:pt x="55" y="94"/>
                    </a:cubicBezTo>
                    <a:cubicBezTo>
                      <a:pt x="55" y="94"/>
                      <a:pt x="55" y="94"/>
                      <a:pt x="55" y="94"/>
                    </a:cubicBezTo>
                    <a:cubicBezTo>
                      <a:pt x="55" y="94"/>
                      <a:pt x="55" y="94"/>
                      <a:pt x="55" y="93"/>
                    </a:cubicBezTo>
                    <a:cubicBezTo>
                      <a:pt x="55" y="93"/>
                      <a:pt x="55" y="93"/>
                      <a:pt x="55" y="93"/>
                    </a:cubicBezTo>
                    <a:cubicBezTo>
                      <a:pt x="55" y="93"/>
                      <a:pt x="55" y="93"/>
                      <a:pt x="55" y="93"/>
                    </a:cubicBezTo>
                    <a:cubicBezTo>
                      <a:pt x="55" y="93"/>
                      <a:pt x="55" y="93"/>
                      <a:pt x="55" y="93"/>
                    </a:cubicBezTo>
                    <a:cubicBezTo>
                      <a:pt x="55" y="93"/>
                      <a:pt x="55" y="93"/>
                      <a:pt x="55" y="93"/>
                    </a:cubicBezTo>
                    <a:cubicBezTo>
                      <a:pt x="55" y="93"/>
                      <a:pt x="55" y="93"/>
                      <a:pt x="55" y="93"/>
                    </a:cubicBezTo>
                    <a:cubicBezTo>
                      <a:pt x="55" y="93"/>
                      <a:pt x="55" y="93"/>
                      <a:pt x="55" y="93"/>
                    </a:cubicBezTo>
                    <a:cubicBezTo>
                      <a:pt x="55" y="93"/>
                      <a:pt x="55" y="93"/>
                      <a:pt x="55" y="93"/>
                    </a:cubicBezTo>
                    <a:cubicBezTo>
                      <a:pt x="55" y="93"/>
                      <a:pt x="55" y="93"/>
                      <a:pt x="55" y="93"/>
                    </a:cubicBezTo>
                    <a:cubicBezTo>
                      <a:pt x="55" y="93"/>
                      <a:pt x="55" y="93"/>
                      <a:pt x="55" y="92"/>
                    </a:cubicBezTo>
                    <a:cubicBezTo>
                      <a:pt x="55" y="92"/>
                      <a:pt x="55" y="92"/>
                      <a:pt x="55" y="92"/>
                    </a:cubicBezTo>
                    <a:cubicBezTo>
                      <a:pt x="55" y="92"/>
                      <a:pt x="55" y="92"/>
                      <a:pt x="55" y="92"/>
                    </a:cubicBezTo>
                    <a:cubicBezTo>
                      <a:pt x="55" y="92"/>
                      <a:pt x="55" y="92"/>
                      <a:pt x="55" y="92"/>
                    </a:cubicBezTo>
                    <a:cubicBezTo>
                      <a:pt x="55" y="92"/>
                      <a:pt x="55" y="92"/>
                      <a:pt x="55" y="92"/>
                    </a:cubicBezTo>
                    <a:cubicBezTo>
                      <a:pt x="55" y="92"/>
                      <a:pt x="55" y="92"/>
                      <a:pt x="55" y="92"/>
                    </a:cubicBezTo>
                    <a:cubicBezTo>
                      <a:pt x="55" y="92"/>
                      <a:pt x="55" y="92"/>
                      <a:pt x="55" y="92"/>
                    </a:cubicBezTo>
                    <a:cubicBezTo>
                      <a:pt x="55" y="92"/>
                      <a:pt x="55" y="92"/>
                      <a:pt x="55" y="92"/>
                    </a:cubicBezTo>
                    <a:cubicBezTo>
                      <a:pt x="55" y="92"/>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1"/>
                      <a:pt x="55" y="91"/>
                      <a:pt x="55" y="91"/>
                    </a:cubicBezTo>
                    <a:cubicBezTo>
                      <a:pt x="55" y="90"/>
                      <a:pt x="55" y="90"/>
                      <a:pt x="55" y="90"/>
                    </a:cubicBezTo>
                    <a:cubicBezTo>
                      <a:pt x="55" y="90"/>
                      <a:pt x="55" y="90"/>
                      <a:pt x="55" y="90"/>
                    </a:cubicBezTo>
                    <a:cubicBezTo>
                      <a:pt x="55" y="90"/>
                      <a:pt x="55" y="90"/>
                      <a:pt x="55" y="90"/>
                    </a:cubicBezTo>
                    <a:cubicBezTo>
                      <a:pt x="55" y="90"/>
                      <a:pt x="55" y="90"/>
                      <a:pt x="55" y="90"/>
                    </a:cubicBezTo>
                    <a:cubicBezTo>
                      <a:pt x="55" y="90"/>
                      <a:pt x="55" y="90"/>
                      <a:pt x="55" y="90"/>
                    </a:cubicBezTo>
                    <a:cubicBezTo>
                      <a:pt x="55" y="90"/>
                      <a:pt x="55" y="90"/>
                      <a:pt x="55" y="90"/>
                    </a:cubicBezTo>
                    <a:cubicBezTo>
                      <a:pt x="55" y="90"/>
                      <a:pt x="55" y="89"/>
                      <a:pt x="55" y="89"/>
                    </a:cubicBezTo>
                    <a:cubicBezTo>
                      <a:pt x="55" y="89"/>
                      <a:pt x="55" y="89"/>
                      <a:pt x="55" y="89"/>
                    </a:cubicBezTo>
                    <a:cubicBezTo>
                      <a:pt x="55" y="89"/>
                      <a:pt x="55" y="89"/>
                      <a:pt x="55" y="89"/>
                    </a:cubicBezTo>
                    <a:cubicBezTo>
                      <a:pt x="55" y="89"/>
                      <a:pt x="55" y="89"/>
                      <a:pt x="55" y="89"/>
                    </a:cubicBezTo>
                    <a:cubicBezTo>
                      <a:pt x="55" y="89"/>
                      <a:pt x="55" y="89"/>
                      <a:pt x="55" y="89"/>
                    </a:cubicBezTo>
                    <a:cubicBezTo>
                      <a:pt x="55" y="89"/>
                      <a:pt x="55" y="89"/>
                      <a:pt x="55" y="89"/>
                    </a:cubicBezTo>
                    <a:cubicBezTo>
                      <a:pt x="55" y="89"/>
                      <a:pt x="55" y="89"/>
                      <a:pt x="55" y="89"/>
                    </a:cubicBezTo>
                    <a:cubicBezTo>
                      <a:pt x="55" y="89"/>
                      <a:pt x="55" y="89"/>
                      <a:pt x="55" y="88"/>
                    </a:cubicBezTo>
                    <a:cubicBezTo>
                      <a:pt x="55" y="88"/>
                      <a:pt x="55" y="88"/>
                      <a:pt x="55" y="88"/>
                    </a:cubicBezTo>
                    <a:cubicBezTo>
                      <a:pt x="55" y="88"/>
                      <a:pt x="55" y="88"/>
                      <a:pt x="55" y="88"/>
                    </a:cubicBezTo>
                    <a:cubicBezTo>
                      <a:pt x="55" y="88"/>
                      <a:pt x="55" y="88"/>
                      <a:pt x="55" y="88"/>
                    </a:cubicBezTo>
                    <a:cubicBezTo>
                      <a:pt x="55" y="88"/>
                      <a:pt x="55" y="88"/>
                      <a:pt x="55" y="88"/>
                    </a:cubicBezTo>
                    <a:cubicBezTo>
                      <a:pt x="55" y="88"/>
                      <a:pt x="55" y="88"/>
                      <a:pt x="55" y="88"/>
                    </a:cubicBezTo>
                    <a:cubicBezTo>
                      <a:pt x="55" y="88"/>
                      <a:pt x="55" y="87"/>
                      <a:pt x="55" y="87"/>
                    </a:cubicBezTo>
                    <a:cubicBezTo>
                      <a:pt x="55" y="87"/>
                      <a:pt x="55" y="87"/>
                      <a:pt x="55" y="87"/>
                    </a:cubicBezTo>
                    <a:cubicBezTo>
                      <a:pt x="55" y="87"/>
                      <a:pt x="55" y="87"/>
                      <a:pt x="55" y="87"/>
                    </a:cubicBezTo>
                    <a:cubicBezTo>
                      <a:pt x="55" y="87"/>
                      <a:pt x="55" y="87"/>
                      <a:pt x="55" y="87"/>
                    </a:cubicBezTo>
                    <a:cubicBezTo>
                      <a:pt x="55" y="87"/>
                      <a:pt x="55" y="87"/>
                      <a:pt x="55" y="87"/>
                    </a:cubicBezTo>
                    <a:cubicBezTo>
                      <a:pt x="55" y="87"/>
                      <a:pt x="55" y="87"/>
                      <a:pt x="55" y="87"/>
                    </a:cubicBezTo>
                    <a:cubicBezTo>
                      <a:pt x="55" y="87"/>
                      <a:pt x="55" y="87"/>
                      <a:pt x="55" y="87"/>
                    </a:cubicBezTo>
                    <a:cubicBezTo>
                      <a:pt x="55" y="87"/>
                      <a:pt x="55" y="87"/>
                      <a:pt x="55" y="87"/>
                    </a:cubicBezTo>
                    <a:cubicBezTo>
                      <a:pt x="56" y="87"/>
                      <a:pt x="56" y="87"/>
                      <a:pt x="56" y="87"/>
                    </a:cubicBezTo>
                    <a:cubicBezTo>
                      <a:pt x="56" y="87"/>
                      <a:pt x="56" y="87"/>
                      <a:pt x="56" y="87"/>
                    </a:cubicBezTo>
                    <a:cubicBezTo>
                      <a:pt x="56" y="87"/>
                      <a:pt x="56" y="87"/>
                      <a:pt x="56" y="87"/>
                    </a:cubicBezTo>
                    <a:cubicBezTo>
                      <a:pt x="56" y="87"/>
                      <a:pt x="56" y="86"/>
                      <a:pt x="56" y="86"/>
                    </a:cubicBezTo>
                    <a:cubicBezTo>
                      <a:pt x="56" y="86"/>
                      <a:pt x="56" y="86"/>
                      <a:pt x="56" y="86"/>
                    </a:cubicBezTo>
                    <a:cubicBezTo>
                      <a:pt x="56" y="86"/>
                      <a:pt x="56" y="86"/>
                      <a:pt x="56" y="86"/>
                    </a:cubicBezTo>
                    <a:cubicBezTo>
                      <a:pt x="56" y="86"/>
                      <a:pt x="56" y="86"/>
                      <a:pt x="56" y="86"/>
                    </a:cubicBezTo>
                    <a:cubicBezTo>
                      <a:pt x="56" y="86"/>
                      <a:pt x="56" y="86"/>
                      <a:pt x="56" y="86"/>
                    </a:cubicBezTo>
                    <a:cubicBezTo>
                      <a:pt x="56" y="86"/>
                      <a:pt x="56" y="86"/>
                      <a:pt x="56" y="86"/>
                    </a:cubicBezTo>
                    <a:cubicBezTo>
                      <a:pt x="56" y="86"/>
                      <a:pt x="56" y="86"/>
                      <a:pt x="56" y="86"/>
                    </a:cubicBezTo>
                    <a:cubicBezTo>
                      <a:pt x="56" y="86"/>
                      <a:pt x="56" y="86"/>
                      <a:pt x="56" y="86"/>
                    </a:cubicBezTo>
                    <a:cubicBezTo>
                      <a:pt x="56" y="86"/>
                      <a:pt x="56" y="85"/>
                      <a:pt x="56" y="85"/>
                    </a:cubicBezTo>
                    <a:cubicBezTo>
                      <a:pt x="56" y="85"/>
                      <a:pt x="57" y="85"/>
                      <a:pt x="57" y="85"/>
                    </a:cubicBezTo>
                    <a:cubicBezTo>
                      <a:pt x="57" y="85"/>
                      <a:pt x="57" y="85"/>
                      <a:pt x="57" y="85"/>
                    </a:cubicBezTo>
                    <a:cubicBezTo>
                      <a:pt x="57" y="85"/>
                      <a:pt x="57" y="85"/>
                      <a:pt x="57" y="85"/>
                    </a:cubicBezTo>
                    <a:cubicBezTo>
                      <a:pt x="57" y="85"/>
                      <a:pt x="57" y="85"/>
                      <a:pt x="57" y="84"/>
                    </a:cubicBezTo>
                    <a:cubicBezTo>
                      <a:pt x="57" y="84"/>
                      <a:pt x="57" y="84"/>
                      <a:pt x="57" y="84"/>
                    </a:cubicBezTo>
                    <a:cubicBezTo>
                      <a:pt x="58" y="84"/>
                      <a:pt x="58" y="84"/>
                      <a:pt x="58" y="84"/>
                    </a:cubicBezTo>
                    <a:cubicBezTo>
                      <a:pt x="58" y="84"/>
                      <a:pt x="58" y="84"/>
                      <a:pt x="58" y="84"/>
                    </a:cubicBezTo>
                    <a:cubicBezTo>
                      <a:pt x="58" y="84"/>
                      <a:pt x="58" y="84"/>
                      <a:pt x="58" y="84"/>
                    </a:cubicBezTo>
                    <a:cubicBezTo>
                      <a:pt x="58" y="84"/>
                      <a:pt x="58" y="84"/>
                      <a:pt x="58" y="84"/>
                    </a:cubicBezTo>
                    <a:cubicBezTo>
                      <a:pt x="58" y="84"/>
                      <a:pt x="58" y="84"/>
                      <a:pt x="58" y="84"/>
                    </a:cubicBezTo>
                    <a:cubicBezTo>
                      <a:pt x="58" y="84"/>
                      <a:pt x="58" y="84"/>
                      <a:pt x="58" y="84"/>
                    </a:cubicBezTo>
                    <a:cubicBezTo>
                      <a:pt x="58" y="84"/>
                      <a:pt x="58" y="84"/>
                      <a:pt x="58" y="84"/>
                    </a:cubicBezTo>
                    <a:cubicBezTo>
                      <a:pt x="58" y="84"/>
                      <a:pt x="58" y="84"/>
                      <a:pt x="58" y="84"/>
                    </a:cubicBezTo>
                    <a:cubicBezTo>
                      <a:pt x="59" y="84"/>
                      <a:pt x="59" y="84"/>
                      <a:pt x="59" y="84"/>
                    </a:cubicBezTo>
                    <a:cubicBezTo>
                      <a:pt x="59" y="84"/>
                      <a:pt x="59" y="84"/>
                      <a:pt x="59" y="84"/>
                    </a:cubicBezTo>
                    <a:cubicBezTo>
                      <a:pt x="59" y="84"/>
                      <a:pt x="59" y="84"/>
                      <a:pt x="59" y="84"/>
                    </a:cubicBezTo>
                    <a:cubicBezTo>
                      <a:pt x="59" y="84"/>
                      <a:pt x="59" y="84"/>
                      <a:pt x="59" y="84"/>
                    </a:cubicBezTo>
                    <a:cubicBezTo>
                      <a:pt x="59" y="84"/>
                      <a:pt x="59" y="84"/>
                      <a:pt x="59" y="84"/>
                    </a:cubicBezTo>
                    <a:cubicBezTo>
                      <a:pt x="59" y="84"/>
                      <a:pt x="59" y="84"/>
                      <a:pt x="59" y="84"/>
                    </a:cubicBezTo>
                    <a:cubicBezTo>
                      <a:pt x="59" y="84"/>
                      <a:pt x="59" y="84"/>
                      <a:pt x="59" y="84"/>
                    </a:cubicBezTo>
                    <a:cubicBezTo>
                      <a:pt x="59" y="84"/>
                      <a:pt x="59" y="84"/>
                      <a:pt x="59" y="84"/>
                    </a:cubicBezTo>
                    <a:cubicBezTo>
                      <a:pt x="59" y="84"/>
                      <a:pt x="59" y="84"/>
                      <a:pt x="59" y="84"/>
                    </a:cubicBezTo>
                    <a:cubicBezTo>
                      <a:pt x="59" y="83"/>
                      <a:pt x="59" y="83"/>
                      <a:pt x="59" y="83"/>
                    </a:cubicBezTo>
                    <a:cubicBezTo>
                      <a:pt x="59" y="83"/>
                      <a:pt x="59" y="83"/>
                      <a:pt x="59" y="83"/>
                    </a:cubicBezTo>
                    <a:cubicBezTo>
                      <a:pt x="59" y="83"/>
                      <a:pt x="60" y="83"/>
                      <a:pt x="60" y="83"/>
                    </a:cubicBezTo>
                    <a:cubicBezTo>
                      <a:pt x="60" y="83"/>
                      <a:pt x="60" y="83"/>
                      <a:pt x="60" y="83"/>
                    </a:cubicBezTo>
                    <a:cubicBezTo>
                      <a:pt x="60" y="83"/>
                      <a:pt x="60" y="83"/>
                      <a:pt x="60" y="83"/>
                    </a:cubicBezTo>
                    <a:cubicBezTo>
                      <a:pt x="60" y="83"/>
                      <a:pt x="60" y="83"/>
                      <a:pt x="60" y="83"/>
                    </a:cubicBezTo>
                    <a:cubicBezTo>
                      <a:pt x="60" y="83"/>
                      <a:pt x="60" y="83"/>
                      <a:pt x="60" y="83"/>
                    </a:cubicBezTo>
                    <a:cubicBezTo>
                      <a:pt x="60" y="83"/>
                      <a:pt x="60" y="83"/>
                      <a:pt x="60" y="83"/>
                    </a:cubicBezTo>
                    <a:cubicBezTo>
                      <a:pt x="60" y="83"/>
                      <a:pt x="60" y="83"/>
                      <a:pt x="60" y="83"/>
                    </a:cubicBezTo>
                    <a:cubicBezTo>
                      <a:pt x="60" y="83"/>
                      <a:pt x="60" y="83"/>
                      <a:pt x="60" y="83"/>
                    </a:cubicBezTo>
                    <a:cubicBezTo>
                      <a:pt x="60" y="83"/>
                      <a:pt x="60" y="83"/>
                      <a:pt x="60" y="83"/>
                    </a:cubicBezTo>
                    <a:cubicBezTo>
                      <a:pt x="60" y="83"/>
                      <a:pt x="60" y="83"/>
                      <a:pt x="60" y="83"/>
                    </a:cubicBezTo>
                    <a:cubicBezTo>
                      <a:pt x="60" y="83"/>
                      <a:pt x="60" y="83"/>
                      <a:pt x="60" y="83"/>
                    </a:cubicBezTo>
                    <a:cubicBezTo>
                      <a:pt x="60" y="83"/>
                      <a:pt x="60" y="83"/>
                      <a:pt x="61" y="83"/>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1" y="82"/>
                      <a:pt x="61" y="82"/>
                      <a:pt x="61"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2"/>
                    </a:cubicBezTo>
                    <a:cubicBezTo>
                      <a:pt x="62" y="82"/>
                      <a:pt x="62" y="82"/>
                      <a:pt x="62" y="81"/>
                    </a:cubicBezTo>
                    <a:cubicBezTo>
                      <a:pt x="62" y="81"/>
                      <a:pt x="62" y="81"/>
                      <a:pt x="62" y="81"/>
                    </a:cubicBezTo>
                    <a:cubicBezTo>
                      <a:pt x="62" y="81"/>
                      <a:pt x="62" y="81"/>
                      <a:pt x="62" y="81"/>
                    </a:cubicBezTo>
                    <a:cubicBezTo>
                      <a:pt x="62" y="81"/>
                      <a:pt x="62" y="81"/>
                      <a:pt x="62" y="81"/>
                    </a:cubicBezTo>
                    <a:cubicBezTo>
                      <a:pt x="62" y="81"/>
                      <a:pt x="62" y="81"/>
                      <a:pt x="62" y="81"/>
                    </a:cubicBezTo>
                    <a:cubicBezTo>
                      <a:pt x="63" y="81"/>
                      <a:pt x="63" y="81"/>
                      <a:pt x="63" y="81"/>
                    </a:cubicBezTo>
                    <a:cubicBezTo>
                      <a:pt x="63" y="81"/>
                      <a:pt x="63" y="81"/>
                      <a:pt x="63" y="81"/>
                    </a:cubicBezTo>
                    <a:cubicBezTo>
                      <a:pt x="63" y="81"/>
                      <a:pt x="63" y="81"/>
                      <a:pt x="63" y="81"/>
                    </a:cubicBezTo>
                    <a:cubicBezTo>
                      <a:pt x="63" y="81"/>
                      <a:pt x="63" y="81"/>
                      <a:pt x="63" y="81"/>
                    </a:cubicBezTo>
                    <a:cubicBezTo>
                      <a:pt x="63" y="81"/>
                      <a:pt x="63" y="81"/>
                      <a:pt x="63" y="81"/>
                    </a:cubicBezTo>
                    <a:cubicBezTo>
                      <a:pt x="63" y="81"/>
                      <a:pt x="63" y="81"/>
                      <a:pt x="63" y="81"/>
                    </a:cubicBezTo>
                    <a:cubicBezTo>
                      <a:pt x="63" y="81"/>
                      <a:pt x="63" y="80"/>
                      <a:pt x="63" y="80"/>
                    </a:cubicBezTo>
                    <a:cubicBezTo>
                      <a:pt x="63" y="80"/>
                      <a:pt x="63" y="80"/>
                      <a:pt x="63" y="80"/>
                    </a:cubicBezTo>
                    <a:cubicBezTo>
                      <a:pt x="63" y="81"/>
                      <a:pt x="63" y="81"/>
                      <a:pt x="63" y="81"/>
                    </a:cubicBezTo>
                    <a:cubicBezTo>
                      <a:pt x="63" y="81"/>
                      <a:pt x="63" y="81"/>
                      <a:pt x="63" y="81"/>
                    </a:cubicBezTo>
                    <a:cubicBezTo>
                      <a:pt x="63" y="81"/>
                      <a:pt x="63" y="81"/>
                      <a:pt x="63" y="81"/>
                    </a:cubicBezTo>
                    <a:cubicBezTo>
                      <a:pt x="63" y="81"/>
                      <a:pt x="63" y="81"/>
                      <a:pt x="63" y="81"/>
                    </a:cubicBezTo>
                    <a:cubicBezTo>
                      <a:pt x="63" y="81"/>
                      <a:pt x="63" y="81"/>
                      <a:pt x="63" y="81"/>
                    </a:cubicBezTo>
                    <a:cubicBezTo>
                      <a:pt x="63" y="81"/>
                      <a:pt x="63" y="81"/>
                      <a:pt x="63" y="81"/>
                    </a:cubicBezTo>
                    <a:cubicBezTo>
                      <a:pt x="63" y="81"/>
                      <a:pt x="64" y="81"/>
                      <a:pt x="64" y="81"/>
                    </a:cubicBezTo>
                    <a:cubicBezTo>
                      <a:pt x="64" y="81"/>
                      <a:pt x="64" y="81"/>
                      <a:pt x="64" y="81"/>
                    </a:cubicBezTo>
                    <a:cubicBezTo>
                      <a:pt x="64" y="81"/>
                      <a:pt x="64" y="81"/>
                      <a:pt x="64" y="81"/>
                    </a:cubicBezTo>
                    <a:cubicBezTo>
                      <a:pt x="64" y="81"/>
                      <a:pt x="64" y="81"/>
                      <a:pt x="64" y="81"/>
                    </a:cubicBezTo>
                    <a:cubicBezTo>
                      <a:pt x="64" y="81"/>
                      <a:pt x="64" y="81"/>
                      <a:pt x="64" y="81"/>
                    </a:cubicBezTo>
                    <a:cubicBezTo>
                      <a:pt x="64" y="81"/>
                      <a:pt x="64" y="81"/>
                      <a:pt x="64" y="81"/>
                    </a:cubicBezTo>
                    <a:cubicBezTo>
                      <a:pt x="64" y="81"/>
                      <a:pt x="64" y="80"/>
                      <a:pt x="64" y="80"/>
                    </a:cubicBezTo>
                    <a:cubicBezTo>
                      <a:pt x="64" y="80"/>
                      <a:pt x="64" y="80"/>
                      <a:pt x="64" y="80"/>
                    </a:cubicBezTo>
                    <a:cubicBezTo>
                      <a:pt x="64" y="80"/>
                      <a:pt x="64" y="80"/>
                      <a:pt x="64" y="80"/>
                    </a:cubicBezTo>
                    <a:cubicBezTo>
                      <a:pt x="64" y="80"/>
                      <a:pt x="65" y="80"/>
                      <a:pt x="65" y="80"/>
                    </a:cubicBezTo>
                    <a:cubicBezTo>
                      <a:pt x="65"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80"/>
                    </a:cubicBezTo>
                    <a:cubicBezTo>
                      <a:pt x="64" y="80"/>
                      <a:pt x="64" y="80"/>
                      <a:pt x="64" y="79"/>
                    </a:cubicBezTo>
                    <a:cubicBezTo>
                      <a:pt x="64" y="79"/>
                      <a:pt x="64" y="79"/>
                      <a:pt x="64" y="79"/>
                    </a:cubicBezTo>
                    <a:cubicBezTo>
                      <a:pt x="64" y="79"/>
                      <a:pt x="64" y="79"/>
                      <a:pt x="64" y="79"/>
                    </a:cubicBezTo>
                    <a:cubicBezTo>
                      <a:pt x="64" y="79"/>
                      <a:pt x="64" y="79"/>
                      <a:pt x="64" y="79"/>
                    </a:cubicBezTo>
                    <a:cubicBezTo>
                      <a:pt x="64" y="79"/>
                      <a:pt x="64" y="79"/>
                      <a:pt x="64" y="79"/>
                    </a:cubicBezTo>
                    <a:cubicBezTo>
                      <a:pt x="64" y="79"/>
                      <a:pt x="64" y="79"/>
                      <a:pt x="64" y="79"/>
                    </a:cubicBezTo>
                    <a:cubicBezTo>
                      <a:pt x="64" y="79"/>
                      <a:pt x="64" y="79"/>
                      <a:pt x="64" y="79"/>
                    </a:cubicBezTo>
                    <a:cubicBezTo>
                      <a:pt x="64"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9"/>
                      <a:pt x="65" y="79"/>
                      <a:pt x="66" y="79"/>
                    </a:cubicBezTo>
                    <a:cubicBezTo>
                      <a:pt x="66" y="79"/>
                      <a:pt x="66" y="79"/>
                      <a:pt x="66" y="79"/>
                    </a:cubicBezTo>
                    <a:cubicBezTo>
                      <a:pt x="66" y="79"/>
                      <a:pt x="66" y="79"/>
                      <a:pt x="66" y="79"/>
                    </a:cubicBezTo>
                    <a:cubicBezTo>
                      <a:pt x="66" y="79"/>
                      <a:pt x="66" y="79"/>
                      <a:pt x="66" y="79"/>
                    </a:cubicBezTo>
                    <a:cubicBezTo>
                      <a:pt x="66" y="79"/>
                      <a:pt x="66" y="79"/>
                      <a:pt x="66" y="79"/>
                    </a:cubicBezTo>
                    <a:cubicBezTo>
                      <a:pt x="66" y="79"/>
                      <a:pt x="66" y="79"/>
                      <a:pt x="66" y="79"/>
                    </a:cubicBezTo>
                    <a:cubicBezTo>
                      <a:pt x="66" y="79"/>
                      <a:pt x="66" y="79"/>
                      <a:pt x="66" y="79"/>
                    </a:cubicBezTo>
                    <a:cubicBezTo>
                      <a:pt x="66" y="79"/>
                      <a:pt x="66" y="79"/>
                      <a:pt x="66" y="79"/>
                    </a:cubicBezTo>
                    <a:cubicBezTo>
                      <a:pt x="66" y="79"/>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9"/>
                    </a:cubicBezTo>
                    <a:cubicBezTo>
                      <a:pt x="66" y="79"/>
                      <a:pt x="66" y="79"/>
                      <a:pt x="66" y="79"/>
                    </a:cubicBezTo>
                    <a:cubicBezTo>
                      <a:pt x="66" y="79"/>
                      <a:pt x="65" y="79"/>
                      <a:pt x="65" y="79"/>
                    </a:cubicBezTo>
                    <a:cubicBezTo>
                      <a:pt x="65" y="79"/>
                      <a:pt x="65" y="79"/>
                      <a:pt x="65" y="79"/>
                    </a:cubicBezTo>
                    <a:cubicBezTo>
                      <a:pt x="65" y="79"/>
                      <a:pt x="65" y="79"/>
                      <a:pt x="65" y="79"/>
                    </a:cubicBezTo>
                    <a:cubicBezTo>
                      <a:pt x="65" y="79"/>
                      <a:pt x="65" y="79"/>
                      <a:pt x="65" y="79"/>
                    </a:cubicBezTo>
                    <a:cubicBezTo>
                      <a:pt x="65" y="79"/>
                      <a:pt x="65" y="79"/>
                      <a:pt x="65" y="79"/>
                    </a:cubicBezTo>
                    <a:cubicBezTo>
                      <a:pt x="65" y="78"/>
                      <a:pt x="66" y="78"/>
                      <a:pt x="66" y="78"/>
                    </a:cubicBezTo>
                    <a:cubicBezTo>
                      <a:pt x="66" y="78"/>
                      <a:pt x="66" y="78"/>
                      <a:pt x="66" y="78"/>
                    </a:cubicBezTo>
                    <a:cubicBezTo>
                      <a:pt x="66"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5" y="78"/>
                      <a:pt x="65" y="78"/>
                    </a:cubicBezTo>
                    <a:cubicBezTo>
                      <a:pt x="65"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7"/>
                      <a:pt x="66" y="77"/>
                    </a:cubicBezTo>
                    <a:cubicBezTo>
                      <a:pt x="66" y="77"/>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8"/>
                      <a:pt x="66" y="78"/>
                      <a:pt x="66" y="78"/>
                    </a:cubicBezTo>
                    <a:cubicBezTo>
                      <a:pt x="66" y="77"/>
                      <a:pt x="66" y="77"/>
                      <a:pt x="66" y="77"/>
                    </a:cubicBezTo>
                    <a:cubicBezTo>
                      <a:pt x="66" y="77"/>
                      <a:pt x="66" y="77"/>
                      <a:pt x="66" y="77"/>
                    </a:cubicBezTo>
                    <a:cubicBezTo>
                      <a:pt x="66" y="77"/>
                      <a:pt x="66" y="77"/>
                      <a:pt x="66" y="77"/>
                    </a:cubicBezTo>
                    <a:cubicBezTo>
                      <a:pt x="67" y="77"/>
                      <a:pt x="67" y="77"/>
                      <a:pt x="67" y="77"/>
                    </a:cubicBezTo>
                    <a:cubicBezTo>
                      <a:pt x="67" y="77"/>
                      <a:pt x="67" y="77"/>
                      <a:pt x="67" y="77"/>
                    </a:cubicBezTo>
                    <a:cubicBezTo>
                      <a:pt x="67" y="77"/>
                      <a:pt x="67" y="77"/>
                      <a:pt x="67" y="77"/>
                    </a:cubicBezTo>
                    <a:cubicBezTo>
                      <a:pt x="67" y="77"/>
                      <a:pt x="67" y="77"/>
                      <a:pt x="67" y="77"/>
                    </a:cubicBezTo>
                    <a:cubicBezTo>
                      <a:pt x="67" y="77"/>
                      <a:pt x="67" y="77"/>
                      <a:pt x="67" y="77"/>
                    </a:cubicBezTo>
                    <a:cubicBezTo>
                      <a:pt x="67" y="77"/>
                      <a:pt x="67" y="77"/>
                      <a:pt x="66" y="77"/>
                    </a:cubicBezTo>
                    <a:cubicBezTo>
                      <a:pt x="66" y="77"/>
                      <a:pt x="66" y="77"/>
                      <a:pt x="66" y="77"/>
                    </a:cubicBezTo>
                    <a:cubicBezTo>
                      <a:pt x="66" y="77"/>
                      <a:pt x="66" y="77"/>
                      <a:pt x="66" y="77"/>
                    </a:cubicBezTo>
                    <a:cubicBezTo>
                      <a:pt x="66" y="77"/>
                      <a:pt x="66" y="77"/>
                      <a:pt x="66" y="77"/>
                    </a:cubicBezTo>
                    <a:cubicBezTo>
                      <a:pt x="66" y="77"/>
                      <a:pt x="66" y="77"/>
                      <a:pt x="66" y="77"/>
                    </a:cubicBezTo>
                    <a:cubicBezTo>
                      <a:pt x="66" y="77"/>
                      <a:pt x="66" y="77"/>
                      <a:pt x="66" y="77"/>
                    </a:cubicBezTo>
                    <a:cubicBezTo>
                      <a:pt x="66" y="76"/>
                      <a:pt x="66" y="76"/>
                      <a:pt x="66" y="76"/>
                    </a:cubicBezTo>
                    <a:cubicBezTo>
                      <a:pt x="66" y="76"/>
                      <a:pt x="66" y="76"/>
                      <a:pt x="66" y="76"/>
                    </a:cubicBezTo>
                    <a:cubicBezTo>
                      <a:pt x="66" y="76"/>
                      <a:pt x="66" y="76"/>
                      <a:pt x="66" y="76"/>
                    </a:cubicBezTo>
                    <a:cubicBezTo>
                      <a:pt x="66" y="76"/>
                      <a:pt x="66" y="76"/>
                      <a:pt x="66" y="76"/>
                    </a:cubicBezTo>
                    <a:cubicBezTo>
                      <a:pt x="66" y="76"/>
                      <a:pt x="66" y="76"/>
                      <a:pt x="66" y="76"/>
                    </a:cubicBezTo>
                    <a:cubicBezTo>
                      <a:pt x="66" y="76"/>
                      <a:pt x="66" y="76"/>
                      <a:pt x="66" y="76"/>
                    </a:cubicBezTo>
                    <a:cubicBezTo>
                      <a:pt x="66" y="76"/>
                      <a:pt x="66" y="76"/>
                      <a:pt x="66" y="76"/>
                    </a:cubicBezTo>
                    <a:cubicBezTo>
                      <a:pt x="66" y="76"/>
                      <a:pt x="66" y="76"/>
                      <a:pt x="66" y="76"/>
                    </a:cubicBezTo>
                    <a:cubicBezTo>
                      <a:pt x="66" y="76"/>
                      <a:pt x="66" y="76"/>
                      <a:pt x="66" y="76"/>
                    </a:cubicBezTo>
                    <a:cubicBezTo>
                      <a:pt x="67" y="76"/>
                      <a:pt x="67" y="76"/>
                      <a:pt x="67" y="76"/>
                    </a:cubicBezTo>
                    <a:cubicBezTo>
                      <a:pt x="67" y="76"/>
                      <a:pt x="67" y="76"/>
                      <a:pt x="67" y="75"/>
                    </a:cubicBezTo>
                    <a:cubicBezTo>
                      <a:pt x="67" y="75"/>
                      <a:pt x="67" y="75"/>
                      <a:pt x="67" y="75"/>
                    </a:cubicBezTo>
                    <a:cubicBezTo>
                      <a:pt x="67" y="75"/>
                      <a:pt x="67" y="75"/>
                      <a:pt x="67" y="75"/>
                    </a:cubicBezTo>
                    <a:cubicBezTo>
                      <a:pt x="67" y="75"/>
                      <a:pt x="67" y="75"/>
                      <a:pt x="67" y="75"/>
                    </a:cubicBezTo>
                    <a:cubicBezTo>
                      <a:pt x="67" y="74"/>
                      <a:pt x="67" y="74"/>
                      <a:pt x="67" y="74"/>
                    </a:cubicBezTo>
                    <a:cubicBezTo>
                      <a:pt x="67" y="74"/>
                      <a:pt x="67" y="74"/>
                      <a:pt x="66" y="74"/>
                    </a:cubicBezTo>
                    <a:cubicBezTo>
                      <a:pt x="66" y="74"/>
                      <a:pt x="66" y="74"/>
                      <a:pt x="66" y="74"/>
                    </a:cubicBezTo>
                    <a:cubicBezTo>
                      <a:pt x="66" y="74"/>
                      <a:pt x="66" y="74"/>
                      <a:pt x="66" y="74"/>
                    </a:cubicBezTo>
                    <a:cubicBezTo>
                      <a:pt x="66" y="74"/>
                      <a:pt x="66" y="74"/>
                      <a:pt x="66" y="74"/>
                    </a:cubicBezTo>
                    <a:cubicBezTo>
                      <a:pt x="67" y="74"/>
                      <a:pt x="67" y="73"/>
                      <a:pt x="67" y="73"/>
                    </a:cubicBezTo>
                    <a:cubicBezTo>
                      <a:pt x="67" y="73"/>
                      <a:pt x="67" y="73"/>
                      <a:pt x="67" y="73"/>
                    </a:cubicBezTo>
                    <a:cubicBezTo>
                      <a:pt x="67" y="73"/>
                      <a:pt x="67" y="73"/>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4"/>
                      <a:pt x="67" y="74"/>
                      <a:pt x="67" y="74"/>
                    </a:cubicBezTo>
                    <a:cubicBezTo>
                      <a:pt x="67" y="73"/>
                      <a:pt x="67" y="73"/>
                      <a:pt x="67" y="73"/>
                    </a:cubicBezTo>
                    <a:cubicBezTo>
                      <a:pt x="67" y="73"/>
                      <a:pt x="67" y="73"/>
                      <a:pt x="68" y="73"/>
                    </a:cubicBezTo>
                    <a:cubicBezTo>
                      <a:pt x="68" y="73"/>
                      <a:pt x="68" y="73"/>
                      <a:pt x="68" y="73"/>
                    </a:cubicBezTo>
                    <a:cubicBezTo>
                      <a:pt x="68" y="73"/>
                      <a:pt x="68" y="73"/>
                      <a:pt x="68" y="73"/>
                    </a:cubicBezTo>
                    <a:cubicBezTo>
                      <a:pt x="68" y="73"/>
                      <a:pt x="68" y="73"/>
                      <a:pt x="68" y="73"/>
                    </a:cubicBezTo>
                    <a:cubicBezTo>
                      <a:pt x="68" y="73"/>
                      <a:pt x="68" y="73"/>
                      <a:pt x="68" y="72"/>
                    </a:cubicBezTo>
                    <a:cubicBezTo>
                      <a:pt x="68" y="73"/>
                      <a:pt x="68" y="73"/>
                      <a:pt x="68" y="73"/>
                    </a:cubicBezTo>
                    <a:cubicBezTo>
                      <a:pt x="68" y="73"/>
                      <a:pt x="68" y="73"/>
                      <a:pt x="68" y="73"/>
                    </a:cubicBezTo>
                    <a:cubicBezTo>
                      <a:pt x="68" y="73"/>
                      <a:pt x="68" y="73"/>
                      <a:pt x="68" y="73"/>
                    </a:cubicBezTo>
                    <a:cubicBezTo>
                      <a:pt x="68" y="73"/>
                      <a:pt x="68" y="73"/>
                      <a:pt x="68" y="73"/>
                    </a:cubicBezTo>
                    <a:cubicBezTo>
                      <a:pt x="68" y="72"/>
                      <a:pt x="68" y="72"/>
                      <a:pt x="68" y="72"/>
                    </a:cubicBezTo>
                    <a:cubicBezTo>
                      <a:pt x="68" y="72"/>
                      <a:pt x="68" y="72"/>
                      <a:pt x="68" y="72"/>
                    </a:cubicBezTo>
                    <a:cubicBezTo>
                      <a:pt x="68" y="72"/>
                      <a:pt x="68" y="72"/>
                      <a:pt x="69" y="72"/>
                    </a:cubicBezTo>
                    <a:cubicBezTo>
                      <a:pt x="69" y="72"/>
                      <a:pt x="69" y="72"/>
                      <a:pt x="69" y="72"/>
                    </a:cubicBezTo>
                    <a:cubicBezTo>
                      <a:pt x="69" y="72"/>
                      <a:pt x="68" y="73"/>
                      <a:pt x="68" y="73"/>
                    </a:cubicBezTo>
                    <a:cubicBezTo>
                      <a:pt x="68" y="73"/>
                      <a:pt x="68" y="73"/>
                      <a:pt x="68" y="73"/>
                    </a:cubicBezTo>
                    <a:cubicBezTo>
                      <a:pt x="68" y="73"/>
                      <a:pt x="68" y="73"/>
                      <a:pt x="68" y="73"/>
                    </a:cubicBezTo>
                    <a:cubicBezTo>
                      <a:pt x="68" y="73"/>
                      <a:pt x="68" y="73"/>
                      <a:pt x="68" y="73"/>
                    </a:cubicBezTo>
                    <a:cubicBezTo>
                      <a:pt x="68" y="73"/>
                      <a:pt x="68" y="73"/>
                      <a:pt x="68" y="73"/>
                    </a:cubicBezTo>
                    <a:cubicBezTo>
                      <a:pt x="68" y="73"/>
                      <a:pt x="68" y="73"/>
                      <a:pt x="68" y="73"/>
                    </a:cubicBezTo>
                    <a:cubicBezTo>
                      <a:pt x="68" y="73"/>
                      <a:pt x="68" y="73"/>
                      <a:pt x="68" y="73"/>
                    </a:cubicBezTo>
                    <a:cubicBezTo>
                      <a:pt x="68" y="73"/>
                      <a:pt x="68" y="73"/>
                      <a:pt x="68" y="74"/>
                    </a:cubicBezTo>
                    <a:cubicBezTo>
                      <a:pt x="68" y="74"/>
                      <a:pt x="68" y="74"/>
                      <a:pt x="68" y="74"/>
                    </a:cubicBezTo>
                    <a:cubicBezTo>
                      <a:pt x="68" y="74"/>
                      <a:pt x="68" y="74"/>
                      <a:pt x="68" y="74"/>
                    </a:cubicBezTo>
                    <a:cubicBezTo>
                      <a:pt x="68" y="74"/>
                      <a:pt x="68" y="74"/>
                      <a:pt x="68" y="74"/>
                    </a:cubicBezTo>
                    <a:cubicBezTo>
                      <a:pt x="68" y="74"/>
                      <a:pt x="68" y="74"/>
                      <a:pt x="68" y="74"/>
                    </a:cubicBezTo>
                    <a:cubicBezTo>
                      <a:pt x="67" y="74"/>
                      <a:pt x="67" y="74"/>
                      <a:pt x="67" y="74"/>
                    </a:cubicBezTo>
                    <a:cubicBezTo>
                      <a:pt x="67" y="74"/>
                      <a:pt x="68" y="74"/>
                      <a:pt x="68" y="74"/>
                    </a:cubicBezTo>
                    <a:cubicBezTo>
                      <a:pt x="68" y="74"/>
                      <a:pt x="68" y="74"/>
                      <a:pt x="68" y="74"/>
                    </a:cubicBezTo>
                    <a:cubicBezTo>
                      <a:pt x="68" y="74"/>
                      <a:pt x="68" y="75"/>
                      <a:pt x="68" y="75"/>
                    </a:cubicBezTo>
                    <a:cubicBezTo>
                      <a:pt x="68" y="75"/>
                      <a:pt x="68" y="75"/>
                      <a:pt x="68" y="75"/>
                    </a:cubicBezTo>
                    <a:cubicBezTo>
                      <a:pt x="68" y="75"/>
                      <a:pt x="68" y="75"/>
                      <a:pt x="68" y="75"/>
                    </a:cubicBezTo>
                    <a:cubicBezTo>
                      <a:pt x="68" y="75"/>
                      <a:pt x="68" y="75"/>
                      <a:pt x="68" y="75"/>
                    </a:cubicBezTo>
                    <a:cubicBezTo>
                      <a:pt x="68" y="75"/>
                      <a:pt x="68" y="75"/>
                      <a:pt x="67" y="75"/>
                    </a:cubicBezTo>
                    <a:cubicBezTo>
                      <a:pt x="67" y="75"/>
                      <a:pt x="67" y="75"/>
                      <a:pt x="67" y="75"/>
                    </a:cubicBezTo>
                    <a:cubicBezTo>
                      <a:pt x="67" y="75"/>
                      <a:pt x="67" y="75"/>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7" y="76"/>
                      <a:pt x="67" y="76"/>
                      <a:pt x="67" y="76"/>
                    </a:cubicBezTo>
                    <a:cubicBezTo>
                      <a:pt x="68" y="76"/>
                      <a:pt x="68" y="76"/>
                      <a:pt x="68" y="76"/>
                    </a:cubicBezTo>
                    <a:cubicBezTo>
                      <a:pt x="68" y="76"/>
                      <a:pt x="68" y="76"/>
                      <a:pt x="68" y="76"/>
                    </a:cubicBezTo>
                    <a:cubicBezTo>
                      <a:pt x="68" y="76"/>
                      <a:pt x="68" y="76"/>
                      <a:pt x="68" y="75"/>
                    </a:cubicBezTo>
                    <a:cubicBezTo>
                      <a:pt x="68" y="75"/>
                      <a:pt x="68" y="75"/>
                      <a:pt x="68" y="75"/>
                    </a:cubicBezTo>
                    <a:cubicBezTo>
                      <a:pt x="68" y="75"/>
                      <a:pt x="68" y="75"/>
                      <a:pt x="68" y="75"/>
                    </a:cubicBezTo>
                    <a:cubicBezTo>
                      <a:pt x="68" y="75"/>
                      <a:pt x="68" y="75"/>
                      <a:pt x="68" y="75"/>
                    </a:cubicBezTo>
                    <a:cubicBezTo>
                      <a:pt x="68" y="75"/>
                      <a:pt x="68" y="75"/>
                      <a:pt x="68" y="75"/>
                    </a:cubicBezTo>
                    <a:cubicBezTo>
                      <a:pt x="68" y="75"/>
                      <a:pt x="68" y="75"/>
                      <a:pt x="68" y="75"/>
                    </a:cubicBezTo>
                    <a:cubicBezTo>
                      <a:pt x="69" y="75"/>
                      <a:pt x="69" y="74"/>
                      <a:pt x="69" y="74"/>
                    </a:cubicBezTo>
                    <a:cubicBezTo>
                      <a:pt x="69" y="74"/>
                      <a:pt x="69" y="74"/>
                      <a:pt x="69" y="74"/>
                    </a:cubicBezTo>
                    <a:cubicBezTo>
                      <a:pt x="69" y="74"/>
                      <a:pt x="69" y="74"/>
                      <a:pt x="69" y="74"/>
                    </a:cubicBezTo>
                    <a:cubicBezTo>
                      <a:pt x="69" y="74"/>
                      <a:pt x="69" y="74"/>
                      <a:pt x="69" y="74"/>
                    </a:cubicBezTo>
                    <a:cubicBezTo>
                      <a:pt x="69" y="74"/>
                      <a:pt x="69" y="74"/>
                      <a:pt x="69" y="74"/>
                    </a:cubicBezTo>
                    <a:cubicBezTo>
                      <a:pt x="69" y="74"/>
                      <a:pt x="69" y="74"/>
                      <a:pt x="69" y="74"/>
                    </a:cubicBezTo>
                    <a:cubicBezTo>
                      <a:pt x="69" y="74"/>
                      <a:pt x="69" y="73"/>
                      <a:pt x="69" y="73"/>
                    </a:cubicBezTo>
                    <a:cubicBezTo>
                      <a:pt x="69" y="73"/>
                      <a:pt x="69" y="73"/>
                      <a:pt x="69" y="73"/>
                    </a:cubicBezTo>
                    <a:cubicBezTo>
                      <a:pt x="69" y="73"/>
                      <a:pt x="69" y="73"/>
                      <a:pt x="69" y="73"/>
                    </a:cubicBezTo>
                    <a:cubicBezTo>
                      <a:pt x="69" y="73"/>
                      <a:pt x="69" y="73"/>
                      <a:pt x="69" y="73"/>
                    </a:cubicBezTo>
                    <a:cubicBezTo>
                      <a:pt x="69" y="73"/>
                      <a:pt x="69" y="73"/>
                      <a:pt x="69" y="73"/>
                    </a:cubicBezTo>
                    <a:cubicBezTo>
                      <a:pt x="69" y="73"/>
                      <a:pt x="69" y="73"/>
                      <a:pt x="69" y="73"/>
                    </a:cubicBezTo>
                    <a:cubicBezTo>
                      <a:pt x="69" y="73"/>
                      <a:pt x="69" y="72"/>
                      <a:pt x="69" y="72"/>
                    </a:cubicBezTo>
                    <a:cubicBezTo>
                      <a:pt x="69" y="72"/>
                      <a:pt x="69" y="72"/>
                      <a:pt x="69" y="72"/>
                    </a:cubicBezTo>
                    <a:cubicBezTo>
                      <a:pt x="69" y="72"/>
                      <a:pt x="69" y="72"/>
                      <a:pt x="69" y="72"/>
                    </a:cubicBezTo>
                    <a:cubicBezTo>
                      <a:pt x="69" y="72"/>
                      <a:pt x="69" y="72"/>
                      <a:pt x="69" y="72"/>
                    </a:cubicBezTo>
                    <a:cubicBezTo>
                      <a:pt x="69" y="72"/>
                      <a:pt x="69" y="72"/>
                      <a:pt x="69" y="72"/>
                    </a:cubicBezTo>
                    <a:cubicBezTo>
                      <a:pt x="69" y="72"/>
                      <a:pt x="69" y="72"/>
                      <a:pt x="69" y="72"/>
                    </a:cubicBezTo>
                    <a:cubicBezTo>
                      <a:pt x="69" y="72"/>
                      <a:pt x="69" y="72"/>
                      <a:pt x="69" y="72"/>
                    </a:cubicBezTo>
                    <a:cubicBezTo>
                      <a:pt x="69" y="72"/>
                      <a:pt x="69" y="72"/>
                      <a:pt x="69" y="72"/>
                    </a:cubicBezTo>
                    <a:cubicBezTo>
                      <a:pt x="69" y="72"/>
                      <a:pt x="69" y="72"/>
                      <a:pt x="69" y="72"/>
                    </a:cubicBezTo>
                    <a:cubicBezTo>
                      <a:pt x="69" y="72"/>
                      <a:pt x="69" y="72"/>
                      <a:pt x="69" y="72"/>
                    </a:cubicBezTo>
                    <a:cubicBezTo>
                      <a:pt x="69" y="72"/>
                      <a:pt x="70" y="73"/>
                      <a:pt x="70" y="73"/>
                    </a:cubicBezTo>
                    <a:cubicBezTo>
                      <a:pt x="70" y="73"/>
                      <a:pt x="70" y="73"/>
                      <a:pt x="70" y="73"/>
                    </a:cubicBezTo>
                    <a:cubicBezTo>
                      <a:pt x="70" y="73"/>
                      <a:pt x="70" y="73"/>
                      <a:pt x="70" y="73"/>
                    </a:cubicBezTo>
                    <a:cubicBezTo>
                      <a:pt x="69" y="73"/>
                      <a:pt x="69" y="73"/>
                      <a:pt x="69" y="73"/>
                    </a:cubicBezTo>
                    <a:cubicBezTo>
                      <a:pt x="69" y="73"/>
                      <a:pt x="69" y="73"/>
                      <a:pt x="69" y="73"/>
                    </a:cubicBezTo>
                    <a:cubicBezTo>
                      <a:pt x="69" y="73"/>
                      <a:pt x="69" y="73"/>
                      <a:pt x="70" y="73"/>
                    </a:cubicBezTo>
                    <a:cubicBezTo>
                      <a:pt x="70" y="73"/>
                      <a:pt x="70" y="73"/>
                      <a:pt x="70" y="73"/>
                    </a:cubicBezTo>
                    <a:cubicBezTo>
                      <a:pt x="70" y="73"/>
                      <a:pt x="70" y="73"/>
                      <a:pt x="70" y="73"/>
                    </a:cubicBezTo>
                    <a:cubicBezTo>
                      <a:pt x="70" y="73"/>
                      <a:pt x="70" y="73"/>
                      <a:pt x="70" y="73"/>
                    </a:cubicBezTo>
                    <a:cubicBezTo>
                      <a:pt x="70" y="73"/>
                      <a:pt x="70" y="73"/>
                      <a:pt x="70" y="73"/>
                    </a:cubicBezTo>
                    <a:cubicBezTo>
                      <a:pt x="70" y="73"/>
                      <a:pt x="70" y="73"/>
                      <a:pt x="70" y="72"/>
                    </a:cubicBezTo>
                    <a:cubicBezTo>
                      <a:pt x="71" y="72"/>
                      <a:pt x="71" y="72"/>
                      <a:pt x="71" y="72"/>
                    </a:cubicBezTo>
                    <a:cubicBezTo>
                      <a:pt x="71" y="72"/>
                      <a:pt x="71" y="72"/>
                      <a:pt x="71" y="72"/>
                    </a:cubicBezTo>
                    <a:cubicBezTo>
                      <a:pt x="71" y="72"/>
                      <a:pt x="71" y="72"/>
                      <a:pt x="71" y="72"/>
                    </a:cubicBezTo>
                    <a:cubicBezTo>
                      <a:pt x="71" y="72"/>
                      <a:pt x="71" y="72"/>
                      <a:pt x="71" y="72"/>
                    </a:cubicBezTo>
                    <a:cubicBezTo>
                      <a:pt x="71" y="72"/>
                      <a:pt x="71" y="72"/>
                      <a:pt x="71" y="71"/>
                    </a:cubicBezTo>
                    <a:cubicBezTo>
                      <a:pt x="71" y="71"/>
                      <a:pt x="71" y="71"/>
                      <a:pt x="71" y="71"/>
                    </a:cubicBezTo>
                    <a:cubicBezTo>
                      <a:pt x="71" y="71"/>
                      <a:pt x="71" y="71"/>
                      <a:pt x="71" y="71"/>
                    </a:cubicBezTo>
                    <a:cubicBezTo>
                      <a:pt x="71" y="71"/>
                      <a:pt x="71" y="71"/>
                      <a:pt x="71" y="71"/>
                    </a:cubicBezTo>
                    <a:cubicBezTo>
                      <a:pt x="72" y="71"/>
                      <a:pt x="72" y="71"/>
                      <a:pt x="72" y="71"/>
                    </a:cubicBezTo>
                    <a:cubicBezTo>
                      <a:pt x="72" y="71"/>
                      <a:pt x="72" y="71"/>
                      <a:pt x="72" y="70"/>
                    </a:cubicBezTo>
                    <a:cubicBezTo>
                      <a:pt x="72" y="70"/>
                      <a:pt x="72" y="70"/>
                      <a:pt x="72" y="70"/>
                    </a:cubicBezTo>
                    <a:cubicBezTo>
                      <a:pt x="72" y="70"/>
                      <a:pt x="72" y="70"/>
                      <a:pt x="72" y="70"/>
                    </a:cubicBezTo>
                    <a:cubicBezTo>
                      <a:pt x="72" y="70"/>
                      <a:pt x="72" y="70"/>
                      <a:pt x="72"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5" y="70"/>
                    </a:cubicBezTo>
                    <a:cubicBezTo>
                      <a:pt x="75" y="70"/>
                      <a:pt x="75" y="70"/>
                      <a:pt x="75" y="70"/>
                    </a:cubicBezTo>
                    <a:cubicBezTo>
                      <a:pt x="75" y="70"/>
                      <a:pt x="75" y="70"/>
                      <a:pt x="75" y="70"/>
                    </a:cubicBezTo>
                    <a:cubicBezTo>
                      <a:pt x="75" y="70"/>
                      <a:pt x="75" y="70"/>
                      <a:pt x="75" y="70"/>
                    </a:cubicBezTo>
                    <a:cubicBezTo>
                      <a:pt x="75" y="70"/>
                      <a:pt x="75" y="70"/>
                      <a:pt x="75"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3" y="70"/>
                      <a:pt x="73" y="70"/>
                      <a:pt x="73"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4" y="70"/>
                    </a:cubicBezTo>
                    <a:cubicBezTo>
                      <a:pt x="74" y="70"/>
                      <a:pt x="74" y="70"/>
                      <a:pt x="75" y="70"/>
                    </a:cubicBezTo>
                    <a:cubicBezTo>
                      <a:pt x="75" y="70"/>
                      <a:pt x="75" y="70"/>
                      <a:pt x="75" y="70"/>
                    </a:cubicBezTo>
                    <a:cubicBezTo>
                      <a:pt x="75" y="70"/>
                      <a:pt x="75" y="70"/>
                      <a:pt x="75" y="70"/>
                    </a:cubicBezTo>
                    <a:cubicBezTo>
                      <a:pt x="75" y="70"/>
                      <a:pt x="75" y="70"/>
                      <a:pt x="75" y="70"/>
                    </a:cubicBezTo>
                    <a:cubicBezTo>
                      <a:pt x="75" y="70"/>
                      <a:pt x="75" y="70"/>
                      <a:pt x="75" y="70"/>
                    </a:cubicBezTo>
                    <a:cubicBezTo>
                      <a:pt x="75" y="70"/>
                      <a:pt x="75" y="70"/>
                      <a:pt x="75" y="70"/>
                    </a:cubicBezTo>
                    <a:cubicBezTo>
                      <a:pt x="75" y="70"/>
                      <a:pt x="75" y="70"/>
                      <a:pt x="75" y="70"/>
                    </a:cubicBezTo>
                    <a:cubicBezTo>
                      <a:pt x="75" y="70"/>
                      <a:pt x="75" y="70"/>
                      <a:pt x="75" y="70"/>
                    </a:cubicBezTo>
                    <a:cubicBezTo>
                      <a:pt x="75" y="70"/>
                      <a:pt x="75" y="70"/>
                      <a:pt x="75" y="69"/>
                    </a:cubicBezTo>
                    <a:cubicBezTo>
                      <a:pt x="75"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6" y="69"/>
                      <a:pt x="76" y="69"/>
                      <a:pt x="76"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8" y="69"/>
                      <a:pt x="78" y="69"/>
                    </a:cubicBezTo>
                    <a:cubicBezTo>
                      <a:pt x="78" y="69"/>
                      <a:pt x="78" y="69"/>
                      <a:pt x="78" y="69"/>
                    </a:cubicBezTo>
                    <a:cubicBezTo>
                      <a:pt x="78" y="69"/>
                      <a:pt x="78" y="69"/>
                      <a:pt x="78" y="69"/>
                    </a:cubicBezTo>
                    <a:cubicBezTo>
                      <a:pt x="78" y="69"/>
                      <a:pt x="78" y="69"/>
                      <a:pt x="78" y="69"/>
                    </a:cubicBezTo>
                    <a:cubicBezTo>
                      <a:pt x="78" y="69"/>
                      <a:pt x="78" y="69"/>
                      <a:pt x="78" y="69"/>
                    </a:cubicBezTo>
                    <a:cubicBezTo>
                      <a:pt x="78" y="69"/>
                      <a:pt x="78" y="69"/>
                      <a:pt x="78" y="69"/>
                    </a:cubicBezTo>
                    <a:cubicBezTo>
                      <a:pt x="78" y="68"/>
                      <a:pt x="78" y="68"/>
                      <a:pt x="78" y="68"/>
                    </a:cubicBezTo>
                    <a:cubicBezTo>
                      <a:pt x="78" y="68"/>
                      <a:pt x="78" y="68"/>
                      <a:pt x="77" y="68"/>
                    </a:cubicBezTo>
                    <a:cubicBezTo>
                      <a:pt x="77" y="68"/>
                      <a:pt x="77" y="68"/>
                      <a:pt x="77" y="68"/>
                    </a:cubicBezTo>
                    <a:cubicBezTo>
                      <a:pt x="77" y="68"/>
                      <a:pt x="77" y="68"/>
                      <a:pt x="77" y="68"/>
                    </a:cubicBezTo>
                    <a:cubicBezTo>
                      <a:pt x="77" y="68"/>
                      <a:pt x="77" y="68"/>
                      <a:pt x="77" y="68"/>
                    </a:cubicBezTo>
                    <a:cubicBezTo>
                      <a:pt x="77" y="69"/>
                      <a:pt x="77" y="69"/>
                      <a:pt x="77" y="69"/>
                    </a:cubicBezTo>
                    <a:cubicBezTo>
                      <a:pt x="77" y="69"/>
                      <a:pt x="77" y="69"/>
                      <a:pt x="77" y="69"/>
                    </a:cubicBezTo>
                    <a:cubicBezTo>
                      <a:pt x="77" y="69"/>
                      <a:pt x="77" y="69"/>
                      <a:pt x="77" y="69"/>
                    </a:cubicBezTo>
                    <a:cubicBezTo>
                      <a:pt x="77" y="69"/>
                      <a:pt x="77" y="69"/>
                      <a:pt x="77" y="69"/>
                    </a:cubicBezTo>
                    <a:cubicBezTo>
                      <a:pt x="77" y="69"/>
                      <a:pt x="77" y="69"/>
                      <a:pt x="77" y="69"/>
                    </a:cubicBezTo>
                    <a:cubicBezTo>
                      <a:pt x="77" y="68"/>
                      <a:pt x="77" y="68"/>
                      <a:pt x="77" y="68"/>
                    </a:cubicBezTo>
                    <a:cubicBezTo>
                      <a:pt x="77" y="68"/>
                      <a:pt x="77" y="68"/>
                      <a:pt x="77" y="68"/>
                    </a:cubicBezTo>
                    <a:cubicBezTo>
                      <a:pt x="77" y="68"/>
                      <a:pt x="77" y="68"/>
                      <a:pt x="77" y="68"/>
                    </a:cubicBezTo>
                    <a:cubicBezTo>
                      <a:pt x="77" y="68"/>
                      <a:pt x="77" y="68"/>
                      <a:pt x="77" y="68"/>
                    </a:cubicBezTo>
                    <a:cubicBezTo>
                      <a:pt x="77" y="68"/>
                      <a:pt x="77" y="68"/>
                      <a:pt x="77" y="68"/>
                    </a:cubicBezTo>
                    <a:cubicBezTo>
                      <a:pt x="77" y="68"/>
                      <a:pt x="77" y="68"/>
                      <a:pt x="77" y="68"/>
                    </a:cubicBezTo>
                    <a:cubicBezTo>
                      <a:pt x="77" y="68"/>
                      <a:pt x="77" y="68"/>
                      <a:pt x="77" y="68"/>
                    </a:cubicBezTo>
                    <a:cubicBezTo>
                      <a:pt x="77" y="68"/>
                      <a:pt x="77" y="68"/>
                      <a:pt x="77" y="68"/>
                    </a:cubicBezTo>
                    <a:cubicBezTo>
                      <a:pt x="77" y="67"/>
                      <a:pt x="77" y="67"/>
                      <a:pt x="77" y="67"/>
                    </a:cubicBezTo>
                    <a:cubicBezTo>
                      <a:pt x="77" y="67"/>
                      <a:pt x="78" y="67"/>
                      <a:pt x="78" y="67"/>
                    </a:cubicBezTo>
                    <a:cubicBezTo>
                      <a:pt x="78" y="67"/>
                      <a:pt x="78" y="67"/>
                      <a:pt x="78" y="67"/>
                    </a:cubicBezTo>
                    <a:cubicBezTo>
                      <a:pt x="78" y="67"/>
                      <a:pt x="78" y="67"/>
                      <a:pt x="78" y="67"/>
                    </a:cubicBezTo>
                    <a:cubicBezTo>
                      <a:pt x="78" y="67"/>
                      <a:pt x="78" y="67"/>
                      <a:pt x="78" y="67"/>
                    </a:cubicBezTo>
                    <a:cubicBezTo>
                      <a:pt x="78" y="67"/>
                      <a:pt x="78" y="67"/>
                      <a:pt x="78" y="67"/>
                    </a:cubicBezTo>
                    <a:cubicBezTo>
                      <a:pt x="78" y="67"/>
                      <a:pt x="78" y="66"/>
                      <a:pt x="78" y="66"/>
                    </a:cubicBezTo>
                    <a:cubicBezTo>
                      <a:pt x="78" y="66"/>
                      <a:pt x="78" y="66"/>
                      <a:pt x="78" y="66"/>
                    </a:cubicBezTo>
                    <a:cubicBezTo>
                      <a:pt x="78" y="66"/>
                      <a:pt x="78" y="66"/>
                      <a:pt x="78" y="66"/>
                    </a:cubicBezTo>
                    <a:cubicBezTo>
                      <a:pt x="78" y="66"/>
                      <a:pt x="78" y="66"/>
                      <a:pt x="78" y="66"/>
                    </a:cubicBezTo>
                    <a:cubicBezTo>
                      <a:pt x="79" y="66"/>
                      <a:pt x="79" y="66"/>
                      <a:pt x="79" y="66"/>
                    </a:cubicBezTo>
                    <a:cubicBezTo>
                      <a:pt x="79" y="66"/>
                      <a:pt x="79" y="66"/>
                      <a:pt x="79" y="66"/>
                    </a:cubicBezTo>
                    <a:cubicBezTo>
                      <a:pt x="79" y="66"/>
                      <a:pt x="79" y="66"/>
                      <a:pt x="79" y="66"/>
                    </a:cubicBezTo>
                    <a:cubicBezTo>
                      <a:pt x="79" y="66"/>
                      <a:pt x="79" y="66"/>
                      <a:pt x="79" y="66"/>
                    </a:cubicBezTo>
                    <a:cubicBezTo>
                      <a:pt x="79" y="66"/>
                      <a:pt x="79" y="66"/>
                      <a:pt x="79" y="66"/>
                    </a:cubicBezTo>
                    <a:cubicBezTo>
                      <a:pt x="79" y="66"/>
                      <a:pt x="79" y="66"/>
                      <a:pt x="79" y="66"/>
                    </a:cubicBezTo>
                    <a:cubicBezTo>
                      <a:pt x="79" y="65"/>
                      <a:pt x="79" y="65"/>
                      <a:pt x="79" y="65"/>
                    </a:cubicBezTo>
                    <a:cubicBezTo>
                      <a:pt x="79" y="65"/>
                      <a:pt x="79" y="65"/>
                      <a:pt x="79" y="65"/>
                    </a:cubicBezTo>
                    <a:cubicBezTo>
                      <a:pt x="79" y="65"/>
                      <a:pt x="79" y="65"/>
                      <a:pt x="79" y="65"/>
                    </a:cubicBezTo>
                    <a:cubicBezTo>
                      <a:pt x="79" y="65"/>
                      <a:pt x="79" y="66"/>
                      <a:pt x="79" y="66"/>
                    </a:cubicBezTo>
                    <a:cubicBezTo>
                      <a:pt x="79" y="66"/>
                      <a:pt x="79" y="66"/>
                      <a:pt x="79" y="66"/>
                    </a:cubicBezTo>
                    <a:cubicBezTo>
                      <a:pt x="79" y="66"/>
                      <a:pt x="80" y="65"/>
                      <a:pt x="80" y="65"/>
                    </a:cubicBezTo>
                    <a:cubicBezTo>
                      <a:pt x="80" y="65"/>
                      <a:pt x="80" y="65"/>
                      <a:pt x="80" y="65"/>
                    </a:cubicBezTo>
                    <a:cubicBezTo>
                      <a:pt x="80" y="65"/>
                      <a:pt x="80" y="65"/>
                      <a:pt x="80" y="65"/>
                    </a:cubicBezTo>
                    <a:cubicBezTo>
                      <a:pt x="80" y="65"/>
                      <a:pt x="80" y="65"/>
                      <a:pt x="80" y="65"/>
                    </a:cubicBezTo>
                    <a:cubicBezTo>
                      <a:pt x="80" y="65"/>
                      <a:pt x="80" y="65"/>
                      <a:pt x="80" y="65"/>
                    </a:cubicBezTo>
                    <a:cubicBezTo>
                      <a:pt x="80" y="65"/>
                      <a:pt x="80" y="65"/>
                      <a:pt x="80" y="65"/>
                    </a:cubicBezTo>
                    <a:cubicBezTo>
                      <a:pt x="80" y="65"/>
                      <a:pt x="80" y="65"/>
                      <a:pt x="80" y="65"/>
                    </a:cubicBezTo>
                    <a:cubicBezTo>
                      <a:pt x="80" y="65"/>
                      <a:pt x="80" y="65"/>
                      <a:pt x="80" y="65"/>
                    </a:cubicBezTo>
                    <a:cubicBezTo>
                      <a:pt x="80" y="65"/>
                      <a:pt x="80" y="65"/>
                      <a:pt x="80" y="65"/>
                    </a:cubicBezTo>
                    <a:cubicBezTo>
                      <a:pt x="80" y="65"/>
                      <a:pt x="80" y="65"/>
                      <a:pt x="80" y="65"/>
                    </a:cubicBezTo>
                    <a:cubicBezTo>
                      <a:pt x="80" y="65"/>
                      <a:pt x="80"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4"/>
                      <a:pt x="81" y="64"/>
                      <a:pt x="81" y="64"/>
                    </a:cubicBezTo>
                    <a:cubicBezTo>
                      <a:pt x="81" y="64"/>
                      <a:pt x="81" y="64"/>
                      <a:pt x="81" y="64"/>
                    </a:cubicBezTo>
                    <a:cubicBezTo>
                      <a:pt x="81" y="64"/>
                      <a:pt x="81" y="64"/>
                      <a:pt x="81" y="64"/>
                    </a:cubicBezTo>
                    <a:cubicBezTo>
                      <a:pt x="81" y="64"/>
                      <a:pt x="81"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5"/>
                      <a:pt x="81" y="65"/>
                      <a:pt x="81" y="65"/>
                    </a:cubicBezTo>
                    <a:cubicBezTo>
                      <a:pt x="81" y="65"/>
                      <a:pt x="82" y="65"/>
                      <a:pt x="82" y="65"/>
                    </a:cubicBezTo>
                    <a:cubicBezTo>
                      <a:pt x="82" y="65"/>
                      <a:pt x="82" y="65"/>
                      <a:pt x="82" y="65"/>
                    </a:cubicBezTo>
                    <a:cubicBezTo>
                      <a:pt x="82" y="64"/>
                      <a:pt x="82" y="64"/>
                      <a:pt x="82" y="64"/>
                    </a:cubicBezTo>
                    <a:cubicBezTo>
                      <a:pt x="82" y="64"/>
                      <a:pt x="82" y="64"/>
                      <a:pt x="82" y="64"/>
                    </a:cubicBezTo>
                    <a:cubicBezTo>
                      <a:pt x="82" y="64"/>
                      <a:pt x="82" y="64"/>
                      <a:pt x="82" y="65"/>
                    </a:cubicBezTo>
                    <a:cubicBezTo>
                      <a:pt x="82" y="65"/>
                      <a:pt x="82" y="65"/>
                      <a:pt x="82" y="65"/>
                    </a:cubicBezTo>
                    <a:cubicBezTo>
                      <a:pt x="82" y="65"/>
                      <a:pt x="82" y="65"/>
                      <a:pt x="82" y="65"/>
                    </a:cubicBezTo>
                    <a:cubicBezTo>
                      <a:pt x="82" y="65"/>
                      <a:pt x="82" y="65"/>
                      <a:pt x="82" y="65"/>
                    </a:cubicBezTo>
                    <a:cubicBezTo>
                      <a:pt x="82" y="65"/>
                      <a:pt x="82" y="65"/>
                      <a:pt x="82" y="65"/>
                    </a:cubicBezTo>
                    <a:cubicBezTo>
                      <a:pt x="82" y="65"/>
                      <a:pt x="82" y="65"/>
                      <a:pt x="82" y="65"/>
                    </a:cubicBezTo>
                    <a:cubicBezTo>
                      <a:pt x="82" y="65"/>
                      <a:pt x="82" y="65"/>
                      <a:pt x="82" y="65"/>
                    </a:cubicBezTo>
                    <a:cubicBezTo>
                      <a:pt x="82" y="65"/>
                      <a:pt x="82" y="65"/>
                      <a:pt x="82" y="65"/>
                    </a:cubicBezTo>
                    <a:cubicBezTo>
                      <a:pt x="82" y="65"/>
                      <a:pt x="82" y="65"/>
                      <a:pt x="82" y="64"/>
                    </a:cubicBezTo>
                    <a:cubicBezTo>
                      <a:pt x="82" y="64"/>
                      <a:pt x="82" y="64"/>
                      <a:pt x="82" y="64"/>
                    </a:cubicBezTo>
                    <a:cubicBezTo>
                      <a:pt x="83" y="64"/>
                      <a:pt x="83" y="64"/>
                      <a:pt x="83" y="64"/>
                    </a:cubicBezTo>
                    <a:cubicBezTo>
                      <a:pt x="83" y="64"/>
                      <a:pt x="83" y="64"/>
                      <a:pt x="83" y="64"/>
                    </a:cubicBezTo>
                    <a:cubicBezTo>
                      <a:pt x="83" y="64"/>
                      <a:pt x="83" y="64"/>
                      <a:pt x="83" y="64"/>
                    </a:cubicBezTo>
                    <a:cubicBezTo>
                      <a:pt x="83" y="64"/>
                      <a:pt x="83" y="64"/>
                      <a:pt x="83" y="64"/>
                    </a:cubicBezTo>
                    <a:cubicBezTo>
                      <a:pt x="83" y="64"/>
                      <a:pt x="83" y="64"/>
                      <a:pt x="83" y="64"/>
                    </a:cubicBezTo>
                    <a:cubicBezTo>
                      <a:pt x="83" y="64"/>
                      <a:pt x="83" y="64"/>
                      <a:pt x="83" y="64"/>
                    </a:cubicBezTo>
                    <a:cubicBezTo>
                      <a:pt x="83" y="64"/>
                      <a:pt x="83" y="64"/>
                      <a:pt x="83" y="64"/>
                    </a:cubicBezTo>
                    <a:cubicBezTo>
                      <a:pt x="83" y="64"/>
                      <a:pt x="83" y="64"/>
                      <a:pt x="84" y="64"/>
                    </a:cubicBezTo>
                    <a:cubicBezTo>
                      <a:pt x="84" y="64"/>
                      <a:pt x="84" y="64"/>
                      <a:pt x="84" y="64"/>
                    </a:cubicBezTo>
                    <a:cubicBezTo>
                      <a:pt x="84" y="64"/>
                      <a:pt x="84" y="64"/>
                      <a:pt x="84" y="64"/>
                    </a:cubicBezTo>
                    <a:cubicBezTo>
                      <a:pt x="84" y="64"/>
                      <a:pt x="84" y="64"/>
                      <a:pt x="84" y="64"/>
                    </a:cubicBezTo>
                    <a:cubicBezTo>
                      <a:pt x="84" y="64"/>
                      <a:pt x="83" y="64"/>
                      <a:pt x="83" y="64"/>
                    </a:cubicBezTo>
                    <a:cubicBezTo>
                      <a:pt x="83" y="64"/>
                      <a:pt x="83" y="64"/>
                      <a:pt x="84" y="64"/>
                    </a:cubicBezTo>
                    <a:cubicBezTo>
                      <a:pt x="84" y="64"/>
                      <a:pt x="84" y="64"/>
                      <a:pt x="84" y="64"/>
                    </a:cubicBezTo>
                    <a:cubicBezTo>
                      <a:pt x="84" y="64"/>
                      <a:pt x="84" y="64"/>
                      <a:pt x="84" y="64"/>
                    </a:cubicBezTo>
                    <a:cubicBezTo>
                      <a:pt x="84" y="64"/>
                      <a:pt x="84" y="64"/>
                      <a:pt x="84" y="63"/>
                    </a:cubicBezTo>
                    <a:cubicBezTo>
                      <a:pt x="84" y="63"/>
                      <a:pt x="84" y="63"/>
                      <a:pt x="84" y="63"/>
                    </a:cubicBezTo>
                    <a:cubicBezTo>
                      <a:pt x="84" y="63"/>
                      <a:pt x="84" y="63"/>
                      <a:pt x="84" y="63"/>
                    </a:cubicBezTo>
                    <a:cubicBezTo>
                      <a:pt x="84" y="63"/>
                      <a:pt x="84" y="63"/>
                      <a:pt x="84" y="63"/>
                    </a:cubicBezTo>
                    <a:cubicBezTo>
                      <a:pt x="84" y="63"/>
                      <a:pt x="84" y="63"/>
                      <a:pt x="84" y="63"/>
                    </a:cubicBezTo>
                    <a:cubicBezTo>
                      <a:pt x="84" y="63"/>
                      <a:pt x="84" y="63"/>
                      <a:pt x="84" y="64"/>
                    </a:cubicBezTo>
                    <a:cubicBezTo>
                      <a:pt x="84" y="64"/>
                      <a:pt x="84" y="64"/>
                      <a:pt x="84" y="64"/>
                    </a:cubicBezTo>
                    <a:cubicBezTo>
                      <a:pt x="84" y="64"/>
                      <a:pt x="84" y="64"/>
                      <a:pt x="84" y="64"/>
                    </a:cubicBezTo>
                    <a:cubicBezTo>
                      <a:pt x="84" y="64"/>
                      <a:pt x="84" y="64"/>
                      <a:pt x="84" y="64"/>
                    </a:cubicBezTo>
                    <a:cubicBezTo>
                      <a:pt x="84" y="64"/>
                      <a:pt x="84" y="64"/>
                      <a:pt x="84" y="64"/>
                    </a:cubicBezTo>
                    <a:cubicBezTo>
                      <a:pt x="84" y="64"/>
                      <a:pt x="84" y="64"/>
                      <a:pt x="84" y="64"/>
                    </a:cubicBezTo>
                    <a:cubicBezTo>
                      <a:pt x="85" y="64"/>
                      <a:pt x="85" y="64"/>
                      <a:pt x="85" y="63"/>
                    </a:cubicBezTo>
                    <a:cubicBezTo>
                      <a:pt x="85" y="63"/>
                      <a:pt x="85" y="63"/>
                      <a:pt x="85" y="63"/>
                    </a:cubicBezTo>
                    <a:cubicBezTo>
                      <a:pt x="85" y="63"/>
                      <a:pt x="85" y="63"/>
                      <a:pt x="85" y="63"/>
                    </a:cubicBezTo>
                    <a:cubicBezTo>
                      <a:pt x="85" y="63"/>
                      <a:pt x="85" y="63"/>
                      <a:pt x="85" y="63"/>
                    </a:cubicBezTo>
                    <a:cubicBezTo>
                      <a:pt x="85" y="63"/>
                      <a:pt x="85" y="63"/>
                      <a:pt x="85" y="63"/>
                    </a:cubicBezTo>
                    <a:cubicBezTo>
                      <a:pt x="85" y="63"/>
                      <a:pt x="85" y="63"/>
                      <a:pt x="85" y="63"/>
                    </a:cubicBezTo>
                    <a:cubicBezTo>
                      <a:pt x="85" y="63"/>
                      <a:pt x="85" y="63"/>
                      <a:pt x="85" y="63"/>
                    </a:cubicBezTo>
                    <a:cubicBezTo>
                      <a:pt x="85" y="63"/>
                      <a:pt x="85" y="63"/>
                      <a:pt x="85" y="63"/>
                    </a:cubicBezTo>
                    <a:cubicBezTo>
                      <a:pt x="85" y="63"/>
                      <a:pt x="85" y="63"/>
                      <a:pt x="85" y="63"/>
                    </a:cubicBezTo>
                    <a:cubicBezTo>
                      <a:pt x="85" y="63"/>
                      <a:pt x="85" y="63"/>
                      <a:pt x="85" y="63"/>
                    </a:cubicBezTo>
                    <a:cubicBezTo>
                      <a:pt x="85" y="63"/>
                      <a:pt x="85" y="63"/>
                      <a:pt x="86" y="63"/>
                    </a:cubicBezTo>
                    <a:cubicBezTo>
                      <a:pt x="86" y="63"/>
                      <a:pt x="86" y="63"/>
                      <a:pt x="86" y="63"/>
                    </a:cubicBezTo>
                    <a:cubicBezTo>
                      <a:pt x="86" y="63"/>
                      <a:pt x="86" y="63"/>
                      <a:pt x="86" y="63"/>
                    </a:cubicBezTo>
                    <a:cubicBezTo>
                      <a:pt x="86" y="63"/>
                      <a:pt x="86" y="63"/>
                      <a:pt x="86" y="63"/>
                    </a:cubicBezTo>
                    <a:cubicBezTo>
                      <a:pt x="86" y="63"/>
                      <a:pt x="86" y="63"/>
                      <a:pt x="86" y="63"/>
                    </a:cubicBezTo>
                    <a:cubicBezTo>
                      <a:pt x="86" y="63"/>
                      <a:pt x="86" y="63"/>
                      <a:pt x="86" y="63"/>
                    </a:cubicBezTo>
                    <a:cubicBezTo>
                      <a:pt x="86" y="63"/>
                      <a:pt x="86" y="63"/>
                      <a:pt x="87" y="63"/>
                    </a:cubicBezTo>
                    <a:cubicBezTo>
                      <a:pt x="87" y="63"/>
                      <a:pt x="87" y="63"/>
                      <a:pt x="87" y="63"/>
                    </a:cubicBezTo>
                    <a:cubicBezTo>
                      <a:pt x="87" y="63"/>
                      <a:pt x="87" y="63"/>
                      <a:pt x="87" y="63"/>
                    </a:cubicBezTo>
                    <a:cubicBezTo>
                      <a:pt x="87" y="63"/>
                      <a:pt x="87" y="63"/>
                      <a:pt x="87" y="63"/>
                    </a:cubicBezTo>
                    <a:cubicBezTo>
                      <a:pt x="87" y="63"/>
                      <a:pt x="87" y="62"/>
                      <a:pt x="87" y="62"/>
                    </a:cubicBezTo>
                    <a:cubicBezTo>
                      <a:pt x="87" y="62"/>
                      <a:pt x="87" y="62"/>
                      <a:pt x="87" y="62"/>
                    </a:cubicBezTo>
                    <a:cubicBezTo>
                      <a:pt x="87" y="62"/>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7" y="63"/>
                      <a:pt x="87" y="63"/>
                      <a:pt x="87" y="63"/>
                    </a:cubicBezTo>
                    <a:cubicBezTo>
                      <a:pt x="88" y="63"/>
                      <a:pt x="88" y="63"/>
                      <a:pt x="88" y="63"/>
                    </a:cubicBezTo>
                    <a:cubicBezTo>
                      <a:pt x="88" y="63"/>
                      <a:pt x="88" y="63"/>
                      <a:pt x="88" y="63"/>
                    </a:cubicBezTo>
                    <a:cubicBezTo>
                      <a:pt x="88" y="63"/>
                      <a:pt x="88" y="63"/>
                      <a:pt x="88" y="63"/>
                    </a:cubicBezTo>
                    <a:cubicBezTo>
                      <a:pt x="88" y="63"/>
                      <a:pt x="88" y="63"/>
                      <a:pt x="88" y="63"/>
                    </a:cubicBezTo>
                    <a:cubicBezTo>
                      <a:pt x="88" y="63"/>
                      <a:pt x="88" y="64"/>
                      <a:pt x="88" y="64"/>
                    </a:cubicBezTo>
                    <a:cubicBezTo>
                      <a:pt x="88" y="64"/>
                      <a:pt x="88" y="64"/>
                      <a:pt x="88" y="64"/>
                    </a:cubicBezTo>
                    <a:cubicBezTo>
                      <a:pt x="88" y="64"/>
                      <a:pt x="88" y="64"/>
                      <a:pt x="88" y="64"/>
                    </a:cubicBezTo>
                    <a:cubicBezTo>
                      <a:pt x="88" y="64"/>
                      <a:pt x="88" y="64"/>
                      <a:pt x="88" y="64"/>
                    </a:cubicBezTo>
                    <a:cubicBezTo>
                      <a:pt x="88" y="64"/>
                      <a:pt x="88" y="64"/>
                      <a:pt x="88" y="64"/>
                    </a:cubicBezTo>
                    <a:cubicBezTo>
                      <a:pt x="88" y="64"/>
                      <a:pt x="88" y="64"/>
                      <a:pt x="88" y="64"/>
                    </a:cubicBezTo>
                    <a:cubicBezTo>
                      <a:pt x="87" y="64"/>
                      <a:pt x="87" y="64"/>
                      <a:pt x="87" y="64"/>
                    </a:cubicBezTo>
                    <a:cubicBezTo>
                      <a:pt x="87" y="64"/>
                      <a:pt x="87" y="64"/>
                      <a:pt x="87" y="64"/>
                    </a:cubicBezTo>
                    <a:cubicBezTo>
                      <a:pt x="87" y="64"/>
                      <a:pt x="87" y="64"/>
                      <a:pt x="87" y="64"/>
                    </a:cubicBezTo>
                    <a:cubicBezTo>
                      <a:pt x="87" y="64"/>
                      <a:pt x="87" y="64"/>
                      <a:pt x="87" y="64"/>
                    </a:cubicBezTo>
                    <a:cubicBezTo>
                      <a:pt x="87" y="64"/>
                      <a:pt x="87" y="64"/>
                      <a:pt x="87" y="64"/>
                    </a:cubicBezTo>
                    <a:cubicBezTo>
                      <a:pt x="87" y="64"/>
                      <a:pt x="87" y="64"/>
                      <a:pt x="87" y="64"/>
                    </a:cubicBezTo>
                    <a:cubicBezTo>
                      <a:pt x="87" y="64"/>
                      <a:pt x="87" y="64"/>
                      <a:pt x="87" y="64"/>
                    </a:cubicBezTo>
                    <a:cubicBezTo>
                      <a:pt x="87" y="64"/>
                      <a:pt x="87" y="64"/>
                      <a:pt x="87" y="64"/>
                    </a:cubicBezTo>
                    <a:cubicBezTo>
                      <a:pt x="87" y="63"/>
                      <a:pt x="87" y="63"/>
                      <a:pt x="87" y="63"/>
                    </a:cubicBezTo>
                    <a:cubicBezTo>
                      <a:pt x="87" y="63"/>
                      <a:pt x="86" y="63"/>
                      <a:pt x="86" y="64"/>
                    </a:cubicBezTo>
                    <a:cubicBezTo>
                      <a:pt x="86" y="64"/>
                      <a:pt x="86" y="64"/>
                      <a:pt x="86" y="64"/>
                    </a:cubicBezTo>
                    <a:cubicBezTo>
                      <a:pt x="86" y="64"/>
                      <a:pt x="86" y="64"/>
                      <a:pt x="86" y="64"/>
                    </a:cubicBezTo>
                    <a:cubicBezTo>
                      <a:pt x="86" y="64"/>
                      <a:pt x="86" y="64"/>
                      <a:pt x="85" y="64"/>
                    </a:cubicBezTo>
                    <a:cubicBezTo>
                      <a:pt x="85" y="64"/>
                      <a:pt x="85" y="64"/>
                      <a:pt x="85" y="64"/>
                    </a:cubicBezTo>
                    <a:cubicBezTo>
                      <a:pt x="85" y="64"/>
                      <a:pt x="85" y="64"/>
                      <a:pt x="85" y="64"/>
                    </a:cubicBezTo>
                    <a:cubicBezTo>
                      <a:pt x="85" y="64"/>
                      <a:pt x="85" y="64"/>
                      <a:pt x="85" y="64"/>
                    </a:cubicBezTo>
                    <a:cubicBezTo>
                      <a:pt x="85" y="64"/>
                      <a:pt x="85" y="64"/>
                      <a:pt x="85" y="64"/>
                    </a:cubicBezTo>
                    <a:cubicBezTo>
                      <a:pt x="85" y="64"/>
                      <a:pt x="85" y="64"/>
                      <a:pt x="85" y="64"/>
                    </a:cubicBezTo>
                    <a:cubicBezTo>
                      <a:pt x="85" y="64"/>
                      <a:pt x="85" y="64"/>
                      <a:pt x="85" y="64"/>
                    </a:cubicBezTo>
                    <a:cubicBezTo>
                      <a:pt x="85" y="64"/>
                      <a:pt x="85" y="64"/>
                      <a:pt x="85" y="64"/>
                    </a:cubicBezTo>
                    <a:cubicBezTo>
                      <a:pt x="85" y="64"/>
                      <a:pt x="85" y="64"/>
                      <a:pt x="85" y="64"/>
                    </a:cubicBezTo>
                    <a:cubicBezTo>
                      <a:pt x="85" y="64"/>
                      <a:pt x="85" y="64"/>
                      <a:pt x="85" y="64"/>
                    </a:cubicBezTo>
                    <a:cubicBezTo>
                      <a:pt x="84" y="65"/>
                      <a:pt x="84" y="65"/>
                      <a:pt x="84" y="65"/>
                    </a:cubicBezTo>
                    <a:cubicBezTo>
                      <a:pt x="84" y="65"/>
                      <a:pt x="84" y="65"/>
                      <a:pt x="84" y="65"/>
                    </a:cubicBezTo>
                    <a:cubicBezTo>
                      <a:pt x="84" y="65"/>
                      <a:pt x="84" y="65"/>
                      <a:pt x="84" y="65"/>
                    </a:cubicBezTo>
                    <a:cubicBezTo>
                      <a:pt x="84" y="65"/>
                      <a:pt x="84" y="65"/>
                      <a:pt x="84" y="65"/>
                    </a:cubicBezTo>
                    <a:cubicBezTo>
                      <a:pt x="84" y="66"/>
                      <a:pt x="83" y="66"/>
                      <a:pt x="83" y="66"/>
                    </a:cubicBezTo>
                    <a:cubicBezTo>
                      <a:pt x="83" y="66"/>
                      <a:pt x="84" y="66"/>
                      <a:pt x="84" y="66"/>
                    </a:cubicBezTo>
                    <a:cubicBezTo>
                      <a:pt x="84" y="66"/>
                      <a:pt x="84" y="66"/>
                      <a:pt x="84" y="66"/>
                    </a:cubicBezTo>
                    <a:cubicBezTo>
                      <a:pt x="84" y="66"/>
                      <a:pt x="84" y="66"/>
                      <a:pt x="84" y="66"/>
                    </a:cubicBezTo>
                    <a:cubicBezTo>
                      <a:pt x="84" y="66"/>
                      <a:pt x="84" y="66"/>
                      <a:pt x="84" y="66"/>
                    </a:cubicBezTo>
                    <a:cubicBezTo>
                      <a:pt x="84" y="66"/>
                      <a:pt x="84" y="66"/>
                      <a:pt x="84" y="66"/>
                    </a:cubicBezTo>
                    <a:cubicBezTo>
                      <a:pt x="84" y="66"/>
                      <a:pt x="84" y="67"/>
                      <a:pt x="84" y="67"/>
                    </a:cubicBezTo>
                    <a:cubicBezTo>
                      <a:pt x="84" y="67"/>
                      <a:pt x="84" y="67"/>
                      <a:pt x="84" y="67"/>
                    </a:cubicBezTo>
                    <a:cubicBezTo>
                      <a:pt x="84" y="66"/>
                      <a:pt x="84" y="66"/>
                      <a:pt x="84" y="66"/>
                    </a:cubicBezTo>
                    <a:cubicBezTo>
                      <a:pt x="84" y="66"/>
                      <a:pt x="84" y="66"/>
                      <a:pt x="84" y="66"/>
                    </a:cubicBezTo>
                    <a:cubicBezTo>
                      <a:pt x="84" y="66"/>
                      <a:pt x="84" y="66"/>
                      <a:pt x="85" y="66"/>
                    </a:cubicBezTo>
                    <a:cubicBezTo>
                      <a:pt x="85" y="66"/>
                      <a:pt x="85" y="66"/>
                      <a:pt x="85" y="66"/>
                    </a:cubicBezTo>
                    <a:cubicBezTo>
                      <a:pt x="85" y="66"/>
                      <a:pt x="85" y="66"/>
                      <a:pt x="85" y="66"/>
                    </a:cubicBezTo>
                    <a:cubicBezTo>
                      <a:pt x="85" y="66"/>
                      <a:pt x="85" y="66"/>
                      <a:pt x="85" y="66"/>
                    </a:cubicBezTo>
                    <a:cubicBezTo>
                      <a:pt x="85" y="66"/>
                      <a:pt x="85" y="66"/>
                      <a:pt x="85" y="66"/>
                    </a:cubicBezTo>
                    <a:cubicBezTo>
                      <a:pt x="85" y="66"/>
                      <a:pt x="85" y="66"/>
                      <a:pt x="85" y="66"/>
                    </a:cubicBezTo>
                    <a:cubicBezTo>
                      <a:pt x="85" y="66"/>
                      <a:pt x="85" y="66"/>
                      <a:pt x="85" y="66"/>
                    </a:cubicBezTo>
                    <a:cubicBezTo>
                      <a:pt x="85" y="66"/>
                      <a:pt x="85" y="66"/>
                      <a:pt x="85" y="66"/>
                    </a:cubicBezTo>
                    <a:cubicBezTo>
                      <a:pt x="85" y="66"/>
                      <a:pt x="85" y="66"/>
                      <a:pt x="85" y="66"/>
                    </a:cubicBezTo>
                    <a:cubicBezTo>
                      <a:pt x="85" y="66"/>
                      <a:pt x="85" y="66"/>
                      <a:pt x="85" y="66"/>
                    </a:cubicBezTo>
                    <a:cubicBezTo>
                      <a:pt x="85" y="66"/>
                      <a:pt x="86" y="66"/>
                      <a:pt x="86" y="66"/>
                    </a:cubicBezTo>
                    <a:cubicBezTo>
                      <a:pt x="86" y="66"/>
                      <a:pt x="86" y="66"/>
                      <a:pt x="86" y="66"/>
                    </a:cubicBezTo>
                    <a:cubicBezTo>
                      <a:pt x="86" y="66"/>
                      <a:pt x="86" y="66"/>
                      <a:pt x="86" y="66"/>
                    </a:cubicBezTo>
                    <a:cubicBezTo>
                      <a:pt x="86" y="65"/>
                      <a:pt x="86" y="65"/>
                      <a:pt x="86" y="65"/>
                    </a:cubicBezTo>
                    <a:cubicBezTo>
                      <a:pt x="86" y="65"/>
                      <a:pt x="86" y="65"/>
                      <a:pt x="86" y="65"/>
                    </a:cubicBezTo>
                    <a:cubicBezTo>
                      <a:pt x="86" y="65"/>
                      <a:pt x="86" y="65"/>
                      <a:pt x="86" y="65"/>
                    </a:cubicBezTo>
                    <a:cubicBezTo>
                      <a:pt x="86" y="65"/>
                      <a:pt x="86" y="65"/>
                      <a:pt x="86" y="65"/>
                    </a:cubicBezTo>
                    <a:cubicBezTo>
                      <a:pt x="86" y="65"/>
                      <a:pt x="86" y="65"/>
                      <a:pt x="86" y="65"/>
                    </a:cubicBezTo>
                    <a:cubicBezTo>
                      <a:pt x="86" y="65"/>
                      <a:pt x="86" y="65"/>
                      <a:pt x="86" y="65"/>
                    </a:cubicBezTo>
                    <a:cubicBezTo>
                      <a:pt x="86" y="65"/>
                      <a:pt x="86" y="65"/>
                      <a:pt x="86" y="65"/>
                    </a:cubicBezTo>
                    <a:cubicBezTo>
                      <a:pt x="86" y="65"/>
                      <a:pt x="86" y="65"/>
                      <a:pt x="86" y="65"/>
                    </a:cubicBezTo>
                    <a:cubicBezTo>
                      <a:pt x="86" y="65"/>
                      <a:pt x="86" y="65"/>
                      <a:pt x="86" y="65"/>
                    </a:cubicBezTo>
                    <a:cubicBezTo>
                      <a:pt x="86"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7" y="65"/>
                      <a:pt x="87" y="65"/>
                      <a:pt x="87"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5"/>
                      <a:pt x="88" y="65"/>
                    </a:cubicBezTo>
                    <a:cubicBezTo>
                      <a:pt x="88" y="65"/>
                      <a:pt x="88" y="64"/>
                      <a:pt x="88" y="64"/>
                    </a:cubicBezTo>
                    <a:cubicBezTo>
                      <a:pt x="88" y="64"/>
                      <a:pt x="88" y="64"/>
                      <a:pt x="88" y="64"/>
                    </a:cubicBezTo>
                    <a:cubicBezTo>
                      <a:pt x="88" y="64"/>
                      <a:pt x="88" y="64"/>
                      <a:pt x="88" y="64"/>
                    </a:cubicBezTo>
                    <a:cubicBezTo>
                      <a:pt x="88" y="64"/>
                      <a:pt x="88" y="64"/>
                      <a:pt x="88"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89" y="64"/>
                      <a:pt x="89" y="64"/>
                    </a:cubicBezTo>
                    <a:cubicBezTo>
                      <a:pt x="89"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4"/>
                    </a:cubicBezTo>
                    <a:cubicBezTo>
                      <a:pt x="90" y="64"/>
                      <a:pt x="90" y="64"/>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90" y="63"/>
                    </a:cubicBezTo>
                    <a:cubicBezTo>
                      <a:pt x="90" y="63"/>
                      <a:pt x="90" y="63"/>
                      <a:pt x="89" y="63"/>
                    </a:cubicBezTo>
                    <a:cubicBezTo>
                      <a:pt x="89" y="63"/>
                      <a:pt x="89" y="63"/>
                      <a:pt x="89" y="63"/>
                    </a:cubicBezTo>
                    <a:cubicBezTo>
                      <a:pt x="89" y="63"/>
                      <a:pt x="89" y="63"/>
                      <a:pt x="89" y="63"/>
                    </a:cubicBezTo>
                    <a:cubicBezTo>
                      <a:pt x="89" y="63"/>
                      <a:pt x="89" y="63"/>
                      <a:pt x="89" y="63"/>
                    </a:cubicBezTo>
                    <a:cubicBezTo>
                      <a:pt x="89" y="63"/>
                      <a:pt x="89" y="63"/>
                      <a:pt x="89" y="63"/>
                    </a:cubicBezTo>
                    <a:cubicBezTo>
                      <a:pt x="89" y="63"/>
                      <a:pt x="89" y="63"/>
                      <a:pt x="89" y="63"/>
                    </a:cubicBezTo>
                    <a:cubicBezTo>
                      <a:pt x="89" y="63"/>
                      <a:pt x="89" y="63"/>
                      <a:pt x="89" y="63"/>
                    </a:cubicBezTo>
                    <a:cubicBezTo>
                      <a:pt x="89" y="63"/>
                      <a:pt x="89" y="63"/>
                      <a:pt x="89" y="63"/>
                    </a:cubicBezTo>
                    <a:cubicBezTo>
                      <a:pt x="89" y="63"/>
                      <a:pt x="89" y="63"/>
                      <a:pt x="89" y="63"/>
                    </a:cubicBezTo>
                    <a:cubicBezTo>
                      <a:pt x="89" y="63"/>
                      <a:pt x="89" y="63"/>
                      <a:pt x="89" y="63"/>
                    </a:cubicBezTo>
                    <a:cubicBezTo>
                      <a:pt x="89" y="63"/>
                      <a:pt x="89" y="63"/>
                      <a:pt x="89" y="63"/>
                    </a:cubicBezTo>
                    <a:cubicBezTo>
                      <a:pt x="89" y="63"/>
                      <a:pt x="89" y="63"/>
                      <a:pt x="88" y="63"/>
                    </a:cubicBezTo>
                    <a:cubicBezTo>
                      <a:pt x="88" y="63"/>
                      <a:pt x="88" y="63"/>
                      <a:pt x="88" y="63"/>
                    </a:cubicBezTo>
                    <a:cubicBezTo>
                      <a:pt x="88" y="63"/>
                      <a:pt x="88" y="63"/>
                      <a:pt x="88" y="63"/>
                    </a:cubicBezTo>
                    <a:cubicBezTo>
                      <a:pt x="88" y="63"/>
                      <a:pt x="88" y="63"/>
                      <a:pt x="88" y="63"/>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2"/>
                      <a:pt x="88" y="62"/>
                    </a:cubicBezTo>
                    <a:cubicBezTo>
                      <a:pt x="88" y="62"/>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1"/>
                      <a:pt x="88" y="61"/>
                      <a:pt x="88" y="61"/>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60"/>
                      <a:pt x="88" y="60"/>
                    </a:cubicBezTo>
                    <a:cubicBezTo>
                      <a:pt x="88" y="60"/>
                      <a:pt x="88" y="59"/>
                      <a:pt x="88" y="59"/>
                    </a:cubicBezTo>
                    <a:cubicBezTo>
                      <a:pt x="89" y="59"/>
                      <a:pt x="89" y="59"/>
                      <a:pt x="89" y="59"/>
                    </a:cubicBezTo>
                    <a:cubicBezTo>
                      <a:pt x="89" y="59"/>
                      <a:pt x="89" y="59"/>
                      <a:pt x="89" y="59"/>
                    </a:cubicBezTo>
                    <a:cubicBezTo>
                      <a:pt x="89" y="59"/>
                      <a:pt x="89" y="59"/>
                      <a:pt x="89" y="59"/>
                    </a:cubicBezTo>
                    <a:cubicBezTo>
                      <a:pt x="89" y="59"/>
                      <a:pt x="89" y="59"/>
                      <a:pt x="89" y="59"/>
                    </a:cubicBezTo>
                    <a:cubicBezTo>
                      <a:pt x="89" y="59"/>
                      <a:pt x="89" y="59"/>
                      <a:pt x="89" y="59"/>
                    </a:cubicBezTo>
                    <a:cubicBezTo>
                      <a:pt x="89" y="59"/>
                      <a:pt x="89" y="59"/>
                      <a:pt x="89" y="59"/>
                    </a:cubicBezTo>
                    <a:cubicBezTo>
                      <a:pt x="89" y="59"/>
                      <a:pt x="89" y="59"/>
                      <a:pt x="89" y="59"/>
                    </a:cubicBezTo>
                    <a:cubicBezTo>
                      <a:pt x="89" y="59"/>
                      <a:pt x="89" y="59"/>
                      <a:pt x="88" y="59"/>
                    </a:cubicBezTo>
                    <a:cubicBezTo>
                      <a:pt x="88" y="59"/>
                      <a:pt x="88" y="59"/>
                      <a:pt x="88" y="59"/>
                    </a:cubicBezTo>
                    <a:cubicBezTo>
                      <a:pt x="88" y="59"/>
                      <a:pt x="88" y="59"/>
                      <a:pt x="88" y="59"/>
                    </a:cubicBezTo>
                    <a:cubicBezTo>
                      <a:pt x="88" y="59"/>
                      <a:pt x="88" y="59"/>
                      <a:pt x="88" y="59"/>
                    </a:cubicBezTo>
                    <a:cubicBezTo>
                      <a:pt x="88" y="59"/>
                      <a:pt x="88" y="59"/>
                      <a:pt x="88" y="59"/>
                    </a:cubicBezTo>
                    <a:cubicBezTo>
                      <a:pt x="88" y="59"/>
                      <a:pt x="88" y="59"/>
                      <a:pt x="88" y="59"/>
                    </a:cubicBezTo>
                    <a:cubicBezTo>
                      <a:pt x="88" y="59"/>
                      <a:pt x="88" y="59"/>
                      <a:pt x="88" y="59"/>
                    </a:cubicBezTo>
                    <a:cubicBezTo>
                      <a:pt x="88" y="59"/>
                      <a:pt x="88" y="59"/>
                      <a:pt x="88" y="59"/>
                    </a:cubicBezTo>
                    <a:cubicBezTo>
                      <a:pt x="88" y="59"/>
                      <a:pt x="88" y="59"/>
                      <a:pt x="88" y="59"/>
                    </a:cubicBezTo>
                    <a:cubicBezTo>
                      <a:pt x="88" y="59"/>
                      <a:pt x="88" y="59"/>
                      <a:pt x="87" y="59"/>
                    </a:cubicBezTo>
                    <a:cubicBezTo>
                      <a:pt x="87" y="59"/>
                      <a:pt x="87" y="59"/>
                      <a:pt x="87" y="58"/>
                    </a:cubicBezTo>
                    <a:cubicBezTo>
                      <a:pt x="87" y="58"/>
                      <a:pt x="87" y="58"/>
                      <a:pt x="87" y="58"/>
                    </a:cubicBezTo>
                    <a:cubicBezTo>
                      <a:pt x="87" y="58"/>
                      <a:pt x="87" y="58"/>
                      <a:pt x="87" y="58"/>
                    </a:cubicBezTo>
                    <a:cubicBezTo>
                      <a:pt x="87" y="58"/>
                      <a:pt x="87" y="58"/>
                      <a:pt x="87" y="58"/>
                    </a:cubicBezTo>
                    <a:cubicBezTo>
                      <a:pt x="87" y="58"/>
                      <a:pt x="87" y="58"/>
                      <a:pt x="87" y="58"/>
                    </a:cubicBezTo>
                    <a:cubicBezTo>
                      <a:pt x="87" y="58"/>
                      <a:pt x="87" y="58"/>
                      <a:pt x="87" y="58"/>
                    </a:cubicBezTo>
                    <a:cubicBezTo>
                      <a:pt x="87" y="58"/>
                      <a:pt x="87" y="58"/>
                      <a:pt x="87" y="58"/>
                    </a:cubicBezTo>
                    <a:cubicBezTo>
                      <a:pt x="87" y="58"/>
                      <a:pt x="87" y="58"/>
                      <a:pt x="87" y="58"/>
                    </a:cubicBezTo>
                    <a:cubicBezTo>
                      <a:pt x="87" y="58"/>
                      <a:pt x="87" y="58"/>
                      <a:pt x="87" y="58"/>
                    </a:cubicBezTo>
                    <a:cubicBezTo>
                      <a:pt x="87" y="58"/>
                      <a:pt x="87" y="58"/>
                      <a:pt x="87" y="58"/>
                    </a:cubicBezTo>
                    <a:cubicBezTo>
                      <a:pt x="87" y="58"/>
                      <a:pt x="87" y="58"/>
                      <a:pt x="87" y="58"/>
                    </a:cubicBezTo>
                    <a:cubicBezTo>
                      <a:pt x="88" y="58"/>
                      <a:pt x="88" y="58"/>
                      <a:pt x="88" y="58"/>
                    </a:cubicBezTo>
                    <a:cubicBezTo>
                      <a:pt x="88" y="58"/>
                      <a:pt x="88" y="58"/>
                      <a:pt x="88" y="58"/>
                    </a:cubicBezTo>
                    <a:cubicBezTo>
                      <a:pt x="88" y="58"/>
                      <a:pt x="88" y="58"/>
                      <a:pt x="88" y="59"/>
                    </a:cubicBezTo>
                    <a:cubicBezTo>
                      <a:pt x="88" y="59"/>
                      <a:pt x="88" y="59"/>
                      <a:pt x="88" y="59"/>
                    </a:cubicBezTo>
                    <a:cubicBezTo>
                      <a:pt x="88" y="59"/>
                      <a:pt x="88" y="59"/>
                      <a:pt x="88" y="58"/>
                    </a:cubicBezTo>
                    <a:cubicBezTo>
                      <a:pt x="88" y="58"/>
                      <a:pt x="88" y="58"/>
                      <a:pt x="88" y="58"/>
                    </a:cubicBezTo>
                    <a:cubicBezTo>
                      <a:pt x="88" y="58"/>
                      <a:pt x="88" y="58"/>
                      <a:pt x="88" y="58"/>
                    </a:cubicBezTo>
                    <a:cubicBezTo>
                      <a:pt x="88" y="58"/>
                      <a:pt x="88" y="58"/>
                      <a:pt x="88" y="58"/>
                    </a:cubicBezTo>
                    <a:cubicBezTo>
                      <a:pt x="88" y="58"/>
                      <a:pt x="88" y="58"/>
                      <a:pt x="88" y="59"/>
                    </a:cubicBezTo>
                    <a:cubicBezTo>
                      <a:pt x="88" y="59"/>
                      <a:pt x="88" y="59"/>
                      <a:pt x="88" y="59"/>
                    </a:cubicBezTo>
                    <a:cubicBezTo>
                      <a:pt x="88" y="59"/>
                      <a:pt x="88" y="59"/>
                      <a:pt x="88" y="59"/>
                    </a:cubicBezTo>
                    <a:cubicBezTo>
                      <a:pt x="88" y="59"/>
                      <a:pt x="88" y="59"/>
                      <a:pt x="88" y="59"/>
                    </a:cubicBezTo>
                    <a:cubicBezTo>
                      <a:pt x="88" y="59"/>
                      <a:pt x="89" y="59"/>
                      <a:pt x="89" y="59"/>
                    </a:cubicBezTo>
                    <a:cubicBezTo>
                      <a:pt x="89" y="59"/>
                      <a:pt x="89" y="59"/>
                      <a:pt x="89" y="59"/>
                    </a:cubicBezTo>
                    <a:cubicBezTo>
                      <a:pt x="89" y="59"/>
                      <a:pt x="89" y="59"/>
                      <a:pt x="89" y="59"/>
                    </a:cubicBezTo>
                    <a:cubicBezTo>
                      <a:pt x="89" y="59"/>
                      <a:pt x="89" y="59"/>
                      <a:pt x="89" y="59"/>
                    </a:cubicBezTo>
                    <a:cubicBezTo>
                      <a:pt x="89" y="59"/>
                      <a:pt x="89" y="58"/>
                      <a:pt x="89" y="58"/>
                    </a:cubicBezTo>
                    <a:cubicBezTo>
                      <a:pt x="89" y="58"/>
                      <a:pt x="89" y="58"/>
                      <a:pt x="89" y="58"/>
                    </a:cubicBezTo>
                    <a:cubicBezTo>
                      <a:pt x="89" y="58"/>
                      <a:pt x="89" y="58"/>
                      <a:pt x="89" y="58"/>
                    </a:cubicBezTo>
                    <a:cubicBezTo>
                      <a:pt x="89" y="58"/>
                      <a:pt x="89" y="58"/>
                      <a:pt x="89" y="58"/>
                    </a:cubicBezTo>
                    <a:cubicBezTo>
                      <a:pt x="89" y="58"/>
                      <a:pt x="89" y="58"/>
                      <a:pt x="89" y="58"/>
                    </a:cubicBezTo>
                    <a:cubicBezTo>
                      <a:pt x="89" y="58"/>
                      <a:pt x="89" y="58"/>
                      <a:pt x="89" y="58"/>
                    </a:cubicBezTo>
                    <a:cubicBezTo>
                      <a:pt x="89" y="58"/>
                      <a:pt x="89" y="58"/>
                      <a:pt x="89" y="58"/>
                    </a:cubicBezTo>
                    <a:cubicBezTo>
                      <a:pt x="89" y="58"/>
                      <a:pt x="89" y="58"/>
                      <a:pt x="89" y="58"/>
                    </a:cubicBezTo>
                    <a:cubicBezTo>
                      <a:pt x="89" y="58"/>
                      <a:pt x="89" y="58"/>
                      <a:pt x="89" y="58"/>
                    </a:cubicBezTo>
                    <a:cubicBezTo>
                      <a:pt x="89" y="58"/>
                      <a:pt x="89" y="58"/>
                      <a:pt x="90" y="58"/>
                    </a:cubicBezTo>
                    <a:cubicBezTo>
                      <a:pt x="90" y="58"/>
                      <a:pt x="90" y="58"/>
                      <a:pt x="90" y="58"/>
                    </a:cubicBezTo>
                    <a:cubicBezTo>
                      <a:pt x="90" y="58"/>
                      <a:pt x="90" y="58"/>
                      <a:pt x="90" y="58"/>
                    </a:cubicBezTo>
                    <a:cubicBezTo>
                      <a:pt x="90" y="58"/>
                      <a:pt x="90" y="58"/>
                      <a:pt x="90" y="58"/>
                    </a:cubicBezTo>
                    <a:cubicBezTo>
                      <a:pt x="90" y="58"/>
                      <a:pt x="90" y="58"/>
                      <a:pt x="90" y="58"/>
                    </a:cubicBezTo>
                    <a:cubicBezTo>
                      <a:pt x="90" y="58"/>
                      <a:pt x="90" y="58"/>
                      <a:pt x="90" y="58"/>
                    </a:cubicBezTo>
                    <a:cubicBezTo>
                      <a:pt x="90" y="58"/>
                      <a:pt x="90" y="58"/>
                      <a:pt x="90" y="58"/>
                    </a:cubicBezTo>
                    <a:cubicBezTo>
                      <a:pt x="90" y="58"/>
                      <a:pt x="90" y="57"/>
                      <a:pt x="90" y="57"/>
                    </a:cubicBezTo>
                    <a:cubicBezTo>
                      <a:pt x="90" y="57"/>
                      <a:pt x="90" y="57"/>
                      <a:pt x="90" y="57"/>
                    </a:cubicBezTo>
                    <a:cubicBezTo>
                      <a:pt x="90" y="58"/>
                      <a:pt x="90" y="58"/>
                      <a:pt x="90" y="58"/>
                    </a:cubicBezTo>
                    <a:cubicBezTo>
                      <a:pt x="90" y="58"/>
                      <a:pt x="90" y="58"/>
                      <a:pt x="90" y="58"/>
                    </a:cubicBezTo>
                    <a:cubicBezTo>
                      <a:pt x="90" y="57"/>
                      <a:pt x="90" y="57"/>
                      <a:pt x="90" y="57"/>
                    </a:cubicBezTo>
                    <a:cubicBezTo>
                      <a:pt x="90" y="57"/>
                      <a:pt x="90" y="57"/>
                      <a:pt x="90" y="57"/>
                    </a:cubicBezTo>
                    <a:cubicBezTo>
                      <a:pt x="90" y="57"/>
                      <a:pt x="90" y="57"/>
                      <a:pt x="90" y="57"/>
                    </a:cubicBezTo>
                    <a:cubicBezTo>
                      <a:pt x="90" y="57"/>
                      <a:pt x="90" y="57"/>
                      <a:pt x="90" y="57"/>
                    </a:cubicBezTo>
                    <a:cubicBezTo>
                      <a:pt x="90" y="57"/>
                      <a:pt x="90" y="57"/>
                      <a:pt x="90" y="57"/>
                    </a:cubicBezTo>
                    <a:cubicBezTo>
                      <a:pt x="90" y="57"/>
                      <a:pt x="89" y="57"/>
                      <a:pt x="89" y="57"/>
                    </a:cubicBezTo>
                    <a:cubicBezTo>
                      <a:pt x="89" y="57"/>
                      <a:pt x="89" y="57"/>
                      <a:pt x="89" y="57"/>
                    </a:cubicBezTo>
                    <a:cubicBezTo>
                      <a:pt x="89" y="57"/>
                      <a:pt x="89" y="57"/>
                      <a:pt x="88" y="57"/>
                    </a:cubicBezTo>
                    <a:cubicBezTo>
                      <a:pt x="88" y="57"/>
                      <a:pt x="88" y="57"/>
                      <a:pt x="88" y="57"/>
                    </a:cubicBezTo>
                    <a:cubicBezTo>
                      <a:pt x="88" y="57"/>
                      <a:pt x="88" y="57"/>
                      <a:pt x="88" y="57"/>
                    </a:cubicBezTo>
                    <a:cubicBezTo>
                      <a:pt x="87" y="57"/>
                      <a:pt x="87" y="57"/>
                      <a:pt x="87" y="57"/>
                    </a:cubicBezTo>
                    <a:cubicBezTo>
                      <a:pt x="87" y="57"/>
                      <a:pt x="87" y="57"/>
                      <a:pt x="87" y="57"/>
                    </a:cubicBezTo>
                    <a:cubicBezTo>
                      <a:pt x="87" y="57"/>
                      <a:pt x="86" y="57"/>
                      <a:pt x="86" y="57"/>
                    </a:cubicBezTo>
                    <a:cubicBezTo>
                      <a:pt x="86" y="57"/>
                      <a:pt x="86" y="57"/>
                      <a:pt x="86" y="57"/>
                    </a:cubicBezTo>
                    <a:cubicBezTo>
                      <a:pt x="86" y="57"/>
                      <a:pt x="86" y="57"/>
                      <a:pt x="86" y="57"/>
                    </a:cubicBezTo>
                    <a:cubicBezTo>
                      <a:pt x="86" y="57"/>
                      <a:pt x="86" y="57"/>
                      <a:pt x="86" y="57"/>
                    </a:cubicBezTo>
                    <a:cubicBezTo>
                      <a:pt x="86" y="57"/>
                      <a:pt x="86" y="57"/>
                      <a:pt x="86" y="57"/>
                    </a:cubicBezTo>
                    <a:cubicBezTo>
                      <a:pt x="86" y="57"/>
                      <a:pt x="86" y="57"/>
                      <a:pt x="86" y="57"/>
                    </a:cubicBezTo>
                    <a:cubicBezTo>
                      <a:pt x="86" y="57"/>
                      <a:pt x="86" y="58"/>
                      <a:pt x="85" y="58"/>
                    </a:cubicBezTo>
                    <a:cubicBezTo>
                      <a:pt x="85" y="58"/>
                      <a:pt x="85" y="58"/>
                      <a:pt x="85" y="58"/>
                    </a:cubicBezTo>
                    <a:cubicBezTo>
                      <a:pt x="85" y="58"/>
                      <a:pt x="85" y="58"/>
                      <a:pt x="85" y="58"/>
                    </a:cubicBezTo>
                    <a:cubicBezTo>
                      <a:pt x="85" y="58"/>
                      <a:pt x="84" y="58"/>
                      <a:pt x="84" y="58"/>
                    </a:cubicBezTo>
                    <a:cubicBezTo>
                      <a:pt x="84" y="58"/>
                      <a:pt x="84" y="59"/>
                      <a:pt x="83" y="59"/>
                    </a:cubicBezTo>
                    <a:cubicBezTo>
                      <a:pt x="83" y="59"/>
                      <a:pt x="83" y="59"/>
                      <a:pt x="83" y="59"/>
                    </a:cubicBezTo>
                    <a:cubicBezTo>
                      <a:pt x="83" y="59"/>
                      <a:pt x="82" y="59"/>
                      <a:pt x="82" y="60"/>
                    </a:cubicBezTo>
                    <a:cubicBezTo>
                      <a:pt x="82" y="60"/>
                      <a:pt x="82" y="60"/>
                      <a:pt x="82" y="60"/>
                    </a:cubicBezTo>
                    <a:cubicBezTo>
                      <a:pt x="82" y="60"/>
                      <a:pt x="81" y="60"/>
                      <a:pt x="81" y="60"/>
                    </a:cubicBezTo>
                    <a:cubicBezTo>
                      <a:pt x="81" y="60"/>
                      <a:pt x="81" y="60"/>
                      <a:pt x="81" y="60"/>
                    </a:cubicBezTo>
                    <a:cubicBezTo>
                      <a:pt x="81" y="60"/>
                      <a:pt x="81" y="60"/>
                      <a:pt x="81" y="60"/>
                    </a:cubicBezTo>
                    <a:cubicBezTo>
                      <a:pt x="81" y="60"/>
                      <a:pt x="81" y="60"/>
                      <a:pt x="81" y="60"/>
                    </a:cubicBezTo>
                    <a:cubicBezTo>
                      <a:pt x="81" y="60"/>
                      <a:pt x="81" y="60"/>
                      <a:pt x="81" y="60"/>
                    </a:cubicBezTo>
                    <a:cubicBezTo>
                      <a:pt x="81" y="60"/>
                      <a:pt x="81" y="60"/>
                      <a:pt x="81" y="60"/>
                    </a:cubicBezTo>
                    <a:cubicBezTo>
                      <a:pt x="81" y="60"/>
                      <a:pt x="82" y="60"/>
                      <a:pt x="82" y="59"/>
                    </a:cubicBezTo>
                    <a:cubicBezTo>
                      <a:pt x="82" y="59"/>
                      <a:pt x="82" y="59"/>
                      <a:pt x="82" y="59"/>
                    </a:cubicBezTo>
                    <a:cubicBezTo>
                      <a:pt x="82" y="59"/>
                      <a:pt x="82" y="59"/>
                      <a:pt x="82" y="59"/>
                    </a:cubicBezTo>
                    <a:cubicBezTo>
                      <a:pt x="82"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9"/>
                    </a:cubicBezTo>
                    <a:cubicBezTo>
                      <a:pt x="83" y="59"/>
                      <a:pt x="83" y="59"/>
                      <a:pt x="83" y="58"/>
                    </a:cubicBezTo>
                    <a:cubicBezTo>
                      <a:pt x="83" y="58"/>
                      <a:pt x="83" y="58"/>
                      <a:pt x="83" y="58"/>
                    </a:cubicBezTo>
                    <a:cubicBezTo>
                      <a:pt x="83" y="58"/>
                      <a:pt x="83" y="58"/>
                      <a:pt x="83" y="58"/>
                    </a:cubicBezTo>
                    <a:cubicBezTo>
                      <a:pt x="83" y="58"/>
                      <a:pt x="83" y="58"/>
                      <a:pt x="83"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4" y="58"/>
                      <a:pt x="84" y="58"/>
                      <a:pt x="84" y="58"/>
                    </a:cubicBezTo>
                    <a:cubicBezTo>
                      <a:pt x="85" y="58"/>
                      <a:pt x="85" y="58"/>
                      <a:pt x="85" y="58"/>
                    </a:cubicBezTo>
                    <a:cubicBezTo>
                      <a:pt x="85" y="58"/>
                      <a:pt x="85" y="58"/>
                      <a:pt x="85" y="58"/>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5" y="57"/>
                      <a:pt x="85" y="57"/>
                      <a:pt x="85" y="57"/>
                    </a:cubicBezTo>
                    <a:cubicBezTo>
                      <a:pt x="86" y="57"/>
                      <a:pt x="86" y="57"/>
                      <a:pt x="86" y="57"/>
                    </a:cubicBezTo>
                    <a:cubicBezTo>
                      <a:pt x="86" y="57"/>
                      <a:pt x="86" y="57"/>
                      <a:pt x="86" y="57"/>
                    </a:cubicBezTo>
                    <a:cubicBezTo>
                      <a:pt x="86" y="57"/>
                      <a:pt x="86" y="57"/>
                      <a:pt x="86" y="57"/>
                    </a:cubicBezTo>
                    <a:cubicBezTo>
                      <a:pt x="86" y="57"/>
                      <a:pt x="86" y="57"/>
                      <a:pt x="86" y="57"/>
                    </a:cubicBezTo>
                    <a:cubicBezTo>
                      <a:pt x="86" y="57"/>
                      <a:pt x="86" y="57"/>
                      <a:pt x="86" y="56"/>
                    </a:cubicBezTo>
                    <a:cubicBezTo>
                      <a:pt x="86" y="56"/>
                      <a:pt x="86" y="56"/>
                      <a:pt x="86" y="56"/>
                    </a:cubicBezTo>
                    <a:cubicBezTo>
                      <a:pt x="86" y="56"/>
                      <a:pt x="86" y="56"/>
                      <a:pt x="86" y="56"/>
                    </a:cubicBezTo>
                    <a:cubicBezTo>
                      <a:pt x="86" y="56"/>
                      <a:pt x="86" y="56"/>
                      <a:pt x="86" y="56"/>
                    </a:cubicBezTo>
                    <a:cubicBezTo>
                      <a:pt x="86" y="56"/>
                      <a:pt x="87" y="56"/>
                      <a:pt x="87" y="56"/>
                    </a:cubicBezTo>
                    <a:cubicBezTo>
                      <a:pt x="87" y="56"/>
                      <a:pt x="87" y="56"/>
                      <a:pt x="87" y="56"/>
                    </a:cubicBezTo>
                    <a:cubicBezTo>
                      <a:pt x="87" y="56"/>
                      <a:pt x="87" y="56"/>
                      <a:pt x="87" y="56"/>
                    </a:cubicBezTo>
                    <a:cubicBezTo>
                      <a:pt x="87" y="56"/>
                      <a:pt x="87" y="56"/>
                      <a:pt x="87" y="56"/>
                    </a:cubicBezTo>
                    <a:cubicBezTo>
                      <a:pt x="87" y="56"/>
                      <a:pt x="87" y="56"/>
                      <a:pt x="87" y="56"/>
                    </a:cubicBezTo>
                    <a:cubicBezTo>
                      <a:pt x="87" y="56"/>
                      <a:pt x="87" y="56"/>
                      <a:pt x="87" y="56"/>
                    </a:cubicBezTo>
                    <a:cubicBezTo>
                      <a:pt x="87" y="56"/>
                      <a:pt x="87" y="56"/>
                      <a:pt x="87" y="56"/>
                    </a:cubicBezTo>
                    <a:cubicBezTo>
                      <a:pt x="87" y="56"/>
                      <a:pt x="87" y="56"/>
                      <a:pt x="87" y="56"/>
                    </a:cubicBezTo>
                    <a:cubicBezTo>
                      <a:pt x="87" y="56"/>
                      <a:pt x="87" y="56"/>
                      <a:pt x="87" y="56"/>
                    </a:cubicBezTo>
                    <a:cubicBezTo>
                      <a:pt x="87" y="56"/>
                      <a:pt x="87" y="56"/>
                      <a:pt x="87" y="56"/>
                    </a:cubicBezTo>
                    <a:cubicBezTo>
                      <a:pt x="87" y="56"/>
                      <a:pt x="87" y="56"/>
                      <a:pt x="87" y="56"/>
                    </a:cubicBezTo>
                    <a:cubicBezTo>
                      <a:pt x="87" y="56"/>
                      <a:pt x="87" y="56"/>
                      <a:pt x="88" y="56"/>
                    </a:cubicBezTo>
                    <a:cubicBezTo>
                      <a:pt x="88" y="56"/>
                      <a:pt x="88" y="56"/>
                      <a:pt x="88" y="56"/>
                    </a:cubicBezTo>
                    <a:cubicBezTo>
                      <a:pt x="88" y="56"/>
                      <a:pt x="88" y="56"/>
                      <a:pt x="88" y="56"/>
                    </a:cubicBezTo>
                    <a:cubicBezTo>
                      <a:pt x="88" y="56"/>
                      <a:pt x="88" y="56"/>
                      <a:pt x="88" y="56"/>
                    </a:cubicBezTo>
                    <a:cubicBezTo>
                      <a:pt x="88" y="56"/>
                      <a:pt x="88" y="56"/>
                      <a:pt x="88" y="56"/>
                    </a:cubicBezTo>
                    <a:cubicBezTo>
                      <a:pt x="88" y="56"/>
                      <a:pt x="88" y="56"/>
                      <a:pt x="88" y="56"/>
                    </a:cubicBezTo>
                    <a:cubicBezTo>
                      <a:pt x="88" y="56"/>
                      <a:pt x="88" y="56"/>
                      <a:pt x="88" y="56"/>
                    </a:cubicBezTo>
                    <a:cubicBezTo>
                      <a:pt x="88" y="56"/>
                      <a:pt x="88" y="56"/>
                      <a:pt x="88" y="56"/>
                    </a:cubicBezTo>
                    <a:cubicBezTo>
                      <a:pt x="88" y="55"/>
                      <a:pt x="88" y="55"/>
                      <a:pt x="88" y="55"/>
                    </a:cubicBezTo>
                    <a:cubicBezTo>
                      <a:pt x="88" y="55"/>
                      <a:pt x="88" y="55"/>
                      <a:pt x="88"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89" y="55"/>
                      <a:pt x="89" y="55"/>
                    </a:cubicBezTo>
                    <a:cubicBezTo>
                      <a:pt x="89"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0" y="55"/>
                    </a:cubicBezTo>
                    <a:cubicBezTo>
                      <a:pt x="90" y="55"/>
                      <a:pt x="90" y="55"/>
                      <a:pt x="91" y="55"/>
                    </a:cubicBezTo>
                    <a:cubicBezTo>
                      <a:pt x="91" y="55"/>
                      <a:pt x="91" y="55"/>
                      <a:pt x="91" y="55"/>
                    </a:cubicBezTo>
                    <a:cubicBezTo>
                      <a:pt x="91" y="55"/>
                      <a:pt x="91" y="55"/>
                      <a:pt x="91" y="55"/>
                    </a:cubicBezTo>
                    <a:cubicBezTo>
                      <a:pt x="91" y="55"/>
                      <a:pt x="91" y="55"/>
                      <a:pt x="91" y="55"/>
                    </a:cubicBezTo>
                    <a:cubicBezTo>
                      <a:pt x="91" y="55"/>
                      <a:pt x="91" y="55"/>
                      <a:pt x="91" y="55"/>
                    </a:cubicBezTo>
                    <a:cubicBezTo>
                      <a:pt x="91" y="55"/>
                      <a:pt x="91" y="55"/>
                      <a:pt x="91" y="55"/>
                    </a:cubicBezTo>
                    <a:cubicBezTo>
                      <a:pt x="91" y="55"/>
                      <a:pt x="91" y="55"/>
                      <a:pt x="91" y="55"/>
                    </a:cubicBezTo>
                    <a:cubicBezTo>
                      <a:pt x="91" y="55"/>
                      <a:pt x="91" y="55"/>
                      <a:pt x="91" y="55"/>
                    </a:cubicBezTo>
                    <a:cubicBezTo>
                      <a:pt x="91" y="55"/>
                      <a:pt x="91" y="55"/>
                      <a:pt x="91" y="55"/>
                    </a:cubicBezTo>
                    <a:cubicBezTo>
                      <a:pt x="91" y="55"/>
                      <a:pt x="91" y="55"/>
                      <a:pt x="91" y="55"/>
                    </a:cubicBezTo>
                    <a:cubicBezTo>
                      <a:pt x="91" y="55"/>
                      <a:pt x="91" y="55"/>
                      <a:pt x="91" y="55"/>
                    </a:cubicBezTo>
                    <a:cubicBezTo>
                      <a:pt x="91" y="55"/>
                      <a:pt x="91"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2" y="55"/>
                    </a:cubicBezTo>
                    <a:cubicBezTo>
                      <a:pt x="92" y="55"/>
                      <a:pt x="92" y="55"/>
                      <a:pt x="93" y="55"/>
                    </a:cubicBezTo>
                    <a:cubicBezTo>
                      <a:pt x="93" y="55"/>
                      <a:pt x="93" y="55"/>
                      <a:pt x="93" y="55"/>
                    </a:cubicBezTo>
                    <a:cubicBezTo>
                      <a:pt x="93" y="55"/>
                      <a:pt x="93" y="55"/>
                      <a:pt x="93" y="55"/>
                    </a:cubicBezTo>
                    <a:cubicBezTo>
                      <a:pt x="93" y="55"/>
                      <a:pt x="93" y="55"/>
                      <a:pt x="93" y="55"/>
                    </a:cubicBezTo>
                    <a:cubicBezTo>
                      <a:pt x="93" y="55"/>
                      <a:pt x="93" y="55"/>
                      <a:pt x="93" y="55"/>
                    </a:cubicBezTo>
                    <a:cubicBezTo>
                      <a:pt x="93" y="55"/>
                      <a:pt x="93" y="55"/>
                      <a:pt x="93" y="55"/>
                    </a:cubicBezTo>
                    <a:cubicBezTo>
                      <a:pt x="93" y="55"/>
                      <a:pt x="93" y="55"/>
                      <a:pt x="93" y="55"/>
                    </a:cubicBezTo>
                    <a:cubicBezTo>
                      <a:pt x="93" y="55"/>
                      <a:pt x="93" y="55"/>
                      <a:pt x="93" y="55"/>
                    </a:cubicBezTo>
                    <a:cubicBezTo>
                      <a:pt x="93" y="55"/>
                      <a:pt x="93" y="55"/>
                      <a:pt x="93" y="55"/>
                    </a:cubicBezTo>
                    <a:cubicBezTo>
                      <a:pt x="93" y="55"/>
                      <a:pt x="93" y="55"/>
                      <a:pt x="93" y="55"/>
                    </a:cubicBezTo>
                    <a:cubicBezTo>
                      <a:pt x="93" y="55"/>
                      <a:pt x="93" y="55"/>
                      <a:pt x="93" y="55"/>
                    </a:cubicBezTo>
                    <a:cubicBezTo>
                      <a:pt x="93" y="55"/>
                      <a:pt x="93" y="55"/>
                      <a:pt x="94" y="55"/>
                    </a:cubicBezTo>
                    <a:cubicBezTo>
                      <a:pt x="94" y="55"/>
                      <a:pt x="94" y="55"/>
                      <a:pt x="94" y="55"/>
                    </a:cubicBezTo>
                    <a:cubicBezTo>
                      <a:pt x="94" y="55"/>
                      <a:pt x="94" y="55"/>
                      <a:pt x="94" y="55"/>
                    </a:cubicBezTo>
                    <a:cubicBezTo>
                      <a:pt x="94" y="55"/>
                      <a:pt x="94" y="55"/>
                      <a:pt x="94" y="55"/>
                    </a:cubicBezTo>
                    <a:cubicBezTo>
                      <a:pt x="94" y="55"/>
                      <a:pt x="94" y="55"/>
                      <a:pt x="94" y="55"/>
                    </a:cubicBezTo>
                    <a:cubicBezTo>
                      <a:pt x="94" y="55"/>
                      <a:pt x="94" y="55"/>
                      <a:pt x="94" y="55"/>
                    </a:cubicBezTo>
                    <a:cubicBezTo>
                      <a:pt x="94" y="55"/>
                      <a:pt x="94" y="56"/>
                      <a:pt x="94" y="56"/>
                    </a:cubicBezTo>
                    <a:cubicBezTo>
                      <a:pt x="94" y="56"/>
                      <a:pt x="94" y="56"/>
                      <a:pt x="94" y="56"/>
                    </a:cubicBezTo>
                    <a:cubicBezTo>
                      <a:pt x="95" y="56"/>
                      <a:pt x="95" y="55"/>
                      <a:pt x="95" y="55"/>
                    </a:cubicBezTo>
                    <a:cubicBezTo>
                      <a:pt x="95" y="55"/>
                      <a:pt x="95" y="55"/>
                      <a:pt x="95" y="55"/>
                    </a:cubicBezTo>
                    <a:cubicBezTo>
                      <a:pt x="95" y="55"/>
                      <a:pt x="95" y="55"/>
                      <a:pt x="95" y="55"/>
                    </a:cubicBezTo>
                    <a:cubicBezTo>
                      <a:pt x="95" y="55"/>
                      <a:pt x="95" y="55"/>
                      <a:pt x="95" y="55"/>
                    </a:cubicBezTo>
                    <a:cubicBezTo>
                      <a:pt x="95" y="55"/>
                      <a:pt x="95" y="55"/>
                      <a:pt x="95" y="55"/>
                    </a:cubicBezTo>
                    <a:cubicBezTo>
                      <a:pt x="95" y="55"/>
                      <a:pt x="95" y="55"/>
                      <a:pt x="95" y="55"/>
                    </a:cubicBezTo>
                    <a:cubicBezTo>
                      <a:pt x="95" y="55"/>
                      <a:pt x="95" y="55"/>
                      <a:pt x="95" y="55"/>
                    </a:cubicBezTo>
                    <a:cubicBezTo>
                      <a:pt x="95" y="55"/>
                      <a:pt x="96" y="55"/>
                      <a:pt x="96" y="55"/>
                    </a:cubicBezTo>
                    <a:cubicBezTo>
                      <a:pt x="96" y="55"/>
                      <a:pt x="96" y="55"/>
                      <a:pt x="96" y="55"/>
                    </a:cubicBezTo>
                    <a:cubicBezTo>
                      <a:pt x="96" y="55"/>
                      <a:pt x="96" y="55"/>
                      <a:pt x="96" y="55"/>
                    </a:cubicBezTo>
                    <a:cubicBezTo>
                      <a:pt x="96" y="56"/>
                      <a:pt x="96" y="56"/>
                      <a:pt x="96" y="56"/>
                    </a:cubicBezTo>
                    <a:cubicBezTo>
                      <a:pt x="96" y="56"/>
                      <a:pt x="96" y="56"/>
                      <a:pt x="96" y="56"/>
                    </a:cubicBezTo>
                    <a:cubicBezTo>
                      <a:pt x="96" y="56"/>
                      <a:pt x="96" y="56"/>
                      <a:pt x="96" y="56"/>
                    </a:cubicBezTo>
                    <a:cubicBezTo>
                      <a:pt x="96" y="56"/>
                      <a:pt x="96" y="56"/>
                      <a:pt x="96" y="55"/>
                    </a:cubicBezTo>
                    <a:cubicBezTo>
                      <a:pt x="96" y="55"/>
                      <a:pt x="96" y="55"/>
                      <a:pt x="96" y="55"/>
                    </a:cubicBezTo>
                    <a:cubicBezTo>
                      <a:pt x="96" y="55"/>
                      <a:pt x="97" y="55"/>
                      <a:pt x="97" y="55"/>
                    </a:cubicBezTo>
                    <a:cubicBezTo>
                      <a:pt x="97" y="55"/>
                      <a:pt x="97" y="55"/>
                      <a:pt x="97" y="55"/>
                    </a:cubicBezTo>
                    <a:cubicBezTo>
                      <a:pt x="97" y="55"/>
                      <a:pt x="97" y="55"/>
                      <a:pt x="97" y="55"/>
                    </a:cubicBezTo>
                    <a:cubicBezTo>
                      <a:pt x="97" y="55"/>
                      <a:pt x="97" y="55"/>
                      <a:pt x="97" y="55"/>
                    </a:cubicBezTo>
                    <a:cubicBezTo>
                      <a:pt x="97" y="55"/>
                      <a:pt x="97" y="55"/>
                      <a:pt x="97" y="55"/>
                    </a:cubicBezTo>
                    <a:cubicBezTo>
                      <a:pt x="97" y="55"/>
                      <a:pt x="97" y="55"/>
                      <a:pt x="97" y="55"/>
                    </a:cubicBezTo>
                    <a:cubicBezTo>
                      <a:pt x="98" y="55"/>
                      <a:pt x="98" y="55"/>
                      <a:pt x="98" y="55"/>
                    </a:cubicBezTo>
                    <a:cubicBezTo>
                      <a:pt x="98" y="55"/>
                      <a:pt x="98" y="55"/>
                      <a:pt x="98" y="55"/>
                    </a:cubicBezTo>
                    <a:cubicBezTo>
                      <a:pt x="98" y="55"/>
                      <a:pt x="98" y="55"/>
                      <a:pt x="98" y="55"/>
                    </a:cubicBezTo>
                    <a:cubicBezTo>
                      <a:pt x="98" y="54"/>
                      <a:pt x="98" y="54"/>
                      <a:pt x="98" y="54"/>
                    </a:cubicBezTo>
                    <a:cubicBezTo>
                      <a:pt x="98" y="54"/>
                      <a:pt x="98" y="54"/>
                      <a:pt x="98" y="54"/>
                    </a:cubicBezTo>
                    <a:cubicBezTo>
                      <a:pt x="99" y="54"/>
                      <a:pt x="99" y="54"/>
                      <a:pt x="99" y="54"/>
                    </a:cubicBezTo>
                    <a:cubicBezTo>
                      <a:pt x="99" y="54"/>
                      <a:pt x="99" y="54"/>
                      <a:pt x="99" y="54"/>
                    </a:cubicBezTo>
                    <a:cubicBezTo>
                      <a:pt x="99" y="54"/>
                      <a:pt x="99" y="54"/>
                      <a:pt x="99" y="54"/>
                    </a:cubicBezTo>
                    <a:cubicBezTo>
                      <a:pt x="99" y="54"/>
                      <a:pt x="99" y="54"/>
                      <a:pt x="99" y="54"/>
                    </a:cubicBezTo>
                    <a:cubicBezTo>
                      <a:pt x="99" y="54"/>
                      <a:pt x="99" y="54"/>
                      <a:pt x="99" y="54"/>
                    </a:cubicBezTo>
                    <a:cubicBezTo>
                      <a:pt x="99" y="54"/>
                      <a:pt x="99" y="54"/>
                      <a:pt x="99" y="54"/>
                    </a:cubicBezTo>
                    <a:cubicBezTo>
                      <a:pt x="99" y="54"/>
                      <a:pt x="99" y="54"/>
                      <a:pt x="99" y="54"/>
                    </a:cubicBezTo>
                    <a:cubicBezTo>
                      <a:pt x="99" y="54"/>
                      <a:pt x="99" y="54"/>
                      <a:pt x="99" y="54"/>
                    </a:cubicBezTo>
                    <a:cubicBezTo>
                      <a:pt x="99" y="54"/>
                      <a:pt x="99" y="54"/>
                      <a:pt x="100" y="54"/>
                    </a:cubicBezTo>
                    <a:cubicBezTo>
                      <a:pt x="100" y="54"/>
                      <a:pt x="100" y="54"/>
                      <a:pt x="100" y="54"/>
                    </a:cubicBezTo>
                    <a:cubicBezTo>
                      <a:pt x="100" y="54"/>
                      <a:pt x="100" y="54"/>
                      <a:pt x="100" y="54"/>
                    </a:cubicBezTo>
                    <a:cubicBezTo>
                      <a:pt x="100" y="54"/>
                      <a:pt x="100" y="54"/>
                      <a:pt x="100" y="54"/>
                    </a:cubicBezTo>
                    <a:cubicBezTo>
                      <a:pt x="100" y="54"/>
                      <a:pt x="100" y="54"/>
                      <a:pt x="100" y="54"/>
                    </a:cubicBezTo>
                    <a:cubicBezTo>
                      <a:pt x="100" y="54"/>
                      <a:pt x="100" y="54"/>
                      <a:pt x="100" y="54"/>
                    </a:cubicBezTo>
                    <a:cubicBezTo>
                      <a:pt x="100" y="54"/>
                      <a:pt x="100" y="54"/>
                      <a:pt x="101" y="54"/>
                    </a:cubicBezTo>
                    <a:cubicBezTo>
                      <a:pt x="101" y="54"/>
                      <a:pt x="101" y="54"/>
                      <a:pt x="101" y="54"/>
                    </a:cubicBezTo>
                    <a:cubicBezTo>
                      <a:pt x="101" y="54"/>
                      <a:pt x="101" y="54"/>
                      <a:pt x="101" y="53"/>
                    </a:cubicBezTo>
                    <a:cubicBezTo>
                      <a:pt x="101" y="53"/>
                      <a:pt x="101" y="53"/>
                      <a:pt x="101" y="53"/>
                    </a:cubicBezTo>
                    <a:cubicBezTo>
                      <a:pt x="101" y="53"/>
                      <a:pt x="101" y="53"/>
                      <a:pt x="101" y="53"/>
                    </a:cubicBezTo>
                    <a:cubicBezTo>
                      <a:pt x="101" y="53"/>
                      <a:pt x="101" y="53"/>
                      <a:pt x="101" y="53"/>
                    </a:cubicBezTo>
                    <a:cubicBezTo>
                      <a:pt x="101" y="53"/>
                      <a:pt x="101" y="53"/>
                      <a:pt x="101" y="53"/>
                    </a:cubicBezTo>
                    <a:cubicBezTo>
                      <a:pt x="101" y="53"/>
                      <a:pt x="101" y="53"/>
                      <a:pt x="102" y="53"/>
                    </a:cubicBezTo>
                    <a:cubicBezTo>
                      <a:pt x="102" y="53"/>
                      <a:pt x="102" y="53"/>
                      <a:pt x="102" y="53"/>
                    </a:cubicBezTo>
                    <a:cubicBezTo>
                      <a:pt x="102" y="53"/>
                      <a:pt x="102" y="53"/>
                      <a:pt x="102" y="53"/>
                    </a:cubicBezTo>
                    <a:cubicBezTo>
                      <a:pt x="102" y="53"/>
                      <a:pt x="102" y="53"/>
                      <a:pt x="102" y="53"/>
                    </a:cubicBezTo>
                    <a:cubicBezTo>
                      <a:pt x="102" y="53"/>
                      <a:pt x="102" y="53"/>
                      <a:pt x="102" y="53"/>
                    </a:cubicBezTo>
                    <a:cubicBezTo>
                      <a:pt x="102" y="53"/>
                      <a:pt x="102" y="53"/>
                      <a:pt x="102" y="53"/>
                    </a:cubicBezTo>
                    <a:cubicBezTo>
                      <a:pt x="102" y="53"/>
                      <a:pt x="102" y="53"/>
                      <a:pt x="102" y="53"/>
                    </a:cubicBezTo>
                    <a:cubicBezTo>
                      <a:pt x="102" y="53"/>
                      <a:pt x="102" y="53"/>
                      <a:pt x="102" y="53"/>
                    </a:cubicBezTo>
                    <a:cubicBezTo>
                      <a:pt x="102" y="53"/>
                      <a:pt x="102" y="53"/>
                      <a:pt x="102" y="53"/>
                    </a:cubicBezTo>
                    <a:cubicBezTo>
                      <a:pt x="102" y="53"/>
                      <a:pt x="102" y="53"/>
                      <a:pt x="102" y="53"/>
                    </a:cubicBezTo>
                    <a:cubicBezTo>
                      <a:pt x="102" y="53"/>
                      <a:pt x="102" y="53"/>
                      <a:pt x="103" y="53"/>
                    </a:cubicBezTo>
                    <a:cubicBezTo>
                      <a:pt x="103" y="53"/>
                      <a:pt x="103" y="53"/>
                      <a:pt x="103" y="52"/>
                    </a:cubicBezTo>
                    <a:cubicBezTo>
                      <a:pt x="103" y="52"/>
                      <a:pt x="103" y="52"/>
                      <a:pt x="103" y="52"/>
                    </a:cubicBezTo>
                    <a:cubicBezTo>
                      <a:pt x="103" y="52"/>
                      <a:pt x="103" y="52"/>
                      <a:pt x="103" y="52"/>
                    </a:cubicBezTo>
                    <a:cubicBezTo>
                      <a:pt x="103" y="52"/>
                      <a:pt x="103" y="52"/>
                      <a:pt x="103" y="52"/>
                    </a:cubicBezTo>
                    <a:cubicBezTo>
                      <a:pt x="103" y="52"/>
                      <a:pt x="103" y="52"/>
                      <a:pt x="103" y="52"/>
                    </a:cubicBezTo>
                    <a:cubicBezTo>
                      <a:pt x="103" y="52"/>
                      <a:pt x="103" y="52"/>
                      <a:pt x="103" y="52"/>
                    </a:cubicBezTo>
                    <a:cubicBezTo>
                      <a:pt x="103" y="52"/>
                      <a:pt x="103" y="52"/>
                      <a:pt x="103" y="52"/>
                    </a:cubicBezTo>
                    <a:cubicBezTo>
                      <a:pt x="103" y="52"/>
                      <a:pt x="103" y="52"/>
                      <a:pt x="103" y="52"/>
                    </a:cubicBezTo>
                    <a:cubicBezTo>
                      <a:pt x="103" y="52"/>
                      <a:pt x="103" y="52"/>
                      <a:pt x="103" y="52"/>
                    </a:cubicBezTo>
                    <a:cubicBezTo>
                      <a:pt x="103" y="52"/>
                      <a:pt x="103" y="52"/>
                      <a:pt x="103" y="52"/>
                    </a:cubicBezTo>
                    <a:cubicBezTo>
                      <a:pt x="103" y="52"/>
                      <a:pt x="103" y="51"/>
                      <a:pt x="103" y="51"/>
                    </a:cubicBezTo>
                    <a:cubicBezTo>
                      <a:pt x="103" y="51"/>
                      <a:pt x="103" y="51"/>
                      <a:pt x="103" y="51"/>
                    </a:cubicBezTo>
                    <a:cubicBezTo>
                      <a:pt x="103" y="51"/>
                      <a:pt x="103" y="51"/>
                      <a:pt x="103" y="51"/>
                    </a:cubicBezTo>
                    <a:cubicBezTo>
                      <a:pt x="103" y="51"/>
                      <a:pt x="103" y="51"/>
                      <a:pt x="103" y="51"/>
                    </a:cubicBezTo>
                    <a:cubicBezTo>
                      <a:pt x="103" y="51"/>
                      <a:pt x="103" y="51"/>
                      <a:pt x="103" y="51"/>
                    </a:cubicBezTo>
                    <a:cubicBezTo>
                      <a:pt x="103" y="51"/>
                      <a:pt x="103" y="51"/>
                      <a:pt x="103" y="51"/>
                    </a:cubicBezTo>
                    <a:cubicBezTo>
                      <a:pt x="103" y="51"/>
                      <a:pt x="103" y="51"/>
                      <a:pt x="103" y="51"/>
                    </a:cubicBezTo>
                    <a:cubicBezTo>
                      <a:pt x="103" y="51"/>
                      <a:pt x="103" y="51"/>
                      <a:pt x="103" y="51"/>
                    </a:cubicBezTo>
                    <a:cubicBezTo>
                      <a:pt x="103" y="51"/>
                      <a:pt x="103" y="51"/>
                      <a:pt x="103" y="51"/>
                    </a:cubicBezTo>
                    <a:cubicBezTo>
                      <a:pt x="103" y="51"/>
                      <a:pt x="103" y="51"/>
                      <a:pt x="103" y="51"/>
                    </a:cubicBezTo>
                    <a:cubicBezTo>
                      <a:pt x="103" y="50"/>
                      <a:pt x="103" y="50"/>
                      <a:pt x="103" y="50"/>
                    </a:cubicBezTo>
                    <a:cubicBezTo>
                      <a:pt x="103" y="50"/>
                      <a:pt x="103" y="50"/>
                      <a:pt x="103" y="50"/>
                    </a:cubicBezTo>
                    <a:cubicBezTo>
                      <a:pt x="103" y="50"/>
                      <a:pt x="103" y="50"/>
                      <a:pt x="103" y="50"/>
                    </a:cubicBezTo>
                    <a:cubicBezTo>
                      <a:pt x="103" y="50"/>
                      <a:pt x="103" y="50"/>
                      <a:pt x="103" y="50"/>
                    </a:cubicBezTo>
                    <a:cubicBezTo>
                      <a:pt x="103" y="50"/>
                      <a:pt x="103" y="50"/>
                      <a:pt x="103" y="50"/>
                    </a:cubicBezTo>
                    <a:cubicBezTo>
                      <a:pt x="103" y="50"/>
                      <a:pt x="102" y="50"/>
                      <a:pt x="102" y="50"/>
                    </a:cubicBezTo>
                    <a:cubicBezTo>
                      <a:pt x="102" y="50"/>
                      <a:pt x="102" y="50"/>
                      <a:pt x="102" y="50"/>
                    </a:cubicBezTo>
                    <a:cubicBezTo>
                      <a:pt x="102" y="50"/>
                      <a:pt x="102" y="50"/>
                      <a:pt x="102" y="50"/>
                    </a:cubicBezTo>
                    <a:cubicBezTo>
                      <a:pt x="102" y="50"/>
                      <a:pt x="102" y="50"/>
                      <a:pt x="102" y="50"/>
                    </a:cubicBezTo>
                    <a:cubicBezTo>
                      <a:pt x="102" y="50"/>
                      <a:pt x="102" y="50"/>
                      <a:pt x="102" y="50"/>
                    </a:cubicBezTo>
                    <a:cubicBezTo>
                      <a:pt x="102" y="50"/>
                      <a:pt x="102" y="50"/>
                      <a:pt x="103" y="50"/>
                    </a:cubicBezTo>
                    <a:cubicBezTo>
                      <a:pt x="103" y="50"/>
                      <a:pt x="103" y="49"/>
                      <a:pt x="103" y="49"/>
                    </a:cubicBezTo>
                    <a:cubicBezTo>
                      <a:pt x="103" y="49"/>
                      <a:pt x="103"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0" y="50"/>
                      <a:pt x="100" y="50"/>
                      <a:pt x="100" y="50"/>
                    </a:cubicBezTo>
                    <a:cubicBezTo>
                      <a:pt x="100" y="50"/>
                      <a:pt x="100" y="50"/>
                      <a:pt x="100" y="50"/>
                    </a:cubicBezTo>
                    <a:cubicBezTo>
                      <a:pt x="100" y="50"/>
                      <a:pt x="100" y="50"/>
                      <a:pt x="100" y="50"/>
                    </a:cubicBezTo>
                    <a:cubicBezTo>
                      <a:pt x="100" y="50"/>
                      <a:pt x="100" y="50"/>
                      <a:pt x="100" y="50"/>
                    </a:cubicBezTo>
                    <a:cubicBezTo>
                      <a:pt x="100" y="50"/>
                      <a:pt x="100" y="50"/>
                      <a:pt x="100" y="50"/>
                    </a:cubicBezTo>
                    <a:cubicBezTo>
                      <a:pt x="100" y="50"/>
                      <a:pt x="99" y="50"/>
                      <a:pt x="99" y="50"/>
                    </a:cubicBezTo>
                    <a:cubicBezTo>
                      <a:pt x="99" y="50"/>
                      <a:pt x="99" y="50"/>
                      <a:pt x="99" y="50"/>
                    </a:cubicBezTo>
                    <a:cubicBezTo>
                      <a:pt x="99" y="50"/>
                      <a:pt x="99" y="50"/>
                      <a:pt x="99" y="50"/>
                    </a:cubicBezTo>
                    <a:cubicBezTo>
                      <a:pt x="99" y="50"/>
                      <a:pt x="99" y="50"/>
                      <a:pt x="99" y="50"/>
                    </a:cubicBezTo>
                    <a:cubicBezTo>
                      <a:pt x="99" y="50"/>
                      <a:pt x="99" y="50"/>
                      <a:pt x="99" y="50"/>
                    </a:cubicBezTo>
                    <a:cubicBezTo>
                      <a:pt x="99" y="49"/>
                      <a:pt x="99" y="49"/>
                      <a:pt x="99" y="49"/>
                    </a:cubicBezTo>
                    <a:cubicBezTo>
                      <a:pt x="99" y="49"/>
                      <a:pt x="99" y="49"/>
                      <a:pt x="99" y="49"/>
                    </a:cubicBezTo>
                    <a:cubicBezTo>
                      <a:pt x="99" y="49"/>
                      <a:pt x="99" y="49"/>
                      <a:pt x="99" y="49"/>
                    </a:cubicBezTo>
                    <a:cubicBezTo>
                      <a:pt x="99" y="49"/>
                      <a:pt x="99" y="49"/>
                      <a:pt x="99" y="49"/>
                    </a:cubicBezTo>
                    <a:cubicBezTo>
                      <a:pt x="99" y="49"/>
                      <a:pt x="99" y="49"/>
                      <a:pt x="99" y="49"/>
                    </a:cubicBezTo>
                    <a:cubicBezTo>
                      <a:pt x="99" y="49"/>
                      <a:pt x="99" y="49"/>
                      <a:pt x="99" y="49"/>
                    </a:cubicBezTo>
                    <a:cubicBezTo>
                      <a:pt x="99" y="50"/>
                      <a:pt x="99" y="50"/>
                      <a:pt x="99" y="50"/>
                    </a:cubicBezTo>
                    <a:cubicBezTo>
                      <a:pt x="99" y="50"/>
                      <a:pt x="99" y="50"/>
                      <a:pt x="99" y="50"/>
                    </a:cubicBezTo>
                    <a:cubicBezTo>
                      <a:pt x="100" y="50"/>
                      <a:pt x="100" y="50"/>
                      <a:pt x="100" y="50"/>
                    </a:cubicBezTo>
                    <a:cubicBezTo>
                      <a:pt x="100" y="50"/>
                      <a:pt x="100" y="49"/>
                      <a:pt x="100" y="49"/>
                    </a:cubicBezTo>
                    <a:cubicBezTo>
                      <a:pt x="100" y="49"/>
                      <a:pt x="100" y="49"/>
                      <a:pt x="100" y="49"/>
                    </a:cubicBezTo>
                    <a:cubicBezTo>
                      <a:pt x="100" y="49"/>
                      <a:pt x="100" y="49"/>
                      <a:pt x="100" y="49"/>
                    </a:cubicBezTo>
                    <a:cubicBezTo>
                      <a:pt x="100" y="49"/>
                      <a:pt x="100" y="49"/>
                      <a:pt x="100" y="49"/>
                    </a:cubicBezTo>
                    <a:cubicBezTo>
                      <a:pt x="100" y="49"/>
                      <a:pt x="100" y="49"/>
                      <a:pt x="100" y="49"/>
                    </a:cubicBezTo>
                    <a:cubicBezTo>
                      <a:pt x="100" y="49"/>
                      <a:pt x="100" y="49"/>
                      <a:pt x="100" y="49"/>
                    </a:cubicBezTo>
                    <a:cubicBezTo>
                      <a:pt x="100" y="49"/>
                      <a:pt x="100" y="49"/>
                      <a:pt x="100"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1" y="49"/>
                    </a:cubicBezTo>
                    <a:cubicBezTo>
                      <a:pt x="101" y="49"/>
                      <a:pt x="101"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2" y="49"/>
                      <a:pt x="102" y="49"/>
                    </a:cubicBezTo>
                    <a:cubicBezTo>
                      <a:pt x="102" y="49"/>
                      <a:pt x="103" y="49"/>
                      <a:pt x="103" y="49"/>
                    </a:cubicBezTo>
                    <a:cubicBezTo>
                      <a:pt x="103" y="49"/>
                      <a:pt x="103" y="49"/>
                      <a:pt x="103" y="49"/>
                    </a:cubicBezTo>
                    <a:cubicBezTo>
                      <a:pt x="103" y="49"/>
                      <a:pt x="103" y="49"/>
                      <a:pt x="103" y="49"/>
                    </a:cubicBezTo>
                    <a:cubicBezTo>
                      <a:pt x="103" y="49"/>
                      <a:pt x="103" y="49"/>
                      <a:pt x="103" y="49"/>
                    </a:cubicBezTo>
                    <a:cubicBezTo>
                      <a:pt x="103" y="49"/>
                      <a:pt x="103" y="49"/>
                      <a:pt x="103" y="49"/>
                    </a:cubicBezTo>
                    <a:cubicBezTo>
                      <a:pt x="103" y="49"/>
                      <a:pt x="103" y="49"/>
                      <a:pt x="103" y="49"/>
                    </a:cubicBezTo>
                    <a:cubicBezTo>
                      <a:pt x="103" y="49"/>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3" y="48"/>
                      <a:pt x="103" y="48"/>
                      <a:pt x="103" y="48"/>
                    </a:cubicBezTo>
                    <a:cubicBezTo>
                      <a:pt x="102" y="48"/>
                      <a:pt x="102" y="48"/>
                      <a:pt x="102" y="48"/>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2" y="47"/>
                      <a:pt x="102" y="47"/>
                    </a:cubicBezTo>
                    <a:cubicBezTo>
                      <a:pt x="102"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7"/>
                      <a:pt x="101" y="47"/>
                    </a:cubicBezTo>
                    <a:cubicBezTo>
                      <a:pt x="101" y="47"/>
                      <a:pt x="101" y="46"/>
                      <a:pt x="101" y="46"/>
                    </a:cubicBezTo>
                    <a:cubicBezTo>
                      <a:pt x="101" y="46"/>
                      <a:pt x="101" y="46"/>
                      <a:pt x="101" y="46"/>
                    </a:cubicBezTo>
                    <a:cubicBezTo>
                      <a:pt x="101" y="46"/>
                      <a:pt x="101" y="46"/>
                      <a:pt x="101" y="46"/>
                    </a:cubicBezTo>
                    <a:cubicBezTo>
                      <a:pt x="101" y="46"/>
                      <a:pt x="101" y="46"/>
                      <a:pt x="101" y="46"/>
                    </a:cubicBezTo>
                    <a:cubicBezTo>
                      <a:pt x="101" y="46"/>
                      <a:pt x="101" y="46"/>
                      <a:pt x="101" y="46"/>
                    </a:cubicBezTo>
                    <a:cubicBezTo>
                      <a:pt x="101" y="46"/>
                      <a:pt x="101" y="46"/>
                      <a:pt x="101" y="46"/>
                    </a:cubicBezTo>
                    <a:cubicBezTo>
                      <a:pt x="101" y="46"/>
                      <a:pt x="101" y="46"/>
                      <a:pt x="101" y="46"/>
                    </a:cubicBezTo>
                    <a:cubicBezTo>
                      <a:pt x="102" y="46"/>
                      <a:pt x="102" y="46"/>
                      <a:pt x="102" y="46"/>
                    </a:cubicBezTo>
                    <a:cubicBezTo>
                      <a:pt x="102" y="46"/>
                      <a:pt x="102" y="46"/>
                      <a:pt x="102" y="46"/>
                    </a:cubicBezTo>
                    <a:cubicBezTo>
                      <a:pt x="102" y="46"/>
                      <a:pt x="101" y="46"/>
                      <a:pt x="101" y="46"/>
                    </a:cubicBezTo>
                    <a:cubicBezTo>
                      <a:pt x="101" y="46"/>
                      <a:pt x="101" y="46"/>
                      <a:pt x="101" y="46"/>
                    </a:cubicBezTo>
                    <a:cubicBezTo>
                      <a:pt x="101" y="46"/>
                      <a:pt x="101" y="46"/>
                      <a:pt x="101" y="46"/>
                    </a:cubicBezTo>
                    <a:cubicBezTo>
                      <a:pt x="101" y="46"/>
                      <a:pt x="101" y="46"/>
                      <a:pt x="101" y="46"/>
                    </a:cubicBezTo>
                    <a:cubicBezTo>
                      <a:pt x="101" y="46"/>
                      <a:pt x="101" y="46"/>
                      <a:pt x="101" y="46"/>
                    </a:cubicBezTo>
                    <a:cubicBezTo>
                      <a:pt x="101" y="46"/>
                      <a:pt x="101" y="46"/>
                      <a:pt x="101" y="46"/>
                    </a:cubicBezTo>
                    <a:cubicBezTo>
                      <a:pt x="101" y="46"/>
                      <a:pt x="101" y="46"/>
                      <a:pt x="101" y="45"/>
                    </a:cubicBezTo>
                    <a:cubicBezTo>
                      <a:pt x="101" y="45"/>
                      <a:pt x="101" y="45"/>
                      <a:pt x="101" y="45"/>
                    </a:cubicBezTo>
                    <a:cubicBezTo>
                      <a:pt x="101" y="45"/>
                      <a:pt x="101" y="45"/>
                      <a:pt x="101" y="45"/>
                    </a:cubicBezTo>
                    <a:cubicBezTo>
                      <a:pt x="101" y="45"/>
                      <a:pt x="101" y="45"/>
                      <a:pt x="101" y="45"/>
                    </a:cubicBezTo>
                    <a:cubicBezTo>
                      <a:pt x="101" y="45"/>
                      <a:pt x="101" y="45"/>
                      <a:pt x="101" y="45"/>
                    </a:cubicBezTo>
                    <a:cubicBezTo>
                      <a:pt x="101" y="45"/>
                      <a:pt x="101" y="45"/>
                      <a:pt x="101" y="45"/>
                    </a:cubicBezTo>
                    <a:cubicBezTo>
                      <a:pt x="101" y="45"/>
                      <a:pt x="101" y="45"/>
                      <a:pt x="101" y="45"/>
                    </a:cubicBezTo>
                    <a:cubicBezTo>
                      <a:pt x="101" y="45"/>
                      <a:pt x="101" y="45"/>
                      <a:pt x="101" y="45"/>
                    </a:cubicBezTo>
                    <a:cubicBezTo>
                      <a:pt x="101" y="45"/>
                      <a:pt x="101" y="45"/>
                      <a:pt x="101" y="45"/>
                    </a:cubicBezTo>
                    <a:cubicBezTo>
                      <a:pt x="101" y="45"/>
                      <a:pt x="101" y="45"/>
                      <a:pt x="101" y="45"/>
                    </a:cubicBezTo>
                    <a:cubicBezTo>
                      <a:pt x="101" y="45"/>
                      <a:pt x="101" y="45"/>
                      <a:pt x="101" y="45"/>
                    </a:cubicBezTo>
                    <a:cubicBezTo>
                      <a:pt x="101" y="45"/>
                      <a:pt x="101" y="44"/>
                      <a:pt x="101" y="44"/>
                    </a:cubicBezTo>
                    <a:cubicBezTo>
                      <a:pt x="101" y="44"/>
                      <a:pt x="101" y="44"/>
                      <a:pt x="101" y="44"/>
                    </a:cubicBezTo>
                    <a:cubicBezTo>
                      <a:pt x="101" y="44"/>
                      <a:pt x="101" y="44"/>
                      <a:pt x="101" y="44"/>
                    </a:cubicBezTo>
                    <a:cubicBezTo>
                      <a:pt x="101" y="44"/>
                      <a:pt x="101" y="44"/>
                      <a:pt x="101" y="44"/>
                    </a:cubicBezTo>
                    <a:cubicBezTo>
                      <a:pt x="101" y="44"/>
                      <a:pt x="101" y="44"/>
                      <a:pt x="101" y="44"/>
                    </a:cubicBezTo>
                    <a:cubicBezTo>
                      <a:pt x="101" y="44"/>
                      <a:pt x="101" y="44"/>
                      <a:pt x="101" y="44"/>
                    </a:cubicBezTo>
                    <a:cubicBezTo>
                      <a:pt x="101" y="44"/>
                      <a:pt x="101" y="44"/>
                      <a:pt x="101" y="44"/>
                    </a:cubicBezTo>
                    <a:cubicBezTo>
                      <a:pt x="101" y="44"/>
                      <a:pt x="101" y="44"/>
                      <a:pt x="101" y="44"/>
                    </a:cubicBezTo>
                    <a:cubicBezTo>
                      <a:pt x="101" y="44"/>
                      <a:pt x="102" y="44"/>
                      <a:pt x="102" y="44"/>
                    </a:cubicBezTo>
                    <a:cubicBezTo>
                      <a:pt x="102" y="44"/>
                      <a:pt x="102" y="44"/>
                      <a:pt x="102" y="44"/>
                    </a:cubicBezTo>
                    <a:cubicBezTo>
                      <a:pt x="102" y="44"/>
                      <a:pt x="102" y="44"/>
                      <a:pt x="102" y="44"/>
                    </a:cubicBezTo>
                    <a:cubicBezTo>
                      <a:pt x="102" y="43"/>
                      <a:pt x="102" y="43"/>
                      <a:pt x="102" y="43"/>
                    </a:cubicBezTo>
                    <a:cubicBezTo>
                      <a:pt x="102" y="43"/>
                      <a:pt x="102" y="43"/>
                      <a:pt x="102" y="43"/>
                    </a:cubicBezTo>
                    <a:cubicBezTo>
                      <a:pt x="102" y="43"/>
                      <a:pt x="102" y="43"/>
                      <a:pt x="102" y="43"/>
                    </a:cubicBezTo>
                    <a:cubicBezTo>
                      <a:pt x="102" y="43"/>
                      <a:pt x="102" y="43"/>
                      <a:pt x="102" y="43"/>
                    </a:cubicBezTo>
                    <a:cubicBezTo>
                      <a:pt x="102" y="43"/>
                      <a:pt x="102" y="43"/>
                      <a:pt x="102" y="43"/>
                    </a:cubicBezTo>
                    <a:cubicBezTo>
                      <a:pt x="102" y="43"/>
                      <a:pt x="102" y="43"/>
                      <a:pt x="102" y="43"/>
                    </a:cubicBezTo>
                    <a:cubicBezTo>
                      <a:pt x="102" y="43"/>
                      <a:pt x="102" y="43"/>
                      <a:pt x="102" y="43"/>
                    </a:cubicBezTo>
                    <a:cubicBezTo>
                      <a:pt x="102" y="43"/>
                      <a:pt x="102" y="43"/>
                      <a:pt x="102" y="43"/>
                    </a:cubicBezTo>
                    <a:cubicBezTo>
                      <a:pt x="102" y="43"/>
                      <a:pt x="102" y="43"/>
                      <a:pt x="102" y="43"/>
                    </a:cubicBezTo>
                    <a:cubicBezTo>
                      <a:pt x="102" y="43"/>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3" y="42"/>
                      <a:pt x="103" y="42"/>
                    </a:cubicBezTo>
                    <a:cubicBezTo>
                      <a:pt x="103" y="42"/>
                      <a:pt x="103"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2"/>
                      <a:pt x="102" y="42"/>
                      <a:pt x="102" y="42"/>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3" y="41"/>
                      <a:pt x="103" y="41"/>
                    </a:cubicBezTo>
                    <a:cubicBezTo>
                      <a:pt x="103" y="41"/>
                      <a:pt x="103" y="41"/>
                      <a:pt x="103" y="41"/>
                    </a:cubicBezTo>
                    <a:cubicBezTo>
                      <a:pt x="103" y="41"/>
                      <a:pt x="103" y="41"/>
                      <a:pt x="103" y="41"/>
                    </a:cubicBezTo>
                    <a:cubicBezTo>
                      <a:pt x="103" y="41"/>
                      <a:pt x="103" y="41"/>
                      <a:pt x="103" y="41"/>
                    </a:cubicBezTo>
                    <a:cubicBezTo>
                      <a:pt x="103" y="41"/>
                      <a:pt x="103" y="41"/>
                      <a:pt x="103" y="41"/>
                    </a:cubicBezTo>
                    <a:cubicBezTo>
                      <a:pt x="103" y="41"/>
                      <a:pt x="103" y="41"/>
                      <a:pt x="103" y="41"/>
                    </a:cubicBezTo>
                    <a:cubicBezTo>
                      <a:pt x="103"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1" y="41"/>
                      <a:pt x="101" y="41"/>
                    </a:cubicBezTo>
                    <a:cubicBezTo>
                      <a:pt x="101" y="41"/>
                      <a:pt x="101" y="41"/>
                      <a:pt x="101" y="41"/>
                    </a:cubicBezTo>
                    <a:cubicBezTo>
                      <a:pt x="101"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2" y="41"/>
                      <a:pt x="102" y="41"/>
                    </a:cubicBezTo>
                    <a:cubicBezTo>
                      <a:pt x="102" y="41"/>
                      <a:pt x="103" y="41"/>
                      <a:pt x="103" y="41"/>
                    </a:cubicBezTo>
                    <a:cubicBezTo>
                      <a:pt x="103" y="41"/>
                      <a:pt x="103" y="41"/>
                      <a:pt x="103" y="41"/>
                    </a:cubicBezTo>
                    <a:cubicBezTo>
                      <a:pt x="103" y="40"/>
                      <a:pt x="103" y="40"/>
                      <a:pt x="103" y="40"/>
                    </a:cubicBezTo>
                    <a:cubicBezTo>
                      <a:pt x="103" y="40"/>
                      <a:pt x="103" y="40"/>
                      <a:pt x="103" y="40"/>
                    </a:cubicBezTo>
                    <a:cubicBezTo>
                      <a:pt x="103" y="40"/>
                      <a:pt x="103" y="40"/>
                      <a:pt x="103" y="40"/>
                    </a:cubicBezTo>
                    <a:cubicBezTo>
                      <a:pt x="103" y="40"/>
                      <a:pt x="103" y="40"/>
                      <a:pt x="103" y="40"/>
                    </a:cubicBezTo>
                    <a:cubicBezTo>
                      <a:pt x="103" y="40"/>
                      <a:pt x="103" y="40"/>
                      <a:pt x="103" y="40"/>
                    </a:cubicBezTo>
                    <a:cubicBezTo>
                      <a:pt x="103" y="40"/>
                      <a:pt x="103" y="40"/>
                      <a:pt x="103" y="40"/>
                    </a:cubicBezTo>
                    <a:cubicBezTo>
                      <a:pt x="103" y="40"/>
                      <a:pt x="103" y="40"/>
                      <a:pt x="103" y="40"/>
                    </a:cubicBezTo>
                    <a:cubicBezTo>
                      <a:pt x="103" y="40"/>
                      <a:pt x="103" y="40"/>
                      <a:pt x="103" y="40"/>
                    </a:cubicBezTo>
                    <a:cubicBezTo>
                      <a:pt x="103" y="40"/>
                      <a:pt x="103" y="40"/>
                      <a:pt x="103" y="40"/>
                    </a:cubicBezTo>
                    <a:cubicBezTo>
                      <a:pt x="103" y="40"/>
                      <a:pt x="103" y="40"/>
                      <a:pt x="103" y="39"/>
                    </a:cubicBezTo>
                    <a:cubicBezTo>
                      <a:pt x="103" y="39"/>
                      <a:pt x="103" y="39"/>
                      <a:pt x="103" y="39"/>
                    </a:cubicBezTo>
                    <a:cubicBezTo>
                      <a:pt x="103" y="39"/>
                      <a:pt x="103" y="39"/>
                      <a:pt x="103" y="39"/>
                    </a:cubicBezTo>
                    <a:cubicBezTo>
                      <a:pt x="103" y="39"/>
                      <a:pt x="103" y="39"/>
                      <a:pt x="103" y="39"/>
                    </a:cubicBezTo>
                    <a:cubicBezTo>
                      <a:pt x="103" y="39"/>
                      <a:pt x="103" y="39"/>
                      <a:pt x="103" y="39"/>
                    </a:cubicBezTo>
                    <a:cubicBezTo>
                      <a:pt x="103" y="39"/>
                      <a:pt x="103" y="39"/>
                      <a:pt x="103" y="39"/>
                    </a:cubicBezTo>
                    <a:cubicBezTo>
                      <a:pt x="103" y="39"/>
                      <a:pt x="103" y="39"/>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8"/>
                      <a:pt x="103" y="38"/>
                    </a:cubicBezTo>
                    <a:cubicBezTo>
                      <a:pt x="103" y="38"/>
                      <a:pt x="103" y="37"/>
                      <a:pt x="103" y="37"/>
                    </a:cubicBezTo>
                    <a:cubicBezTo>
                      <a:pt x="103" y="37"/>
                      <a:pt x="103" y="37"/>
                      <a:pt x="103" y="37"/>
                    </a:cubicBezTo>
                    <a:cubicBezTo>
                      <a:pt x="103" y="37"/>
                      <a:pt x="103" y="37"/>
                      <a:pt x="103" y="37"/>
                    </a:cubicBezTo>
                    <a:cubicBezTo>
                      <a:pt x="103" y="37"/>
                      <a:pt x="103" y="37"/>
                      <a:pt x="103" y="37"/>
                    </a:cubicBezTo>
                    <a:cubicBezTo>
                      <a:pt x="103" y="37"/>
                      <a:pt x="103" y="37"/>
                      <a:pt x="103" y="37"/>
                    </a:cubicBezTo>
                    <a:cubicBezTo>
                      <a:pt x="103" y="38"/>
                      <a:pt x="103" y="38"/>
                      <a:pt x="103" y="38"/>
                    </a:cubicBezTo>
                    <a:cubicBezTo>
                      <a:pt x="103" y="38"/>
                      <a:pt x="103"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2" y="38"/>
                    </a:cubicBezTo>
                    <a:cubicBezTo>
                      <a:pt x="102" y="38"/>
                      <a:pt x="102" y="38"/>
                      <a:pt x="101" y="38"/>
                    </a:cubicBezTo>
                    <a:cubicBezTo>
                      <a:pt x="101" y="38"/>
                      <a:pt x="101" y="38"/>
                      <a:pt x="101" y="38"/>
                    </a:cubicBezTo>
                    <a:cubicBezTo>
                      <a:pt x="101" y="39"/>
                      <a:pt x="101" y="39"/>
                      <a:pt x="101" y="39"/>
                    </a:cubicBezTo>
                    <a:cubicBezTo>
                      <a:pt x="101" y="39"/>
                      <a:pt x="101" y="39"/>
                      <a:pt x="101" y="39"/>
                    </a:cubicBezTo>
                    <a:cubicBezTo>
                      <a:pt x="102" y="39"/>
                      <a:pt x="102"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39"/>
                      <a:pt x="101" y="39"/>
                      <a:pt x="101" y="39"/>
                    </a:cubicBezTo>
                    <a:cubicBezTo>
                      <a:pt x="101" y="40"/>
                      <a:pt x="101" y="40"/>
                      <a:pt x="101" y="40"/>
                    </a:cubicBezTo>
                    <a:cubicBezTo>
                      <a:pt x="101" y="40"/>
                      <a:pt x="101" y="40"/>
                      <a:pt x="101" y="40"/>
                    </a:cubicBezTo>
                    <a:cubicBezTo>
                      <a:pt x="101" y="40"/>
                      <a:pt x="101"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100" y="40"/>
                      <a:pt x="100" y="40"/>
                      <a:pt x="100"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9" y="40"/>
                      <a:pt x="99" y="40"/>
                      <a:pt x="99" y="40"/>
                    </a:cubicBezTo>
                    <a:cubicBezTo>
                      <a:pt x="98" y="40"/>
                      <a:pt x="98" y="40"/>
                      <a:pt x="98" y="40"/>
                    </a:cubicBezTo>
                    <a:cubicBezTo>
                      <a:pt x="98" y="40"/>
                      <a:pt x="98" y="41"/>
                      <a:pt x="98" y="41"/>
                    </a:cubicBezTo>
                    <a:cubicBezTo>
                      <a:pt x="98" y="41"/>
                      <a:pt x="98" y="41"/>
                      <a:pt x="98" y="41"/>
                    </a:cubicBezTo>
                    <a:cubicBezTo>
                      <a:pt x="98" y="41"/>
                      <a:pt x="98" y="41"/>
                      <a:pt x="98" y="41"/>
                    </a:cubicBezTo>
                    <a:cubicBezTo>
                      <a:pt x="98" y="41"/>
                      <a:pt x="98" y="41"/>
                      <a:pt x="98" y="41"/>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8" y="40"/>
                      <a:pt x="98" y="40"/>
                    </a:cubicBezTo>
                    <a:cubicBezTo>
                      <a:pt x="98" y="40"/>
                      <a:pt x="97" y="40"/>
                      <a:pt x="97" y="40"/>
                    </a:cubicBezTo>
                    <a:cubicBezTo>
                      <a:pt x="97" y="40"/>
                      <a:pt x="97" y="40"/>
                      <a:pt x="97" y="40"/>
                    </a:cubicBezTo>
                    <a:cubicBezTo>
                      <a:pt x="97" y="40"/>
                      <a:pt x="97" y="40"/>
                      <a:pt x="97" y="40"/>
                    </a:cubicBezTo>
                    <a:cubicBezTo>
                      <a:pt x="97" y="40"/>
                      <a:pt x="97" y="40"/>
                      <a:pt x="97" y="40"/>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6" y="41"/>
                      <a:pt x="96" y="41"/>
                      <a:pt x="96" y="41"/>
                    </a:cubicBezTo>
                    <a:cubicBezTo>
                      <a:pt x="96" y="41"/>
                      <a:pt x="96" y="41"/>
                      <a:pt x="96" y="41"/>
                    </a:cubicBezTo>
                    <a:cubicBezTo>
                      <a:pt x="96" y="41"/>
                      <a:pt x="96" y="41"/>
                      <a:pt x="96" y="41"/>
                    </a:cubicBezTo>
                    <a:cubicBezTo>
                      <a:pt x="96" y="41"/>
                      <a:pt x="96" y="41"/>
                      <a:pt x="96" y="41"/>
                    </a:cubicBezTo>
                    <a:cubicBezTo>
                      <a:pt x="96" y="41"/>
                      <a:pt x="96" y="41"/>
                      <a:pt x="96" y="41"/>
                    </a:cubicBezTo>
                    <a:cubicBezTo>
                      <a:pt x="96" y="41"/>
                      <a:pt x="96"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1"/>
                      <a:pt x="97" y="41"/>
                      <a:pt x="97" y="41"/>
                    </a:cubicBezTo>
                    <a:cubicBezTo>
                      <a:pt x="97" y="40"/>
                      <a:pt x="97" y="40"/>
                      <a:pt x="98" y="40"/>
                    </a:cubicBezTo>
                    <a:cubicBezTo>
                      <a:pt x="98" y="40"/>
                      <a:pt x="98" y="40"/>
                      <a:pt x="98" y="40"/>
                    </a:cubicBezTo>
                    <a:cubicBezTo>
                      <a:pt x="98" y="40"/>
                      <a:pt x="98" y="40"/>
                      <a:pt x="98" y="40"/>
                    </a:cubicBezTo>
                    <a:cubicBezTo>
                      <a:pt x="98" y="40"/>
                      <a:pt x="98" y="39"/>
                      <a:pt x="98" y="39"/>
                    </a:cubicBezTo>
                    <a:cubicBezTo>
                      <a:pt x="98" y="39"/>
                      <a:pt x="98"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40"/>
                      <a:pt x="97" y="40"/>
                      <a:pt x="97" y="40"/>
                    </a:cubicBezTo>
                    <a:cubicBezTo>
                      <a:pt x="96" y="40"/>
                      <a:pt x="96" y="40"/>
                      <a:pt x="96" y="40"/>
                    </a:cubicBezTo>
                    <a:cubicBezTo>
                      <a:pt x="96" y="40"/>
                      <a:pt x="96" y="40"/>
                      <a:pt x="96" y="40"/>
                    </a:cubicBezTo>
                    <a:cubicBezTo>
                      <a:pt x="96" y="40"/>
                      <a:pt x="96" y="40"/>
                      <a:pt x="96" y="40"/>
                    </a:cubicBezTo>
                    <a:cubicBezTo>
                      <a:pt x="96" y="40"/>
                      <a:pt x="96" y="40"/>
                      <a:pt x="96" y="40"/>
                    </a:cubicBezTo>
                    <a:cubicBezTo>
                      <a:pt x="96" y="40"/>
                      <a:pt x="96" y="40"/>
                      <a:pt x="96" y="40"/>
                    </a:cubicBezTo>
                    <a:cubicBezTo>
                      <a:pt x="96" y="40"/>
                      <a:pt x="96" y="40"/>
                      <a:pt x="96" y="40"/>
                    </a:cubicBezTo>
                    <a:cubicBezTo>
                      <a:pt x="96" y="39"/>
                      <a:pt x="96" y="39"/>
                      <a:pt x="96" y="39"/>
                    </a:cubicBezTo>
                    <a:cubicBezTo>
                      <a:pt x="96" y="39"/>
                      <a:pt x="96" y="39"/>
                      <a:pt x="96" y="39"/>
                    </a:cubicBezTo>
                    <a:cubicBezTo>
                      <a:pt x="96" y="39"/>
                      <a:pt x="96" y="39"/>
                      <a:pt x="96" y="39"/>
                    </a:cubicBezTo>
                    <a:cubicBezTo>
                      <a:pt x="96" y="39"/>
                      <a:pt x="96" y="39"/>
                      <a:pt x="96" y="39"/>
                    </a:cubicBezTo>
                    <a:cubicBezTo>
                      <a:pt x="96" y="39"/>
                      <a:pt x="96" y="39"/>
                      <a:pt x="96" y="39"/>
                    </a:cubicBezTo>
                    <a:cubicBezTo>
                      <a:pt x="96" y="39"/>
                      <a:pt x="96" y="39"/>
                      <a:pt x="96" y="39"/>
                    </a:cubicBezTo>
                    <a:cubicBezTo>
                      <a:pt x="96" y="39"/>
                      <a:pt x="96" y="39"/>
                      <a:pt x="96" y="39"/>
                    </a:cubicBezTo>
                    <a:cubicBezTo>
                      <a:pt x="96" y="39"/>
                      <a:pt x="96" y="39"/>
                      <a:pt x="96" y="39"/>
                    </a:cubicBezTo>
                    <a:cubicBezTo>
                      <a:pt x="96" y="39"/>
                      <a:pt x="96" y="39"/>
                      <a:pt x="96" y="39"/>
                    </a:cubicBezTo>
                    <a:cubicBezTo>
                      <a:pt x="96" y="39"/>
                      <a:pt x="96" y="39"/>
                      <a:pt x="96"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7" y="39"/>
                      <a:pt x="97" y="39"/>
                      <a:pt x="97" y="39"/>
                    </a:cubicBezTo>
                    <a:cubicBezTo>
                      <a:pt x="98" y="39"/>
                      <a:pt x="98" y="39"/>
                      <a:pt x="98" y="39"/>
                    </a:cubicBezTo>
                    <a:cubicBezTo>
                      <a:pt x="98" y="38"/>
                      <a:pt x="98" y="38"/>
                      <a:pt x="98" y="38"/>
                    </a:cubicBezTo>
                    <a:cubicBezTo>
                      <a:pt x="98" y="38"/>
                      <a:pt x="98" y="38"/>
                      <a:pt x="98" y="38"/>
                    </a:cubicBezTo>
                    <a:cubicBezTo>
                      <a:pt x="98" y="38"/>
                      <a:pt x="98" y="38"/>
                      <a:pt x="98" y="38"/>
                    </a:cubicBezTo>
                    <a:cubicBezTo>
                      <a:pt x="98" y="38"/>
                      <a:pt x="98" y="38"/>
                      <a:pt x="98" y="38"/>
                    </a:cubicBezTo>
                    <a:cubicBezTo>
                      <a:pt x="98" y="38"/>
                      <a:pt x="98" y="38"/>
                      <a:pt x="98" y="38"/>
                    </a:cubicBezTo>
                    <a:cubicBezTo>
                      <a:pt x="97" y="38"/>
                      <a:pt x="97" y="38"/>
                      <a:pt x="97" y="38"/>
                    </a:cubicBezTo>
                    <a:cubicBezTo>
                      <a:pt x="97" y="38"/>
                      <a:pt x="97" y="38"/>
                      <a:pt x="97" y="38"/>
                    </a:cubicBezTo>
                    <a:cubicBezTo>
                      <a:pt x="97" y="38"/>
                      <a:pt x="98" y="38"/>
                      <a:pt x="98" y="38"/>
                    </a:cubicBezTo>
                    <a:cubicBezTo>
                      <a:pt x="98" y="38"/>
                      <a:pt x="98" y="38"/>
                      <a:pt x="98" y="38"/>
                    </a:cubicBezTo>
                    <a:cubicBezTo>
                      <a:pt x="98" y="38"/>
                      <a:pt x="98" y="38"/>
                      <a:pt x="98" y="38"/>
                    </a:cubicBezTo>
                    <a:cubicBezTo>
                      <a:pt x="98" y="38"/>
                      <a:pt x="98" y="38"/>
                      <a:pt x="98" y="38"/>
                    </a:cubicBezTo>
                    <a:cubicBezTo>
                      <a:pt x="98" y="38"/>
                      <a:pt x="98" y="38"/>
                      <a:pt x="98" y="38"/>
                    </a:cubicBezTo>
                    <a:cubicBezTo>
                      <a:pt x="98" y="38"/>
                      <a:pt x="98" y="38"/>
                      <a:pt x="98" y="38"/>
                    </a:cubicBezTo>
                    <a:cubicBezTo>
                      <a:pt x="98" y="38"/>
                      <a:pt x="98" y="38"/>
                      <a:pt x="98" y="38"/>
                    </a:cubicBezTo>
                    <a:cubicBezTo>
                      <a:pt x="98" y="38"/>
                      <a:pt x="98" y="38"/>
                      <a:pt x="98" y="38"/>
                    </a:cubicBezTo>
                    <a:cubicBezTo>
                      <a:pt x="98" y="38"/>
                      <a:pt x="98" y="37"/>
                      <a:pt x="98" y="37"/>
                    </a:cubicBezTo>
                    <a:cubicBezTo>
                      <a:pt x="98" y="37"/>
                      <a:pt x="98" y="37"/>
                      <a:pt x="98" y="37"/>
                    </a:cubicBezTo>
                    <a:cubicBezTo>
                      <a:pt x="98" y="37"/>
                      <a:pt x="98" y="37"/>
                      <a:pt x="98" y="37"/>
                    </a:cubicBezTo>
                    <a:cubicBezTo>
                      <a:pt x="98" y="37"/>
                      <a:pt x="98" y="37"/>
                      <a:pt x="98" y="37"/>
                    </a:cubicBezTo>
                    <a:cubicBezTo>
                      <a:pt x="98" y="37"/>
                      <a:pt x="98" y="37"/>
                      <a:pt x="98" y="37"/>
                    </a:cubicBezTo>
                    <a:cubicBezTo>
                      <a:pt x="98" y="37"/>
                      <a:pt x="98" y="37"/>
                      <a:pt x="98" y="37"/>
                    </a:cubicBezTo>
                    <a:cubicBezTo>
                      <a:pt x="98" y="37"/>
                      <a:pt x="98" y="37"/>
                      <a:pt x="98" y="37"/>
                    </a:cubicBezTo>
                    <a:cubicBezTo>
                      <a:pt x="98" y="37"/>
                      <a:pt x="98" y="37"/>
                      <a:pt x="98" y="37"/>
                    </a:cubicBezTo>
                    <a:cubicBezTo>
                      <a:pt x="98" y="37"/>
                      <a:pt x="98" y="37"/>
                      <a:pt x="98" y="37"/>
                    </a:cubicBezTo>
                    <a:cubicBezTo>
                      <a:pt x="98" y="37"/>
                      <a:pt x="98" y="37"/>
                      <a:pt x="98" y="37"/>
                    </a:cubicBezTo>
                    <a:cubicBezTo>
                      <a:pt x="98" y="37"/>
                      <a:pt x="98" y="37"/>
                      <a:pt x="99" y="37"/>
                    </a:cubicBezTo>
                    <a:cubicBezTo>
                      <a:pt x="99" y="37"/>
                      <a:pt x="99" y="37"/>
                      <a:pt x="99" y="37"/>
                    </a:cubicBezTo>
                    <a:cubicBezTo>
                      <a:pt x="99" y="37"/>
                      <a:pt x="99" y="37"/>
                      <a:pt x="99" y="37"/>
                    </a:cubicBezTo>
                    <a:cubicBezTo>
                      <a:pt x="99" y="37"/>
                      <a:pt x="99" y="37"/>
                      <a:pt x="99" y="37"/>
                    </a:cubicBezTo>
                    <a:cubicBezTo>
                      <a:pt x="99" y="37"/>
                      <a:pt x="99" y="37"/>
                      <a:pt x="99" y="37"/>
                    </a:cubicBezTo>
                    <a:cubicBezTo>
                      <a:pt x="99" y="37"/>
                      <a:pt x="99" y="36"/>
                      <a:pt x="99" y="36"/>
                    </a:cubicBezTo>
                    <a:cubicBezTo>
                      <a:pt x="99" y="36"/>
                      <a:pt x="99" y="36"/>
                      <a:pt x="99" y="36"/>
                    </a:cubicBezTo>
                    <a:cubicBezTo>
                      <a:pt x="99" y="36"/>
                      <a:pt x="99" y="36"/>
                      <a:pt x="99" y="36"/>
                    </a:cubicBezTo>
                    <a:cubicBezTo>
                      <a:pt x="99" y="36"/>
                      <a:pt x="99" y="36"/>
                      <a:pt x="99" y="36"/>
                    </a:cubicBezTo>
                    <a:cubicBezTo>
                      <a:pt x="99" y="36"/>
                      <a:pt x="99" y="36"/>
                      <a:pt x="99" y="36"/>
                    </a:cubicBezTo>
                    <a:cubicBezTo>
                      <a:pt x="99" y="36"/>
                      <a:pt x="99" y="36"/>
                      <a:pt x="99" y="36"/>
                    </a:cubicBezTo>
                    <a:cubicBezTo>
                      <a:pt x="99" y="36"/>
                      <a:pt x="99" y="36"/>
                      <a:pt x="99" y="36"/>
                    </a:cubicBezTo>
                    <a:cubicBezTo>
                      <a:pt x="99" y="36"/>
                      <a:pt x="100" y="36"/>
                      <a:pt x="100" y="36"/>
                    </a:cubicBezTo>
                    <a:cubicBezTo>
                      <a:pt x="100" y="36"/>
                      <a:pt x="100" y="36"/>
                      <a:pt x="100" y="36"/>
                    </a:cubicBezTo>
                    <a:cubicBezTo>
                      <a:pt x="100" y="36"/>
                      <a:pt x="100" y="36"/>
                      <a:pt x="100" y="36"/>
                    </a:cubicBezTo>
                    <a:cubicBezTo>
                      <a:pt x="100" y="36"/>
                      <a:pt x="100" y="36"/>
                      <a:pt x="100" y="36"/>
                    </a:cubicBezTo>
                    <a:cubicBezTo>
                      <a:pt x="100" y="36"/>
                      <a:pt x="100" y="36"/>
                      <a:pt x="100" y="35"/>
                    </a:cubicBezTo>
                    <a:cubicBezTo>
                      <a:pt x="100" y="35"/>
                      <a:pt x="100" y="35"/>
                      <a:pt x="100" y="35"/>
                    </a:cubicBezTo>
                    <a:cubicBezTo>
                      <a:pt x="100" y="35"/>
                      <a:pt x="100" y="35"/>
                      <a:pt x="100" y="35"/>
                    </a:cubicBezTo>
                    <a:cubicBezTo>
                      <a:pt x="100" y="35"/>
                      <a:pt x="100" y="35"/>
                      <a:pt x="99" y="35"/>
                    </a:cubicBezTo>
                    <a:cubicBezTo>
                      <a:pt x="99" y="35"/>
                      <a:pt x="99" y="35"/>
                      <a:pt x="99" y="35"/>
                    </a:cubicBezTo>
                    <a:cubicBezTo>
                      <a:pt x="99" y="35"/>
                      <a:pt x="99" y="36"/>
                      <a:pt x="99" y="36"/>
                    </a:cubicBezTo>
                    <a:cubicBezTo>
                      <a:pt x="99" y="36"/>
                      <a:pt x="99" y="36"/>
                      <a:pt x="99" y="36"/>
                    </a:cubicBezTo>
                    <a:cubicBezTo>
                      <a:pt x="99" y="36"/>
                      <a:pt x="99" y="36"/>
                      <a:pt x="99" y="36"/>
                    </a:cubicBezTo>
                    <a:cubicBezTo>
                      <a:pt x="99" y="36"/>
                      <a:pt x="99" y="36"/>
                      <a:pt x="99" y="36"/>
                    </a:cubicBezTo>
                    <a:cubicBezTo>
                      <a:pt x="99" y="36"/>
                      <a:pt x="99" y="36"/>
                      <a:pt x="99" y="36"/>
                    </a:cubicBezTo>
                    <a:cubicBezTo>
                      <a:pt x="99" y="36"/>
                      <a:pt x="99" y="36"/>
                      <a:pt x="99" y="36"/>
                    </a:cubicBezTo>
                    <a:cubicBezTo>
                      <a:pt x="99" y="36"/>
                      <a:pt x="99" y="36"/>
                      <a:pt x="99" y="36"/>
                    </a:cubicBezTo>
                    <a:cubicBezTo>
                      <a:pt x="99" y="36"/>
                      <a:pt x="99" y="36"/>
                      <a:pt x="99" y="36"/>
                    </a:cubicBezTo>
                    <a:cubicBezTo>
                      <a:pt x="99" y="36"/>
                      <a:pt x="99" y="35"/>
                      <a:pt x="99" y="35"/>
                    </a:cubicBezTo>
                    <a:cubicBezTo>
                      <a:pt x="99" y="35"/>
                      <a:pt x="99" y="35"/>
                      <a:pt x="99" y="35"/>
                    </a:cubicBezTo>
                    <a:cubicBezTo>
                      <a:pt x="99" y="35"/>
                      <a:pt x="99" y="35"/>
                      <a:pt x="99" y="35"/>
                    </a:cubicBezTo>
                    <a:cubicBezTo>
                      <a:pt x="99" y="35"/>
                      <a:pt x="99" y="35"/>
                      <a:pt x="99" y="35"/>
                    </a:cubicBezTo>
                    <a:cubicBezTo>
                      <a:pt x="99" y="35"/>
                      <a:pt x="99" y="35"/>
                      <a:pt x="99" y="35"/>
                    </a:cubicBezTo>
                    <a:cubicBezTo>
                      <a:pt x="99" y="35"/>
                      <a:pt x="99" y="35"/>
                      <a:pt x="99" y="35"/>
                    </a:cubicBezTo>
                    <a:cubicBezTo>
                      <a:pt x="99" y="35"/>
                      <a:pt x="99" y="35"/>
                      <a:pt x="99" y="35"/>
                    </a:cubicBezTo>
                    <a:cubicBezTo>
                      <a:pt x="99" y="35"/>
                      <a:pt x="98" y="35"/>
                      <a:pt x="98" y="35"/>
                    </a:cubicBezTo>
                    <a:cubicBezTo>
                      <a:pt x="98" y="35"/>
                      <a:pt x="98" y="35"/>
                      <a:pt x="98" y="35"/>
                    </a:cubicBezTo>
                    <a:cubicBezTo>
                      <a:pt x="98" y="35"/>
                      <a:pt x="98" y="35"/>
                      <a:pt x="98" y="35"/>
                    </a:cubicBezTo>
                    <a:cubicBezTo>
                      <a:pt x="98" y="35"/>
                      <a:pt x="98" y="35"/>
                      <a:pt x="98" y="35"/>
                    </a:cubicBezTo>
                    <a:cubicBezTo>
                      <a:pt x="98" y="35"/>
                      <a:pt x="98" y="35"/>
                      <a:pt x="98" y="35"/>
                    </a:cubicBezTo>
                    <a:cubicBezTo>
                      <a:pt x="98" y="35"/>
                      <a:pt x="98" y="35"/>
                      <a:pt x="98" y="35"/>
                    </a:cubicBezTo>
                    <a:cubicBezTo>
                      <a:pt x="98" y="35"/>
                      <a:pt x="98" y="35"/>
                      <a:pt x="98" y="35"/>
                    </a:cubicBezTo>
                    <a:cubicBezTo>
                      <a:pt x="98" y="35"/>
                      <a:pt x="98" y="34"/>
                      <a:pt x="98" y="34"/>
                    </a:cubicBezTo>
                    <a:cubicBezTo>
                      <a:pt x="98" y="34"/>
                      <a:pt x="98" y="34"/>
                      <a:pt x="98" y="34"/>
                    </a:cubicBezTo>
                    <a:cubicBezTo>
                      <a:pt x="98" y="34"/>
                      <a:pt x="98" y="34"/>
                      <a:pt x="98" y="34"/>
                    </a:cubicBezTo>
                    <a:cubicBezTo>
                      <a:pt x="98" y="34"/>
                      <a:pt x="98" y="34"/>
                      <a:pt x="98" y="34"/>
                    </a:cubicBezTo>
                    <a:cubicBezTo>
                      <a:pt x="99" y="34"/>
                      <a:pt x="99" y="34"/>
                      <a:pt x="99" y="34"/>
                    </a:cubicBezTo>
                    <a:cubicBezTo>
                      <a:pt x="98" y="34"/>
                      <a:pt x="98" y="34"/>
                      <a:pt x="98" y="34"/>
                    </a:cubicBezTo>
                    <a:cubicBezTo>
                      <a:pt x="98" y="34"/>
                      <a:pt x="98" y="34"/>
                      <a:pt x="98" y="34"/>
                    </a:cubicBezTo>
                    <a:cubicBezTo>
                      <a:pt x="98" y="34"/>
                      <a:pt x="98" y="34"/>
                      <a:pt x="98" y="34"/>
                    </a:cubicBezTo>
                    <a:cubicBezTo>
                      <a:pt x="98" y="34"/>
                      <a:pt x="98" y="34"/>
                      <a:pt x="98" y="34"/>
                    </a:cubicBezTo>
                    <a:cubicBezTo>
                      <a:pt x="98" y="34"/>
                      <a:pt x="98" y="34"/>
                      <a:pt x="98" y="34"/>
                    </a:cubicBezTo>
                    <a:cubicBezTo>
                      <a:pt x="98" y="34"/>
                      <a:pt x="98" y="34"/>
                      <a:pt x="98" y="34"/>
                    </a:cubicBezTo>
                    <a:cubicBezTo>
                      <a:pt x="98" y="34"/>
                      <a:pt x="98" y="33"/>
                      <a:pt x="98" y="33"/>
                    </a:cubicBezTo>
                    <a:cubicBezTo>
                      <a:pt x="98" y="33"/>
                      <a:pt x="98" y="33"/>
                      <a:pt x="98" y="33"/>
                    </a:cubicBezTo>
                    <a:cubicBezTo>
                      <a:pt x="98" y="33"/>
                      <a:pt x="98" y="33"/>
                      <a:pt x="98" y="33"/>
                    </a:cubicBezTo>
                    <a:cubicBezTo>
                      <a:pt x="98" y="33"/>
                      <a:pt x="98" y="33"/>
                      <a:pt x="98" y="33"/>
                    </a:cubicBezTo>
                    <a:cubicBezTo>
                      <a:pt x="98" y="33"/>
                      <a:pt x="98" y="33"/>
                      <a:pt x="98" y="33"/>
                    </a:cubicBezTo>
                    <a:cubicBezTo>
                      <a:pt x="98" y="33"/>
                      <a:pt x="98" y="33"/>
                      <a:pt x="98" y="33"/>
                    </a:cubicBezTo>
                    <a:cubicBezTo>
                      <a:pt x="98" y="33"/>
                      <a:pt x="98" y="33"/>
                      <a:pt x="98" y="32"/>
                    </a:cubicBezTo>
                    <a:cubicBezTo>
                      <a:pt x="98" y="32"/>
                      <a:pt x="98" y="32"/>
                      <a:pt x="98" y="32"/>
                    </a:cubicBezTo>
                    <a:cubicBezTo>
                      <a:pt x="98" y="32"/>
                      <a:pt x="98" y="32"/>
                      <a:pt x="98" y="32"/>
                    </a:cubicBezTo>
                    <a:cubicBezTo>
                      <a:pt x="98" y="32"/>
                      <a:pt x="98" y="32"/>
                      <a:pt x="98" y="32"/>
                    </a:cubicBezTo>
                    <a:cubicBezTo>
                      <a:pt x="98" y="32"/>
                      <a:pt x="98" y="32"/>
                      <a:pt x="98" y="32"/>
                    </a:cubicBezTo>
                    <a:cubicBezTo>
                      <a:pt x="98" y="32"/>
                      <a:pt x="98" y="32"/>
                      <a:pt x="98" y="32"/>
                    </a:cubicBezTo>
                    <a:cubicBezTo>
                      <a:pt x="98" y="32"/>
                      <a:pt x="97" y="32"/>
                      <a:pt x="97" y="32"/>
                    </a:cubicBezTo>
                    <a:cubicBezTo>
                      <a:pt x="97" y="32"/>
                      <a:pt x="97" y="32"/>
                      <a:pt x="97" y="32"/>
                    </a:cubicBezTo>
                    <a:cubicBezTo>
                      <a:pt x="97" y="32"/>
                      <a:pt x="97" y="32"/>
                      <a:pt x="97" y="32"/>
                    </a:cubicBezTo>
                    <a:cubicBezTo>
                      <a:pt x="97" y="32"/>
                      <a:pt x="97" y="32"/>
                      <a:pt x="97" y="32"/>
                    </a:cubicBezTo>
                    <a:cubicBezTo>
                      <a:pt x="97" y="32"/>
                      <a:pt x="97" y="33"/>
                      <a:pt x="97" y="33"/>
                    </a:cubicBezTo>
                    <a:cubicBezTo>
                      <a:pt x="97" y="33"/>
                      <a:pt x="97" y="33"/>
                      <a:pt x="97" y="33"/>
                    </a:cubicBezTo>
                    <a:cubicBezTo>
                      <a:pt x="97" y="33"/>
                      <a:pt x="97" y="33"/>
                      <a:pt x="97" y="33"/>
                    </a:cubicBezTo>
                    <a:cubicBezTo>
                      <a:pt x="97" y="33"/>
                      <a:pt x="97" y="33"/>
                      <a:pt x="97" y="33"/>
                    </a:cubicBezTo>
                    <a:cubicBezTo>
                      <a:pt x="97" y="33"/>
                      <a:pt x="97" y="33"/>
                      <a:pt x="97" y="33"/>
                    </a:cubicBezTo>
                    <a:cubicBezTo>
                      <a:pt x="97" y="33"/>
                      <a:pt x="97" y="33"/>
                      <a:pt x="97" y="33"/>
                    </a:cubicBezTo>
                    <a:cubicBezTo>
                      <a:pt x="97" y="33"/>
                      <a:pt x="97" y="33"/>
                      <a:pt x="97" y="33"/>
                    </a:cubicBezTo>
                    <a:cubicBezTo>
                      <a:pt x="97" y="33"/>
                      <a:pt x="96" y="33"/>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6" y="32"/>
                      <a:pt x="96" y="32"/>
                      <a:pt x="96" y="32"/>
                    </a:cubicBezTo>
                    <a:cubicBezTo>
                      <a:pt x="95" y="32"/>
                      <a:pt x="95" y="32"/>
                      <a:pt x="95" y="32"/>
                    </a:cubicBezTo>
                    <a:cubicBezTo>
                      <a:pt x="95" y="32"/>
                      <a:pt x="95" y="32"/>
                      <a:pt x="95" y="32"/>
                    </a:cubicBezTo>
                    <a:cubicBezTo>
                      <a:pt x="95" y="32"/>
                      <a:pt x="95" y="32"/>
                      <a:pt x="95" y="31"/>
                    </a:cubicBezTo>
                    <a:cubicBezTo>
                      <a:pt x="95" y="31"/>
                      <a:pt x="95" y="31"/>
                      <a:pt x="95" y="31"/>
                    </a:cubicBezTo>
                    <a:cubicBezTo>
                      <a:pt x="95" y="31"/>
                      <a:pt x="95" y="31"/>
                      <a:pt x="95" y="31"/>
                    </a:cubicBezTo>
                    <a:cubicBezTo>
                      <a:pt x="95" y="31"/>
                      <a:pt x="95" y="31"/>
                      <a:pt x="94" y="32"/>
                    </a:cubicBezTo>
                    <a:cubicBezTo>
                      <a:pt x="94" y="32"/>
                      <a:pt x="94" y="32"/>
                      <a:pt x="94" y="32"/>
                    </a:cubicBezTo>
                    <a:cubicBezTo>
                      <a:pt x="94" y="32"/>
                      <a:pt x="94" y="32"/>
                      <a:pt x="94" y="32"/>
                    </a:cubicBezTo>
                    <a:cubicBezTo>
                      <a:pt x="94" y="32"/>
                      <a:pt x="94" y="32"/>
                      <a:pt x="94" y="32"/>
                    </a:cubicBezTo>
                    <a:cubicBezTo>
                      <a:pt x="94" y="32"/>
                      <a:pt x="94" y="32"/>
                      <a:pt x="94" y="32"/>
                    </a:cubicBezTo>
                    <a:cubicBezTo>
                      <a:pt x="94" y="32"/>
                      <a:pt x="94" y="32"/>
                      <a:pt x="94" y="32"/>
                    </a:cubicBezTo>
                    <a:cubicBezTo>
                      <a:pt x="94" y="32"/>
                      <a:pt x="94" y="32"/>
                      <a:pt x="94" y="32"/>
                    </a:cubicBezTo>
                    <a:cubicBezTo>
                      <a:pt x="94" y="32"/>
                      <a:pt x="94" y="32"/>
                      <a:pt x="94" y="32"/>
                    </a:cubicBezTo>
                    <a:cubicBezTo>
                      <a:pt x="94" y="32"/>
                      <a:pt x="93" y="32"/>
                      <a:pt x="93" y="32"/>
                    </a:cubicBezTo>
                    <a:cubicBezTo>
                      <a:pt x="93" y="32"/>
                      <a:pt x="93" y="33"/>
                      <a:pt x="93" y="33"/>
                    </a:cubicBezTo>
                    <a:cubicBezTo>
                      <a:pt x="93" y="33"/>
                      <a:pt x="93" y="33"/>
                      <a:pt x="93" y="33"/>
                    </a:cubicBezTo>
                    <a:cubicBezTo>
                      <a:pt x="93" y="33"/>
                      <a:pt x="93" y="33"/>
                      <a:pt x="93" y="33"/>
                    </a:cubicBezTo>
                    <a:cubicBezTo>
                      <a:pt x="93" y="33"/>
                      <a:pt x="93" y="33"/>
                      <a:pt x="93" y="33"/>
                    </a:cubicBezTo>
                    <a:cubicBezTo>
                      <a:pt x="93" y="33"/>
                      <a:pt x="93" y="33"/>
                      <a:pt x="93" y="33"/>
                    </a:cubicBezTo>
                    <a:cubicBezTo>
                      <a:pt x="93" y="33"/>
                      <a:pt x="93" y="33"/>
                      <a:pt x="93" y="33"/>
                    </a:cubicBezTo>
                    <a:cubicBezTo>
                      <a:pt x="93" y="33"/>
                      <a:pt x="93" y="33"/>
                      <a:pt x="93" y="33"/>
                    </a:cubicBezTo>
                    <a:cubicBezTo>
                      <a:pt x="93" y="33"/>
                      <a:pt x="93" y="33"/>
                      <a:pt x="93" y="33"/>
                    </a:cubicBezTo>
                    <a:cubicBezTo>
                      <a:pt x="93" y="33"/>
                      <a:pt x="93" y="33"/>
                      <a:pt x="93" y="33"/>
                    </a:cubicBezTo>
                    <a:cubicBezTo>
                      <a:pt x="93" y="33"/>
                      <a:pt x="93" y="33"/>
                      <a:pt x="93" y="33"/>
                    </a:cubicBezTo>
                    <a:cubicBezTo>
                      <a:pt x="93" y="34"/>
                      <a:pt x="93" y="34"/>
                      <a:pt x="93" y="34"/>
                    </a:cubicBezTo>
                    <a:cubicBezTo>
                      <a:pt x="93" y="34"/>
                      <a:pt x="93" y="33"/>
                      <a:pt x="93" y="33"/>
                    </a:cubicBezTo>
                    <a:cubicBezTo>
                      <a:pt x="93" y="33"/>
                      <a:pt x="93" y="33"/>
                      <a:pt x="93" y="33"/>
                    </a:cubicBezTo>
                    <a:cubicBezTo>
                      <a:pt x="93" y="33"/>
                      <a:pt x="93" y="33"/>
                      <a:pt x="93" y="33"/>
                    </a:cubicBezTo>
                    <a:cubicBezTo>
                      <a:pt x="93" y="33"/>
                      <a:pt x="93" y="33"/>
                      <a:pt x="93" y="33"/>
                    </a:cubicBezTo>
                    <a:cubicBezTo>
                      <a:pt x="93" y="34"/>
                      <a:pt x="93" y="34"/>
                      <a:pt x="93" y="34"/>
                    </a:cubicBezTo>
                    <a:cubicBezTo>
                      <a:pt x="92" y="34"/>
                      <a:pt x="92" y="34"/>
                      <a:pt x="92" y="34"/>
                    </a:cubicBezTo>
                    <a:cubicBezTo>
                      <a:pt x="92" y="34"/>
                      <a:pt x="92" y="34"/>
                      <a:pt x="92" y="34"/>
                    </a:cubicBezTo>
                    <a:cubicBezTo>
                      <a:pt x="92" y="34"/>
                      <a:pt x="92" y="34"/>
                      <a:pt x="92" y="34"/>
                    </a:cubicBezTo>
                    <a:cubicBezTo>
                      <a:pt x="92" y="34"/>
                      <a:pt x="92" y="34"/>
                      <a:pt x="92" y="34"/>
                    </a:cubicBezTo>
                    <a:cubicBezTo>
                      <a:pt x="92" y="34"/>
                      <a:pt x="92" y="34"/>
                      <a:pt x="92" y="34"/>
                    </a:cubicBezTo>
                    <a:cubicBezTo>
                      <a:pt x="92" y="34"/>
                      <a:pt x="92" y="34"/>
                      <a:pt x="92" y="34"/>
                    </a:cubicBezTo>
                    <a:cubicBezTo>
                      <a:pt x="92" y="34"/>
                      <a:pt x="92" y="34"/>
                      <a:pt x="92" y="34"/>
                    </a:cubicBezTo>
                    <a:cubicBezTo>
                      <a:pt x="92" y="34"/>
                      <a:pt x="92" y="35"/>
                      <a:pt x="92" y="35"/>
                    </a:cubicBezTo>
                    <a:cubicBezTo>
                      <a:pt x="92" y="35"/>
                      <a:pt x="92" y="35"/>
                      <a:pt x="92" y="35"/>
                    </a:cubicBezTo>
                    <a:cubicBezTo>
                      <a:pt x="92" y="35"/>
                      <a:pt x="92" y="35"/>
                      <a:pt x="92" y="35"/>
                    </a:cubicBezTo>
                    <a:cubicBezTo>
                      <a:pt x="92" y="35"/>
                      <a:pt x="92" y="35"/>
                      <a:pt x="92" y="35"/>
                    </a:cubicBezTo>
                    <a:cubicBezTo>
                      <a:pt x="92" y="35"/>
                      <a:pt x="92" y="35"/>
                      <a:pt x="92" y="35"/>
                    </a:cubicBezTo>
                    <a:cubicBezTo>
                      <a:pt x="92" y="35"/>
                      <a:pt x="92" y="35"/>
                      <a:pt x="92" y="35"/>
                    </a:cubicBezTo>
                    <a:cubicBezTo>
                      <a:pt x="92" y="35"/>
                      <a:pt x="92" y="35"/>
                      <a:pt x="92" y="35"/>
                    </a:cubicBezTo>
                    <a:cubicBezTo>
                      <a:pt x="92" y="35"/>
                      <a:pt x="92" y="35"/>
                      <a:pt x="92" y="35"/>
                    </a:cubicBezTo>
                    <a:cubicBezTo>
                      <a:pt x="92" y="35"/>
                      <a:pt x="92" y="35"/>
                      <a:pt x="92" y="35"/>
                    </a:cubicBezTo>
                    <a:cubicBezTo>
                      <a:pt x="92" y="35"/>
                      <a:pt x="92" y="35"/>
                      <a:pt x="92" y="35"/>
                    </a:cubicBezTo>
                    <a:cubicBezTo>
                      <a:pt x="92" y="35"/>
                      <a:pt x="92" y="35"/>
                      <a:pt x="92" y="35"/>
                    </a:cubicBezTo>
                    <a:cubicBezTo>
                      <a:pt x="92" y="35"/>
                      <a:pt x="91" y="35"/>
                      <a:pt x="91" y="35"/>
                    </a:cubicBezTo>
                    <a:cubicBezTo>
                      <a:pt x="91" y="35"/>
                      <a:pt x="91" y="35"/>
                      <a:pt x="91" y="35"/>
                    </a:cubicBezTo>
                    <a:cubicBezTo>
                      <a:pt x="91" y="35"/>
                      <a:pt x="91" y="35"/>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1" y="36"/>
                      <a:pt x="91" y="36"/>
                    </a:cubicBezTo>
                    <a:cubicBezTo>
                      <a:pt x="91" y="36"/>
                      <a:pt x="90" y="36"/>
                      <a:pt x="90" y="36"/>
                    </a:cubicBezTo>
                    <a:cubicBezTo>
                      <a:pt x="90" y="36"/>
                      <a:pt x="90" y="36"/>
                      <a:pt x="90" y="36"/>
                    </a:cubicBezTo>
                    <a:cubicBezTo>
                      <a:pt x="90" y="36"/>
                      <a:pt x="90" y="36"/>
                      <a:pt x="90" y="36"/>
                    </a:cubicBezTo>
                    <a:cubicBezTo>
                      <a:pt x="90" y="36"/>
                      <a:pt x="90" y="36"/>
                      <a:pt x="90" y="36"/>
                    </a:cubicBezTo>
                    <a:cubicBezTo>
                      <a:pt x="90" y="36"/>
                      <a:pt x="90" y="36"/>
                      <a:pt x="90" y="36"/>
                    </a:cubicBezTo>
                    <a:cubicBezTo>
                      <a:pt x="90" y="36"/>
                      <a:pt x="90" y="36"/>
                      <a:pt x="90" y="37"/>
                    </a:cubicBezTo>
                    <a:cubicBezTo>
                      <a:pt x="90" y="37"/>
                      <a:pt x="90" y="37"/>
                      <a:pt x="90" y="37"/>
                    </a:cubicBezTo>
                    <a:cubicBezTo>
                      <a:pt x="90" y="37"/>
                      <a:pt x="90" y="37"/>
                      <a:pt x="90" y="37"/>
                    </a:cubicBezTo>
                    <a:cubicBezTo>
                      <a:pt x="90" y="37"/>
                      <a:pt x="90" y="37"/>
                      <a:pt x="90" y="37"/>
                    </a:cubicBezTo>
                    <a:cubicBezTo>
                      <a:pt x="90" y="37"/>
                      <a:pt x="90" y="37"/>
                      <a:pt x="90" y="37"/>
                    </a:cubicBezTo>
                    <a:cubicBezTo>
                      <a:pt x="90" y="37"/>
                      <a:pt x="90" y="37"/>
                      <a:pt x="90" y="37"/>
                    </a:cubicBezTo>
                    <a:cubicBezTo>
                      <a:pt x="90" y="37"/>
                      <a:pt x="90" y="37"/>
                      <a:pt x="90" y="37"/>
                    </a:cubicBezTo>
                    <a:cubicBezTo>
                      <a:pt x="90" y="37"/>
                      <a:pt x="89" y="37"/>
                      <a:pt x="89" y="37"/>
                    </a:cubicBezTo>
                    <a:cubicBezTo>
                      <a:pt x="89" y="37"/>
                      <a:pt x="89" y="37"/>
                      <a:pt x="89" y="37"/>
                    </a:cubicBezTo>
                    <a:cubicBezTo>
                      <a:pt x="89" y="37"/>
                      <a:pt x="89" y="37"/>
                      <a:pt x="89" y="37"/>
                    </a:cubicBezTo>
                    <a:cubicBezTo>
                      <a:pt x="89" y="37"/>
                      <a:pt x="89" y="37"/>
                      <a:pt x="89" y="37"/>
                    </a:cubicBezTo>
                    <a:cubicBezTo>
                      <a:pt x="89" y="37"/>
                      <a:pt x="89" y="37"/>
                      <a:pt x="89" y="37"/>
                    </a:cubicBezTo>
                    <a:cubicBezTo>
                      <a:pt x="89" y="37"/>
                      <a:pt x="89" y="37"/>
                      <a:pt x="89" y="37"/>
                    </a:cubicBezTo>
                    <a:cubicBezTo>
                      <a:pt x="89" y="37"/>
                      <a:pt x="89" y="38"/>
                      <a:pt x="89" y="38"/>
                    </a:cubicBezTo>
                    <a:cubicBezTo>
                      <a:pt x="89" y="38"/>
                      <a:pt x="89" y="38"/>
                      <a:pt x="88" y="38"/>
                    </a:cubicBezTo>
                    <a:cubicBezTo>
                      <a:pt x="88" y="38"/>
                      <a:pt x="88" y="38"/>
                      <a:pt x="88" y="38"/>
                    </a:cubicBezTo>
                    <a:cubicBezTo>
                      <a:pt x="88" y="38"/>
                      <a:pt x="88" y="38"/>
                      <a:pt x="88" y="38"/>
                    </a:cubicBezTo>
                    <a:cubicBezTo>
                      <a:pt x="88" y="38"/>
                      <a:pt x="88" y="38"/>
                      <a:pt x="88" y="38"/>
                    </a:cubicBezTo>
                    <a:cubicBezTo>
                      <a:pt x="88" y="38"/>
                      <a:pt x="88" y="38"/>
                      <a:pt x="88" y="38"/>
                    </a:cubicBezTo>
                    <a:cubicBezTo>
                      <a:pt x="88" y="38"/>
                      <a:pt x="88" y="38"/>
                      <a:pt x="88" y="38"/>
                    </a:cubicBezTo>
                    <a:cubicBezTo>
                      <a:pt x="88" y="38"/>
                      <a:pt x="88" y="39"/>
                      <a:pt x="88" y="39"/>
                    </a:cubicBezTo>
                    <a:cubicBezTo>
                      <a:pt x="88" y="39"/>
                      <a:pt x="88" y="39"/>
                      <a:pt x="88" y="39"/>
                    </a:cubicBezTo>
                    <a:cubicBezTo>
                      <a:pt x="88" y="39"/>
                      <a:pt x="88" y="39"/>
                      <a:pt x="88" y="39"/>
                    </a:cubicBezTo>
                    <a:cubicBezTo>
                      <a:pt x="88" y="39"/>
                      <a:pt x="88" y="39"/>
                      <a:pt x="88" y="39"/>
                    </a:cubicBezTo>
                    <a:cubicBezTo>
                      <a:pt x="88" y="39"/>
                      <a:pt x="88" y="39"/>
                      <a:pt x="88" y="39"/>
                    </a:cubicBezTo>
                    <a:cubicBezTo>
                      <a:pt x="88" y="39"/>
                      <a:pt x="88" y="40"/>
                      <a:pt x="88" y="40"/>
                    </a:cubicBezTo>
                    <a:cubicBezTo>
                      <a:pt x="88" y="40"/>
                      <a:pt x="88" y="40"/>
                      <a:pt x="88" y="40"/>
                    </a:cubicBezTo>
                    <a:cubicBezTo>
                      <a:pt x="88" y="40"/>
                      <a:pt x="88" y="40"/>
                      <a:pt x="88" y="40"/>
                    </a:cubicBezTo>
                    <a:cubicBezTo>
                      <a:pt x="88" y="41"/>
                      <a:pt x="88" y="41"/>
                      <a:pt x="88" y="41"/>
                    </a:cubicBezTo>
                    <a:cubicBezTo>
                      <a:pt x="88" y="41"/>
                      <a:pt x="88" y="41"/>
                      <a:pt x="88" y="41"/>
                    </a:cubicBezTo>
                    <a:cubicBezTo>
                      <a:pt x="88" y="41"/>
                      <a:pt x="88" y="41"/>
                      <a:pt x="88" y="41"/>
                    </a:cubicBezTo>
                    <a:cubicBezTo>
                      <a:pt x="88" y="41"/>
                      <a:pt x="88" y="41"/>
                      <a:pt x="88" y="41"/>
                    </a:cubicBezTo>
                    <a:cubicBezTo>
                      <a:pt x="87" y="41"/>
                      <a:pt x="87" y="41"/>
                      <a:pt x="87" y="41"/>
                    </a:cubicBezTo>
                    <a:cubicBezTo>
                      <a:pt x="87" y="41"/>
                      <a:pt x="87" y="41"/>
                      <a:pt x="87" y="41"/>
                    </a:cubicBezTo>
                    <a:cubicBezTo>
                      <a:pt x="87" y="41"/>
                      <a:pt x="87" y="41"/>
                      <a:pt x="87" y="41"/>
                    </a:cubicBezTo>
                    <a:cubicBezTo>
                      <a:pt x="87" y="42"/>
                      <a:pt x="87" y="42"/>
                      <a:pt x="87" y="42"/>
                    </a:cubicBezTo>
                    <a:cubicBezTo>
                      <a:pt x="87" y="42"/>
                      <a:pt x="87" y="42"/>
                      <a:pt x="87" y="42"/>
                    </a:cubicBezTo>
                    <a:cubicBezTo>
                      <a:pt x="87" y="42"/>
                      <a:pt x="87" y="42"/>
                      <a:pt x="87" y="42"/>
                    </a:cubicBezTo>
                    <a:cubicBezTo>
                      <a:pt x="87" y="42"/>
                      <a:pt x="87" y="42"/>
                      <a:pt x="87" y="42"/>
                    </a:cubicBezTo>
                    <a:cubicBezTo>
                      <a:pt x="87" y="42"/>
                      <a:pt x="87" y="42"/>
                      <a:pt x="87" y="42"/>
                    </a:cubicBezTo>
                    <a:cubicBezTo>
                      <a:pt x="87" y="42"/>
                      <a:pt x="87" y="42"/>
                      <a:pt x="87" y="42"/>
                    </a:cubicBezTo>
                    <a:cubicBezTo>
                      <a:pt x="87" y="42"/>
                      <a:pt x="87" y="42"/>
                      <a:pt x="87" y="42"/>
                    </a:cubicBezTo>
                    <a:cubicBezTo>
                      <a:pt x="87" y="42"/>
                      <a:pt x="87" y="42"/>
                      <a:pt x="86" y="42"/>
                    </a:cubicBezTo>
                    <a:cubicBezTo>
                      <a:pt x="86" y="42"/>
                      <a:pt x="86" y="42"/>
                      <a:pt x="86" y="43"/>
                    </a:cubicBezTo>
                    <a:cubicBezTo>
                      <a:pt x="86" y="43"/>
                      <a:pt x="86" y="43"/>
                      <a:pt x="86" y="43"/>
                    </a:cubicBezTo>
                    <a:cubicBezTo>
                      <a:pt x="86" y="43"/>
                      <a:pt x="86" y="43"/>
                      <a:pt x="86" y="43"/>
                    </a:cubicBezTo>
                    <a:cubicBezTo>
                      <a:pt x="86" y="43"/>
                      <a:pt x="86" y="43"/>
                      <a:pt x="86" y="43"/>
                    </a:cubicBezTo>
                    <a:cubicBezTo>
                      <a:pt x="86" y="43"/>
                      <a:pt x="86" y="43"/>
                      <a:pt x="86" y="43"/>
                    </a:cubicBezTo>
                    <a:cubicBezTo>
                      <a:pt x="85" y="43"/>
                      <a:pt x="85" y="43"/>
                      <a:pt x="85" y="43"/>
                    </a:cubicBezTo>
                    <a:cubicBezTo>
                      <a:pt x="85" y="43"/>
                      <a:pt x="85" y="43"/>
                      <a:pt x="85" y="43"/>
                    </a:cubicBezTo>
                    <a:cubicBezTo>
                      <a:pt x="85" y="43"/>
                      <a:pt x="85" y="43"/>
                      <a:pt x="85" y="43"/>
                    </a:cubicBezTo>
                    <a:cubicBezTo>
                      <a:pt x="85" y="44"/>
                      <a:pt x="85" y="44"/>
                      <a:pt x="85" y="44"/>
                    </a:cubicBezTo>
                    <a:cubicBezTo>
                      <a:pt x="85" y="44"/>
                      <a:pt x="85" y="44"/>
                      <a:pt x="85" y="44"/>
                    </a:cubicBezTo>
                    <a:cubicBezTo>
                      <a:pt x="85" y="44"/>
                      <a:pt x="85" y="44"/>
                      <a:pt x="85" y="44"/>
                    </a:cubicBezTo>
                    <a:cubicBezTo>
                      <a:pt x="85" y="44"/>
                      <a:pt x="85" y="44"/>
                      <a:pt x="85" y="44"/>
                    </a:cubicBezTo>
                    <a:cubicBezTo>
                      <a:pt x="85" y="44"/>
                      <a:pt x="85" y="44"/>
                      <a:pt x="85" y="44"/>
                    </a:cubicBezTo>
                    <a:cubicBezTo>
                      <a:pt x="85" y="44"/>
                      <a:pt x="85" y="44"/>
                      <a:pt x="84" y="44"/>
                    </a:cubicBezTo>
                    <a:cubicBezTo>
                      <a:pt x="84" y="44"/>
                      <a:pt x="84" y="44"/>
                      <a:pt x="84" y="44"/>
                    </a:cubicBezTo>
                    <a:cubicBezTo>
                      <a:pt x="84" y="44"/>
                      <a:pt x="84" y="44"/>
                      <a:pt x="84" y="44"/>
                    </a:cubicBezTo>
                    <a:cubicBezTo>
                      <a:pt x="84" y="44"/>
                      <a:pt x="84" y="44"/>
                      <a:pt x="84" y="44"/>
                    </a:cubicBezTo>
                    <a:cubicBezTo>
                      <a:pt x="84" y="44"/>
                      <a:pt x="84" y="44"/>
                      <a:pt x="84" y="44"/>
                    </a:cubicBezTo>
                    <a:cubicBezTo>
                      <a:pt x="84" y="44"/>
                      <a:pt x="83" y="44"/>
                      <a:pt x="83" y="45"/>
                    </a:cubicBezTo>
                    <a:cubicBezTo>
                      <a:pt x="83" y="45"/>
                      <a:pt x="83" y="45"/>
                      <a:pt x="83" y="45"/>
                    </a:cubicBezTo>
                    <a:cubicBezTo>
                      <a:pt x="83" y="45"/>
                      <a:pt x="83" y="45"/>
                      <a:pt x="83" y="45"/>
                    </a:cubicBezTo>
                    <a:cubicBezTo>
                      <a:pt x="83" y="45"/>
                      <a:pt x="83" y="45"/>
                      <a:pt x="83" y="45"/>
                    </a:cubicBezTo>
                    <a:cubicBezTo>
                      <a:pt x="82" y="45"/>
                      <a:pt x="82" y="45"/>
                      <a:pt x="82" y="45"/>
                    </a:cubicBezTo>
                    <a:cubicBezTo>
                      <a:pt x="82" y="45"/>
                      <a:pt x="82" y="45"/>
                      <a:pt x="82" y="45"/>
                    </a:cubicBezTo>
                    <a:cubicBezTo>
                      <a:pt x="82" y="45"/>
                      <a:pt x="82" y="45"/>
                      <a:pt x="82" y="45"/>
                    </a:cubicBezTo>
                    <a:cubicBezTo>
                      <a:pt x="82" y="45"/>
                      <a:pt x="82" y="45"/>
                      <a:pt x="82" y="45"/>
                    </a:cubicBezTo>
                    <a:cubicBezTo>
                      <a:pt x="82" y="45"/>
                      <a:pt x="82" y="45"/>
                      <a:pt x="82" y="45"/>
                    </a:cubicBezTo>
                    <a:cubicBezTo>
                      <a:pt x="82" y="45"/>
                      <a:pt x="82" y="45"/>
                      <a:pt x="82" y="45"/>
                    </a:cubicBezTo>
                    <a:cubicBezTo>
                      <a:pt x="82" y="45"/>
                      <a:pt x="82" y="45"/>
                      <a:pt x="82" y="45"/>
                    </a:cubicBezTo>
                    <a:cubicBezTo>
                      <a:pt x="82" y="45"/>
                      <a:pt x="82" y="45"/>
                      <a:pt x="81" y="45"/>
                    </a:cubicBezTo>
                    <a:cubicBezTo>
                      <a:pt x="81" y="45"/>
                      <a:pt x="81" y="45"/>
                      <a:pt x="81" y="45"/>
                    </a:cubicBezTo>
                    <a:cubicBezTo>
                      <a:pt x="81" y="45"/>
                      <a:pt x="81" y="45"/>
                      <a:pt x="81" y="45"/>
                    </a:cubicBezTo>
                    <a:cubicBezTo>
                      <a:pt x="81" y="45"/>
                      <a:pt x="81" y="45"/>
                      <a:pt x="81" y="45"/>
                    </a:cubicBezTo>
                    <a:cubicBezTo>
                      <a:pt x="81" y="45"/>
                      <a:pt x="81" y="46"/>
                      <a:pt x="81" y="46"/>
                    </a:cubicBezTo>
                    <a:cubicBezTo>
                      <a:pt x="81" y="46"/>
                      <a:pt x="81" y="46"/>
                      <a:pt x="81" y="46"/>
                    </a:cubicBezTo>
                    <a:cubicBezTo>
                      <a:pt x="81" y="46"/>
                      <a:pt x="81" y="46"/>
                      <a:pt x="81" y="46"/>
                    </a:cubicBezTo>
                    <a:cubicBezTo>
                      <a:pt x="81" y="46"/>
                      <a:pt x="81" y="46"/>
                      <a:pt x="81" y="46"/>
                    </a:cubicBezTo>
                    <a:cubicBezTo>
                      <a:pt x="81" y="46"/>
                      <a:pt x="81" y="46"/>
                      <a:pt x="81" y="46"/>
                    </a:cubicBezTo>
                    <a:cubicBezTo>
                      <a:pt x="81" y="46"/>
                      <a:pt x="81" y="46"/>
                      <a:pt x="81" y="46"/>
                    </a:cubicBezTo>
                    <a:cubicBezTo>
                      <a:pt x="81" y="46"/>
                      <a:pt x="81" y="46"/>
                      <a:pt x="81" y="47"/>
                    </a:cubicBezTo>
                    <a:cubicBezTo>
                      <a:pt x="81" y="47"/>
                      <a:pt x="81" y="47"/>
                      <a:pt x="81" y="47"/>
                    </a:cubicBezTo>
                    <a:cubicBezTo>
                      <a:pt x="81" y="47"/>
                      <a:pt x="81" y="47"/>
                      <a:pt x="81" y="47"/>
                    </a:cubicBezTo>
                    <a:cubicBezTo>
                      <a:pt x="81" y="47"/>
                      <a:pt x="81" y="47"/>
                      <a:pt x="81" y="47"/>
                    </a:cubicBezTo>
                    <a:cubicBezTo>
                      <a:pt x="81" y="47"/>
                      <a:pt x="81" y="47"/>
                      <a:pt x="81" y="47"/>
                    </a:cubicBezTo>
                    <a:cubicBezTo>
                      <a:pt x="81" y="47"/>
                      <a:pt x="81" y="47"/>
                      <a:pt x="81" y="47"/>
                    </a:cubicBezTo>
                    <a:cubicBezTo>
                      <a:pt x="81" y="47"/>
                      <a:pt x="81" y="47"/>
                      <a:pt x="81" y="47"/>
                    </a:cubicBezTo>
                    <a:cubicBezTo>
                      <a:pt x="81" y="47"/>
                      <a:pt x="81" y="47"/>
                      <a:pt x="81" y="47"/>
                    </a:cubicBezTo>
                    <a:cubicBezTo>
                      <a:pt x="81" y="47"/>
                      <a:pt x="81" y="47"/>
                      <a:pt x="81" y="47"/>
                    </a:cubicBezTo>
                    <a:cubicBezTo>
                      <a:pt x="81" y="47"/>
                      <a:pt x="81" y="47"/>
                      <a:pt x="81" y="47"/>
                    </a:cubicBezTo>
                    <a:cubicBezTo>
                      <a:pt x="81" y="47"/>
                      <a:pt x="81" y="47"/>
                      <a:pt x="80" y="47"/>
                    </a:cubicBezTo>
                    <a:cubicBezTo>
                      <a:pt x="80" y="47"/>
                      <a:pt x="80" y="47"/>
                      <a:pt x="80" y="47"/>
                    </a:cubicBezTo>
                    <a:cubicBezTo>
                      <a:pt x="80" y="47"/>
                      <a:pt x="80" y="47"/>
                      <a:pt x="80" y="47"/>
                    </a:cubicBezTo>
                    <a:cubicBezTo>
                      <a:pt x="80" y="47"/>
                      <a:pt x="80" y="47"/>
                      <a:pt x="80" y="47"/>
                    </a:cubicBezTo>
                    <a:cubicBezTo>
                      <a:pt x="80" y="47"/>
                      <a:pt x="80" y="47"/>
                      <a:pt x="80" y="47"/>
                    </a:cubicBezTo>
                    <a:cubicBezTo>
                      <a:pt x="80" y="47"/>
                      <a:pt x="80" y="47"/>
                      <a:pt x="80" y="47"/>
                    </a:cubicBezTo>
                    <a:cubicBezTo>
                      <a:pt x="80" y="48"/>
                      <a:pt x="80" y="48"/>
                      <a:pt x="80" y="48"/>
                    </a:cubicBezTo>
                    <a:cubicBezTo>
                      <a:pt x="80" y="48"/>
                      <a:pt x="80" y="48"/>
                      <a:pt x="80" y="48"/>
                    </a:cubicBezTo>
                    <a:cubicBezTo>
                      <a:pt x="80" y="48"/>
                      <a:pt x="80" y="48"/>
                      <a:pt x="80" y="48"/>
                    </a:cubicBezTo>
                    <a:cubicBezTo>
                      <a:pt x="80" y="48"/>
                      <a:pt x="80" y="48"/>
                      <a:pt x="80" y="48"/>
                    </a:cubicBezTo>
                    <a:cubicBezTo>
                      <a:pt x="80" y="48"/>
                      <a:pt x="80" y="48"/>
                      <a:pt x="80" y="48"/>
                    </a:cubicBezTo>
                    <a:cubicBezTo>
                      <a:pt x="80" y="48"/>
                      <a:pt x="80" y="48"/>
                      <a:pt x="80" y="48"/>
                    </a:cubicBezTo>
                    <a:cubicBezTo>
                      <a:pt x="80" y="48"/>
                      <a:pt x="80" y="48"/>
                      <a:pt x="80" y="48"/>
                    </a:cubicBezTo>
                    <a:cubicBezTo>
                      <a:pt x="80" y="48"/>
                      <a:pt x="80" y="48"/>
                      <a:pt x="80" y="48"/>
                    </a:cubicBezTo>
                    <a:cubicBezTo>
                      <a:pt x="80" y="48"/>
                      <a:pt x="80" y="49"/>
                      <a:pt x="80" y="49"/>
                    </a:cubicBezTo>
                    <a:cubicBezTo>
                      <a:pt x="80" y="49"/>
                      <a:pt x="80" y="49"/>
                      <a:pt x="80" y="49"/>
                    </a:cubicBezTo>
                    <a:cubicBezTo>
                      <a:pt x="80" y="49"/>
                      <a:pt x="80" y="49"/>
                      <a:pt x="80" y="49"/>
                    </a:cubicBezTo>
                    <a:cubicBezTo>
                      <a:pt x="80" y="49"/>
                      <a:pt x="80" y="49"/>
                      <a:pt x="79" y="49"/>
                    </a:cubicBezTo>
                    <a:cubicBezTo>
                      <a:pt x="79" y="49"/>
                      <a:pt x="79" y="49"/>
                      <a:pt x="79" y="49"/>
                    </a:cubicBezTo>
                    <a:cubicBezTo>
                      <a:pt x="79" y="49"/>
                      <a:pt x="79" y="49"/>
                      <a:pt x="79" y="49"/>
                    </a:cubicBezTo>
                    <a:cubicBezTo>
                      <a:pt x="79" y="49"/>
                      <a:pt x="79" y="49"/>
                      <a:pt x="79" y="49"/>
                    </a:cubicBezTo>
                    <a:cubicBezTo>
                      <a:pt x="79" y="49"/>
                      <a:pt x="79" y="49"/>
                      <a:pt x="79" y="49"/>
                    </a:cubicBezTo>
                    <a:cubicBezTo>
                      <a:pt x="79" y="49"/>
                      <a:pt x="79" y="49"/>
                      <a:pt x="79" y="49"/>
                    </a:cubicBezTo>
                    <a:cubicBezTo>
                      <a:pt x="79" y="49"/>
                      <a:pt x="79" y="49"/>
                      <a:pt x="79" y="50"/>
                    </a:cubicBezTo>
                    <a:cubicBezTo>
                      <a:pt x="79" y="50"/>
                      <a:pt x="79" y="50"/>
                      <a:pt x="79" y="50"/>
                    </a:cubicBezTo>
                    <a:cubicBezTo>
                      <a:pt x="79" y="50"/>
                      <a:pt x="79" y="50"/>
                      <a:pt x="79" y="50"/>
                    </a:cubicBezTo>
                    <a:cubicBezTo>
                      <a:pt x="79" y="50"/>
                      <a:pt x="79" y="50"/>
                      <a:pt x="79" y="50"/>
                    </a:cubicBezTo>
                    <a:cubicBezTo>
                      <a:pt x="79" y="50"/>
                      <a:pt x="79" y="50"/>
                      <a:pt x="79" y="50"/>
                    </a:cubicBezTo>
                    <a:cubicBezTo>
                      <a:pt x="79" y="50"/>
                      <a:pt x="79" y="50"/>
                      <a:pt x="79" y="50"/>
                    </a:cubicBezTo>
                    <a:cubicBezTo>
                      <a:pt x="78" y="50"/>
                      <a:pt x="78" y="50"/>
                      <a:pt x="78" y="50"/>
                    </a:cubicBezTo>
                    <a:cubicBezTo>
                      <a:pt x="78" y="50"/>
                      <a:pt x="78" y="50"/>
                      <a:pt x="78" y="51"/>
                    </a:cubicBezTo>
                    <a:cubicBezTo>
                      <a:pt x="78" y="51"/>
                      <a:pt x="78" y="51"/>
                      <a:pt x="78" y="51"/>
                    </a:cubicBezTo>
                    <a:cubicBezTo>
                      <a:pt x="78" y="51"/>
                      <a:pt x="78" y="51"/>
                      <a:pt x="78" y="51"/>
                    </a:cubicBezTo>
                    <a:cubicBezTo>
                      <a:pt x="78" y="51"/>
                      <a:pt x="78" y="51"/>
                      <a:pt x="78" y="51"/>
                    </a:cubicBezTo>
                    <a:cubicBezTo>
                      <a:pt x="78" y="51"/>
                      <a:pt x="78" y="51"/>
                      <a:pt x="78" y="51"/>
                    </a:cubicBezTo>
                    <a:cubicBezTo>
                      <a:pt x="78" y="51"/>
                      <a:pt x="78" y="52"/>
                      <a:pt x="78" y="52"/>
                    </a:cubicBezTo>
                    <a:cubicBezTo>
                      <a:pt x="78" y="52"/>
                      <a:pt x="78" y="52"/>
                      <a:pt x="78" y="52"/>
                    </a:cubicBezTo>
                    <a:cubicBezTo>
                      <a:pt x="78" y="52"/>
                      <a:pt x="78" y="51"/>
                      <a:pt x="78" y="51"/>
                    </a:cubicBezTo>
                    <a:cubicBezTo>
                      <a:pt x="78" y="51"/>
                      <a:pt x="78" y="51"/>
                      <a:pt x="78" y="51"/>
                    </a:cubicBezTo>
                    <a:cubicBezTo>
                      <a:pt x="78" y="51"/>
                      <a:pt x="78" y="51"/>
                      <a:pt x="78" y="51"/>
                    </a:cubicBezTo>
                    <a:cubicBezTo>
                      <a:pt x="78" y="51"/>
                      <a:pt x="78" y="51"/>
                      <a:pt x="78" y="51"/>
                    </a:cubicBezTo>
                    <a:cubicBezTo>
                      <a:pt x="78" y="50"/>
                      <a:pt x="78" y="50"/>
                      <a:pt x="78" y="50"/>
                    </a:cubicBezTo>
                    <a:cubicBezTo>
                      <a:pt x="78" y="50"/>
                      <a:pt x="78" y="50"/>
                      <a:pt x="78" y="50"/>
                    </a:cubicBezTo>
                    <a:cubicBezTo>
                      <a:pt x="78" y="50"/>
                      <a:pt x="78" y="50"/>
                      <a:pt x="78" y="50"/>
                    </a:cubicBezTo>
                    <a:cubicBezTo>
                      <a:pt x="78" y="50"/>
                      <a:pt x="78" y="50"/>
                      <a:pt x="78" y="51"/>
                    </a:cubicBezTo>
                    <a:cubicBezTo>
                      <a:pt x="78" y="51"/>
                      <a:pt x="78" y="51"/>
                      <a:pt x="78" y="51"/>
                    </a:cubicBezTo>
                    <a:cubicBezTo>
                      <a:pt x="78" y="51"/>
                      <a:pt x="78"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7" y="51"/>
                      <a:pt x="77" y="51"/>
                      <a:pt x="77"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6" y="51"/>
                      <a:pt x="76" y="51"/>
                    </a:cubicBezTo>
                    <a:cubicBezTo>
                      <a:pt x="76" y="51"/>
                      <a:pt x="77" y="51"/>
                      <a:pt x="77" y="50"/>
                    </a:cubicBezTo>
                    <a:cubicBezTo>
                      <a:pt x="77" y="50"/>
                      <a:pt x="77" y="50"/>
                      <a:pt x="77" y="50"/>
                    </a:cubicBezTo>
                    <a:cubicBezTo>
                      <a:pt x="77" y="50"/>
                      <a:pt x="77" y="50"/>
                      <a:pt x="77" y="50"/>
                    </a:cubicBezTo>
                    <a:cubicBezTo>
                      <a:pt x="77" y="50"/>
                      <a:pt x="77" y="49"/>
                      <a:pt x="76" y="49"/>
                    </a:cubicBezTo>
                    <a:cubicBezTo>
                      <a:pt x="76" y="49"/>
                      <a:pt x="76" y="49"/>
                      <a:pt x="76" y="49"/>
                    </a:cubicBezTo>
                    <a:cubicBezTo>
                      <a:pt x="76" y="49"/>
                      <a:pt x="76" y="49"/>
                      <a:pt x="76" y="49"/>
                    </a:cubicBezTo>
                    <a:cubicBezTo>
                      <a:pt x="76" y="49"/>
                      <a:pt x="76" y="49"/>
                      <a:pt x="76" y="49"/>
                    </a:cubicBezTo>
                    <a:cubicBezTo>
                      <a:pt x="76" y="49"/>
                      <a:pt x="76" y="49"/>
                      <a:pt x="76" y="49"/>
                    </a:cubicBezTo>
                    <a:cubicBezTo>
                      <a:pt x="76" y="49"/>
                      <a:pt x="76" y="49"/>
                      <a:pt x="76" y="49"/>
                    </a:cubicBezTo>
                    <a:cubicBezTo>
                      <a:pt x="76" y="49"/>
                      <a:pt x="76" y="49"/>
                      <a:pt x="76" y="49"/>
                    </a:cubicBezTo>
                    <a:cubicBezTo>
                      <a:pt x="76" y="49"/>
                      <a:pt x="76" y="49"/>
                      <a:pt x="76" y="49"/>
                    </a:cubicBezTo>
                    <a:cubicBezTo>
                      <a:pt x="76" y="49"/>
                      <a:pt x="76" y="49"/>
                      <a:pt x="76" y="49"/>
                    </a:cubicBezTo>
                    <a:cubicBezTo>
                      <a:pt x="76" y="49"/>
                      <a:pt x="76" y="49"/>
                      <a:pt x="76" y="49"/>
                    </a:cubicBezTo>
                    <a:cubicBezTo>
                      <a:pt x="76" y="49"/>
                      <a:pt x="76" y="49"/>
                      <a:pt x="76" y="49"/>
                    </a:cubicBezTo>
                    <a:cubicBezTo>
                      <a:pt x="76" y="49"/>
                      <a:pt x="76" y="49"/>
                      <a:pt x="77" y="49"/>
                    </a:cubicBezTo>
                    <a:cubicBezTo>
                      <a:pt x="77" y="49"/>
                      <a:pt x="77" y="49"/>
                      <a:pt x="77" y="48"/>
                    </a:cubicBezTo>
                    <a:cubicBezTo>
                      <a:pt x="77" y="48"/>
                      <a:pt x="77" y="48"/>
                      <a:pt x="77" y="48"/>
                    </a:cubicBezTo>
                    <a:cubicBezTo>
                      <a:pt x="77" y="48"/>
                      <a:pt x="77" y="48"/>
                      <a:pt x="77" y="48"/>
                    </a:cubicBezTo>
                    <a:cubicBezTo>
                      <a:pt x="77" y="48"/>
                      <a:pt x="77" y="48"/>
                      <a:pt x="77" y="47"/>
                    </a:cubicBezTo>
                    <a:cubicBezTo>
                      <a:pt x="77" y="47"/>
                      <a:pt x="77" y="47"/>
                      <a:pt x="77" y="47"/>
                    </a:cubicBezTo>
                    <a:cubicBezTo>
                      <a:pt x="77" y="47"/>
                      <a:pt x="77" y="47"/>
                      <a:pt x="77" y="47"/>
                    </a:cubicBezTo>
                    <a:cubicBezTo>
                      <a:pt x="77" y="47"/>
                      <a:pt x="77" y="47"/>
                      <a:pt x="77" y="47"/>
                    </a:cubicBezTo>
                    <a:cubicBezTo>
                      <a:pt x="77" y="47"/>
                      <a:pt x="77" y="47"/>
                      <a:pt x="77" y="47"/>
                    </a:cubicBezTo>
                    <a:cubicBezTo>
                      <a:pt x="77" y="47"/>
                      <a:pt x="77" y="47"/>
                      <a:pt x="77" y="47"/>
                    </a:cubicBezTo>
                    <a:cubicBezTo>
                      <a:pt x="77" y="47"/>
                      <a:pt x="78" y="47"/>
                      <a:pt x="78" y="47"/>
                    </a:cubicBezTo>
                    <a:cubicBezTo>
                      <a:pt x="78" y="46"/>
                      <a:pt x="78" y="46"/>
                      <a:pt x="78" y="46"/>
                    </a:cubicBezTo>
                    <a:cubicBezTo>
                      <a:pt x="78" y="46"/>
                      <a:pt x="78" y="46"/>
                      <a:pt x="78" y="46"/>
                    </a:cubicBezTo>
                    <a:cubicBezTo>
                      <a:pt x="78" y="46"/>
                      <a:pt x="78" y="46"/>
                      <a:pt x="78" y="46"/>
                    </a:cubicBezTo>
                    <a:cubicBezTo>
                      <a:pt x="78" y="46"/>
                      <a:pt x="78" y="46"/>
                      <a:pt x="78" y="46"/>
                    </a:cubicBezTo>
                    <a:cubicBezTo>
                      <a:pt x="78" y="46"/>
                      <a:pt x="78" y="46"/>
                      <a:pt x="78" y="46"/>
                    </a:cubicBezTo>
                    <a:cubicBezTo>
                      <a:pt x="78" y="46"/>
                      <a:pt x="78" y="46"/>
                      <a:pt x="78" y="46"/>
                    </a:cubicBezTo>
                    <a:cubicBezTo>
                      <a:pt x="78" y="46"/>
                      <a:pt x="78" y="46"/>
                      <a:pt x="78" y="46"/>
                    </a:cubicBezTo>
                    <a:cubicBezTo>
                      <a:pt x="78" y="46"/>
                      <a:pt x="78" y="46"/>
                      <a:pt x="78" y="46"/>
                    </a:cubicBezTo>
                    <a:cubicBezTo>
                      <a:pt x="78" y="46"/>
                      <a:pt x="78" y="45"/>
                      <a:pt x="78" y="45"/>
                    </a:cubicBezTo>
                    <a:cubicBezTo>
                      <a:pt x="78" y="45"/>
                      <a:pt x="78" y="45"/>
                      <a:pt x="79" y="45"/>
                    </a:cubicBezTo>
                    <a:cubicBezTo>
                      <a:pt x="79" y="45"/>
                      <a:pt x="79" y="45"/>
                      <a:pt x="79" y="45"/>
                    </a:cubicBezTo>
                    <a:cubicBezTo>
                      <a:pt x="79" y="45"/>
                      <a:pt x="79" y="45"/>
                      <a:pt x="79" y="45"/>
                    </a:cubicBezTo>
                    <a:cubicBezTo>
                      <a:pt x="79" y="45"/>
                      <a:pt x="79" y="45"/>
                      <a:pt x="79" y="45"/>
                    </a:cubicBezTo>
                    <a:cubicBezTo>
                      <a:pt x="79" y="45"/>
                      <a:pt x="79" y="45"/>
                      <a:pt x="79" y="45"/>
                    </a:cubicBezTo>
                    <a:cubicBezTo>
                      <a:pt x="79" y="45"/>
                      <a:pt x="79" y="45"/>
                      <a:pt x="79" y="45"/>
                    </a:cubicBezTo>
                    <a:cubicBezTo>
                      <a:pt x="79" y="45"/>
                      <a:pt x="79" y="44"/>
                      <a:pt x="79" y="44"/>
                    </a:cubicBezTo>
                    <a:cubicBezTo>
                      <a:pt x="79" y="44"/>
                      <a:pt x="79" y="44"/>
                      <a:pt x="79" y="44"/>
                    </a:cubicBezTo>
                    <a:cubicBezTo>
                      <a:pt x="79" y="44"/>
                      <a:pt x="79" y="44"/>
                      <a:pt x="79" y="44"/>
                    </a:cubicBezTo>
                    <a:cubicBezTo>
                      <a:pt x="79" y="44"/>
                      <a:pt x="79" y="44"/>
                      <a:pt x="79" y="44"/>
                    </a:cubicBezTo>
                    <a:cubicBezTo>
                      <a:pt x="79" y="44"/>
                      <a:pt x="79" y="44"/>
                      <a:pt x="79" y="44"/>
                    </a:cubicBezTo>
                    <a:cubicBezTo>
                      <a:pt x="79" y="44"/>
                      <a:pt x="79" y="44"/>
                      <a:pt x="79" y="44"/>
                    </a:cubicBezTo>
                    <a:cubicBezTo>
                      <a:pt x="79" y="44"/>
                      <a:pt x="79" y="44"/>
                      <a:pt x="79" y="44"/>
                    </a:cubicBezTo>
                    <a:cubicBezTo>
                      <a:pt x="79" y="44"/>
                      <a:pt x="79" y="44"/>
                      <a:pt x="79" y="44"/>
                    </a:cubicBezTo>
                    <a:cubicBezTo>
                      <a:pt x="79" y="44"/>
                      <a:pt x="79" y="44"/>
                      <a:pt x="79" y="44"/>
                    </a:cubicBezTo>
                    <a:cubicBezTo>
                      <a:pt x="79" y="44"/>
                      <a:pt x="79" y="43"/>
                      <a:pt x="79" y="43"/>
                    </a:cubicBezTo>
                    <a:cubicBezTo>
                      <a:pt x="79" y="43"/>
                      <a:pt x="79" y="43"/>
                      <a:pt x="79" y="43"/>
                    </a:cubicBezTo>
                    <a:cubicBezTo>
                      <a:pt x="79" y="43"/>
                      <a:pt x="79" y="43"/>
                      <a:pt x="78" y="43"/>
                    </a:cubicBezTo>
                    <a:cubicBezTo>
                      <a:pt x="78" y="43"/>
                      <a:pt x="78" y="43"/>
                      <a:pt x="78" y="43"/>
                    </a:cubicBezTo>
                    <a:cubicBezTo>
                      <a:pt x="78" y="43"/>
                      <a:pt x="78" y="43"/>
                      <a:pt x="78" y="43"/>
                    </a:cubicBezTo>
                    <a:cubicBezTo>
                      <a:pt x="78" y="43"/>
                      <a:pt x="78" y="43"/>
                      <a:pt x="78" y="43"/>
                    </a:cubicBezTo>
                    <a:cubicBezTo>
                      <a:pt x="78" y="43"/>
                      <a:pt x="78" y="43"/>
                      <a:pt x="78" y="43"/>
                    </a:cubicBezTo>
                    <a:cubicBezTo>
                      <a:pt x="78" y="43"/>
                      <a:pt x="78" y="43"/>
                      <a:pt x="78" y="43"/>
                    </a:cubicBezTo>
                    <a:cubicBezTo>
                      <a:pt x="78" y="43"/>
                      <a:pt x="78" y="43"/>
                      <a:pt x="78" y="43"/>
                    </a:cubicBezTo>
                    <a:cubicBezTo>
                      <a:pt x="78" y="43"/>
                      <a:pt x="78" y="43"/>
                      <a:pt x="78" y="43"/>
                    </a:cubicBezTo>
                    <a:cubicBezTo>
                      <a:pt x="78" y="43"/>
                      <a:pt x="78" y="43"/>
                      <a:pt x="78" y="43"/>
                    </a:cubicBezTo>
                    <a:cubicBezTo>
                      <a:pt x="78" y="43"/>
                      <a:pt x="78" y="43"/>
                      <a:pt x="78" y="43"/>
                    </a:cubicBezTo>
                    <a:cubicBezTo>
                      <a:pt x="78" y="43"/>
                      <a:pt x="78"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3"/>
                    </a:cubicBezTo>
                    <a:cubicBezTo>
                      <a:pt x="77" y="43"/>
                      <a:pt x="77" y="43"/>
                      <a:pt x="77" y="42"/>
                    </a:cubicBezTo>
                    <a:cubicBezTo>
                      <a:pt x="77" y="42"/>
                      <a:pt x="77" y="42"/>
                      <a:pt x="77" y="42"/>
                    </a:cubicBezTo>
                    <a:cubicBezTo>
                      <a:pt x="77" y="42"/>
                      <a:pt x="77" y="42"/>
                      <a:pt x="77" y="42"/>
                    </a:cubicBezTo>
                    <a:cubicBezTo>
                      <a:pt x="76" y="42"/>
                      <a:pt x="76" y="42"/>
                      <a:pt x="76" y="42"/>
                    </a:cubicBezTo>
                    <a:cubicBezTo>
                      <a:pt x="76" y="42"/>
                      <a:pt x="76" y="42"/>
                      <a:pt x="76" y="42"/>
                    </a:cubicBezTo>
                    <a:cubicBezTo>
                      <a:pt x="76" y="42"/>
                      <a:pt x="76" y="42"/>
                      <a:pt x="76" y="42"/>
                    </a:cubicBezTo>
                    <a:cubicBezTo>
                      <a:pt x="76" y="41"/>
                      <a:pt x="76" y="41"/>
                      <a:pt x="76" y="41"/>
                    </a:cubicBezTo>
                    <a:cubicBezTo>
                      <a:pt x="76" y="41"/>
                      <a:pt x="76" y="41"/>
                      <a:pt x="76" y="41"/>
                    </a:cubicBezTo>
                    <a:cubicBezTo>
                      <a:pt x="76" y="41"/>
                      <a:pt x="76" y="41"/>
                      <a:pt x="76" y="41"/>
                    </a:cubicBezTo>
                    <a:cubicBezTo>
                      <a:pt x="76" y="41"/>
                      <a:pt x="76" y="41"/>
                      <a:pt x="76" y="41"/>
                    </a:cubicBezTo>
                    <a:cubicBezTo>
                      <a:pt x="76" y="41"/>
                      <a:pt x="76" y="41"/>
                      <a:pt x="75" y="41"/>
                    </a:cubicBezTo>
                    <a:cubicBezTo>
                      <a:pt x="75" y="41"/>
                      <a:pt x="75" y="41"/>
                      <a:pt x="75" y="41"/>
                    </a:cubicBezTo>
                    <a:cubicBezTo>
                      <a:pt x="75" y="41"/>
                      <a:pt x="75" y="41"/>
                      <a:pt x="75" y="41"/>
                    </a:cubicBezTo>
                    <a:cubicBezTo>
                      <a:pt x="75" y="41"/>
                      <a:pt x="76" y="41"/>
                      <a:pt x="76" y="41"/>
                    </a:cubicBezTo>
                    <a:cubicBezTo>
                      <a:pt x="76" y="41"/>
                      <a:pt x="76" y="41"/>
                      <a:pt x="76" y="41"/>
                    </a:cubicBezTo>
                    <a:cubicBezTo>
                      <a:pt x="76" y="41"/>
                      <a:pt x="76" y="41"/>
                      <a:pt x="76" y="41"/>
                    </a:cubicBezTo>
                    <a:cubicBezTo>
                      <a:pt x="76" y="41"/>
                      <a:pt x="76" y="41"/>
                      <a:pt x="76" y="41"/>
                    </a:cubicBezTo>
                    <a:cubicBezTo>
                      <a:pt x="76" y="41"/>
                      <a:pt x="76" y="41"/>
                      <a:pt x="76" y="40"/>
                    </a:cubicBezTo>
                    <a:cubicBezTo>
                      <a:pt x="76" y="40"/>
                      <a:pt x="76" y="40"/>
                      <a:pt x="76" y="40"/>
                    </a:cubicBezTo>
                    <a:cubicBezTo>
                      <a:pt x="76" y="40"/>
                      <a:pt x="76" y="40"/>
                      <a:pt x="76" y="40"/>
                    </a:cubicBezTo>
                    <a:cubicBezTo>
                      <a:pt x="76" y="40"/>
                      <a:pt x="76" y="40"/>
                      <a:pt x="76" y="40"/>
                    </a:cubicBezTo>
                    <a:cubicBezTo>
                      <a:pt x="76" y="40"/>
                      <a:pt x="76" y="40"/>
                      <a:pt x="75" y="40"/>
                    </a:cubicBezTo>
                    <a:cubicBezTo>
                      <a:pt x="75" y="40"/>
                      <a:pt x="75" y="40"/>
                      <a:pt x="75" y="40"/>
                    </a:cubicBezTo>
                    <a:cubicBezTo>
                      <a:pt x="75" y="40"/>
                      <a:pt x="75" y="40"/>
                      <a:pt x="75" y="40"/>
                    </a:cubicBezTo>
                    <a:cubicBezTo>
                      <a:pt x="75" y="40"/>
                      <a:pt x="75" y="40"/>
                      <a:pt x="75" y="39"/>
                    </a:cubicBezTo>
                    <a:cubicBezTo>
                      <a:pt x="75" y="39"/>
                      <a:pt x="75" y="39"/>
                      <a:pt x="75" y="39"/>
                    </a:cubicBezTo>
                    <a:cubicBezTo>
                      <a:pt x="75" y="39"/>
                      <a:pt x="75" y="39"/>
                      <a:pt x="75" y="39"/>
                    </a:cubicBezTo>
                    <a:cubicBezTo>
                      <a:pt x="75" y="39"/>
                      <a:pt x="75" y="39"/>
                      <a:pt x="75" y="39"/>
                    </a:cubicBezTo>
                    <a:cubicBezTo>
                      <a:pt x="75" y="39"/>
                      <a:pt x="75" y="39"/>
                      <a:pt x="75" y="39"/>
                    </a:cubicBezTo>
                    <a:cubicBezTo>
                      <a:pt x="75" y="39"/>
                      <a:pt x="75" y="39"/>
                      <a:pt x="75" y="39"/>
                    </a:cubicBezTo>
                    <a:cubicBezTo>
                      <a:pt x="75" y="39"/>
                      <a:pt x="75" y="39"/>
                      <a:pt x="75" y="39"/>
                    </a:cubicBezTo>
                    <a:cubicBezTo>
                      <a:pt x="75" y="39"/>
                      <a:pt x="75" y="39"/>
                      <a:pt x="75" y="39"/>
                    </a:cubicBezTo>
                    <a:cubicBezTo>
                      <a:pt x="75" y="39"/>
                      <a:pt x="75" y="39"/>
                      <a:pt x="75" y="39"/>
                    </a:cubicBezTo>
                    <a:cubicBezTo>
                      <a:pt x="75" y="39"/>
                      <a:pt x="75" y="39"/>
                      <a:pt x="75" y="39"/>
                    </a:cubicBezTo>
                    <a:cubicBezTo>
                      <a:pt x="75" y="39"/>
                      <a:pt x="74" y="39"/>
                      <a:pt x="74" y="39"/>
                    </a:cubicBezTo>
                    <a:cubicBezTo>
                      <a:pt x="74" y="39"/>
                      <a:pt x="74" y="39"/>
                      <a:pt x="74" y="39"/>
                    </a:cubicBezTo>
                    <a:cubicBezTo>
                      <a:pt x="74" y="39"/>
                      <a:pt x="74" y="39"/>
                      <a:pt x="74" y="39"/>
                    </a:cubicBezTo>
                    <a:cubicBezTo>
                      <a:pt x="74" y="39"/>
                      <a:pt x="74" y="39"/>
                      <a:pt x="74" y="39"/>
                    </a:cubicBezTo>
                    <a:cubicBezTo>
                      <a:pt x="74" y="39"/>
                      <a:pt x="74" y="39"/>
                      <a:pt x="73" y="39"/>
                    </a:cubicBezTo>
                    <a:cubicBezTo>
                      <a:pt x="73" y="39"/>
                      <a:pt x="73" y="39"/>
                      <a:pt x="73" y="39"/>
                    </a:cubicBezTo>
                    <a:cubicBezTo>
                      <a:pt x="73" y="39"/>
                      <a:pt x="73" y="39"/>
                      <a:pt x="73" y="39"/>
                    </a:cubicBezTo>
                    <a:cubicBezTo>
                      <a:pt x="73" y="39"/>
                      <a:pt x="73" y="39"/>
                      <a:pt x="73" y="39"/>
                    </a:cubicBezTo>
                    <a:cubicBezTo>
                      <a:pt x="73" y="39"/>
                      <a:pt x="73" y="39"/>
                      <a:pt x="73" y="39"/>
                    </a:cubicBezTo>
                    <a:cubicBezTo>
                      <a:pt x="73" y="39"/>
                      <a:pt x="73" y="39"/>
                      <a:pt x="73" y="39"/>
                    </a:cubicBezTo>
                    <a:cubicBezTo>
                      <a:pt x="73" y="39"/>
                      <a:pt x="73" y="39"/>
                      <a:pt x="73" y="39"/>
                    </a:cubicBezTo>
                    <a:cubicBezTo>
                      <a:pt x="73" y="39"/>
                      <a:pt x="73" y="39"/>
                      <a:pt x="73" y="39"/>
                    </a:cubicBezTo>
                    <a:cubicBezTo>
                      <a:pt x="73" y="39"/>
                      <a:pt x="73" y="39"/>
                      <a:pt x="73" y="39"/>
                    </a:cubicBezTo>
                    <a:cubicBezTo>
                      <a:pt x="73" y="39"/>
                      <a:pt x="73" y="39"/>
                      <a:pt x="73" y="39"/>
                    </a:cubicBezTo>
                    <a:cubicBezTo>
                      <a:pt x="73" y="39"/>
                      <a:pt x="73" y="39"/>
                      <a:pt x="73" y="39"/>
                    </a:cubicBezTo>
                    <a:cubicBezTo>
                      <a:pt x="72" y="39"/>
                      <a:pt x="72" y="39"/>
                      <a:pt x="72" y="39"/>
                    </a:cubicBezTo>
                    <a:cubicBezTo>
                      <a:pt x="72" y="39"/>
                      <a:pt x="73" y="39"/>
                      <a:pt x="73" y="39"/>
                    </a:cubicBezTo>
                    <a:cubicBezTo>
                      <a:pt x="73" y="39"/>
                      <a:pt x="73" y="39"/>
                      <a:pt x="73" y="38"/>
                    </a:cubicBezTo>
                    <a:cubicBezTo>
                      <a:pt x="73" y="38"/>
                      <a:pt x="73" y="38"/>
                      <a:pt x="73" y="38"/>
                    </a:cubicBezTo>
                    <a:cubicBezTo>
                      <a:pt x="73" y="38"/>
                      <a:pt x="73" y="38"/>
                      <a:pt x="73" y="38"/>
                    </a:cubicBezTo>
                    <a:cubicBezTo>
                      <a:pt x="73" y="38"/>
                      <a:pt x="73" y="38"/>
                      <a:pt x="73" y="38"/>
                    </a:cubicBezTo>
                    <a:cubicBezTo>
                      <a:pt x="72" y="38"/>
                      <a:pt x="72" y="38"/>
                      <a:pt x="72" y="38"/>
                    </a:cubicBezTo>
                    <a:cubicBezTo>
                      <a:pt x="72" y="38"/>
                      <a:pt x="72" y="38"/>
                      <a:pt x="72" y="38"/>
                    </a:cubicBezTo>
                    <a:cubicBezTo>
                      <a:pt x="72" y="38"/>
                      <a:pt x="72" y="38"/>
                      <a:pt x="72" y="38"/>
                    </a:cubicBezTo>
                    <a:cubicBezTo>
                      <a:pt x="72" y="38"/>
                      <a:pt x="72" y="38"/>
                      <a:pt x="72" y="38"/>
                    </a:cubicBezTo>
                    <a:cubicBezTo>
                      <a:pt x="72" y="38"/>
                      <a:pt x="72" y="38"/>
                      <a:pt x="72" y="38"/>
                    </a:cubicBezTo>
                    <a:cubicBezTo>
                      <a:pt x="72" y="38"/>
                      <a:pt x="72" y="38"/>
                      <a:pt x="72" y="38"/>
                    </a:cubicBezTo>
                    <a:cubicBezTo>
                      <a:pt x="72" y="38"/>
                      <a:pt x="72" y="38"/>
                      <a:pt x="72" y="38"/>
                    </a:cubicBezTo>
                    <a:cubicBezTo>
                      <a:pt x="72" y="38"/>
                      <a:pt x="72" y="38"/>
                      <a:pt x="72" y="38"/>
                    </a:cubicBezTo>
                    <a:cubicBezTo>
                      <a:pt x="72" y="38"/>
                      <a:pt x="72" y="38"/>
                      <a:pt x="72" y="38"/>
                    </a:cubicBezTo>
                    <a:cubicBezTo>
                      <a:pt x="72" y="38"/>
                      <a:pt x="72" y="38"/>
                      <a:pt x="73" y="38"/>
                    </a:cubicBezTo>
                    <a:cubicBezTo>
                      <a:pt x="73" y="38"/>
                      <a:pt x="73" y="38"/>
                      <a:pt x="73" y="38"/>
                    </a:cubicBezTo>
                    <a:cubicBezTo>
                      <a:pt x="73" y="38"/>
                      <a:pt x="73" y="38"/>
                      <a:pt x="73" y="37"/>
                    </a:cubicBezTo>
                    <a:cubicBezTo>
                      <a:pt x="73" y="37"/>
                      <a:pt x="73" y="37"/>
                      <a:pt x="73" y="37"/>
                    </a:cubicBezTo>
                    <a:cubicBezTo>
                      <a:pt x="73" y="37"/>
                      <a:pt x="73" y="37"/>
                      <a:pt x="73" y="37"/>
                    </a:cubicBezTo>
                    <a:cubicBezTo>
                      <a:pt x="73" y="37"/>
                      <a:pt x="74" y="37"/>
                      <a:pt x="74" y="37"/>
                    </a:cubicBezTo>
                    <a:cubicBezTo>
                      <a:pt x="74" y="37"/>
                      <a:pt x="74" y="36"/>
                      <a:pt x="74" y="36"/>
                    </a:cubicBezTo>
                    <a:cubicBezTo>
                      <a:pt x="74" y="36"/>
                      <a:pt x="74" y="36"/>
                      <a:pt x="74" y="36"/>
                    </a:cubicBezTo>
                    <a:cubicBezTo>
                      <a:pt x="74" y="36"/>
                      <a:pt x="74" y="36"/>
                      <a:pt x="74" y="36"/>
                    </a:cubicBezTo>
                    <a:cubicBezTo>
                      <a:pt x="74" y="36"/>
                      <a:pt x="74" y="36"/>
                      <a:pt x="74" y="36"/>
                    </a:cubicBezTo>
                    <a:cubicBezTo>
                      <a:pt x="74" y="36"/>
                      <a:pt x="74" y="35"/>
                      <a:pt x="74" y="35"/>
                    </a:cubicBezTo>
                    <a:cubicBezTo>
                      <a:pt x="74" y="35"/>
                      <a:pt x="74" y="35"/>
                      <a:pt x="74" y="35"/>
                    </a:cubicBezTo>
                    <a:cubicBezTo>
                      <a:pt x="74" y="35"/>
                      <a:pt x="74" y="35"/>
                      <a:pt x="74" y="35"/>
                    </a:cubicBezTo>
                    <a:cubicBezTo>
                      <a:pt x="74" y="35"/>
                      <a:pt x="74" y="35"/>
                      <a:pt x="74" y="35"/>
                    </a:cubicBezTo>
                    <a:cubicBezTo>
                      <a:pt x="74" y="35"/>
                      <a:pt x="74" y="35"/>
                      <a:pt x="74" y="35"/>
                    </a:cubicBezTo>
                    <a:cubicBezTo>
                      <a:pt x="74" y="35"/>
                      <a:pt x="74" y="35"/>
                      <a:pt x="74" y="35"/>
                    </a:cubicBezTo>
                    <a:cubicBezTo>
                      <a:pt x="74" y="35"/>
                      <a:pt x="74" y="35"/>
                      <a:pt x="74" y="35"/>
                    </a:cubicBezTo>
                    <a:cubicBezTo>
                      <a:pt x="74" y="35"/>
                      <a:pt x="74" y="35"/>
                      <a:pt x="74" y="35"/>
                    </a:cubicBezTo>
                    <a:cubicBezTo>
                      <a:pt x="74" y="35"/>
                      <a:pt x="74" y="35"/>
                      <a:pt x="74" y="35"/>
                    </a:cubicBezTo>
                    <a:cubicBezTo>
                      <a:pt x="74" y="35"/>
                      <a:pt x="74" y="35"/>
                      <a:pt x="74" y="35"/>
                    </a:cubicBezTo>
                    <a:cubicBezTo>
                      <a:pt x="73" y="35"/>
                      <a:pt x="73" y="35"/>
                      <a:pt x="73" y="35"/>
                    </a:cubicBezTo>
                    <a:cubicBezTo>
                      <a:pt x="73" y="35"/>
                      <a:pt x="73" y="35"/>
                      <a:pt x="73" y="35"/>
                    </a:cubicBezTo>
                    <a:cubicBezTo>
                      <a:pt x="73" y="35"/>
                      <a:pt x="73" y="35"/>
                      <a:pt x="73" y="35"/>
                    </a:cubicBezTo>
                    <a:cubicBezTo>
                      <a:pt x="73" y="35"/>
                      <a:pt x="73" y="35"/>
                      <a:pt x="73" y="35"/>
                    </a:cubicBezTo>
                    <a:cubicBezTo>
                      <a:pt x="73" y="35"/>
                      <a:pt x="73" y="35"/>
                      <a:pt x="73" y="35"/>
                    </a:cubicBezTo>
                    <a:cubicBezTo>
                      <a:pt x="73" y="35"/>
                      <a:pt x="73" y="35"/>
                      <a:pt x="73" y="35"/>
                    </a:cubicBezTo>
                    <a:cubicBezTo>
                      <a:pt x="73" y="35"/>
                      <a:pt x="73" y="35"/>
                      <a:pt x="73" y="35"/>
                    </a:cubicBezTo>
                    <a:cubicBezTo>
                      <a:pt x="73" y="35"/>
                      <a:pt x="73" y="35"/>
                      <a:pt x="73" y="35"/>
                    </a:cubicBezTo>
                    <a:cubicBezTo>
                      <a:pt x="73" y="35"/>
                      <a:pt x="74" y="35"/>
                      <a:pt x="74" y="35"/>
                    </a:cubicBezTo>
                    <a:cubicBezTo>
                      <a:pt x="74" y="35"/>
                      <a:pt x="74" y="35"/>
                      <a:pt x="74" y="35"/>
                    </a:cubicBezTo>
                    <a:cubicBezTo>
                      <a:pt x="74" y="35"/>
                      <a:pt x="74" y="35"/>
                      <a:pt x="74" y="35"/>
                    </a:cubicBezTo>
                    <a:cubicBezTo>
                      <a:pt x="74" y="34"/>
                      <a:pt x="74" y="34"/>
                      <a:pt x="74" y="34"/>
                    </a:cubicBezTo>
                    <a:cubicBezTo>
                      <a:pt x="74" y="34"/>
                      <a:pt x="74" y="34"/>
                      <a:pt x="74" y="34"/>
                    </a:cubicBezTo>
                    <a:cubicBezTo>
                      <a:pt x="74" y="34"/>
                      <a:pt x="74" y="34"/>
                      <a:pt x="74" y="34"/>
                    </a:cubicBezTo>
                    <a:cubicBezTo>
                      <a:pt x="74" y="34"/>
                      <a:pt x="74" y="34"/>
                      <a:pt x="74" y="34"/>
                    </a:cubicBezTo>
                    <a:cubicBezTo>
                      <a:pt x="74" y="34"/>
                      <a:pt x="74" y="34"/>
                      <a:pt x="74" y="34"/>
                    </a:cubicBezTo>
                    <a:cubicBezTo>
                      <a:pt x="74" y="34"/>
                      <a:pt x="74" y="34"/>
                      <a:pt x="74" y="34"/>
                    </a:cubicBezTo>
                    <a:cubicBezTo>
                      <a:pt x="75" y="34"/>
                      <a:pt x="75" y="34"/>
                      <a:pt x="75" y="33"/>
                    </a:cubicBezTo>
                    <a:cubicBezTo>
                      <a:pt x="75" y="33"/>
                      <a:pt x="75" y="33"/>
                      <a:pt x="75" y="33"/>
                    </a:cubicBezTo>
                    <a:cubicBezTo>
                      <a:pt x="75" y="33"/>
                      <a:pt x="75" y="33"/>
                      <a:pt x="75" y="33"/>
                    </a:cubicBezTo>
                    <a:cubicBezTo>
                      <a:pt x="75" y="33"/>
                      <a:pt x="75" y="33"/>
                      <a:pt x="75" y="33"/>
                    </a:cubicBezTo>
                    <a:cubicBezTo>
                      <a:pt x="75" y="33"/>
                      <a:pt x="75" y="33"/>
                      <a:pt x="75" y="33"/>
                    </a:cubicBezTo>
                    <a:cubicBezTo>
                      <a:pt x="75" y="33"/>
                      <a:pt x="75" y="33"/>
                      <a:pt x="75" y="33"/>
                    </a:cubicBezTo>
                    <a:cubicBezTo>
                      <a:pt x="75" y="33"/>
                      <a:pt x="75" y="33"/>
                      <a:pt x="75" y="33"/>
                    </a:cubicBezTo>
                    <a:cubicBezTo>
                      <a:pt x="75" y="33"/>
                      <a:pt x="75" y="33"/>
                      <a:pt x="75" y="33"/>
                    </a:cubicBezTo>
                    <a:cubicBezTo>
                      <a:pt x="76" y="33"/>
                      <a:pt x="76" y="33"/>
                      <a:pt x="76" y="33"/>
                    </a:cubicBezTo>
                    <a:cubicBezTo>
                      <a:pt x="76" y="33"/>
                      <a:pt x="76" y="33"/>
                      <a:pt x="76" y="33"/>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6" y="32"/>
                      <a:pt x="76" y="32"/>
                      <a:pt x="76" y="32"/>
                    </a:cubicBezTo>
                    <a:cubicBezTo>
                      <a:pt x="77" y="32"/>
                      <a:pt x="77" y="32"/>
                      <a:pt x="77" y="32"/>
                    </a:cubicBezTo>
                    <a:cubicBezTo>
                      <a:pt x="77" y="32"/>
                      <a:pt x="77" y="32"/>
                      <a:pt x="77" y="32"/>
                    </a:cubicBezTo>
                    <a:cubicBezTo>
                      <a:pt x="77" y="32"/>
                      <a:pt x="77" y="32"/>
                      <a:pt x="77" y="32"/>
                    </a:cubicBezTo>
                    <a:cubicBezTo>
                      <a:pt x="77" y="32"/>
                      <a:pt x="77" y="32"/>
                      <a:pt x="77" y="32"/>
                    </a:cubicBezTo>
                    <a:cubicBezTo>
                      <a:pt x="77" y="32"/>
                      <a:pt x="77" y="32"/>
                      <a:pt x="77" y="32"/>
                    </a:cubicBezTo>
                    <a:cubicBezTo>
                      <a:pt x="77" y="32"/>
                      <a:pt x="77" y="32"/>
                      <a:pt x="77" y="32"/>
                    </a:cubicBezTo>
                    <a:cubicBezTo>
                      <a:pt x="77" y="32"/>
                      <a:pt x="77" y="32"/>
                      <a:pt x="77" y="32"/>
                    </a:cubicBezTo>
                    <a:cubicBezTo>
                      <a:pt x="77" y="31"/>
                      <a:pt x="77" y="31"/>
                      <a:pt x="77" y="31"/>
                    </a:cubicBezTo>
                    <a:cubicBezTo>
                      <a:pt x="77" y="31"/>
                      <a:pt x="77" y="31"/>
                      <a:pt x="77" y="31"/>
                    </a:cubicBezTo>
                    <a:cubicBezTo>
                      <a:pt x="77" y="31"/>
                      <a:pt x="77" y="31"/>
                      <a:pt x="77" y="31"/>
                    </a:cubicBezTo>
                    <a:cubicBezTo>
                      <a:pt x="77" y="31"/>
                      <a:pt x="77" y="31"/>
                      <a:pt x="77" y="31"/>
                    </a:cubicBezTo>
                    <a:cubicBezTo>
                      <a:pt x="77" y="31"/>
                      <a:pt x="77" y="31"/>
                      <a:pt x="77" y="31"/>
                    </a:cubicBezTo>
                    <a:cubicBezTo>
                      <a:pt x="77" y="31"/>
                      <a:pt x="77" y="31"/>
                      <a:pt x="77" y="31"/>
                    </a:cubicBezTo>
                    <a:cubicBezTo>
                      <a:pt x="77" y="31"/>
                      <a:pt x="77" y="31"/>
                      <a:pt x="77"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1"/>
                      <a:pt x="78" y="31"/>
                    </a:cubicBezTo>
                    <a:cubicBezTo>
                      <a:pt x="78" y="31"/>
                      <a:pt x="78"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79" y="30"/>
                      <a:pt x="79" y="30"/>
                      <a:pt x="79"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30"/>
                      <a:pt x="80" y="30"/>
                      <a:pt x="80" y="30"/>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0" y="29"/>
                    </a:cubicBezTo>
                    <a:cubicBezTo>
                      <a:pt x="80" y="29"/>
                      <a:pt x="80"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30"/>
                      <a:pt x="81" y="30"/>
                    </a:cubicBezTo>
                    <a:cubicBezTo>
                      <a:pt x="81" y="30"/>
                      <a:pt x="81" y="30"/>
                      <a:pt x="81" y="30"/>
                    </a:cubicBezTo>
                    <a:cubicBezTo>
                      <a:pt x="81" y="30"/>
                      <a:pt x="81" y="30"/>
                      <a:pt x="81" y="30"/>
                    </a:cubicBezTo>
                    <a:cubicBezTo>
                      <a:pt x="81" y="30"/>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1" y="29"/>
                      <a:pt x="81" y="29"/>
                    </a:cubicBezTo>
                    <a:cubicBezTo>
                      <a:pt x="81" y="29"/>
                      <a:pt x="82" y="29"/>
                      <a:pt x="82" y="29"/>
                    </a:cubicBezTo>
                    <a:cubicBezTo>
                      <a:pt x="82" y="29"/>
                      <a:pt x="82" y="29"/>
                      <a:pt x="82" y="29"/>
                    </a:cubicBezTo>
                    <a:cubicBezTo>
                      <a:pt x="82" y="29"/>
                      <a:pt x="82" y="29"/>
                      <a:pt x="82" y="29"/>
                    </a:cubicBezTo>
                    <a:cubicBezTo>
                      <a:pt x="82" y="29"/>
                      <a:pt x="82" y="29"/>
                      <a:pt x="82" y="29"/>
                    </a:cubicBezTo>
                    <a:cubicBezTo>
                      <a:pt x="82" y="29"/>
                      <a:pt x="82" y="29"/>
                      <a:pt x="82" y="29"/>
                    </a:cubicBezTo>
                    <a:cubicBezTo>
                      <a:pt x="82" y="29"/>
                      <a:pt x="82" y="29"/>
                      <a:pt x="82" y="29"/>
                    </a:cubicBezTo>
                    <a:cubicBezTo>
                      <a:pt x="82" y="29"/>
                      <a:pt x="82" y="29"/>
                      <a:pt x="82" y="29"/>
                    </a:cubicBezTo>
                    <a:cubicBezTo>
                      <a:pt x="82" y="29"/>
                      <a:pt x="82" y="29"/>
                      <a:pt x="82" y="29"/>
                    </a:cubicBezTo>
                    <a:cubicBezTo>
                      <a:pt x="82" y="29"/>
                      <a:pt x="82" y="29"/>
                      <a:pt x="82" y="29"/>
                    </a:cubicBezTo>
                    <a:cubicBezTo>
                      <a:pt x="82" y="29"/>
                      <a:pt x="82" y="29"/>
                      <a:pt x="82" y="29"/>
                    </a:cubicBezTo>
                    <a:cubicBezTo>
                      <a:pt x="82" y="28"/>
                      <a:pt x="82" y="28"/>
                      <a:pt x="82" y="28"/>
                    </a:cubicBezTo>
                    <a:cubicBezTo>
                      <a:pt x="82" y="28"/>
                      <a:pt x="82" y="28"/>
                      <a:pt x="82" y="28"/>
                    </a:cubicBezTo>
                    <a:cubicBezTo>
                      <a:pt x="82" y="28"/>
                      <a:pt x="82" y="28"/>
                      <a:pt x="83" y="29"/>
                    </a:cubicBezTo>
                    <a:cubicBezTo>
                      <a:pt x="83" y="29"/>
                      <a:pt x="83" y="29"/>
                      <a:pt x="83" y="29"/>
                    </a:cubicBezTo>
                    <a:cubicBezTo>
                      <a:pt x="83" y="29"/>
                      <a:pt x="83" y="29"/>
                      <a:pt x="83" y="29"/>
                    </a:cubicBezTo>
                    <a:cubicBezTo>
                      <a:pt x="83" y="29"/>
                      <a:pt x="83" y="29"/>
                      <a:pt x="83" y="29"/>
                    </a:cubicBezTo>
                    <a:cubicBezTo>
                      <a:pt x="83" y="29"/>
                      <a:pt x="83" y="29"/>
                      <a:pt x="84" y="29"/>
                    </a:cubicBezTo>
                    <a:cubicBezTo>
                      <a:pt x="84" y="29"/>
                      <a:pt x="84" y="29"/>
                      <a:pt x="84" y="29"/>
                    </a:cubicBezTo>
                    <a:cubicBezTo>
                      <a:pt x="84" y="28"/>
                      <a:pt x="84" y="28"/>
                      <a:pt x="84" y="28"/>
                    </a:cubicBezTo>
                    <a:cubicBezTo>
                      <a:pt x="84" y="28"/>
                      <a:pt x="84" y="28"/>
                      <a:pt x="84" y="28"/>
                    </a:cubicBezTo>
                    <a:cubicBezTo>
                      <a:pt x="84" y="28"/>
                      <a:pt x="84" y="28"/>
                      <a:pt x="84" y="28"/>
                    </a:cubicBezTo>
                    <a:cubicBezTo>
                      <a:pt x="84" y="28"/>
                      <a:pt x="84" y="28"/>
                      <a:pt x="84" y="28"/>
                    </a:cubicBezTo>
                    <a:cubicBezTo>
                      <a:pt x="84" y="28"/>
                      <a:pt x="84" y="28"/>
                      <a:pt x="84" y="28"/>
                    </a:cubicBezTo>
                    <a:cubicBezTo>
                      <a:pt x="84" y="28"/>
                      <a:pt x="84" y="27"/>
                      <a:pt x="84" y="27"/>
                    </a:cubicBezTo>
                    <a:cubicBezTo>
                      <a:pt x="84" y="27"/>
                      <a:pt x="84" y="27"/>
                      <a:pt x="84" y="27"/>
                    </a:cubicBezTo>
                    <a:cubicBezTo>
                      <a:pt x="84" y="27"/>
                      <a:pt x="84" y="27"/>
                      <a:pt x="84" y="27"/>
                    </a:cubicBezTo>
                    <a:cubicBezTo>
                      <a:pt x="84" y="27"/>
                      <a:pt x="84" y="27"/>
                      <a:pt x="84" y="27"/>
                    </a:cubicBezTo>
                    <a:cubicBezTo>
                      <a:pt x="84" y="27"/>
                      <a:pt x="84"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7"/>
                      <a:pt x="83" y="27"/>
                    </a:cubicBezTo>
                    <a:cubicBezTo>
                      <a:pt x="83" y="27"/>
                      <a:pt x="83" y="26"/>
                      <a:pt x="82" y="26"/>
                    </a:cubicBezTo>
                    <a:cubicBezTo>
                      <a:pt x="82" y="26"/>
                      <a:pt x="82" y="26"/>
                      <a:pt x="82" y="26"/>
                    </a:cubicBezTo>
                    <a:cubicBezTo>
                      <a:pt x="82" y="26"/>
                      <a:pt x="82" y="26"/>
                      <a:pt x="82" y="26"/>
                    </a:cubicBezTo>
                    <a:cubicBezTo>
                      <a:pt x="82" y="26"/>
                      <a:pt x="82" y="26"/>
                      <a:pt x="82" y="26"/>
                    </a:cubicBezTo>
                    <a:cubicBezTo>
                      <a:pt x="82" y="26"/>
                      <a:pt x="82" y="26"/>
                      <a:pt x="82" y="26"/>
                    </a:cubicBezTo>
                    <a:cubicBezTo>
                      <a:pt x="82" y="26"/>
                      <a:pt x="82" y="26"/>
                      <a:pt x="82" y="26"/>
                    </a:cubicBezTo>
                    <a:cubicBezTo>
                      <a:pt x="82" y="26"/>
                      <a:pt x="82" y="26"/>
                      <a:pt x="82" y="26"/>
                    </a:cubicBezTo>
                    <a:cubicBezTo>
                      <a:pt x="82" y="26"/>
                      <a:pt x="82" y="26"/>
                      <a:pt x="82" y="26"/>
                    </a:cubicBezTo>
                    <a:cubicBezTo>
                      <a:pt x="82" y="26"/>
                      <a:pt x="82" y="26"/>
                      <a:pt x="82" y="26"/>
                    </a:cubicBezTo>
                    <a:cubicBezTo>
                      <a:pt x="81" y="26"/>
                      <a:pt x="81" y="26"/>
                      <a:pt x="81" y="26"/>
                    </a:cubicBezTo>
                    <a:cubicBezTo>
                      <a:pt x="81" y="26"/>
                      <a:pt x="81" y="26"/>
                      <a:pt x="81" y="26"/>
                    </a:cubicBezTo>
                    <a:cubicBezTo>
                      <a:pt x="81" y="26"/>
                      <a:pt x="81" y="26"/>
                      <a:pt x="81" y="25"/>
                    </a:cubicBezTo>
                    <a:cubicBezTo>
                      <a:pt x="81" y="25"/>
                      <a:pt x="81" y="25"/>
                      <a:pt x="81" y="25"/>
                    </a:cubicBezTo>
                    <a:cubicBezTo>
                      <a:pt x="81" y="25"/>
                      <a:pt x="81" y="25"/>
                      <a:pt x="81" y="25"/>
                    </a:cubicBezTo>
                    <a:cubicBezTo>
                      <a:pt x="81" y="25"/>
                      <a:pt x="81" y="25"/>
                      <a:pt x="81" y="25"/>
                    </a:cubicBezTo>
                    <a:cubicBezTo>
                      <a:pt x="81" y="25"/>
                      <a:pt x="81" y="25"/>
                      <a:pt x="81" y="25"/>
                    </a:cubicBezTo>
                    <a:cubicBezTo>
                      <a:pt x="81" y="25"/>
                      <a:pt x="82" y="25"/>
                      <a:pt x="82" y="25"/>
                    </a:cubicBezTo>
                    <a:cubicBezTo>
                      <a:pt x="82" y="25"/>
                      <a:pt x="82" y="25"/>
                      <a:pt x="82" y="25"/>
                    </a:cubicBezTo>
                    <a:cubicBezTo>
                      <a:pt x="82" y="25"/>
                      <a:pt x="82" y="25"/>
                      <a:pt x="82" y="25"/>
                    </a:cubicBezTo>
                    <a:cubicBezTo>
                      <a:pt x="82" y="25"/>
                      <a:pt x="82" y="25"/>
                      <a:pt x="82" y="25"/>
                    </a:cubicBezTo>
                    <a:cubicBezTo>
                      <a:pt x="82" y="25"/>
                      <a:pt x="82" y="25"/>
                      <a:pt x="82" y="26"/>
                    </a:cubicBezTo>
                    <a:cubicBezTo>
                      <a:pt x="82" y="26"/>
                      <a:pt x="82" y="26"/>
                      <a:pt x="82" y="26"/>
                    </a:cubicBezTo>
                    <a:cubicBezTo>
                      <a:pt x="82" y="26"/>
                      <a:pt x="82" y="26"/>
                      <a:pt x="83" y="26"/>
                    </a:cubicBezTo>
                    <a:cubicBezTo>
                      <a:pt x="83" y="26"/>
                      <a:pt x="83" y="26"/>
                      <a:pt x="83" y="26"/>
                    </a:cubicBezTo>
                    <a:cubicBezTo>
                      <a:pt x="83" y="26"/>
                      <a:pt x="83" y="26"/>
                      <a:pt x="83" y="26"/>
                    </a:cubicBezTo>
                    <a:cubicBezTo>
                      <a:pt x="83" y="26"/>
                      <a:pt x="83" y="26"/>
                      <a:pt x="83" y="26"/>
                    </a:cubicBezTo>
                    <a:cubicBezTo>
                      <a:pt x="83" y="26"/>
                      <a:pt x="83" y="26"/>
                      <a:pt x="83" y="26"/>
                    </a:cubicBezTo>
                    <a:cubicBezTo>
                      <a:pt x="83" y="26"/>
                      <a:pt x="83" y="26"/>
                      <a:pt x="83" y="26"/>
                    </a:cubicBezTo>
                    <a:cubicBezTo>
                      <a:pt x="83" y="26"/>
                      <a:pt x="83" y="26"/>
                      <a:pt x="83" y="26"/>
                    </a:cubicBezTo>
                    <a:cubicBezTo>
                      <a:pt x="83" y="26"/>
                      <a:pt x="83" y="26"/>
                      <a:pt x="83" y="26"/>
                    </a:cubicBezTo>
                    <a:cubicBezTo>
                      <a:pt x="83" y="26"/>
                      <a:pt x="83" y="26"/>
                      <a:pt x="83" y="26"/>
                    </a:cubicBezTo>
                    <a:cubicBezTo>
                      <a:pt x="83" y="26"/>
                      <a:pt x="83" y="26"/>
                      <a:pt x="83" y="26"/>
                    </a:cubicBezTo>
                    <a:cubicBezTo>
                      <a:pt x="83" y="27"/>
                      <a:pt x="83" y="27"/>
                      <a:pt x="83" y="27"/>
                    </a:cubicBezTo>
                    <a:cubicBezTo>
                      <a:pt x="83" y="27"/>
                      <a:pt x="83" y="27"/>
                      <a:pt x="83" y="27"/>
                    </a:cubicBezTo>
                    <a:cubicBezTo>
                      <a:pt x="83" y="27"/>
                      <a:pt x="84" y="27"/>
                      <a:pt x="84" y="27"/>
                    </a:cubicBezTo>
                    <a:cubicBezTo>
                      <a:pt x="84" y="27"/>
                      <a:pt x="84" y="27"/>
                      <a:pt x="84" y="27"/>
                    </a:cubicBezTo>
                    <a:cubicBezTo>
                      <a:pt x="84" y="27"/>
                      <a:pt x="84" y="27"/>
                      <a:pt x="84" y="27"/>
                    </a:cubicBezTo>
                    <a:cubicBezTo>
                      <a:pt x="84" y="27"/>
                      <a:pt x="84" y="27"/>
                      <a:pt x="84" y="27"/>
                    </a:cubicBezTo>
                    <a:cubicBezTo>
                      <a:pt x="84" y="27"/>
                      <a:pt x="84" y="27"/>
                      <a:pt x="84" y="27"/>
                    </a:cubicBezTo>
                    <a:cubicBezTo>
                      <a:pt x="84" y="27"/>
                      <a:pt x="84" y="27"/>
                      <a:pt x="85" y="27"/>
                    </a:cubicBezTo>
                    <a:cubicBezTo>
                      <a:pt x="85" y="27"/>
                      <a:pt x="85" y="27"/>
                      <a:pt x="85" y="27"/>
                    </a:cubicBezTo>
                    <a:cubicBezTo>
                      <a:pt x="85" y="28"/>
                      <a:pt x="85" y="28"/>
                      <a:pt x="85" y="28"/>
                    </a:cubicBezTo>
                    <a:cubicBezTo>
                      <a:pt x="85" y="28"/>
                      <a:pt x="85" y="28"/>
                      <a:pt x="85" y="28"/>
                    </a:cubicBezTo>
                    <a:cubicBezTo>
                      <a:pt x="85" y="28"/>
                      <a:pt x="85" y="28"/>
                      <a:pt x="85" y="28"/>
                    </a:cubicBezTo>
                    <a:cubicBezTo>
                      <a:pt x="85" y="28"/>
                      <a:pt x="85" y="28"/>
                      <a:pt x="85" y="27"/>
                    </a:cubicBezTo>
                    <a:cubicBezTo>
                      <a:pt x="85" y="27"/>
                      <a:pt x="85" y="27"/>
                      <a:pt x="85" y="27"/>
                    </a:cubicBezTo>
                    <a:cubicBezTo>
                      <a:pt x="85" y="27"/>
                      <a:pt x="85" y="27"/>
                      <a:pt x="85" y="28"/>
                    </a:cubicBezTo>
                    <a:cubicBezTo>
                      <a:pt x="85" y="28"/>
                      <a:pt x="85" y="28"/>
                      <a:pt x="86" y="28"/>
                    </a:cubicBezTo>
                    <a:cubicBezTo>
                      <a:pt x="86" y="28"/>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7"/>
                      <a:pt x="86" y="27"/>
                    </a:cubicBezTo>
                    <a:cubicBezTo>
                      <a:pt x="86" y="27"/>
                      <a:pt x="86" y="26"/>
                      <a:pt x="86" y="26"/>
                    </a:cubicBezTo>
                    <a:cubicBezTo>
                      <a:pt x="86" y="26"/>
                      <a:pt x="87" y="26"/>
                      <a:pt x="87" y="26"/>
                    </a:cubicBezTo>
                    <a:cubicBezTo>
                      <a:pt x="87" y="26"/>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7" y="27"/>
                      <a:pt x="87" y="27"/>
                      <a:pt x="87" y="27"/>
                    </a:cubicBezTo>
                    <a:cubicBezTo>
                      <a:pt x="88" y="27"/>
                      <a:pt x="88" y="27"/>
                      <a:pt x="88" y="27"/>
                    </a:cubicBezTo>
                    <a:cubicBezTo>
                      <a:pt x="88" y="27"/>
                      <a:pt x="88" y="27"/>
                      <a:pt x="88" y="27"/>
                    </a:cubicBezTo>
                    <a:cubicBezTo>
                      <a:pt x="88" y="27"/>
                      <a:pt x="88" y="27"/>
                      <a:pt x="88" y="27"/>
                    </a:cubicBezTo>
                    <a:cubicBezTo>
                      <a:pt x="88" y="27"/>
                      <a:pt x="88" y="27"/>
                      <a:pt x="88" y="27"/>
                    </a:cubicBezTo>
                    <a:cubicBezTo>
                      <a:pt x="88" y="27"/>
                      <a:pt x="88" y="27"/>
                      <a:pt x="88" y="27"/>
                    </a:cubicBezTo>
                    <a:cubicBezTo>
                      <a:pt x="88" y="27"/>
                      <a:pt x="88" y="27"/>
                      <a:pt x="88" y="27"/>
                    </a:cubicBezTo>
                    <a:cubicBezTo>
                      <a:pt x="88" y="27"/>
                      <a:pt x="88" y="27"/>
                      <a:pt x="88" y="27"/>
                    </a:cubicBezTo>
                    <a:cubicBezTo>
                      <a:pt x="88" y="27"/>
                      <a:pt x="88" y="27"/>
                      <a:pt x="89" y="27"/>
                    </a:cubicBezTo>
                    <a:cubicBezTo>
                      <a:pt x="89" y="27"/>
                      <a:pt x="89" y="27"/>
                      <a:pt x="89" y="27"/>
                    </a:cubicBezTo>
                    <a:cubicBezTo>
                      <a:pt x="89" y="26"/>
                      <a:pt x="89" y="26"/>
                      <a:pt x="89" y="26"/>
                    </a:cubicBezTo>
                    <a:cubicBezTo>
                      <a:pt x="89" y="26"/>
                      <a:pt x="89" y="26"/>
                      <a:pt x="89" y="26"/>
                    </a:cubicBezTo>
                    <a:cubicBezTo>
                      <a:pt x="89" y="26"/>
                      <a:pt x="89" y="26"/>
                      <a:pt x="89" y="26"/>
                    </a:cubicBezTo>
                    <a:cubicBezTo>
                      <a:pt x="89" y="26"/>
                      <a:pt x="89" y="26"/>
                      <a:pt x="89" y="26"/>
                    </a:cubicBezTo>
                    <a:cubicBezTo>
                      <a:pt x="89" y="26"/>
                      <a:pt x="89" y="26"/>
                      <a:pt x="89" y="26"/>
                    </a:cubicBezTo>
                    <a:cubicBezTo>
                      <a:pt x="89" y="26"/>
                      <a:pt x="89" y="26"/>
                      <a:pt x="89" y="26"/>
                    </a:cubicBezTo>
                    <a:cubicBezTo>
                      <a:pt x="89" y="26"/>
                      <a:pt x="89" y="26"/>
                      <a:pt x="89" y="26"/>
                    </a:cubicBezTo>
                    <a:cubicBezTo>
                      <a:pt x="89" y="26"/>
                      <a:pt x="89" y="26"/>
                      <a:pt x="89" y="26"/>
                    </a:cubicBezTo>
                    <a:cubicBezTo>
                      <a:pt x="90" y="26"/>
                      <a:pt x="90" y="26"/>
                      <a:pt x="90" y="26"/>
                    </a:cubicBezTo>
                    <a:cubicBezTo>
                      <a:pt x="90" y="26"/>
                      <a:pt x="90" y="26"/>
                      <a:pt x="90" y="26"/>
                    </a:cubicBezTo>
                    <a:cubicBezTo>
                      <a:pt x="90" y="26"/>
                      <a:pt x="90" y="26"/>
                      <a:pt x="90" y="26"/>
                    </a:cubicBezTo>
                    <a:cubicBezTo>
                      <a:pt x="90" y="26"/>
                      <a:pt x="90" y="26"/>
                      <a:pt x="90" y="26"/>
                    </a:cubicBezTo>
                    <a:cubicBezTo>
                      <a:pt x="90" y="26"/>
                      <a:pt x="90" y="26"/>
                      <a:pt x="90" y="26"/>
                    </a:cubicBezTo>
                    <a:cubicBezTo>
                      <a:pt x="90" y="26"/>
                      <a:pt x="90" y="26"/>
                      <a:pt x="90" y="26"/>
                    </a:cubicBezTo>
                    <a:cubicBezTo>
                      <a:pt x="90" y="26"/>
                      <a:pt x="90" y="26"/>
                      <a:pt x="91" y="26"/>
                    </a:cubicBezTo>
                    <a:cubicBezTo>
                      <a:pt x="91" y="26"/>
                      <a:pt x="91" y="26"/>
                      <a:pt x="91" y="25"/>
                    </a:cubicBezTo>
                    <a:cubicBezTo>
                      <a:pt x="91" y="25"/>
                      <a:pt x="91" y="25"/>
                      <a:pt x="91" y="25"/>
                    </a:cubicBezTo>
                    <a:cubicBezTo>
                      <a:pt x="91" y="25"/>
                      <a:pt x="91" y="25"/>
                      <a:pt x="91" y="25"/>
                    </a:cubicBezTo>
                    <a:cubicBezTo>
                      <a:pt x="91" y="25"/>
                      <a:pt x="91" y="25"/>
                      <a:pt x="91" y="25"/>
                    </a:cubicBezTo>
                    <a:cubicBezTo>
                      <a:pt x="90" y="25"/>
                      <a:pt x="90" y="25"/>
                      <a:pt x="90" y="25"/>
                    </a:cubicBezTo>
                    <a:cubicBezTo>
                      <a:pt x="90" y="25"/>
                      <a:pt x="90" y="25"/>
                      <a:pt x="90" y="25"/>
                    </a:cubicBezTo>
                    <a:cubicBezTo>
                      <a:pt x="90" y="25"/>
                      <a:pt x="90" y="25"/>
                      <a:pt x="90" y="25"/>
                    </a:cubicBezTo>
                    <a:cubicBezTo>
                      <a:pt x="90" y="25"/>
                      <a:pt x="90" y="25"/>
                      <a:pt x="90" y="25"/>
                    </a:cubicBezTo>
                    <a:cubicBezTo>
                      <a:pt x="90" y="25"/>
                      <a:pt x="90" y="25"/>
                      <a:pt x="90" y="25"/>
                    </a:cubicBezTo>
                    <a:cubicBezTo>
                      <a:pt x="90" y="24"/>
                      <a:pt x="90"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89" y="24"/>
                      <a:pt x="89" y="24"/>
                      <a:pt x="89" y="24"/>
                    </a:cubicBezTo>
                    <a:cubicBezTo>
                      <a:pt x="90" y="24"/>
                      <a:pt x="90" y="23"/>
                      <a:pt x="90" y="23"/>
                    </a:cubicBezTo>
                    <a:cubicBezTo>
                      <a:pt x="90" y="23"/>
                      <a:pt x="90" y="23"/>
                      <a:pt x="90" y="23"/>
                    </a:cubicBezTo>
                    <a:cubicBezTo>
                      <a:pt x="90" y="23"/>
                      <a:pt x="90" y="23"/>
                      <a:pt x="90" y="23"/>
                    </a:cubicBezTo>
                    <a:cubicBezTo>
                      <a:pt x="90" y="23"/>
                      <a:pt x="90" y="23"/>
                      <a:pt x="90" y="23"/>
                    </a:cubicBezTo>
                    <a:cubicBezTo>
                      <a:pt x="90" y="23"/>
                      <a:pt x="90" y="24"/>
                      <a:pt x="90" y="24"/>
                    </a:cubicBezTo>
                    <a:cubicBezTo>
                      <a:pt x="90" y="24"/>
                      <a:pt x="90" y="24"/>
                      <a:pt x="90" y="24"/>
                    </a:cubicBezTo>
                    <a:cubicBezTo>
                      <a:pt x="90" y="24"/>
                      <a:pt x="90" y="24"/>
                      <a:pt x="90" y="24"/>
                    </a:cubicBezTo>
                    <a:cubicBezTo>
                      <a:pt x="90" y="24"/>
                      <a:pt x="90" y="24"/>
                      <a:pt x="90" y="24"/>
                    </a:cubicBezTo>
                    <a:cubicBezTo>
                      <a:pt x="90" y="24"/>
                      <a:pt x="90" y="24"/>
                      <a:pt x="90" y="24"/>
                    </a:cubicBezTo>
                    <a:cubicBezTo>
                      <a:pt x="90" y="24"/>
                      <a:pt x="90" y="24"/>
                      <a:pt x="90" y="24"/>
                    </a:cubicBezTo>
                    <a:cubicBezTo>
                      <a:pt x="90" y="24"/>
                      <a:pt x="90" y="24"/>
                      <a:pt x="90" y="24"/>
                    </a:cubicBezTo>
                    <a:cubicBezTo>
                      <a:pt x="90" y="24"/>
                      <a:pt x="90" y="24"/>
                      <a:pt x="90" y="24"/>
                    </a:cubicBezTo>
                    <a:cubicBezTo>
                      <a:pt x="90" y="25"/>
                      <a:pt x="90" y="25"/>
                      <a:pt x="90" y="25"/>
                    </a:cubicBezTo>
                    <a:cubicBezTo>
                      <a:pt x="90" y="25"/>
                      <a:pt x="90" y="25"/>
                      <a:pt x="91" y="25"/>
                    </a:cubicBezTo>
                    <a:cubicBezTo>
                      <a:pt x="91" y="25"/>
                      <a:pt x="91" y="25"/>
                      <a:pt x="91" y="25"/>
                    </a:cubicBezTo>
                    <a:cubicBezTo>
                      <a:pt x="91" y="25"/>
                      <a:pt x="91" y="25"/>
                      <a:pt x="91" y="25"/>
                    </a:cubicBezTo>
                    <a:cubicBezTo>
                      <a:pt x="91" y="25"/>
                      <a:pt x="91" y="25"/>
                      <a:pt x="91" y="25"/>
                    </a:cubicBezTo>
                    <a:cubicBezTo>
                      <a:pt x="91" y="25"/>
                      <a:pt x="91" y="25"/>
                      <a:pt x="91" y="25"/>
                    </a:cubicBezTo>
                    <a:cubicBezTo>
                      <a:pt x="91" y="25"/>
                      <a:pt x="91" y="25"/>
                      <a:pt x="91" y="25"/>
                    </a:cubicBezTo>
                    <a:cubicBezTo>
                      <a:pt x="91" y="25"/>
                      <a:pt x="91" y="25"/>
                      <a:pt x="91" y="25"/>
                    </a:cubicBezTo>
                    <a:cubicBezTo>
                      <a:pt x="91" y="25"/>
                      <a:pt x="91" y="25"/>
                      <a:pt x="91" y="25"/>
                    </a:cubicBezTo>
                    <a:cubicBezTo>
                      <a:pt x="91" y="25"/>
                      <a:pt x="91" y="25"/>
                      <a:pt x="91" y="25"/>
                    </a:cubicBezTo>
                    <a:cubicBezTo>
                      <a:pt x="91" y="25"/>
                      <a:pt x="92" y="25"/>
                      <a:pt x="92" y="25"/>
                    </a:cubicBezTo>
                    <a:cubicBezTo>
                      <a:pt x="92" y="25"/>
                      <a:pt x="92" y="25"/>
                      <a:pt x="92" y="25"/>
                    </a:cubicBezTo>
                    <a:cubicBezTo>
                      <a:pt x="92" y="25"/>
                      <a:pt x="92" y="25"/>
                      <a:pt x="92" y="24"/>
                    </a:cubicBezTo>
                    <a:cubicBezTo>
                      <a:pt x="92" y="24"/>
                      <a:pt x="92" y="24"/>
                      <a:pt x="92" y="24"/>
                    </a:cubicBezTo>
                    <a:cubicBezTo>
                      <a:pt x="92" y="24"/>
                      <a:pt x="92" y="24"/>
                      <a:pt x="92" y="24"/>
                    </a:cubicBezTo>
                    <a:cubicBezTo>
                      <a:pt x="92" y="24"/>
                      <a:pt x="92" y="24"/>
                      <a:pt x="93" y="24"/>
                    </a:cubicBezTo>
                    <a:cubicBezTo>
                      <a:pt x="93" y="24"/>
                      <a:pt x="93" y="24"/>
                      <a:pt x="93" y="24"/>
                    </a:cubicBezTo>
                    <a:cubicBezTo>
                      <a:pt x="93" y="24"/>
                      <a:pt x="93" y="24"/>
                      <a:pt x="93" y="24"/>
                    </a:cubicBezTo>
                    <a:cubicBezTo>
                      <a:pt x="93" y="24"/>
                      <a:pt x="93" y="24"/>
                      <a:pt x="93" y="24"/>
                    </a:cubicBezTo>
                    <a:cubicBezTo>
                      <a:pt x="93" y="23"/>
                      <a:pt x="93" y="23"/>
                      <a:pt x="93" y="23"/>
                    </a:cubicBezTo>
                    <a:cubicBezTo>
                      <a:pt x="93" y="23"/>
                      <a:pt x="93" y="23"/>
                      <a:pt x="93" y="23"/>
                    </a:cubicBezTo>
                    <a:cubicBezTo>
                      <a:pt x="93" y="23"/>
                      <a:pt x="93" y="23"/>
                      <a:pt x="93"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4" y="23"/>
                    </a:cubicBezTo>
                    <a:cubicBezTo>
                      <a:pt x="94" y="23"/>
                      <a:pt x="94" y="23"/>
                      <a:pt x="95" y="23"/>
                    </a:cubicBezTo>
                    <a:cubicBezTo>
                      <a:pt x="95" y="24"/>
                      <a:pt x="95" y="24"/>
                      <a:pt x="95" y="24"/>
                    </a:cubicBezTo>
                    <a:cubicBezTo>
                      <a:pt x="95" y="24"/>
                      <a:pt x="95" y="24"/>
                      <a:pt x="95" y="24"/>
                    </a:cubicBezTo>
                    <a:cubicBezTo>
                      <a:pt x="95" y="24"/>
                      <a:pt x="95" y="24"/>
                      <a:pt x="95" y="23"/>
                    </a:cubicBezTo>
                    <a:cubicBezTo>
                      <a:pt x="95" y="23"/>
                      <a:pt x="95" y="23"/>
                      <a:pt x="95" y="23"/>
                    </a:cubicBezTo>
                    <a:cubicBezTo>
                      <a:pt x="95" y="23"/>
                      <a:pt x="95" y="24"/>
                      <a:pt x="95" y="24"/>
                    </a:cubicBezTo>
                    <a:cubicBezTo>
                      <a:pt x="95" y="24"/>
                      <a:pt x="95" y="24"/>
                      <a:pt x="95" y="24"/>
                    </a:cubicBezTo>
                    <a:cubicBezTo>
                      <a:pt x="95" y="24"/>
                      <a:pt x="95" y="24"/>
                      <a:pt x="95" y="24"/>
                    </a:cubicBezTo>
                    <a:cubicBezTo>
                      <a:pt x="95" y="24"/>
                      <a:pt x="95" y="24"/>
                      <a:pt x="95" y="24"/>
                    </a:cubicBezTo>
                    <a:cubicBezTo>
                      <a:pt x="95" y="24"/>
                      <a:pt x="95" y="24"/>
                      <a:pt x="95" y="24"/>
                    </a:cubicBezTo>
                    <a:cubicBezTo>
                      <a:pt x="95" y="24"/>
                      <a:pt x="95" y="24"/>
                      <a:pt x="96" y="24"/>
                    </a:cubicBezTo>
                    <a:cubicBezTo>
                      <a:pt x="96" y="24"/>
                      <a:pt x="96" y="24"/>
                      <a:pt x="96" y="24"/>
                    </a:cubicBezTo>
                    <a:cubicBezTo>
                      <a:pt x="96" y="24"/>
                      <a:pt x="96" y="24"/>
                      <a:pt x="96" y="24"/>
                    </a:cubicBezTo>
                    <a:cubicBezTo>
                      <a:pt x="96" y="23"/>
                      <a:pt x="96" y="23"/>
                      <a:pt x="96" y="23"/>
                    </a:cubicBezTo>
                    <a:cubicBezTo>
                      <a:pt x="96" y="23"/>
                      <a:pt x="96" y="23"/>
                      <a:pt x="96" y="23"/>
                    </a:cubicBezTo>
                    <a:cubicBezTo>
                      <a:pt x="96" y="23"/>
                      <a:pt x="96" y="23"/>
                      <a:pt x="96" y="23"/>
                    </a:cubicBezTo>
                    <a:cubicBezTo>
                      <a:pt x="96" y="22"/>
                      <a:pt x="96" y="22"/>
                      <a:pt x="96" y="22"/>
                    </a:cubicBezTo>
                    <a:cubicBezTo>
                      <a:pt x="96" y="22"/>
                      <a:pt x="96" y="22"/>
                      <a:pt x="96" y="22"/>
                    </a:cubicBezTo>
                    <a:cubicBezTo>
                      <a:pt x="96" y="22"/>
                      <a:pt x="96" y="22"/>
                      <a:pt x="96" y="22"/>
                    </a:cubicBezTo>
                    <a:cubicBezTo>
                      <a:pt x="96" y="22"/>
                      <a:pt x="96" y="22"/>
                      <a:pt x="96" y="22"/>
                    </a:cubicBezTo>
                    <a:cubicBezTo>
                      <a:pt x="96" y="22"/>
                      <a:pt x="96" y="22"/>
                      <a:pt x="96" y="22"/>
                    </a:cubicBezTo>
                    <a:cubicBezTo>
                      <a:pt x="96" y="22"/>
                      <a:pt x="96" y="22"/>
                      <a:pt x="96" y="22"/>
                    </a:cubicBezTo>
                    <a:cubicBezTo>
                      <a:pt x="96" y="22"/>
                      <a:pt x="96" y="22"/>
                      <a:pt x="96" y="22"/>
                    </a:cubicBezTo>
                    <a:cubicBezTo>
                      <a:pt x="96" y="22"/>
                      <a:pt x="96" y="22"/>
                      <a:pt x="96" y="22"/>
                    </a:cubicBezTo>
                    <a:cubicBezTo>
                      <a:pt x="96" y="23"/>
                      <a:pt x="96" y="23"/>
                      <a:pt x="96" y="23"/>
                    </a:cubicBezTo>
                    <a:cubicBezTo>
                      <a:pt x="96" y="23"/>
                      <a:pt x="96" y="23"/>
                      <a:pt x="96" y="23"/>
                    </a:cubicBezTo>
                    <a:cubicBezTo>
                      <a:pt x="96" y="23"/>
                      <a:pt x="96" y="23"/>
                      <a:pt x="96" y="23"/>
                    </a:cubicBezTo>
                    <a:cubicBezTo>
                      <a:pt x="96" y="23"/>
                      <a:pt x="96" y="23"/>
                      <a:pt x="96" y="23"/>
                    </a:cubicBezTo>
                    <a:cubicBezTo>
                      <a:pt x="96" y="23"/>
                      <a:pt x="96" y="23"/>
                      <a:pt x="96" y="23"/>
                    </a:cubicBezTo>
                    <a:cubicBezTo>
                      <a:pt x="96" y="23"/>
                      <a:pt x="96" y="23"/>
                      <a:pt x="96" y="23"/>
                    </a:cubicBezTo>
                    <a:cubicBezTo>
                      <a:pt x="96" y="23"/>
                      <a:pt x="96" y="24"/>
                      <a:pt x="96" y="24"/>
                    </a:cubicBezTo>
                    <a:cubicBezTo>
                      <a:pt x="96" y="24"/>
                      <a:pt x="96" y="24"/>
                      <a:pt x="96" y="24"/>
                    </a:cubicBezTo>
                    <a:cubicBezTo>
                      <a:pt x="96" y="24"/>
                      <a:pt x="96" y="24"/>
                      <a:pt x="96" y="24"/>
                    </a:cubicBezTo>
                    <a:cubicBezTo>
                      <a:pt x="96" y="24"/>
                      <a:pt x="97" y="24"/>
                      <a:pt x="97" y="24"/>
                    </a:cubicBezTo>
                    <a:cubicBezTo>
                      <a:pt x="97" y="24"/>
                      <a:pt x="97" y="24"/>
                      <a:pt x="97" y="24"/>
                    </a:cubicBezTo>
                    <a:cubicBezTo>
                      <a:pt x="97" y="24"/>
                      <a:pt x="97" y="24"/>
                      <a:pt x="97" y="24"/>
                    </a:cubicBezTo>
                    <a:cubicBezTo>
                      <a:pt x="97" y="24"/>
                      <a:pt x="97" y="24"/>
                      <a:pt x="97" y="24"/>
                    </a:cubicBezTo>
                    <a:cubicBezTo>
                      <a:pt x="97" y="24"/>
                      <a:pt x="97" y="24"/>
                      <a:pt x="97" y="24"/>
                    </a:cubicBezTo>
                    <a:cubicBezTo>
                      <a:pt x="97" y="24"/>
                      <a:pt x="97" y="24"/>
                      <a:pt x="97" y="24"/>
                    </a:cubicBezTo>
                    <a:cubicBezTo>
                      <a:pt x="97" y="24"/>
                      <a:pt x="97" y="24"/>
                      <a:pt x="97" y="24"/>
                    </a:cubicBezTo>
                    <a:cubicBezTo>
                      <a:pt x="97" y="24"/>
                      <a:pt x="97" y="24"/>
                      <a:pt x="97" y="23"/>
                    </a:cubicBezTo>
                    <a:cubicBezTo>
                      <a:pt x="97" y="23"/>
                      <a:pt x="97"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8" y="23"/>
                      <a:pt x="98" y="23"/>
                    </a:cubicBezTo>
                    <a:cubicBezTo>
                      <a:pt x="98"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99" y="23"/>
                      <a:pt x="99" y="23"/>
                      <a:pt x="99" y="23"/>
                    </a:cubicBezTo>
                    <a:cubicBezTo>
                      <a:pt x="100" y="23"/>
                      <a:pt x="100" y="23"/>
                      <a:pt x="100" y="23"/>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2"/>
                    </a:cubicBezTo>
                    <a:cubicBezTo>
                      <a:pt x="100" y="22"/>
                      <a:pt x="100" y="22"/>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1"/>
                      <a:pt x="100" y="21"/>
                      <a:pt x="100" y="21"/>
                    </a:cubicBezTo>
                    <a:cubicBezTo>
                      <a:pt x="100" y="20"/>
                      <a:pt x="100" y="20"/>
                      <a:pt x="100" y="20"/>
                    </a:cubicBezTo>
                    <a:cubicBezTo>
                      <a:pt x="100"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1" y="20"/>
                      <a:pt x="101" y="20"/>
                    </a:cubicBezTo>
                    <a:cubicBezTo>
                      <a:pt x="101" y="20"/>
                      <a:pt x="102" y="20"/>
                      <a:pt x="102" y="20"/>
                    </a:cubicBezTo>
                    <a:cubicBezTo>
                      <a:pt x="102" y="20"/>
                      <a:pt x="102" y="20"/>
                      <a:pt x="102" y="20"/>
                    </a:cubicBezTo>
                    <a:cubicBezTo>
                      <a:pt x="102" y="20"/>
                      <a:pt x="102" y="20"/>
                      <a:pt x="102" y="20"/>
                    </a:cubicBezTo>
                    <a:cubicBezTo>
                      <a:pt x="102" y="20"/>
                      <a:pt x="102" y="20"/>
                      <a:pt x="102" y="20"/>
                    </a:cubicBezTo>
                    <a:cubicBezTo>
                      <a:pt x="102" y="20"/>
                      <a:pt x="102" y="20"/>
                      <a:pt x="102" y="20"/>
                    </a:cubicBezTo>
                    <a:cubicBezTo>
                      <a:pt x="102" y="20"/>
                      <a:pt x="102" y="20"/>
                      <a:pt x="102" y="20"/>
                    </a:cubicBezTo>
                    <a:cubicBezTo>
                      <a:pt x="102" y="20"/>
                      <a:pt x="102" y="20"/>
                      <a:pt x="102" y="20"/>
                    </a:cubicBezTo>
                    <a:cubicBezTo>
                      <a:pt x="102" y="19"/>
                      <a:pt x="102" y="19"/>
                      <a:pt x="102" y="19"/>
                    </a:cubicBezTo>
                    <a:cubicBezTo>
                      <a:pt x="102" y="19"/>
                      <a:pt x="102" y="19"/>
                      <a:pt x="102" y="19"/>
                    </a:cubicBezTo>
                    <a:cubicBezTo>
                      <a:pt x="102" y="19"/>
                      <a:pt x="102" y="19"/>
                      <a:pt x="102" y="19"/>
                    </a:cubicBezTo>
                    <a:cubicBezTo>
                      <a:pt x="103" y="19"/>
                      <a:pt x="103" y="19"/>
                      <a:pt x="102" y="19"/>
                    </a:cubicBezTo>
                    <a:cubicBezTo>
                      <a:pt x="102" y="19"/>
                      <a:pt x="102" y="19"/>
                      <a:pt x="102" y="19"/>
                    </a:cubicBezTo>
                    <a:cubicBezTo>
                      <a:pt x="102" y="19"/>
                      <a:pt x="102" y="19"/>
                      <a:pt x="102" y="19"/>
                    </a:cubicBezTo>
                    <a:cubicBezTo>
                      <a:pt x="102" y="19"/>
                      <a:pt x="102" y="19"/>
                      <a:pt x="102" y="19"/>
                    </a:cubicBezTo>
                    <a:cubicBezTo>
                      <a:pt x="102" y="19"/>
                      <a:pt x="102" y="19"/>
                      <a:pt x="102" y="19"/>
                    </a:cubicBezTo>
                    <a:cubicBezTo>
                      <a:pt x="102" y="19"/>
                      <a:pt x="102" y="19"/>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2" y="18"/>
                      <a:pt x="102" y="18"/>
                      <a:pt x="102" y="18"/>
                    </a:cubicBezTo>
                    <a:cubicBezTo>
                      <a:pt x="101" y="18"/>
                      <a:pt x="101" y="18"/>
                      <a:pt x="101" y="18"/>
                    </a:cubicBezTo>
                    <a:cubicBezTo>
                      <a:pt x="101" y="18"/>
                      <a:pt x="101" y="17"/>
                      <a:pt x="101" y="17"/>
                    </a:cubicBezTo>
                    <a:cubicBezTo>
                      <a:pt x="101" y="17"/>
                      <a:pt x="101" y="17"/>
                      <a:pt x="101" y="17"/>
                    </a:cubicBezTo>
                    <a:cubicBezTo>
                      <a:pt x="101" y="17"/>
                      <a:pt x="101" y="17"/>
                      <a:pt x="101" y="17"/>
                    </a:cubicBezTo>
                    <a:cubicBezTo>
                      <a:pt x="101" y="17"/>
                      <a:pt x="101" y="17"/>
                      <a:pt x="101" y="17"/>
                    </a:cubicBezTo>
                    <a:cubicBezTo>
                      <a:pt x="101" y="17"/>
                      <a:pt x="101" y="17"/>
                      <a:pt x="101" y="17"/>
                    </a:cubicBezTo>
                    <a:cubicBezTo>
                      <a:pt x="101" y="17"/>
                      <a:pt x="101" y="17"/>
                      <a:pt x="101" y="17"/>
                    </a:cubicBezTo>
                    <a:cubicBezTo>
                      <a:pt x="101" y="17"/>
                      <a:pt x="100" y="17"/>
                      <a:pt x="100" y="18"/>
                    </a:cubicBezTo>
                    <a:cubicBezTo>
                      <a:pt x="100" y="18"/>
                      <a:pt x="100" y="18"/>
                      <a:pt x="100" y="18"/>
                    </a:cubicBezTo>
                    <a:cubicBezTo>
                      <a:pt x="100" y="18"/>
                      <a:pt x="100" y="18"/>
                      <a:pt x="100" y="18"/>
                    </a:cubicBezTo>
                    <a:cubicBezTo>
                      <a:pt x="100" y="18"/>
                      <a:pt x="100" y="18"/>
                      <a:pt x="100" y="18"/>
                    </a:cubicBezTo>
                    <a:cubicBezTo>
                      <a:pt x="100" y="18"/>
                      <a:pt x="100" y="18"/>
                      <a:pt x="100" y="18"/>
                    </a:cubicBezTo>
                    <a:cubicBezTo>
                      <a:pt x="100" y="18"/>
                      <a:pt x="100" y="18"/>
                      <a:pt x="100" y="18"/>
                    </a:cubicBezTo>
                    <a:cubicBezTo>
                      <a:pt x="100" y="18"/>
                      <a:pt x="100" y="18"/>
                      <a:pt x="100" y="18"/>
                    </a:cubicBezTo>
                    <a:cubicBezTo>
                      <a:pt x="100" y="18"/>
                      <a:pt x="100" y="18"/>
                      <a:pt x="100" y="18"/>
                    </a:cubicBezTo>
                    <a:cubicBezTo>
                      <a:pt x="99" y="18"/>
                      <a:pt x="99" y="18"/>
                      <a:pt x="99" y="18"/>
                    </a:cubicBezTo>
                    <a:cubicBezTo>
                      <a:pt x="99" y="18"/>
                      <a:pt x="99" y="18"/>
                      <a:pt x="99" y="18"/>
                    </a:cubicBezTo>
                    <a:cubicBezTo>
                      <a:pt x="99" y="19"/>
                      <a:pt x="99" y="19"/>
                      <a:pt x="99" y="19"/>
                    </a:cubicBezTo>
                    <a:cubicBezTo>
                      <a:pt x="99" y="19"/>
                      <a:pt x="99" y="19"/>
                      <a:pt x="99" y="19"/>
                    </a:cubicBezTo>
                    <a:cubicBezTo>
                      <a:pt x="99" y="19"/>
                      <a:pt x="100" y="19"/>
                      <a:pt x="100" y="19"/>
                    </a:cubicBezTo>
                    <a:cubicBezTo>
                      <a:pt x="100"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9" y="19"/>
                      <a:pt x="99" y="19"/>
                      <a:pt x="99" y="19"/>
                    </a:cubicBezTo>
                    <a:cubicBezTo>
                      <a:pt x="98" y="19"/>
                      <a:pt x="98" y="19"/>
                      <a:pt x="98" y="19"/>
                    </a:cubicBezTo>
                    <a:cubicBezTo>
                      <a:pt x="98" y="19"/>
                      <a:pt x="98" y="19"/>
                      <a:pt x="98" y="19"/>
                    </a:cubicBezTo>
                    <a:cubicBezTo>
                      <a:pt x="98" y="19"/>
                      <a:pt x="98" y="19"/>
                      <a:pt x="98" y="19"/>
                    </a:cubicBezTo>
                    <a:cubicBezTo>
                      <a:pt x="98" y="19"/>
                      <a:pt x="98" y="20"/>
                      <a:pt x="98" y="20"/>
                    </a:cubicBezTo>
                    <a:cubicBezTo>
                      <a:pt x="98" y="20"/>
                      <a:pt x="98" y="20"/>
                      <a:pt x="98" y="20"/>
                    </a:cubicBezTo>
                    <a:cubicBezTo>
                      <a:pt x="98" y="20"/>
                      <a:pt x="98" y="20"/>
                      <a:pt x="98" y="20"/>
                    </a:cubicBezTo>
                    <a:cubicBezTo>
                      <a:pt x="98" y="20"/>
                      <a:pt x="98" y="20"/>
                      <a:pt x="98" y="20"/>
                    </a:cubicBezTo>
                    <a:cubicBezTo>
                      <a:pt x="98" y="20"/>
                      <a:pt x="98" y="20"/>
                      <a:pt x="98" y="20"/>
                    </a:cubicBezTo>
                    <a:cubicBezTo>
                      <a:pt x="98" y="20"/>
                      <a:pt x="98" y="20"/>
                      <a:pt x="98" y="20"/>
                    </a:cubicBezTo>
                    <a:cubicBezTo>
                      <a:pt x="98" y="20"/>
                      <a:pt x="97" y="20"/>
                      <a:pt x="97" y="20"/>
                    </a:cubicBezTo>
                    <a:cubicBezTo>
                      <a:pt x="97" y="20"/>
                      <a:pt x="97" y="20"/>
                      <a:pt x="97" y="20"/>
                    </a:cubicBezTo>
                    <a:cubicBezTo>
                      <a:pt x="97" y="20"/>
                      <a:pt x="97" y="20"/>
                      <a:pt x="97" y="20"/>
                    </a:cubicBezTo>
                    <a:cubicBezTo>
                      <a:pt x="97" y="20"/>
                      <a:pt x="97" y="20"/>
                      <a:pt x="97" y="20"/>
                    </a:cubicBezTo>
                    <a:cubicBezTo>
                      <a:pt x="97" y="20"/>
                      <a:pt x="97" y="20"/>
                      <a:pt x="97" y="20"/>
                    </a:cubicBezTo>
                    <a:cubicBezTo>
                      <a:pt x="97" y="20"/>
                      <a:pt x="97" y="20"/>
                      <a:pt x="97" y="21"/>
                    </a:cubicBezTo>
                    <a:cubicBezTo>
                      <a:pt x="97" y="21"/>
                      <a:pt x="97" y="21"/>
                      <a:pt x="97" y="21"/>
                    </a:cubicBezTo>
                    <a:cubicBezTo>
                      <a:pt x="96" y="21"/>
                      <a:pt x="96" y="21"/>
                      <a:pt x="96" y="21"/>
                    </a:cubicBezTo>
                    <a:cubicBezTo>
                      <a:pt x="96" y="21"/>
                      <a:pt x="96" y="21"/>
                      <a:pt x="96" y="21"/>
                    </a:cubicBezTo>
                    <a:cubicBezTo>
                      <a:pt x="96" y="21"/>
                      <a:pt x="96" y="21"/>
                      <a:pt x="96" y="21"/>
                    </a:cubicBezTo>
                    <a:cubicBezTo>
                      <a:pt x="96" y="21"/>
                      <a:pt x="96" y="21"/>
                      <a:pt x="96" y="21"/>
                    </a:cubicBezTo>
                    <a:cubicBezTo>
                      <a:pt x="96" y="21"/>
                      <a:pt x="96" y="21"/>
                      <a:pt x="96" y="21"/>
                    </a:cubicBezTo>
                    <a:cubicBezTo>
                      <a:pt x="96" y="21"/>
                      <a:pt x="96" y="21"/>
                      <a:pt x="96" y="21"/>
                    </a:cubicBezTo>
                    <a:cubicBezTo>
                      <a:pt x="96" y="21"/>
                      <a:pt x="96" y="21"/>
                      <a:pt x="96" y="21"/>
                    </a:cubicBezTo>
                    <a:cubicBezTo>
                      <a:pt x="96" y="21"/>
                      <a:pt x="96" y="21"/>
                      <a:pt x="96" y="21"/>
                    </a:cubicBezTo>
                    <a:cubicBezTo>
                      <a:pt x="96" y="21"/>
                      <a:pt x="96" y="21"/>
                      <a:pt x="96" y="21"/>
                    </a:cubicBezTo>
                    <a:cubicBezTo>
                      <a:pt x="96" y="21"/>
                      <a:pt x="96" y="21"/>
                      <a:pt x="96" y="21"/>
                    </a:cubicBezTo>
                    <a:cubicBezTo>
                      <a:pt x="96" y="21"/>
                      <a:pt x="95" y="21"/>
                      <a:pt x="95" y="21"/>
                    </a:cubicBezTo>
                    <a:cubicBezTo>
                      <a:pt x="95" y="21"/>
                      <a:pt x="95" y="21"/>
                      <a:pt x="95" y="21"/>
                    </a:cubicBezTo>
                    <a:cubicBezTo>
                      <a:pt x="95" y="21"/>
                      <a:pt x="95" y="21"/>
                      <a:pt x="95" y="21"/>
                    </a:cubicBezTo>
                    <a:cubicBezTo>
                      <a:pt x="95" y="22"/>
                      <a:pt x="95" y="22"/>
                      <a:pt x="95" y="22"/>
                    </a:cubicBezTo>
                    <a:cubicBezTo>
                      <a:pt x="95" y="22"/>
                      <a:pt x="95" y="22"/>
                      <a:pt x="95" y="22"/>
                    </a:cubicBezTo>
                    <a:cubicBezTo>
                      <a:pt x="95" y="22"/>
                      <a:pt x="95" y="22"/>
                      <a:pt x="95" y="22"/>
                    </a:cubicBezTo>
                    <a:cubicBezTo>
                      <a:pt x="95" y="21"/>
                      <a:pt x="95" y="21"/>
                      <a:pt x="95" y="21"/>
                    </a:cubicBezTo>
                    <a:cubicBezTo>
                      <a:pt x="95" y="21"/>
                      <a:pt x="95" y="21"/>
                      <a:pt x="95" y="21"/>
                    </a:cubicBezTo>
                    <a:cubicBezTo>
                      <a:pt x="95" y="21"/>
                      <a:pt x="95" y="21"/>
                      <a:pt x="95" y="21"/>
                    </a:cubicBezTo>
                    <a:cubicBezTo>
                      <a:pt x="95" y="21"/>
                      <a:pt x="95" y="21"/>
                      <a:pt x="94" y="21"/>
                    </a:cubicBezTo>
                    <a:cubicBezTo>
                      <a:pt x="94" y="21"/>
                      <a:pt x="94" y="21"/>
                      <a:pt x="94" y="21"/>
                    </a:cubicBezTo>
                    <a:cubicBezTo>
                      <a:pt x="94" y="21"/>
                      <a:pt x="94" y="21"/>
                      <a:pt x="94" y="22"/>
                    </a:cubicBezTo>
                    <a:cubicBezTo>
                      <a:pt x="94" y="22"/>
                      <a:pt x="94" y="22"/>
                      <a:pt x="94" y="22"/>
                    </a:cubicBezTo>
                    <a:cubicBezTo>
                      <a:pt x="94" y="22"/>
                      <a:pt x="94" y="22"/>
                      <a:pt x="94" y="22"/>
                    </a:cubicBezTo>
                    <a:cubicBezTo>
                      <a:pt x="94" y="22"/>
                      <a:pt x="94" y="22"/>
                      <a:pt x="94" y="22"/>
                    </a:cubicBezTo>
                    <a:cubicBezTo>
                      <a:pt x="94" y="22"/>
                      <a:pt x="94" y="22"/>
                      <a:pt x="94" y="22"/>
                    </a:cubicBezTo>
                    <a:cubicBezTo>
                      <a:pt x="94" y="22"/>
                      <a:pt x="94" y="22"/>
                      <a:pt x="94" y="22"/>
                    </a:cubicBezTo>
                    <a:cubicBezTo>
                      <a:pt x="94" y="22"/>
                      <a:pt x="94" y="22"/>
                      <a:pt x="94" y="22"/>
                    </a:cubicBezTo>
                    <a:cubicBezTo>
                      <a:pt x="94" y="22"/>
                      <a:pt x="94" y="22"/>
                      <a:pt x="94" y="22"/>
                    </a:cubicBezTo>
                    <a:cubicBezTo>
                      <a:pt x="94" y="22"/>
                      <a:pt x="94" y="22"/>
                      <a:pt x="94" y="22"/>
                    </a:cubicBezTo>
                    <a:cubicBezTo>
                      <a:pt x="94" y="22"/>
                      <a:pt x="94" y="21"/>
                      <a:pt x="94" y="21"/>
                    </a:cubicBezTo>
                    <a:cubicBezTo>
                      <a:pt x="94" y="21"/>
                      <a:pt x="94" y="21"/>
                      <a:pt x="94" y="21"/>
                    </a:cubicBezTo>
                    <a:cubicBezTo>
                      <a:pt x="94" y="21"/>
                      <a:pt x="94" y="21"/>
                      <a:pt x="94" y="21"/>
                    </a:cubicBezTo>
                    <a:cubicBezTo>
                      <a:pt x="94" y="21"/>
                      <a:pt x="94" y="21"/>
                      <a:pt x="94" y="21"/>
                    </a:cubicBezTo>
                    <a:cubicBezTo>
                      <a:pt x="94" y="21"/>
                      <a:pt x="94" y="21"/>
                      <a:pt x="94" y="21"/>
                    </a:cubicBezTo>
                    <a:cubicBezTo>
                      <a:pt x="94" y="21"/>
                      <a:pt x="94" y="21"/>
                      <a:pt x="94" y="21"/>
                    </a:cubicBezTo>
                    <a:cubicBezTo>
                      <a:pt x="94" y="21"/>
                      <a:pt x="94" y="21"/>
                      <a:pt x="94" y="21"/>
                    </a:cubicBezTo>
                    <a:cubicBezTo>
                      <a:pt x="94" y="20"/>
                      <a:pt x="94" y="20"/>
                      <a:pt x="94" y="20"/>
                    </a:cubicBezTo>
                    <a:cubicBezTo>
                      <a:pt x="94" y="20"/>
                      <a:pt x="94" y="20"/>
                      <a:pt x="94" y="20"/>
                    </a:cubicBezTo>
                    <a:cubicBezTo>
                      <a:pt x="94" y="20"/>
                      <a:pt x="94" y="20"/>
                      <a:pt x="95" y="20"/>
                    </a:cubicBezTo>
                    <a:cubicBezTo>
                      <a:pt x="95" y="20"/>
                      <a:pt x="95" y="20"/>
                      <a:pt x="95" y="20"/>
                    </a:cubicBezTo>
                    <a:cubicBezTo>
                      <a:pt x="95" y="20"/>
                      <a:pt x="95" y="20"/>
                      <a:pt x="95" y="20"/>
                    </a:cubicBezTo>
                    <a:cubicBezTo>
                      <a:pt x="95" y="20"/>
                      <a:pt x="95" y="20"/>
                      <a:pt x="95" y="20"/>
                    </a:cubicBezTo>
                    <a:cubicBezTo>
                      <a:pt x="95" y="20"/>
                      <a:pt x="95" y="20"/>
                      <a:pt x="95" y="20"/>
                    </a:cubicBezTo>
                    <a:cubicBezTo>
                      <a:pt x="95" y="19"/>
                      <a:pt x="95" y="19"/>
                      <a:pt x="95" y="19"/>
                    </a:cubicBezTo>
                    <a:cubicBezTo>
                      <a:pt x="95" y="19"/>
                      <a:pt x="95" y="19"/>
                      <a:pt x="95" y="19"/>
                    </a:cubicBezTo>
                    <a:cubicBezTo>
                      <a:pt x="95" y="19"/>
                      <a:pt x="95" y="19"/>
                      <a:pt x="95" y="19"/>
                    </a:cubicBezTo>
                    <a:cubicBezTo>
                      <a:pt x="95" y="20"/>
                      <a:pt x="95" y="20"/>
                      <a:pt x="95" y="20"/>
                    </a:cubicBezTo>
                    <a:cubicBezTo>
                      <a:pt x="95" y="20"/>
                      <a:pt x="95" y="20"/>
                      <a:pt x="95" y="20"/>
                    </a:cubicBezTo>
                    <a:cubicBezTo>
                      <a:pt x="95" y="20"/>
                      <a:pt x="95" y="20"/>
                      <a:pt x="95" y="20"/>
                    </a:cubicBezTo>
                    <a:cubicBezTo>
                      <a:pt x="95" y="20"/>
                      <a:pt x="96" y="20"/>
                      <a:pt x="96" y="20"/>
                    </a:cubicBezTo>
                    <a:cubicBezTo>
                      <a:pt x="96" y="20"/>
                      <a:pt x="96" y="20"/>
                      <a:pt x="96" y="20"/>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7" y="19"/>
                      <a:pt x="97" y="19"/>
                    </a:cubicBezTo>
                    <a:cubicBezTo>
                      <a:pt x="97" y="19"/>
                      <a:pt x="97" y="18"/>
                      <a:pt x="97" y="18"/>
                    </a:cubicBezTo>
                    <a:cubicBezTo>
                      <a:pt x="97" y="18"/>
                      <a:pt x="97" y="18"/>
                      <a:pt x="97" y="18"/>
                    </a:cubicBezTo>
                    <a:cubicBezTo>
                      <a:pt x="97" y="18"/>
                      <a:pt x="97" y="18"/>
                      <a:pt x="97" y="18"/>
                    </a:cubicBezTo>
                    <a:cubicBezTo>
                      <a:pt x="97" y="18"/>
                      <a:pt x="97" y="18"/>
                      <a:pt x="97" y="18"/>
                    </a:cubicBezTo>
                    <a:cubicBezTo>
                      <a:pt x="97" y="18"/>
                      <a:pt x="97" y="18"/>
                      <a:pt x="97" y="18"/>
                    </a:cubicBezTo>
                    <a:cubicBezTo>
                      <a:pt x="97" y="18"/>
                      <a:pt x="97" y="18"/>
                      <a:pt x="97" y="18"/>
                    </a:cubicBezTo>
                    <a:cubicBezTo>
                      <a:pt x="96" y="18"/>
                      <a:pt x="96" y="18"/>
                      <a:pt x="96" y="18"/>
                    </a:cubicBezTo>
                    <a:cubicBezTo>
                      <a:pt x="96" y="18"/>
                      <a:pt x="96" y="18"/>
                      <a:pt x="96" y="18"/>
                    </a:cubicBezTo>
                    <a:cubicBezTo>
                      <a:pt x="96" y="18"/>
                      <a:pt x="96" y="18"/>
                      <a:pt x="96" y="18"/>
                    </a:cubicBezTo>
                    <a:cubicBezTo>
                      <a:pt x="96" y="18"/>
                      <a:pt x="96" y="18"/>
                      <a:pt x="96" y="18"/>
                    </a:cubicBezTo>
                    <a:cubicBezTo>
                      <a:pt x="96" y="18"/>
                      <a:pt x="96" y="18"/>
                      <a:pt x="96" y="18"/>
                    </a:cubicBezTo>
                    <a:cubicBezTo>
                      <a:pt x="96" y="18"/>
                      <a:pt x="96" y="18"/>
                      <a:pt x="96" y="18"/>
                    </a:cubicBezTo>
                    <a:cubicBezTo>
                      <a:pt x="96" y="18"/>
                      <a:pt x="96" y="18"/>
                      <a:pt x="96" y="18"/>
                    </a:cubicBezTo>
                    <a:cubicBezTo>
                      <a:pt x="96" y="18"/>
                      <a:pt x="96" y="18"/>
                      <a:pt x="96" y="18"/>
                    </a:cubicBezTo>
                    <a:cubicBezTo>
                      <a:pt x="96" y="18"/>
                      <a:pt x="96" y="18"/>
                      <a:pt x="96" y="18"/>
                    </a:cubicBezTo>
                    <a:cubicBezTo>
                      <a:pt x="95" y="18"/>
                      <a:pt x="95" y="19"/>
                      <a:pt x="95" y="19"/>
                    </a:cubicBezTo>
                    <a:cubicBezTo>
                      <a:pt x="95" y="19"/>
                      <a:pt x="95" y="19"/>
                      <a:pt x="95"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5" y="18"/>
                    </a:cubicBezTo>
                    <a:cubicBezTo>
                      <a:pt x="95" y="18"/>
                      <a:pt x="95" y="18"/>
                      <a:pt x="95" y="18"/>
                    </a:cubicBezTo>
                    <a:cubicBezTo>
                      <a:pt x="95" y="18"/>
                      <a:pt x="95" y="18"/>
                      <a:pt x="95" y="18"/>
                    </a:cubicBezTo>
                    <a:cubicBezTo>
                      <a:pt x="95" y="18"/>
                      <a:pt x="95" y="18"/>
                      <a:pt x="95" y="18"/>
                    </a:cubicBezTo>
                    <a:cubicBezTo>
                      <a:pt x="95" y="17"/>
                      <a:pt x="95" y="17"/>
                      <a:pt x="95" y="17"/>
                    </a:cubicBezTo>
                    <a:cubicBezTo>
                      <a:pt x="95" y="17"/>
                      <a:pt x="95" y="17"/>
                      <a:pt x="95" y="17"/>
                    </a:cubicBezTo>
                    <a:cubicBezTo>
                      <a:pt x="95" y="17"/>
                      <a:pt x="95" y="17"/>
                      <a:pt x="95" y="17"/>
                    </a:cubicBezTo>
                    <a:cubicBezTo>
                      <a:pt x="95" y="17"/>
                      <a:pt x="95" y="17"/>
                      <a:pt x="95" y="17"/>
                    </a:cubicBezTo>
                    <a:cubicBezTo>
                      <a:pt x="95" y="17"/>
                      <a:pt x="95" y="17"/>
                      <a:pt x="95" y="17"/>
                    </a:cubicBezTo>
                    <a:cubicBezTo>
                      <a:pt x="95" y="17"/>
                      <a:pt x="95" y="17"/>
                      <a:pt x="95" y="17"/>
                    </a:cubicBezTo>
                    <a:cubicBezTo>
                      <a:pt x="95" y="17"/>
                      <a:pt x="95" y="17"/>
                      <a:pt x="96" y="17"/>
                    </a:cubicBezTo>
                    <a:cubicBezTo>
                      <a:pt x="96" y="17"/>
                      <a:pt x="96" y="17"/>
                      <a:pt x="96" y="17"/>
                    </a:cubicBezTo>
                    <a:cubicBezTo>
                      <a:pt x="95" y="17"/>
                      <a:pt x="95" y="17"/>
                      <a:pt x="95" y="17"/>
                    </a:cubicBezTo>
                    <a:cubicBezTo>
                      <a:pt x="95" y="17"/>
                      <a:pt x="95" y="17"/>
                      <a:pt x="95" y="17"/>
                    </a:cubicBezTo>
                    <a:cubicBezTo>
                      <a:pt x="95" y="17"/>
                      <a:pt x="95" y="17"/>
                      <a:pt x="95" y="17"/>
                    </a:cubicBezTo>
                    <a:cubicBezTo>
                      <a:pt x="95" y="17"/>
                      <a:pt x="95" y="17"/>
                      <a:pt x="95" y="17"/>
                    </a:cubicBezTo>
                    <a:cubicBezTo>
                      <a:pt x="95" y="17"/>
                      <a:pt x="95" y="17"/>
                      <a:pt x="95" y="16"/>
                    </a:cubicBezTo>
                    <a:cubicBezTo>
                      <a:pt x="95" y="16"/>
                      <a:pt x="95" y="16"/>
                      <a:pt x="95" y="16"/>
                    </a:cubicBezTo>
                    <a:cubicBezTo>
                      <a:pt x="95" y="16"/>
                      <a:pt x="95" y="16"/>
                      <a:pt x="95" y="16"/>
                    </a:cubicBezTo>
                    <a:cubicBezTo>
                      <a:pt x="95" y="16"/>
                      <a:pt x="95" y="16"/>
                      <a:pt x="95" y="16"/>
                    </a:cubicBezTo>
                    <a:cubicBezTo>
                      <a:pt x="95" y="16"/>
                      <a:pt x="95" y="16"/>
                      <a:pt x="95" y="16"/>
                    </a:cubicBezTo>
                    <a:cubicBezTo>
                      <a:pt x="95" y="16"/>
                      <a:pt x="95" y="16"/>
                      <a:pt x="95" y="16"/>
                    </a:cubicBezTo>
                    <a:cubicBezTo>
                      <a:pt x="95" y="16"/>
                      <a:pt x="95" y="16"/>
                      <a:pt x="95" y="16"/>
                    </a:cubicBezTo>
                    <a:cubicBezTo>
                      <a:pt x="95" y="16"/>
                      <a:pt x="95"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6" y="16"/>
                      <a:pt x="96" y="16"/>
                      <a:pt x="96" y="16"/>
                    </a:cubicBezTo>
                    <a:cubicBezTo>
                      <a:pt x="97" y="16"/>
                      <a:pt x="97" y="16"/>
                      <a:pt x="97" y="16"/>
                    </a:cubicBezTo>
                    <a:cubicBezTo>
                      <a:pt x="97" y="16"/>
                      <a:pt x="97" y="16"/>
                      <a:pt x="97" y="16"/>
                    </a:cubicBezTo>
                    <a:cubicBezTo>
                      <a:pt x="97" y="16"/>
                      <a:pt x="97" y="16"/>
                      <a:pt x="97" y="16"/>
                    </a:cubicBezTo>
                    <a:cubicBezTo>
                      <a:pt x="97" y="15"/>
                      <a:pt x="97" y="15"/>
                      <a:pt x="97" y="15"/>
                    </a:cubicBezTo>
                    <a:cubicBezTo>
                      <a:pt x="97" y="15"/>
                      <a:pt x="97" y="15"/>
                      <a:pt x="97" y="15"/>
                    </a:cubicBezTo>
                    <a:cubicBezTo>
                      <a:pt x="97" y="15"/>
                      <a:pt x="97" y="15"/>
                      <a:pt x="97" y="15"/>
                    </a:cubicBezTo>
                    <a:cubicBezTo>
                      <a:pt x="97" y="15"/>
                      <a:pt x="97" y="15"/>
                      <a:pt x="97" y="15"/>
                    </a:cubicBezTo>
                    <a:cubicBezTo>
                      <a:pt x="97" y="15"/>
                      <a:pt x="97" y="15"/>
                      <a:pt x="97" y="15"/>
                    </a:cubicBezTo>
                    <a:cubicBezTo>
                      <a:pt x="97" y="15"/>
                      <a:pt x="97" y="15"/>
                      <a:pt x="97" y="14"/>
                    </a:cubicBezTo>
                    <a:cubicBezTo>
                      <a:pt x="97" y="14"/>
                      <a:pt x="97" y="14"/>
                      <a:pt x="97" y="14"/>
                    </a:cubicBezTo>
                    <a:cubicBezTo>
                      <a:pt x="97" y="14"/>
                      <a:pt x="97" y="14"/>
                      <a:pt x="97" y="14"/>
                    </a:cubicBezTo>
                    <a:cubicBezTo>
                      <a:pt x="97" y="14"/>
                      <a:pt x="97" y="14"/>
                      <a:pt x="97" y="14"/>
                    </a:cubicBezTo>
                    <a:cubicBezTo>
                      <a:pt x="97" y="14"/>
                      <a:pt x="97" y="14"/>
                      <a:pt x="97" y="14"/>
                    </a:cubicBezTo>
                    <a:cubicBezTo>
                      <a:pt x="98" y="14"/>
                      <a:pt x="98" y="13"/>
                      <a:pt x="98" y="13"/>
                    </a:cubicBezTo>
                    <a:cubicBezTo>
                      <a:pt x="98" y="13"/>
                      <a:pt x="98" y="13"/>
                      <a:pt x="98" y="13"/>
                    </a:cubicBezTo>
                    <a:cubicBezTo>
                      <a:pt x="98" y="13"/>
                      <a:pt x="98" y="13"/>
                      <a:pt x="98" y="13"/>
                    </a:cubicBezTo>
                    <a:cubicBezTo>
                      <a:pt x="98" y="13"/>
                      <a:pt x="98" y="12"/>
                      <a:pt x="98" y="12"/>
                    </a:cubicBezTo>
                    <a:cubicBezTo>
                      <a:pt x="98"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2"/>
                      <a:pt x="97" y="12"/>
                      <a:pt x="97" y="12"/>
                    </a:cubicBezTo>
                    <a:cubicBezTo>
                      <a:pt x="97" y="13"/>
                      <a:pt x="97" y="13"/>
                      <a:pt x="96" y="13"/>
                    </a:cubicBezTo>
                    <a:cubicBezTo>
                      <a:pt x="96" y="13"/>
                      <a:pt x="96" y="13"/>
                      <a:pt x="96" y="13"/>
                    </a:cubicBezTo>
                    <a:cubicBezTo>
                      <a:pt x="96" y="13"/>
                      <a:pt x="96" y="13"/>
                      <a:pt x="96" y="13"/>
                    </a:cubicBezTo>
                    <a:cubicBezTo>
                      <a:pt x="96" y="13"/>
                      <a:pt x="96" y="13"/>
                      <a:pt x="96" y="13"/>
                    </a:cubicBezTo>
                    <a:cubicBezTo>
                      <a:pt x="96" y="13"/>
                      <a:pt x="96" y="13"/>
                      <a:pt x="96" y="13"/>
                    </a:cubicBezTo>
                    <a:cubicBezTo>
                      <a:pt x="96" y="13"/>
                      <a:pt x="96" y="13"/>
                      <a:pt x="96" y="13"/>
                    </a:cubicBezTo>
                    <a:cubicBezTo>
                      <a:pt x="96" y="13"/>
                      <a:pt x="96" y="13"/>
                      <a:pt x="96" y="13"/>
                    </a:cubicBezTo>
                    <a:cubicBezTo>
                      <a:pt x="96" y="13"/>
                      <a:pt x="95" y="13"/>
                      <a:pt x="95" y="13"/>
                    </a:cubicBezTo>
                    <a:cubicBezTo>
                      <a:pt x="95" y="13"/>
                      <a:pt x="95" y="13"/>
                      <a:pt x="95" y="13"/>
                    </a:cubicBezTo>
                    <a:cubicBezTo>
                      <a:pt x="95" y="13"/>
                      <a:pt x="95" y="13"/>
                      <a:pt x="95" y="13"/>
                    </a:cubicBezTo>
                    <a:cubicBezTo>
                      <a:pt x="95" y="13"/>
                      <a:pt x="95" y="13"/>
                      <a:pt x="95" y="13"/>
                    </a:cubicBezTo>
                    <a:cubicBezTo>
                      <a:pt x="95" y="13"/>
                      <a:pt x="95" y="13"/>
                      <a:pt x="95" y="13"/>
                    </a:cubicBezTo>
                    <a:cubicBezTo>
                      <a:pt x="95" y="13"/>
                      <a:pt x="95" y="13"/>
                      <a:pt x="95" y="13"/>
                    </a:cubicBezTo>
                    <a:cubicBezTo>
                      <a:pt x="95" y="13"/>
                      <a:pt x="94" y="13"/>
                      <a:pt x="94" y="13"/>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4" y="14"/>
                      <a:pt x="94" y="14"/>
                    </a:cubicBezTo>
                    <a:cubicBezTo>
                      <a:pt x="94" y="14"/>
                      <a:pt x="93" y="14"/>
                      <a:pt x="93" y="14"/>
                    </a:cubicBezTo>
                    <a:cubicBezTo>
                      <a:pt x="93" y="14"/>
                      <a:pt x="93" y="14"/>
                      <a:pt x="93" y="14"/>
                    </a:cubicBezTo>
                    <a:cubicBezTo>
                      <a:pt x="93" y="14"/>
                      <a:pt x="93" y="14"/>
                      <a:pt x="93" y="14"/>
                    </a:cubicBezTo>
                    <a:cubicBezTo>
                      <a:pt x="93" y="15"/>
                      <a:pt x="93" y="15"/>
                      <a:pt x="93" y="15"/>
                    </a:cubicBezTo>
                    <a:cubicBezTo>
                      <a:pt x="93" y="15"/>
                      <a:pt x="92" y="15"/>
                      <a:pt x="92" y="15"/>
                    </a:cubicBezTo>
                    <a:cubicBezTo>
                      <a:pt x="92" y="15"/>
                      <a:pt x="92" y="15"/>
                      <a:pt x="92" y="15"/>
                    </a:cubicBezTo>
                    <a:cubicBezTo>
                      <a:pt x="92" y="15"/>
                      <a:pt x="92" y="16"/>
                      <a:pt x="92" y="16"/>
                    </a:cubicBezTo>
                    <a:cubicBezTo>
                      <a:pt x="92" y="16"/>
                      <a:pt x="92" y="16"/>
                      <a:pt x="92" y="16"/>
                    </a:cubicBezTo>
                    <a:cubicBezTo>
                      <a:pt x="92" y="16"/>
                      <a:pt x="93" y="16"/>
                      <a:pt x="93" y="16"/>
                    </a:cubicBezTo>
                    <a:cubicBezTo>
                      <a:pt x="93" y="16"/>
                      <a:pt x="93" y="16"/>
                      <a:pt x="93" y="16"/>
                    </a:cubicBezTo>
                    <a:cubicBezTo>
                      <a:pt x="93" y="16"/>
                      <a:pt x="93" y="16"/>
                      <a:pt x="93" y="16"/>
                    </a:cubicBezTo>
                    <a:cubicBezTo>
                      <a:pt x="93" y="16"/>
                      <a:pt x="93" y="16"/>
                      <a:pt x="93" y="16"/>
                    </a:cubicBezTo>
                    <a:cubicBezTo>
                      <a:pt x="93" y="16"/>
                      <a:pt x="93" y="16"/>
                      <a:pt x="93" y="16"/>
                    </a:cubicBezTo>
                    <a:cubicBezTo>
                      <a:pt x="93" y="16"/>
                      <a:pt x="93" y="16"/>
                      <a:pt x="93" y="16"/>
                    </a:cubicBezTo>
                    <a:cubicBezTo>
                      <a:pt x="93" y="16"/>
                      <a:pt x="93" y="16"/>
                      <a:pt x="93" y="16"/>
                    </a:cubicBezTo>
                    <a:cubicBezTo>
                      <a:pt x="93" y="16"/>
                      <a:pt x="93" y="16"/>
                      <a:pt x="93" y="16"/>
                    </a:cubicBezTo>
                    <a:cubicBezTo>
                      <a:pt x="93" y="16"/>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4" y="17"/>
                      <a:pt x="94" y="17"/>
                    </a:cubicBezTo>
                    <a:cubicBezTo>
                      <a:pt x="94" y="17"/>
                      <a:pt x="94" y="17"/>
                      <a:pt x="94" y="17"/>
                    </a:cubicBezTo>
                    <a:cubicBezTo>
                      <a:pt x="94" y="17"/>
                      <a:pt x="94" y="17"/>
                      <a:pt x="94" y="17"/>
                    </a:cubicBezTo>
                    <a:cubicBezTo>
                      <a:pt x="94" y="17"/>
                      <a:pt x="94" y="17"/>
                      <a:pt x="94" y="17"/>
                    </a:cubicBezTo>
                    <a:cubicBezTo>
                      <a:pt x="94" y="17"/>
                      <a:pt x="94" y="17"/>
                      <a:pt x="94"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3" y="17"/>
                      <a:pt x="93" y="17"/>
                    </a:cubicBezTo>
                    <a:cubicBezTo>
                      <a:pt x="93" y="17"/>
                      <a:pt x="92" y="17"/>
                      <a:pt x="92" y="17"/>
                    </a:cubicBezTo>
                    <a:cubicBezTo>
                      <a:pt x="92" y="17"/>
                      <a:pt x="92" y="17"/>
                      <a:pt x="92" y="17"/>
                    </a:cubicBezTo>
                    <a:cubicBezTo>
                      <a:pt x="92" y="17"/>
                      <a:pt x="92" y="17"/>
                      <a:pt x="92" y="17"/>
                    </a:cubicBezTo>
                    <a:cubicBezTo>
                      <a:pt x="92" y="17"/>
                      <a:pt x="92" y="17"/>
                      <a:pt x="92" y="17"/>
                    </a:cubicBezTo>
                    <a:cubicBezTo>
                      <a:pt x="92" y="17"/>
                      <a:pt x="92" y="17"/>
                      <a:pt x="92" y="17"/>
                    </a:cubicBezTo>
                    <a:cubicBezTo>
                      <a:pt x="92" y="17"/>
                      <a:pt x="92" y="17"/>
                      <a:pt x="92" y="17"/>
                    </a:cubicBezTo>
                    <a:cubicBezTo>
                      <a:pt x="92" y="17"/>
                      <a:pt x="92" y="17"/>
                      <a:pt x="92" y="17"/>
                    </a:cubicBezTo>
                    <a:cubicBezTo>
                      <a:pt x="92" y="17"/>
                      <a:pt x="92" y="17"/>
                      <a:pt x="92" y="17"/>
                    </a:cubicBezTo>
                    <a:cubicBezTo>
                      <a:pt x="92" y="17"/>
                      <a:pt x="92" y="17"/>
                      <a:pt x="92" y="17"/>
                    </a:cubicBezTo>
                    <a:cubicBezTo>
                      <a:pt x="92" y="18"/>
                      <a:pt x="92" y="18"/>
                      <a:pt x="92" y="18"/>
                    </a:cubicBezTo>
                    <a:cubicBezTo>
                      <a:pt x="92" y="18"/>
                      <a:pt x="92" y="18"/>
                      <a:pt x="92" y="18"/>
                    </a:cubicBezTo>
                    <a:cubicBezTo>
                      <a:pt x="92" y="18"/>
                      <a:pt x="92" y="18"/>
                      <a:pt x="92" y="18"/>
                    </a:cubicBezTo>
                    <a:cubicBezTo>
                      <a:pt x="92" y="18"/>
                      <a:pt x="92" y="18"/>
                      <a:pt x="92" y="18"/>
                    </a:cubicBezTo>
                    <a:cubicBezTo>
                      <a:pt x="92" y="18"/>
                      <a:pt x="92" y="18"/>
                      <a:pt x="92" y="18"/>
                    </a:cubicBezTo>
                    <a:cubicBezTo>
                      <a:pt x="92" y="18"/>
                      <a:pt x="92" y="18"/>
                      <a:pt x="92" y="18"/>
                    </a:cubicBezTo>
                    <a:cubicBezTo>
                      <a:pt x="91" y="18"/>
                      <a:pt x="91" y="18"/>
                      <a:pt x="91" y="18"/>
                    </a:cubicBezTo>
                    <a:cubicBezTo>
                      <a:pt x="91" y="18"/>
                      <a:pt x="91" y="18"/>
                      <a:pt x="91" y="18"/>
                    </a:cubicBezTo>
                    <a:cubicBezTo>
                      <a:pt x="91" y="18"/>
                      <a:pt x="91" y="18"/>
                      <a:pt x="91" y="18"/>
                    </a:cubicBezTo>
                    <a:cubicBezTo>
                      <a:pt x="91" y="18"/>
                      <a:pt x="91" y="18"/>
                      <a:pt x="91" y="18"/>
                    </a:cubicBezTo>
                    <a:cubicBezTo>
                      <a:pt x="91" y="18"/>
                      <a:pt x="92" y="18"/>
                      <a:pt x="92" y="18"/>
                    </a:cubicBezTo>
                    <a:cubicBezTo>
                      <a:pt x="92" y="18"/>
                      <a:pt x="92" y="18"/>
                      <a:pt x="92" y="18"/>
                    </a:cubicBezTo>
                    <a:cubicBezTo>
                      <a:pt x="92" y="18"/>
                      <a:pt x="92" y="18"/>
                      <a:pt x="92" y="18"/>
                    </a:cubicBezTo>
                    <a:cubicBezTo>
                      <a:pt x="92" y="18"/>
                      <a:pt x="92" y="18"/>
                      <a:pt x="92" y="18"/>
                    </a:cubicBezTo>
                    <a:cubicBezTo>
                      <a:pt x="92" y="18"/>
                      <a:pt x="92" y="18"/>
                      <a:pt x="92" y="18"/>
                    </a:cubicBezTo>
                    <a:cubicBezTo>
                      <a:pt x="92" y="18"/>
                      <a:pt x="92" y="17"/>
                      <a:pt x="92" y="17"/>
                    </a:cubicBezTo>
                    <a:cubicBezTo>
                      <a:pt x="92" y="17"/>
                      <a:pt x="92" y="17"/>
                      <a:pt x="92" y="17"/>
                    </a:cubicBezTo>
                    <a:cubicBezTo>
                      <a:pt x="92" y="17"/>
                      <a:pt x="92" y="17"/>
                      <a:pt x="92" y="17"/>
                    </a:cubicBezTo>
                    <a:cubicBezTo>
                      <a:pt x="92" y="17"/>
                      <a:pt x="92" y="17"/>
                      <a:pt x="92" y="18"/>
                    </a:cubicBezTo>
                    <a:cubicBezTo>
                      <a:pt x="92" y="18"/>
                      <a:pt x="92" y="18"/>
                      <a:pt x="92" y="18"/>
                    </a:cubicBezTo>
                    <a:cubicBezTo>
                      <a:pt x="92" y="18"/>
                      <a:pt x="92" y="18"/>
                      <a:pt x="92" y="18"/>
                    </a:cubicBezTo>
                    <a:cubicBezTo>
                      <a:pt x="92" y="18"/>
                      <a:pt x="92" y="18"/>
                      <a:pt x="92" y="18"/>
                    </a:cubicBezTo>
                    <a:cubicBezTo>
                      <a:pt x="92" y="18"/>
                      <a:pt x="92" y="18"/>
                      <a:pt x="92" y="18"/>
                    </a:cubicBezTo>
                    <a:cubicBezTo>
                      <a:pt x="92" y="18"/>
                      <a:pt x="92" y="18"/>
                      <a:pt x="92" y="18"/>
                    </a:cubicBezTo>
                    <a:cubicBezTo>
                      <a:pt x="92" y="18"/>
                      <a:pt x="92" y="18"/>
                      <a:pt x="92" y="18"/>
                    </a:cubicBezTo>
                    <a:cubicBezTo>
                      <a:pt x="92" y="18"/>
                      <a:pt x="92" y="18"/>
                      <a:pt x="91" y="18"/>
                    </a:cubicBezTo>
                    <a:cubicBezTo>
                      <a:pt x="91" y="18"/>
                      <a:pt x="91" y="18"/>
                      <a:pt x="91" y="18"/>
                    </a:cubicBezTo>
                    <a:cubicBezTo>
                      <a:pt x="91" y="18"/>
                      <a:pt x="91" y="18"/>
                      <a:pt x="91" y="18"/>
                    </a:cubicBezTo>
                    <a:cubicBezTo>
                      <a:pt x="91" y="18"/>
                      <a:pt x="91" y="18"/>
                      <a:pt x="91" y="18"/>
                    </a:cubicBezTo>
                    <a:cubicBezTo>
                      <a:pt x="91" y="18"/>
                      <a:pt x="91" y="18"/>
                      <a:pt x="91" y="18"/>
                    </a:cubicBezTo>
                    <a:cubicBezTo>
                      <a:pt x="91" y="18"/>
                      <a:pt x="91" y="18"/>
                      <a:pt x="91" y="18"/>
                    </a:cubicBezTo>
                    <a:cubicBezTo>
                      <a:pt x="91" y="18"/>
                      <a:pt x="91" y="18"/>
                      <a:pt x="91" y="18"/>
                    </a:cubicBezTo>
                    <a:cubicBezTo>
                      <a:pt x="91" y="19"/>
                      <a:pt x="91"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8" y="19"/>
                    </a:cubicBezTo>
                    <a:cubicBezTo>
                      <a:pt x="88" y="19"/>
                      <a:pt x="88" y="19"/>
                      <a:pt x="88" y="19"/>
                    </a:cubicBezTo>
                    <a:cubicBezTo>
                      <a:pt x="88" y="19"/>
                      <a:pt x="88" y="19"/>
                      <a:pt x="88" y="19"/>
                    </a:cubicBezTo>
                    <a:cubicBezTo>
                      <a:pt x="88" y="19"/>
                      <a:pt x="88" y="19"/>
                      <a:pt x="88" y="19"/>
                    </a:cubicBezTo>
                    <a:cubicBezTo>
                      <a:pt x="88" y="19"/>
                      <a:pt x="88" y="19"/>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8" y="20"/>
                      <a:pt x="88" y="20"/>
                      <a:pt x="88" y="20"/>
                    </a:cubicBezTo>
                    <a:cubicBezTo>
                      <a:pt x="87" y="20"/>
                      <a:pt x="87" y="21"/>
                      <a:pt x="87" y="21"/>
                    </a:cubicBezTo>
                    <a:cubicBezTo>
                      <a:pt x="87" y="21"/>
                      <a:pt x="87" y="21"/>
                      <a:pt x="87" y="21"/>
                    </a:cubicBezTo>
                    <a:cubicBezTo>
                      <a:pt x="87" y="21"/>
                      <a:pt x="87" y="21"/>
                      <a:pt x="87" y="21"/>
                    </a:cubicBezTo>
                    <a:cubicBezTo>
                      <a:pt x="87" y="21"/>
                      <a:pt x="87" y="21"/>
                      <a:pt x="87" y="21"/>
                    </a:cubicBezTo>
                    <a:cubicBezTo>
                      <a:pt x="87" y="21"/>
                      <a:pt x="87" y="21"/>
                      <a:pt x="87" y="21"/>
                    </a:cubicBezTo>
                    <a:cubicBezTo>
                      <a:pt x="87" y="21"/>
                      <a:pt x="87" y="21"/>
                      <a:pt x="87" y="21"/>
                    </a:cubicBezTo>
                    <a:cubicBezTo>
                      <a:pt x="87" y="21"/>
                      <a:pt x="86" y="21"/>
                      <a:pt x="86" y="21"/>
                    </a:cubicBezTo>
                    <a:cubicBezTo>
                      <a:pt x="86" y="21"/>
                      <a:pt x="86" y="21"/>
                      <a:pt x="86" y="21"/>
                    </a:cubicBezTo>
                    <a:cubicBezTo>
                      <a:pt x="86" y="21"/>
                      <a:pt x="86" y="21"/>
                      <a:pt x="86" y="21"/>
                    </a:cubicBezTo>
                    <a:cubicBezTo>
                      <a:pt x="86" y="21"/>
                      <a:pt x="86" y="21"/>
                      <a:pt x="86" y="21"/>
                    </a:cubicBezTo>
                    <a:cubicBezTo>
                      <a:pt x="86" y="21"/>
                      <a:pt x="86" y="21"/>
                      <a:pt x="86" y="21"/>
                    </a:cubicBezTo>
                    <a:cubicBezTo>
                      <a:pt x="86" y="21"/>
                      <a:pt x="86" y="21"/>
                      <a:pt x="86" y="21"/>
                    </a:cubicBezTo>
                    <a:cubicBezTo>
                      <a:pt x="86" y="21"/>
                      <a:pt x="86" y="21"/>
                      <a:pt x="86" y="21"/>
                    </a:cubicBezTo>
                    <a:cubicBezTo>
                      <a:pt x="86" y="21"/>
                      <a:pt x="86" y="21"/>
                      <a:pt x="86" y="21"/>
                    </a:cubicBezTo>
                    <a:cubicBezTo>
                      <a:pt x="86" y="21"/>
                      <a:pt x="86" y="21"/>
                      <a:pt x="86" y="21"/>
                    </a:cubicBezTo>
                    <a:cubicBezTo>
                      <a:pt x="86" y="21"/>
                      <a:pt x="86" y="21"/>
                      <a:pt x="86" y="21"/>
                    </a:cubicBezTo>
                    <a:cubicBezTo>
                      <a:pt x="86" y="21"/>
                      <a:pt x="86" y="21"/>
                      <a:pt x="87" y="21"/>
                    </a:cubicBezTo>
                    <a:cubicBezTo>
                      <a:pt x="87" y="21"/>
                      <a:pt x="87" y="21"/>
                      <a:pt x="87" y="21"/>
                    </a:cubicBezTo>
                    <a:cubicBezTo>
                      <a:pt x="87" y="21"/>
                      <a:pt x="87" y="21"/>
                      <a:pt x="87" y="21"/>
                    </a:cubicBezTo>
                    <a:cubicBezTo>
                      <a:pt x="87" y="21"/>
                      <a:pt x="87" y="21"/>
                      <a:pt x="87" y="21"/>
                    </a:cubicBezTo>
                    <a:cubicBezTo>
                      <a:pt x="87" y="21"/>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20"/>
                      <a:pt x="87" y="20"/>
                      <a:pt x="87" y="20"/>
                    </a:cubicBezTo>
                    <a:cubicBezTo>
                      <a:pt x="87" y="19"/>
                      <a:pt x="87" y="19"/>
                      <a:pt x="87" y="19"/>
                    </a:cubicBezTo>
                    <a:cubicBezTo>
                      <a:pt x="87" y="19"/>
                      <a:pt x="87" y="19"/>
                      <a:pt x="87" y="19"/>
                    </a:cubicBezTo>
                    <a:cubicBezTo>
                      <a:pt x="87"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8"/>
                      <a:pt x="89" y="18"/>
                      <a:pt x="89" y="18"/>
                    </a:cubicBezTo>
                    <a:cubicBezTo>
                      <a:pt x="89" y="18"/>
                      <a:pt x="89" y="18"/>
                      <a:pt x="89"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8"/>
                      <a:pt x="88" y="18"/>
                    </a:cubicBezTo>
                    <a:cubicBezTo>
                      <a:pt x="88" y="18"/>
                      <a:pt x="88" y="17"/>
                      <a:pt x="88" y="17"/>
                    </a:cubicBezTo>
                    <a:cubicBezTo>
                      <a:pt x="88" y="17"/>
                      <a:pt x="88" y="17"/>
                      <a:pt x="88" y="17"/>
                    </a:cubicBezTo>
                    <a:cubicBezTo>
                      <a:pt x="88" y="17"/>
                      <a:pt x="88" y="18"/>
                      <a:pt x="88" y="18"/>
                    </a:cubicBezTo>
                    <a:cubicBezTo>
                      <a:pt x="88" y="18"/>
                      <a:pt x="88" y="18"/>
                      <a:pt x="88" y="18"/>
                    </a:cubicBezTo>
                    <a:cubicBezTo>
                      <a:pt x="88" y="18"/>
                      <a:pt x="88" y="18"/>
                      <a:pt x="88" y="18"/>
                    </a:cubicBezTo>
                    <a:cubicBezTo>
                      <a:pt x="88" y="18"/>
                      <a:pt x="88" y="18"/>
                      <a:pt x="88" y="18"/>
                    </a:cubicBezTo>
                    <a:cubicBezTo>
                      <a:pt x="88" y="18"/>
                      <a:pt x="88" y="18"/>
                      <a:pt x="87" y="18"/>
                    </a:cubicBezTo>
                    <a:cubicBezTo>
                      <a:pt x="87" y="18"/>
                      <a:pt x="87" y="18"/>
                      <a:pt x="87" y="18"/>
                    </a:cubicBezTo>
                    <a:cubicBezTo>
                      <a:pt x="87" y="18"/>
                      <a:pt x="87" y="18"/>
                      <a:pt x="87" y="18"/>
                    </a:cubicBezTo>
                    <a:cubicBezTo>
                      <a:pt x="87" y="18"/>
                      <a:pt x="87" y="18"/>
                      <a:pt x="87" y="18"/>
                    </a:cubicBezTo>
                    <a:cubicBezTo>
                      <a:pt x="87" y="18"/>
                      <a:pt x="87" y="18"/>
                      <a:pt x="87" y="18"/>
                    </a:cubicBezTo>
                    <a:cubicBezTo>
                      <a:pt x="87" y="18"/>
                      <a:pt x="87" y="18"/>
                      <a:pt x="87" y="18"/>
                    </a:cubicBezTo>
                    <a:cubicBezTo>
                      <a:pt x="87" y="18"/>
                      <a:pt x="87" y="18"/>
                      <a:pt x="87" y="18"/>
                    </a:cubicBezTo>
                    <a:cubicBezTo>
                      <a:pt x="87" y="18"/>
                      <a:pt x="87" y="18"/>
                      <a:pt x="87" y="18"/>
                    </a:cubicBezTo>
                    <a:cubicBezTo>
                      <a:pt x="87" y="18"/>
                      <a:pt x="87" y="18"/>
                      <a:pt x="87" y="18"/>
                    </a:cubicBezTo>
                    <a:cubicBezTo>
                      <a:pt x="87" y="18"/>
                      <a:pt x="87" y="18"/>
                      <a:pt x="87" y="18"/>
                    </a:cubicBezTo>
                    <a:cubicBezTo>
                      <a:pt x="87" y="18"/>
                      <a:pt x="87" y="18"/>
                      <a:pt x="87" y="18"/>
                    </a:cubicBezTo>
                    <a:cubicBezTo>
                      <a:pt x="87" y="18"/>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7" y="19"/>
                      <a:pt x="87" y="19"/>
                      <a:pt x="87" y="18"/>
                    </a:cubicBezTo>
                    <a:cubicBezTo>
                      <a:pt x="87" y="18"/>
                      <a:pt x="87" y="18"/>
                      <a:pt x="87" y="18"/>
                    </a:cubicBezTo>
                    <a:cubicBezTo>
                      <a:pt x="87" y="18"/>
                      <a:pt x="86" y="18"/>
                      <a:pt x="86" y="18"/>
                    </a:cubicBezTo>
                    <a:cubicBezTo>
                      <a:pt x="86" y="18"/>
                      <a:pt x="86" y="18"/>
                      <a:pt x="86" y="18"/>
                    </a:cubicBezTo>
                    <a:cubicBezTo>
                      <a:pt x="86" y="18"/>
                      <a:pt x="86" y="18"/>
                      <a:pt x="86" y="18"/>
                    </a:cubicBezTo>
                    <a:cubicBezTo>
                      <a:pt x="86" y="18"/>
                      <a:pt x="86" y="18"/>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4" y="19"/>
                    </a:cubicBezTo>
                    <a:cubicBezTo>
                      <a:pt x="84" y="19"/>
                      <a:pt x="84" y="19"/>
                      <a:pt x="84" y="19"/>
                    </a:cubicBezTo>
                    <a:cubicBezTo>
                      <a:pt x="84" y="19"/>
                      <a:pt x="84" y="19"/>
                      <a:pt x="84" y="19"/>
                    </a:cubicBezTo>
                    <a:cubicBezTo>
                      <a:pt x="84" y="19"/>
                      <a:pt x="84" y="19"/>
                      <a:pt x="84" y="19"/>
                    </a:cubicBezTo>
                    <a:cubicBezTo>
                      <a:pt x="84" y="18"/>
                      <a:pt x="84" y="18"/>
                      <a:pt x="84" y="18"/>
                    </a:cubicBezTo>
                    <a:cubicBezTo>
                      <a:pt x="84" y="18"/>
                      <a:pt x="84" y="18"/>
                      <a:pt x="84" y="18"/>
                    </a:cubicBezTo>
                    <a:cubicBezTo>
                      <a:pt x="84" y="18"/>
                      <a:pt x="84" y="18"/>
                      <a:pt x="84" y="18"/>
                    </a:cubicBezTo>
                    <a:cubicBezTo>
                      <a:pt x="84" y="18"/>
                      <a:pt x="84" y="18"/>
                      <a:pt x="84" y="18"/>
                    </a:cubicBezTo>
                    <a:cubicBezTo>
                      <a:pt x="84" y="18"/>
                      <a:pt x="84" y="18"/>
                      <a:pt x="84" y="18"/>
                    </a:cubicBezTo>
                    <a:cubicBezTo>
                      <a:pt x="84" y="18"/>
                      <a:pt x="84" y="18"/>
                      <a:pt x="84" y="18"/>
                    </a:cubicBezTo>
                    <a:cubicBezTo>
                      <a:pt x="84" y="18"/>
                      <a:pt x="84" y="18"/>
                      <a:pt x="84" y="18"/>
                    </a:cubicBezTo>
                    <a:cubicBezTo>
                      <a:pt x="84" y="18"/>
                      <a:pt x="84"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8"/>
                      <a:pt x="83" y="18"/>
                      <a:pt x="83" y="18"/>
                    </a:cubicBezTo>
                    <a:cubicBezTo>
                      <a:pt x="83" y="17"/>
                      <a:pt x="83" y="17"/>
                      <a:pt x="83" y="17"/>
                    </a:cubicBezTo>
                    <a:cubicBezTo>
                      <a:pt x="83" y="17"/>
                      <a:pt x="83" y="17"/>
                      <a:pt x="83" y="17"/>
                    </a:cubicBezTo>
                    <a:cubicBezTo>
                      <a:pt x="83" y="17"/>
                      <a:pt x="83" y="17"/>
                      <a:pt x="83" y="17"/>
                    </a:cubicBezTo>
                    <a:cubicBezTo>
                      <a:pt x="83" y="17"/>
                      <a:pt x="83" y="17"/>
                      <a:pt x="83" y="17"/>
                    </a:cubicBezTo>
                    <a:cubicBezTo>
                      <a:pt x="83" y="17"/>
                      <a:pt x="83" y="17"/>
                      <a:pt x="83" y="17"/>
                    </a:cubicBezTo>
                    <a:cubicBezTo>
                      <a:pt x="83" y="17"/>
                      <a:pt x="83" y="17"/>
                      <a:pt x="83" y="17"/>
                    </a:cubicBezTo>
                    <a:cubicBezTo>
                      <a:pt x="83" y="17"/>
                      <a:pt x="83" y="17"/>
                      <a:pt x="83" y="17"/>
                    </a:cubicBezTo>
                    <a:cubicBezTo>
                      <a:pt x="83" y="17"/>
                      <a:pt x="83" y="17"/>
                      <a:pt x="83" y="17"/>
                    </a:cubicBezTo>
                    <a:cubicBezTo>
                      <a:pt x="83" y="17"/>
                      <a:pt x="83" y="17"/>
                      <a:pt x="83" y="17"/>
                    </a:cubicBezTo>
                    <a:cubicBezTo>
                      <a:pt x="83" y="17"/>
                      <a:pt x="83" y="17"/>
                      <a:pt x="83" y="17"/>
                    </a:cubicBezTo>
                    <a:cubicBezTo>
                      <a:pt x="83" y="17"/>
                      <a:pt x="82" y="17"/>
                      <a:pt x="82" y="17"/>
                    </a:cubicBezTo>
                    <a:cubicBezTo>
                      <a:pt x="82" y="17"/>
                      <a:pt x="82" y="17"/>
                      <a:pt x="82" y="17"/>
                    </a:cubicBezTo>
                    <a:cubicBezTo>
                      <a:pt x="82" y="17"/>
                      <a:pt x="82" y="17"/>
                      <a:pt x="82" y="17"/>
                    </a:cubicBezTo>
                    <a:cubicBezTo>
                      <a:pt x="82" y="17"/>
                      <a:pt x="82" y="17"/>
                      <a:pt x="82" y="17"/>
                    </a:cubicBezTo>
                    <a:cubicBezTo>
                      <a:pt x="82" y="17"/>
                      <a:pt x="82" y="17"/>
                      <a:pt x="82" y="17"/>
                    </a:cubicBezTo>
                    <a:cubicBezTo>
                      <a:pt x="82" y="17"/>
                      <a:pt x="82" y="17"/>
                      <a:pt x="82" y="17"/>
                    </a:cubicBezTo>
                    <a:cubicBezTo>
                      <a:pt x="82" y="16"/>
                      <a:pt x="82" y="16"/>
                      <a:pt x="82" y="16"/>
                    </a:cubicBezTo>
                    <a:cubicBezTo>
                      <a:pt x="82" y="16"/>
                      <a:pt x="82" y="16"/>
                      <a:pt x="82" y="16"/>
                    </a:cubicBezTo>
                    <a:cubicBezTo>
                      <a:pt x="82" y="16"/>
                      <a:pt x="82" y="16"/>
                      <a:pt x="82" y="16"/>
                    </a:cubicBezTo>
                    <a:cubicBezTo>
                      <a:pt x="82" y="16"/>
                      <a:pt x="82" y="16"/>
                      <a:pt x="82" y="16"/>
                    </a:cubicBezTo>
                    <a:cubicBezTo>
                      <a:pt x="82" y="15"/>
                      <a:pt x="82" y="15"/>
                      <a:pt x="82" y="15"/>
                    </a:cubicBezTo>
                    <a:cubicBezTo>
                      <a:pt x="82" y="15"/>
                      <a:pt x="82" y="15"/>
                      <a:pt x="82" y="15"/>
                    </a:cubicBezTo>
                    <a:cubicBezTo>
                      <a:pt x="82" y="15"/>
                      <a:pt x="82" y="15"/>
                      <a:pt x="82" y="16"/>
                    </a:cubicBezTo>
                    <a:cubicBezTo>
                      <a:pt x="82"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0" y="16"/>
                      <a:pt x="80" y="16"/>
                      <a:pt x="80" y="16"/>
                    </a:cubicBezTo>
                    <a:cubicBezTo>
                      <a:pt x="80" y="16"/>
                      <a:pt x="80" y="16"/>
                      <a:pt x="80" y="16"/>
                    </a:cubicBezTo>
                    <a:cubicBezTo>
                      <a:pt x="80" y="15"/>
                      <a:pt x="80" y="15"/>
                      <a:pt x="80" y="15"/>
                    </a:cubicBezTo>
                    <a:cubicBezTo>
                      <a:pt x="80" y="15"/>
                      <a:pt x="80" y="15"/>
                      <a:pt x="80" y="16"/>
                    </a:cubicBezTo>
                    <a:cubicBezTo>
                      <a:pt x="80" y="16"/>
                      <a:pt x="80" y="16"/>
                      <a:pt x="80" y="16"/>
                    </a:cubicBezTo>
                    <a:cubicBezTo>
                      <a:pt x="80" y="16"/>
                      <a:pt x="80" y="16"/>
                      <a:pt x="80"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79" y="16"/>
                    </a:cubicBezTo>
                    <a:cubicBezTo>
                      <a:pt x="79" y="16"/>
                      <a:pt x="79" y="16"/>
                      <a:pt x="80" y="16"/>
                    </a:cubicBezTo>
                    <a:cubicBezTo>
                      <a:pt x="80" y="16"/>
                      <a:pt x="80" y="16"/>
                      <a:pt x="80" y="16"/>
                    </a:cubicBezTo>
                    <a:cubicBezTo>
                      <a:pt x="80" y="16"/>
                      <a:pt x="80" y="16"/>
                      <a:pt x="80" y="16"/>
                    </a:cubicBezTo>
                    <a:cubicBezTo>
                      <a:pt x="80" y="16"/>
                      <a:pt x="80" y="16"/>
                      <a:pt x="80" y="16"/>
                    </a:cubicBezTo>
                    <a:cubicBezTo>
                      <a:pt x="80" y="16"/>
                      <a:pt x="80" y="16"/>
                      <a:pt x="80" y="16"/>
                    </a:cubicBezTo>
                    <a:cubicBezTo>
                      <a:pt x="80" y="16"/>
                      <a:pt x="80" y="16"/>
                      <a:pt x="80" y="16"/>
                    </a:cubicBezTo>
                    <a:cubicBezTo>
                      <a:pt x="80" y="16"/>
                      <a:pt x="80" y="16"/>
                      <a:pt x="80" y="16"/>
                    </a:cubicBezTo>
                    <a:cubicBezTo>
                      <a:pt x="80" y="16"/>
                      <a:pt x="80" y="16"/>
                      <a:pt x="80" y="16"/>
                    </a:cubicBezTo>
                    <a:cubicBezTo>
                      <a:pt x="80" y="16"/>
                      <a:pt x="80" y="16"/>
                      <a:pt x="80" y="16"/>
                    </a:cubicBezTo>
                    <a:cubicBezTo>
                      <a:pt x="80" y="16"/>
                      <a:pt x="80" y="16"/>
                      <a:pt x="80" y="16"/>
                    </a:cubicBezTo>
                    <a:cubicBezTo>
                      <a:pt x="80" y="16"/>
                      <a:pt x="80"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2" y="16"/>
                    </a:cubicBezTo>
                    <a:cubicBezTo>
                      <a:pt x="82" y="16"/>
                      <a:pt x="82" y="16"/>
                      <a:pt x="82" y="16"/>
                    </a:cubicBezTo>
                    <a:cubicBezTo>
                      <a:pt x="82" y="16"/>
                      <a:pt x="82" y="16"/>
                      <a:pt x="82" y="16"/>
                    </a:cubicBezTo>
                    <a:cubicBezTo>
                      <a:pt x="82" y="16"/>
                      <a:pt x="82" y="16"/>
                      <a:pt x="82" y="16"/>
                    </a:cubicBezTo>
                    <a:cubicBezTo>
                      <a:pt x="82" y="16"/>
                      <a:pt x="82" y="16"/>
                      <a:pt x="82" y="16"/>
                    </a:cubicBezTo>
                    <a:cubicBezTo>
                      <a:pt x="82" y="16"/>
                      <a:pt x="82" y="16"/>
                      <a:pt x="82" y="16"/>
                    </a:cubicBezTo>
                    <a:cubicBezTo>
                      <a:pt x="82" y="16"/>
                      <a:pt x="82" y="16"/>
                      <a:pt x="82" y="16"/>
                    </a:cubicBezTo>
                    <a:cubicBezTo>
                      <a:pt x="82" y="16"/>
                      <a:pt x="82" y="16"/>
                      <a:pt x="82"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1" y="16"/>
                      <a:pt x="81" y="16"/>
                    </a:cubicBezTo>
                    <a:cubicBezTo>
                      <a:pt x="81" y="16"/>
                      <a:pt x="80" y="16"/>
                      <a:pt x="80" y="16"/>
                    </a:cubicBezTo>
                    <a:cubicBezTo>
                      <a:pt x="80" y="16"/>
                      <a:pt x="80" y="16"/>
                      <a:pt x="80" y="16"/>
                    </a:cubicBezTo>
                    <a:cubicBezTo>
                      <a:pt x="80" y="16"/>
                      <a:pt x="80" y="16"/>
                      <a:pt x="80" y="17"/>
                    </a:cubicBezTo>
                    <a:cubicBezTo>
                      <a:pt x="80" y="17"/>
                      <a:pt x="80" y="17"/>
                      <a:pt x="80" y="17"/>
                    </a:cubicBezTo>
                    <a:cubicBezTo>
                      <a:pt x="80" y="17"/>
                      <a:pt x="80" y="17"/>
                      <a:pt x="80" y="17"/>
                    </a:cubicBezTo>
                    <a:cubicBezTo>
                      <a:pt x="80" y="17"/>
                      <a:pt x="80" y="17"/>
                      <a:pt x="80" y="17"/>
                    </a:cubicBezTo>
                    <a:cubicBezTo>
                      <a:pt x="80" y="17"/>
                      <a:pt x="80" y="17"/>
                      <a:pt x="80" y="17"/>
                    </a:cubicBezTo>
                    <a:cubicBezTo>
                      <a:pt x="80" y="17"/>
                      <a:pt x="80" y="17"/>
                      <a:pt x="80" y="17"/>
                    </a:cubicBezTo>
                    <a:cubicBezTo>
                      <a:pt x="80" y="17"/>
                      <a:pt x="80" y="17"/>
                      <a:pt x="80" y="17"/>
                    </a:cubicBezTo>
                    <a:cubicBezTo>
                      <a:pt x="80" y="17"/>
                      <a:pt x="80" y="17"/>
                      <a:pt x="80" y="17"/>
                    </a:cubicBezTo>
                    <a:cubicBezTo>
                      <a:pt x="79" y="17"/>
                      <a:pt x="79" y="17"/>
                      <a:pt x="79" y="17"/>
                    </a:cubicBezTo>
                    <a:cubicBezTo>
                      <a:pt x="79" y="17"/>
                      <a:pt x="79" y="17"/>
                      <a:pt x="79" y="17"/>
                    </a:cubicBezTo>
                    <a:cubicBezTo>
                      <a:pt x="79" y="17"/>
                      <a:pt x="79" y="17"/>
                      <a:pt x="79" y="17"/>
                    </a:cubicBezTo>
                    <a:cubicBezTo>
                      <a:pt x="79" y="17"/>
                      <a:pt x="79" y="17"/>
                      <a:pt x="79" y="17"/>
                    </a:cubicBezTo>
                    <a:cubicBezTo>
                      <a:pt x="79" y="17"/>
                      <a:pt x="79" y="17"/>
                      <a:pt x="79" y="17"/>
                    </a:cubicBezTo>
                    <a:cubicBezTo>
                      <a:pt x="79" y="17"/>
                      <a:pt x="79" y="17"/>
                      <a:pt x="79" y="17"/>
                    </a:cubicBezTo>
                    <a:cubicBezTo>
                      <a:pt x="79" y="17"/>
                      <a:pt x="79" y="17"/>
                      <a:pt x="79" y="17"/>
                    </a:cubicBezTo>
                    <a:cubicBezTo>
                      <a:pt x="78" y="17"/>
                      <a:pt x="78" y="17"/>
                      <a:pt x="78" y="17"/>
                    </a:cubicBezTo>
                    <a:cubicBezTo>
                      <a:pt x="78" y="17"/>
                      <a:pt x="78" y="17"/>
                      <a:pt x="78" y="17"/>
                    </a:cubicBezTo>
                    <a:cubicBezTo>
                      <a:pt x="78" y="17"/>
                      <a:pt x="78" y="17"/>
                      <a:pt x="78" y="17"/>
                    </a:cubicBezTo>
                    <a:cubicBezTo>
                      <a:pt x="78" y="18"/>
                      <a:pt x="78" y="18"/>
                      <a:pt x="78" y="18"/>
                    </a:cubicBezTo>
                    <a:cubicBezTo>
                      <a:pt x="78" y="18"/>
                      <a:pt x="78" y="18"/>
                      <a:pt x="78" y="18"/>
                    </a:cubicBezTo>
                    <a:cubicBezTo>
                      <a:pt x="78" y="18"/>
                      <a:pt x="78" y="18"/>
                      <a:pt x="78" y="18"/>
                    </a:cubicBezTo>
                    <a:cubicBezTo>
                      <a:pt x="78" y="18"/>
                      <a:pt x="78" y="18"/>
                      <a:pt x="78" y="18"/>
                    </a:cubicBezTo>
                    <a:cubicBezTo>
                      <a:pt x="78" y="18"/>
                      <a:pt x="78" y="18"/>
                      <a:pt x="78" y="18"/>
                    </a:cubicBezTo>
                    <a:cubicBezTo>
                      <a:pt x="78" y="18"/>
                      <a:pt x="78" y="18"/>
                      <a:pt x="78" y="18"/>
                    </a:cubicBezTo>
                    <a:cubicBezTo>
                      <a:pt x="78" y="18"/>
                      <a:pt x="78" y="19"/>
                      <a:pt x="77" y="19"/>
                    </a:cubicBezTo>
                    <a:cubicBezTo>
                      <a:pt x="77" y="19"/>
                      <a:pt x="77" y="19"/>
                      <a:pt x="77" y="19"/>
                    </a:cubicBezTo>
                    <a:cubicBezTo>
                      <a:pt x="77" y="19"/>
                      <a:pt x="77" y="19"/>
                      <a:pt x="77" y="19"/>
                    </a:cubicBezTo>
                    <a:cubicBezTo>
                      <a:pt x="77" y="19"/>
                      <a:pt x="77" y="19"/>
                      <a:pt x="77" y="19"/>
                    </a:cubicBezTo>
                    <a:cubicBezTo>
                      <a:pt x="77" y="19"/>
                      <a:pt x="77" y="19"/>
                      <a:pt x="77" y="19"/>
                    </a:cubicBezTo>
                    <a:cubicBezTo>
                      <a:pt x="77" y="19"/>
                      <a:pt x="77" y="19"/>
                      <a:pt x="77" y="19"/>
                    </a:cubicBezTo>
                    <a:cubicBezTo>
                      <a:pt x="77" y="19"/>
                      <a:pt x="77" y="19"/>
                      <a:pt x="77" y="19"/>
                    </a:cubicBezTo>
                    <a:cubicBezTo>
                      <a:pt x="77" y="19"/>
                      <a:pt x="76" y="19"/>
                      <a:pt x="76" y="19"/>
                    </a:cubicBezTo>
                    <a:cubicBezTo>
                      <a:pt x="76" y="19"/>
                      <a:pt x="76" y="19"/>
                      <a:pt x="76" y="19"/>
                    </a:cubicBezTo>
                    <a:cubicBezTo>
                      <a:pt x="76" y="19"/>
                      <a:pt x="76" y="19"/>
                      <a:pt x="76" y="19"/>
                    </a:cubicBezTo>
                    <a:cubicBezTo>
                      <a:pt x="76" y="19"/>
                      <a:pt x="76" y="19"/>
                      <a:pt x="76" y="19"/>
                    </a:cubicBezTo>
                    <a:cubicBezTo>
                      <a:pt x="76" y="19"/>
                      <a:pt x="76" y="19"/>
                      <a:pt x="76" y="19"/>
                    </a:cubicBezTo>
                    <a:cubicBezTo>
                      <a:pt x="76" y="19"/>
                      <a:pt x="76" y="19"/>
                      <a:pt x="76" y="19"/>
                    </a:cubicBezTo>
                    <a:cubicBezTo>
                      <a:pt x="76" y="19"/>
                      <a:pt x="76" y="18"/>
                      <a:pt x="76" y="18"/>
                    </a:cubicBezTo>
                    <a:cubicBezTo>
                      <a:pt x="76" y="18"/>
                      <a:pt x="76" y="18"/>
                      <a:pt x="76" y="18"/>
                    </a:cubicBezTo>
                    <a:cubicBezTo>
                      <a:pt x="76" y="18"/>
                      <a:pt x="76" y="18"/>
                      <a:pt x="76" y="18"/>
                    </a:cubicBezTo>
                    <a:cubicBezTo>
                      <a:pt x="76" y="18"/>
                      <a:pt x="76" y="18"/>
                      <a:pt x="76"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8" y="18"/>
                      <a:pt x="78" y="18"/>
                    </a:cubicBezTo>
                    <a:cubicBezTo>
                      <a:pt x="78" y="18"/>
                      <a:pt x="78" y="18"/>
                      <a:pt x="78"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8"/>
                      <a:pt x="77" y="18"/>
                    </a:cubicBezTo>
                    <a:cubicBezTo>
                      <a:pt x="77" y="18"/>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7"/>
                      <a:pt x="77" y="17"/>
                      <a:pt x="77" y="17"/>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7" y="16"/>
                      <a:pt x="77" y="16"/>
                    </a:cubicBezTo>
                    <a:cubicBezTo>
                      <a:pt x="77"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6" y="16"/>
                      <a:pt x="76" y="16"/>
                    </a:cubicBezTo>
                    <a:cubicBezTo>
                      <a:pt x="76" y="16"/>
                      <a:pt x="75" y="16"/>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5" y="16"/>
                      <a:pt x="75" y="16"/>
                      <a:pt x="75" y="16"/>
                    </a:cubicBezTo>
                    <a:cubicBezTo>
                      <a:pt x="75"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4" y="16"/>
                      <a:pt x="74" y="16"/>
                    </a:cubicBezTo>
                    <a:cubicBezTo>
                      <a:pt x="74" y="16"/>
                      <a:pt x="73" y="16"/>
                      <a:pt x="73" y="16"/>
                    </a:cubicBezTo>
                    <a:cubicBezTo>
                      <a:pt x="73" y="16"/>
                      <a:pt x="73" y="16"/>
                      <a:pt x="73" y="16"/>
                    </a:cubicBezTo>
                    <a:cubicBezTo>
                      <a:pt x="73" y="16"/>
                      <a:pt x="73" y="16"/>
                      <a:pt x="73" y="16"/>
                    </a:cubicBezTo>
                    <a:cubicBezTo>
                      <a:pt x="73" y="16"/>
                      <a:pt x="73" y="16"/>
                      <a:pt x="73" y="16"/>
                    </a:cubicBezTo>
                    <a:cubicBezTo>
                      <a:pt x="73" y="16"/>
                      <a:pt x="73" y="16"/>
                      <a:pt x="73" y="16"/>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3" y="15"/>
                      <a:pt x="73" y="15"/>
                      <a:pt x="73"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4" y="15"/>
                    </a:cubicBezTo>
                    <a:cubicBezTo>
                      <a:pt x="74" y="15"/>
                      <a:pt x="74" y="15"/>
                      <a:pt x="75" y="15"/>
                    </a:cubicBezTo>
                    <a:cubicBezTo>
                      <a:pt x="75" y="15"/>
                      <a:pt x="75" y="15"/>
                      <a:pt x="75" y="15"/>
                    </a:cubicBezTo>
                    <a:cubicBezTo>
                      <a:pt x="75" y="15"/>
                      <a:pt x="75" y="15"/>
                      <a:pt x="75" y="15"/>
                    </a:cubicBezTo>
                    <a:cubicBezTo>
                      <a:pt x="75" y="15"/>
                      <a:pt x="75" y="15"/>
                      <a:pt x="75" y="15"/>
                    </a:cubicBezTo>
                    <a:cubicBezTo>
                      <a:pt x="75" y="15"/>
                      <a:pt x="75" y="15"/>
                      <a:pt x="75" y="15"/>
                    </a:cubicBezTo>
                    <a:cubicBezTo>
                      <a:pt x="75" y="15"/>
                      <a:pt x="75" y="15"/>
                      <a:pt x="75" y="15"/>
                    </a:cubicBezTo>
                    <a:cubicBezTo>
                      <a:pt x="75" y="15"/>
                      <a:pt x="75" y="15"/>
                      <a:pt x="75" y="14"/>
                    </a:cubicBezTo>
                    <a:cubicBezTo>
                      <a:pt x="75" y="14"/>
                      <a:pt x="75" y="14"/>
                      <a:pt x="75" y="14"/>
                    </a:cubicBezTo>
                    <a:cubicBezTo>
                      <a:pt x="75" y="14"/>
                      <a:pt x="75" y="14"/>
                      <a:pt x="75" y="14"/>
                    </a:cubicBezTo>
                    <a:cubicBezTo>
                      <a:pt x="75" y="14"/>
                      <a:pt x="75" y="14"/>
                      <a:pt x="75" y="14"/>
                    </a:cubicBezTo>
                    <a:cubicBezTo>
                      <a:pt x="75" y="14"/>
                      <a:pt x="75" y="14"/>
                      <a:pt x="75" y="14"/>
                    </a:cubicBezTo>
                    <a:cubicBezTo>
                      <a:pt x="75" y="14"/>
                      <a:pt x="75" y="14"/>
                      <a:pt x="75" y="14"/>
                    </a:cubicBezTo>
                    <a:cubicBezTo>
                      <a:pt x="75" y="14"/>
                      <a:pt x="75" y="14"/>
                      <a:pt x="75" y="13"/>
                    </a:cubicBezTo>
                    <a:cubicBezTo>
                      <a:pt x="75" y="13"/>
                      <a:pt x="75" y="13"/>
                      <a:pt x="75" y="13"/>
                    </a:cubicBezTo>
                    <a:cubicBezTo>
                      <a:pt x="75" y="13"/>
                      <a:pt x="75" y="13"/>
                      <a:pt x="75" y="13"/>
                    </a:cubicBezTo>
                    <a:cubicBezTo>
                      <a:pt x="75" y="13"/>
                      <a:pt x="75" y="13"/>
                      <a:pt x="75" y="13"/>
                    </a:cubicBezTo>
                    <a:cubicBezTo>
                      <a:pt x="74" y="13"/>
                      <a:pt x="74" y="13"/>
                      <a:pt x="74" y="13"/>
                    </a:cubicBezTo>
                    <a:cubicBezTo>
                      <a:pt x="74" y="13"/>
                      <a:pt x="74" y="13"/>
                      <a:pt x="74" y="13"/>
                    </a:cubicBezTo>
                    <a:cubicBezTo>
                      <a:pt x="74" y="13"/>
                      <a:pt x="74" y="13"/>
                      <a:pt x="74" y="13"/>
                    </a:cubicBezTo>
                    <a:cubicBezTo>
                      <a:pt x="74" y="13"/>
                      <a:pt x="74" y="13"/>
                      <a:pt x="74" y="13"/>
                    </a:cubicBezTo>
                    <a:cubicBezTo>
                      <a:pt x="74" y="13"/>
                      <a:pt x="74" y="13"/>
                      <a:pt x="74" y="13"/>
                    </a:cubicBezTo>
                    <a:cubicBezTo>
                      <a:pt x="74" y="13"/>
                      <a:pt x="74" y="13"/>
                      <a:pt x="74" y="13"/>
                    </a:cubicBezTo>
                    <a:cubicBezTo>
                      <a:pt x="74" y="13"/>
                      <a:pt x="74" y="13"/>
                      <a:pt x="74" y="13"/>
                    </a:cubicBezTo>
                    <a:cubicBezTo>
                      <a:pt x="74" y="13"/>
                      <a:pt x="74" y="13"/>
                      <a:pt x="74" y="13"/>
                    </a:cubicBezTo>
                    <a:cubicBezTo>
                      <a:pt x="74" y="13"/>
                      <a:pt x="74" y="13"/>
                      <a:pt x="74" y="13"/>
                    </a:cubicBezTo>
                    <a:cubicBezTo>
                      <a:pt x="74" y="13"/>
                      <a:pt x="74" y="13"/>
                      <a:pt x="74" y="12"/>
                    </a:cubicBezTo>
                    <a:cubicBezTo>
                      <a:pt x="73" y="12"/>
                      <a:pt x="73" y="12"/>
                      <a:pt x="73" y="12"/>
                    </a:cubicBezTo>
                    <a:cubicBezTo>
                      <a:pt x="73" y="12"/>
                      <a:pt x="73" y="12"/>
                      <a:pt x="73" y="12"/>
                    </a:cubicBezTo>
                    <a:cubicBezTo>
                      <a:pt x="73" y="12"/>
                      <a:pt x="73" y="12"/>
                      <a:pt x="73" y="12"/>
                    </a:cubicBezTo>
                    <a:cubicBezTo>
                      <a:pt x="73" y="12"/>
                      <a:pt x="73" y="12"/>
                      <a:pt x="73" y="12"/>
                    </a:cubicBezTo>
                    <a:cubicBezTo>
                      <a:pt x="73" y="12"/>
                      <a:pt x="73" y="12"/>
                      <a:pt x="73" y="11"/>
                    </a:cubicBezTo>
                    <a:cubicBezTo>
                      <a:pt x="73" y="11"/>
                      <a:pt x="73" y="11"/>
                      <a:pt x="73" y="11"/>
                    </a:cubicBezTo>
                    <a:cubicBezTo>
                      <a:pt x="73" y="11"/>
                      <a:pt x="73" y="11"/>
                      <a:pt x="72" y="11"/>
                    </a:cubicBezTo>
                    <a:cubicBezTo>
                      <a:pt x="72" y="11"/>
                      <a:pt x="72" y="11"/>
                      <a:pt x="72" y="11"/>
                    </a:cubicBezTo>
                    <a:cubicBezTo>
                      <a:pt x="72" y="11"/>
                      <a:pt x="72" y="11"/>
                      <a:pt x="72" y="11"/>
                    </a:cubicBezTo>
                    <a:cubicBezTo>
                      <a:pt x="72" y="11"/>
                      <a:pt x="72" y="11"/>
                      <a:pt x="72" y="11"/>
                    </a:cubicBezTo>
                    <a:cubicBezTo>
                      <a:pt x="72" y="11"/>
                      <a:pt x="72" y="11"/>
                      <a:pt x="72" y="11"/>
                    </a:cubicBezTo>
                    <a:cubicBezTo>
                      <a:pt x="72" y="11"/>
                      <a:pt x="72" y="11"/>
                      <a:pt x="72" y="11"/>
                    </a:cubicBezTo>
                    <a:cubicBezTo>
                      <a:pt x="72" y="11"/>
                      <a:pt x="72" y="11"/>
                      <a:pt x="72" y="11"/>
                    </a:cubicBezTo>
                    <a:cubicBezTo>
                      <a:pt x="72" y="11"/>
                      <a:pt x="71" y="10"/>
                      <a:pt x="71" y="10"/>
                    </a:cubicBezTo>
                    <a:cubicBezTo>
                      <a:pt x="71" y="10"/>
                      <a:pt x="71" y="10"/>
                      <a:pt x="71" y="10"/>
                    </a:cubicBezTo>
                    <a:cubicBezTo>
                      <a:pt x="71" y="10"/>
                      <a:pt x="71" y="10"/>
                      <a:pt x="71" y="10"/>
                    </a:cubicBezTo>
                    <a:cubicBezTo>
                      <a:pt x="71" y="10"/>
                      <a:pt x="71" y="10"/>
                      <a:pt x="71" y="10"/>
                    </a:cubicBezTo>
                    <a:cubicBezTo>
                      <a:pt x="71" y="10"/>
                      <a:pt x="71" y="10"/>
                      <a:pt x="71" y="10"/>
                    </a:cubicBezTo>
                    <a:cubicBezTo>
                      <a:pt x="71" y="10"/>
                      <a:pt x="71" y="10"/>
                      <a:pt x="71" y="10"/>
                    </a:cubicBezTo>
                    <a:cubicBezTo>
                      <a:pt x="71" y="10"/>
                      <a:pt x="71" y="10"/>
                      <a:pt x="71" y="10"/>
                    </a:cubicBezTo>
                    <a:cubicBezTo>
                      <a:pt x="71" y="10"/>
                      <a:pt x="71" y="10"/>
                      <a:pt x="71" y="11"/>
                    </a:cubicBezTo>
                    <a:cubicBezTo>
                      <a:pt x="71" y="11"/>
                      <a:pt x="71" y="11"/>
                      <a:pt x="71" y="11"/>
                    </a:cubicBezTo>
                    <a:cubicBezTo>
                      <a:pt x="71" y="11"/>
                      <a:pt x="71" y="11"/>
                      <a:pt x="70" y="11"/>
                    </a:cubicBezTo>
                    <a:cubicBezTo>
                      <a:pt x="70" y="11"/>
                      <a:pt x="70" y="11"/>
                      <a:pt x="70" y="11"/>
                    </a:cubicBezTo>
                    <a:cubicBezTo>
                      <a:pt x="70" y="11"/>
                      <a:pt x="70" y="11"/>
                      <a:pt x="70" y="11"/>
                    </a:cubicBezTo>
                    <a:cubicBezTo>
                      <a:pt x="70" y="11"/>
                      <a:pt x="70" y="11"/>
                      <a:pt x="70" y="11"/>
                    </a:cubicBezTo>
                    <a:cubicBezTo>
                      <a:pt x="70" y="11"/>
                      <a:pt x="70" y="11"/>
                      <a:pt x="70" y="11"/>
                    </a:cubicBezTo>
                    <a:cubicBezTo>
                      <a:pt x="70" y="11"/>
                      <a:pt x="70" y="11"/>
                      <a:pt x="70" y="11"/>
                    </a:cubicBezTo>
                    <a:cubicBezTo>
                      <a:pt x="70" y="11"/>
                      <a:pt x="70" y="11"/>
                      <a:pt x="70" y="11"/>
                    </a:cubicBezTo>
                    <a:cubicBezTo>
                      <a:pt x="70" y="11"/>
                      <a:pt x="70" y="11"/>
                      <a:pt x="70" y="11"/>
                    </a:cubicBezTo>
                    <a:cubicBezTo>
                      <a:pt x="70" y="11"/>
                      <a:pt x="70" y="11"/>
                      <a:pt x="70" y="11"/>
                    </a:cubicBezTo>
                    <a:cubicBezTo>
                      <a:pt x="70" y="11"/>
                      <a:pt x="70" y="11"/>
                      <a:pt x="70" y="11"/>
                    </a:cubicBezTo>
                    <a:cubicBezTo>
                      <a:pt x="70" y="11"/>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1" y="10"/>
                    </a:cubicBezTo>
                    <a:cubicBezTo>
                      <a:pt x="71" y="10"/>
                      <a:pt x="71" y="10"/>
                      <a:pt x="71" y="10"/>
                    </a:cubicBezTo>
                    <a:cubicBezTo>
                      <a:pt x="71" y="10"/>
                      <a:pt x="71" y="10"/>
                      <a:pt x="71" y="9"/>
                    </a:cubicBezTo>
                    <a:cubicBezTo>
                      <a:pt x="71" y="9"/>
                      <a:pt x="71" y="9"/>
                      <a:pt x="71" y="9"/>
                    </a:cubicBezTo>
                    <a:cubicBezTo>
                      <a:pt x="71" y="9"/>
                      <a:pt x="71" y="9"/>
                      <a:pt x="71" y="9"/>
                    </a:cubicBezTo>
                    <a:cubicBezTo>
                      <a:pt x="71" y="9"/>
                      <a:pt x="71" y="9"/>
                      <a:pt x="71" y="9"/>
                    </a:cubicBezTo>
                    <a:cubicBezTo>
                      <a:pt x="71" y="9"/>
                      <a:pt x="71" y="9"/>
                      <a:pt x="71" y="9"/>
                    </a:cubicBezTo>
                    <a:cubicBezTo>
                      <a:pt x="71" y="9"/>
                      <a:pt x="71" y="9"/>
                      <a:pt x="71" y="9"/>
                    </a:cubicBezTo>
                    <a:cubicBezTo>
                      <a:pt x="71"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70" y="10"/>
                      <a:pt x="70" y="10"/>
                    </a:cubicBezTo>
                    <a:cubicBezTo>
                      <a:pt x="70"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9" y="10"/>
                      <a:pt x="69" y="10"/>
                      <a:pt x="69" y="10"/>
                    </a:cubicBezTo>
                    <a:cubicBezTo>
                      <a:pt x="68" y="10"/>
                      <a:pt x="68" y="10"/>
                      <a:pt x="68" y="10"/>
                    </a:cubicBezTo>
                    <a:cubicBezTo>
                      <a:pt x="68" y="10"/>
                      <a:pt x="68" y="10"/>
                      <a:pt x="68" y="10"/>
                    </a:cubicBezTo>
                    <a:cubicBezTo>
                      <a:pt x="68" y="10"/>
                      <a:pt x="68" y="10"/>
                      <a:pt x="68" y="10"/>
                    </a:cubicBezTo>
                    <a:cubicBezTo>
                      <a:pt x="68" y="10"/>
                      <a:pt x="68" y="10"/>
                      <a:pt x="68" y="10"/>
                    </a:cubicBezTo>
                    <a:cubicBezTo>
                      <a:pt x="68" y="10"/>
                      <a:pt x="68" y="10"/>
                      <a:pt x="68" y="10"/>
                    </a:cubicBezTo>
                    <a:cubicBezTo>
                      <a:pt x="68" y="10"/>
                      <a:pt x="68" y="10"/>
                      <a:pt x="68" y="10"/>
                    </a:cubicBezTo>
                    <a:cubicBezTo>
                      <a:pt x="68" y="10"/>
                      <a:pt x="68" y="10"/>
                      <a:pt x="68" y="10"/>
                    </a:cubicBezTo>
                    <a:cubicBezTo>
                      <a:pt x="68" y="10"/>
                      <a:pt x="68" y="10"/>
                      <a:pt x="68" y="10"/>
                    </a:cubicBezTo>
                    <a:cubicBezTo>
                      <a:pt x="69" y="10"/>
                      <a:pt x="69" y="10"/>
                      <a:pt x="69" y="10"/>
                    </a:cubicBezTo>
                    <a:cubicBezTo>
                      <a:pt x="69" y="10"/>
                      <a:pt x="69" y="10"/>
                      <a:pt x="69" y="10"/>
                    </a:cubicBezTo>
                    <a:cubicBezTo>
                      <a:pt x="69" y="9"/>
                      <a:pt x="69" y="9"/>
                      <a:pt x="69" y="9"/>
                    </a:cubicBezTo>
                    <a:cubicBezTo>
                      <a:pt x="69" y="9"/>
                      <a:pt x="69" y="9"/>
                      <a:pt x="69" y="9"/>
                    </a:cubicBezTo>
                    <a:cubicBezTo>
                      <a:pt x="69" y="9"/>
                      <a:pt x="69" y="9"/>
                      <a:pt x="69" y="9"/>
                    </a:cubicBezTo>
                    <a:cubicBezTo>
                      <a:pt x="69" y="9"/>
                      <a:pt x="69" y="9"/>
                      <a:pt x="69" y="9"/>
                    </a:cubicBezTo>
                    <a:cubicBezTo>
                      <a:pt x="69" y="9"/>
                      <a:pt x="69" y="9"/>
                      <a:pt x="69" y="9"/>
                    </a:cubicBezTo>
                    <a:cubicBezTo>
                      <a:pt x="69" y="9"/>
                      <a:pt x="69" y="9"/>
                      <a:pt x="69" y="9"/>
                    </a:cubicBezTo>
                    <a:cubicBezTo>
                      <a:pt x="69" y="8"/>
                      <a:pt x="69" y="8"/>
                      <a:pt x="69" y="8"/>
                    </a:cubicBezTo>
                    <a:cubicBezTo>
                      <a:pt x="69" y="8"/>
                      <a:pt x="69" y="8"/>
                      <a:pt x="69" y="8"/>
                    </a:cubicBezTo>
                    <a:cubicBezTo>
                      <a:pt x="69" y="8"/>
                      <a:pt x="69" y="8"/>
                      <a:pt x="69" y="8"/>
                    </a:cubicBezTo>
                    <a:cubicBezTo>
                      <a:pt x="69" y="8"/>
                      <a:pt x="69" y="8"/>
                      <a:pt x="69" y="8"/>
                    </a:cubicBezTo>
                    <a:cubicBezTo>
                      <a:pt x="69" y="8"/>
                      <a:pt x="69" y="8"/>
                      <a:pt x="69" y="8"/>
                    </a:cubicBezTo>
                    <a:cubicBezTo>
                      <a:pt x="69" y="8"/>
                      <a:pt x="69" y="8"/>
                      <a:pt x="69" y="8"/>
                    </a:cubicBezTo>
                    <a:cubicBezTo>
                      <a:pt x="69" y="8"/>
                      <a:pt x="69" y="8"/>
                      <a:pt x="69" y="8"/>
                    </a:cubicBezTo>
                    <a:cubicBezTo>
                      <a:pt x="69" y="8"/>
                      <a:pt x="69" y="8"/>
                      <a:pt x="69" y="8"/>
                    </a:cubicBezTo>
                    <a:cubicBezTo>
                      <a:pt x="68" y="8"/>
                      <a:pt x="68" y="8"/>
                      <a:pt x="68" y="8"/>
                    </a:cubicBezTo>
                    <a:cubicBezTo>
                      <a:pt x="68" y="8"/>
                      <a:pt x="68" y="8"/>
                      <a:pt x="68" y="8"/>
                    </a:cubicBezTo>
                    <a:cubicBezTo>
                      <a:pt x="68" y="8"/>
                      <a:pt x="68" y="8"/>
                      <a:pt x="68" y="9"/>
                    </a:cubicBezTo>
                    <a:cubicBezTo>
                      <a:pt x="68" y="9"/>
                      <a:pt x="68" y="9"/>
                      <a:pt x="68" y="9"/>
                    </a:cubicBezTo>
                    <a:cubicBezTo>
                      <a:pt x="68" y="9"/>
                      <a:pt x="68" y="9"/>
                      <a:pt x="68" y="9"/>
                    </a:cubicBezTo>
                    <a:cubicBezTo>
                      <a:pt x="68" y="9"/>
                      <a:pt x="68" y="9"/>
                      <a:pt x="68" y="9"/>
                    </a:cubicBezTo>
                    <a:cubicBezTo>
                      <a:pt x="68" y="9"/>
                      <a:pt x="68" y="9"/>
                      <a:pt x="68" y="9"/>
                    </a:cubicBezTo>
                    <a:cubicBezTo>
                      <a:pt x="68" y="9"/>
                      <a:pt x="68" y="9"/>
                      <a:pt x="68" y="9"/>
                    </a:cubicBezTo>
                    <a:cubicBezTo>
                      <a:pt x="68" y="9"/>
                      <a:pt x="68" y="9"/>
                      <a:pt x="68" y="9"/>
                    </a:cubicBezTo>
                    <a:cubicBezTo>
                      <a:pt x="68" y="9"/>
                      <a:pt x="68" y="9"/>
                      <a:pt x="68"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7" y="9"/>
                      <a:pt x="67" y="9"/>
                    </a:cubicBezTo>
                    <a:cubicBezTo>
                      <a:pt x="67" y="9"/>
                      <a:pt x="66" y="9"/>
                      <a:pt x="66" y="9"/>
                    </a:cubicBezTo>
                    <a:cubicBezTo>
                      <a:pt x="66" y="9"/>
                      <a:pt x="66" y="9"/>
                      <a:pt x="66" y="9"/>
                    </a:cubicBezTo>
                    <a:cubicBezTo>
                      <a:pt x="66" y="9"/>
                      <a:pt x="66" y="9"/>
                      <a:pt x="66" y="9"/>
                    </a:cubicBezTo>
                    <a:cubicBezTo>
                      <a:pt x="66" y="9"/>
                      <a:pt x="66" y="9"/>
                      <a:pt x="66" y="9"/>
                    </a:cubicBezTo>
                    <a:cubicBezTo>
                      <a:pt x="66" y="9"/>
                      <a:pt x="66" y="9"/>
                      <a:pt x="66" y="9"/>
                    </a:cubicBezTo>
                    <a:cubicBezTo>
                      <a:pt x="66" y="9"/>
                      <a:pt x="66" y="9"/>
                      <a:pt x="66" y="9"/>
                    </a:cubicBezTo>
                    <a:cubicBezTo>
                      <a:pt x="66" y="9"/>
                      <a:pt x="66" y="9"/>
                      <a:pt x="65" y="9"/>
                    </a:cubicBezTo>
                    <a:cubicBezTo>
                      <a:pt x="65" y="9"/>
                      <a:pt x="65" y="9"/>
                      <a:pt x="65" y="9"/>
                    </a:cubicBezTo>
                    <a:cubicBezTo>
                      <a:pt x="65" y="9"/>
                      <a:pt x="65" y="9"/>
                      <a:pt x="65" y="9"/>
                    </a:cubicBezTo>
                    <a:cubicBezTo>
                      <a:pt x="65" y="9"/>
                      <a:pt x="65" y="9"/>
                      <a:pt x="65" y="9"/>
                    </a:cubicBezTo>
                    <a:cubicBezTo>
                      <a:pt x="65" y="9"/>
                      <a:pt x="65" y="9"/>
                      <a:pt x="65" y="9"/>
                    </a:cubicBezTo>
                    <a:cubicBezTo>
                      <a:pt x="65" y="9"/>
                      <a:pt x="65" y="9"/>
                      <a:pt x="65" y="9"/>
                    </a:cubicBezTo>
                    <a:cubicBezTo>
                      <a:pt x="65" y="9"/>
                      <a:pt x="65"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2" y="9"/>
                      <a:pt x="62" y="9"/>
                    </a:cubicBezTo>
                    <a:cubicBezTo>
                      <a:pt x="62" y="9"/>
                      <a:pt x="62" y="9"/>
                      <a:pt x="62" y="9"/>
                    </a:cubicBezTo>
                    <a:cubicBezTo>
                      <a:pt x="62" y="9"/>
                      <a:pt x="62" y="9"/>
                      <a:pt x="62" y="9"/>
                    </a:cubicBezTo>
                    <a:cubicBezTo>
                      <a:pt x="62" y="9"/>
                      <a:pt x="62" y="9"/>
                      <a:pt x="62" y="9"/>
                    </a:cubicBezTo>
                    <a:cubicBezTo>
                      <a:pt x="62" y="9"/>
                      <a:pt x="62" y="9"/>
                      <a:pt x="62" y="10"/>
                    </a:cubicBezTo>
                    <a:cubicBezTo>
                      <a:pt x="62" y="10"/>
                      <a:pt x="62" y="10"/>
                      <a:pt x="62" y="10"/>
                    </a:cubicBezTo>
                    <a:cubicBezTo>
                      <a:pt x="62" y="10"/>
                      <a:pt x="62" y="10"/>
                      <a:pt x="62" y="10"/>
                    </a:cubicBezTo>
                    <a:cubicBezTo>
                      <a:pt x="62" y="10"/>
                      <a:pt x="62" y="10"/>
                      <a:pt x="62" y="10"/>
                    </a:cubicBezTo>
                    <a:cubicBezTo>
                      <a:pt x="62" y="10"/>
                      <a:pt x="62" y="10"/>
                      <a:pt x="62" y="10"/>
                    </a:cubicBezTo>
                    <a:cubicBezTo>
                      <a:pt x="62" y="10"/>
                      <a:pt x="62" y="10"/>
                      <a:pt x="62" y="10"/>
                    </a:cubicBezTo>
                    <a:cubicBezTo>
                      <a:pt x="62" y="10"/>
                      <a:pt x="62" y="10"/>
                      <a:pt x="62" y="10"/>
                    </a:cubicBezTo>
                    <a:cubicBezTo>
                      <a:pt x="62" y="10"/>
                      <a:pt x="62" y="10"/>
                      <a:pt x="62" y="10"/>
                    </a:cubicBezTo>
                    <a:cubicBezTo>
                      <a:pt x="62" y="10"/>
                      <a:pt x="62" y="10"/>
                      <a:pt x="62" y="10"/>
                    </a:cubicBezTo>
                    <a:cubicBezTo>
                      <a:pt x="62" y="10"/>
                      <a:pt x="62" y="10"/>
                      <a:pt x="62" y="10"/>
                    </a:cubicBezTo>
                    <a:cubicBezTo>
                      <a:pt x="62" y="10"/>
                      <a:pt x="62"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10"/>
                      <a:pt x="61" y="10"/>
                      <a:pt x="61" y="10"/>
                    </a:cubicBezTo>
                    <a:cubicBezTo>
                      <a:pt x="61" y="9"/>
                      <a:pt x="61" y="9"/>
                      <a:pt x="61" y="9"/>
                    </a:cubicBezTo>
                    <a:cubicBezTo>
                      <a:pt x="61" y="9"/>
                      <a:pt x="61" y="9"/>
                      <a:pt x="61" y="9"/>
                    </a:cubicBezTo>
                    <a:cubicBezTo>
                      <a:pt x="62" y="9"/>
                      <a:pt x="62" y="9"/>
                      <a:pt x="62" y="9"/>
                    </a:cubicBezTo>
                    <a:cubicBezTo>
                      <a:pt x="62" y="9"/>
                      <a:pt x="62" y="9"/>
                      <a:pt x="62" y="9"/>
                    </a:cubicBezTo>
                    <a:cubicBezTo>
                      <a:pt x="62" y="9"/>
                      <a:pt x="62" y="9"/>
                      <a:pt x="62" y="9"/>
                    </a:cubicBezTo>
                    <a:cubicBezTo>
                      <a:pt x="62" y="9"/>
                      <a:pt x="62" y="9"/>
                      <a:pt x="62" y="9"/>
                    </a:cubicBezTo>
                    <a:cubicBezTo>
                      <a:pt x="62" y="9"/>
                      <a:pt x="62" y="9"/>
                      <a:pt x="62" y="9"/>
                    </a:cubicBezTo>
                    <a:cubicBezTo>
                      <a:pt x="62"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3" y="9"/>
                    </a:cubicBezTo>
                    <a:cubicBezTo>
                      <a:pt x="63" y="9"/>
                      <a:pt x="63"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4" y="9"/>
                      <a:pt x="64" y="9"/>
                    </a:cubicBezTo>
                    <a:cubicBezTo>
                      <a:pt x="64" y="9"/>
                      <a:pt x="65" y="9"/>
                      <a:pt x="65" y="9"/>
                    </a:cubicBezTo>
                    <a:cubicBezTo>
                      <a:pt x="65" y="9"/>
                      <a:pt x="65" y="9"/>
                      <a:pt x="65" y="9"/>
                    </a:cubicBezTo>
                    <a:cubicBezTo>
                      <a:pt x="65" y="9"/>
                      <a:pt x="65" y="9"/>
                      <a:pt x="65" y="9"/>
                    </a:cubicBezTo>
                    <a:cubicBezTo>
                      <a:pt x="65" y="9"/>
                      <a:pt x="65" y="9"/>
                      <a:pt x="65" y="9"/>
                    </a:cubicBezTo>
                    <a:cubicBezTo>
                      <a:pt x="65" y="9"/>
                      <a:pt x="65" y="9"/>
                      <a:pt x="65" y="9"/>
                    </a:cubicBezTo>
                    <a:cubicBezTo>
                      <a:pt x="65" y="9"/>
                      <a:pt x="65" y="9"/>
                      <a:pt x="65" y="9"/>
                    </a:cubicBezTo>
                    <a:cubicBezTo>
                      <a:pt x="65" y="9"/>
                      <a:pt x="66" y="9"/>
                      <a:pt x="66" y="9"/>
                    </a:cubicBezTo>
                    <a:cubicBezTo>
                      <a:pt x="66" y="9"/>
                      <a:pt x="66" y="9"/>
                      <a:pt x="66" y="9"/>
                    </a:cubicBezTo>
                    <a:cubicBezTo>
                      <a:pt x="66" y="9"/>
                      <a:pt x="66" y="9"/>
                      <a:pt x="66" y="9"/>
                    </a:cubicBezTo>
                    <a:cubicBezTo>
                      <a:pt x="66" y="9"/>
                      <a:pt x="66" y="9"/>
                      <a:pt x="66" y="9"/>
                    </a:cubicBezTo>
                    <a:cubicBezTo>
                      <a:pt x="66" y="9"/>
                      <a:pt x="66" y="9"/>
                      <a:pt x="66" y="9"/>
                    </a:cubicBezTo>
                    <a:cubicBezTo>
                      <a:pt x="66" y="9"/>
                      <a:pt x="66" y="9"/>
                      <a:pt x="66" y="9"/>
                    </a:cubicBezTo>
                    <a:cubicBezTo>
                      <a:pt x="66" y="9"/>
                      <a:pt x="66" y="9"/>
                      <a:pt x="66" y="9"/>
                    </a:cubicBezTo>
                    <a:cubicBezTo>
                      <a:pt x="67" y="9"/>
                      <a:pt x="67" y="9"/>
                      <a:pt x="67" y="9"/>
                    </a:cubicBezTo>
                    <a:cubicBezTo>
                      <a:pt x="67" y="9"/>
                      <a:pt x="67" y="9"/>
                      <a:pt x="67" y="9"/>
                    </a:cubicBezTo>
                    <a:cubicBezTo>
                      <a:pt x="67" y="9"/>
                      <a:pt x="67" y="8"/>
                      <a:pt x="67" y="8"/>
                    </a:cubicBezTo>
                    <a:cubicBezTo>
                      <a:pt x="67" y="8"/>
                      <a:pt x="67" y="8"/>
                      <a:pt x="67" y="8"/>
                    </a:cubicBezTo>
                    <a:cubicBezTo>
                      <a:pt x="67" y="8"/>
                      <a:pt x="67" y="8"/>
                      <a:pt x="67" y="8"/>
                    </a:cubicBezTo>
                    <a:cubicBezTo>
                      <a:pt x="67" y="8"/>
                      <a:pt x="67" y="8"/>
                      <a:pt x="67" y="8"/>
                    </a:cubicBezTo>
                    <a:cubicBezTo>
                      <a:pt x="67" y="8"/>
                      <a:pt x="67" y="8"/>
                      <a:pt x="67" y="8"/>
                    </a:cubicBezTo>
                    <a:cubicBezTo>
                      <a:pt x="67" y="8"/>
                      <a:pt x="67" y="8"/>
                      <a:pt x="67" y="8"/>
                    </a:cubicBezTo>
                    <a:cubicBezTo>
                      <a:pt x="66" y="8"/>
                      <a:pt x="66" y="8"/>
                      <a:pt x="66" y="8"/>
                    </a:cubicBezTo>
                    <a:cubicBezTo>
                      <a:pt x="66" y="8"/>
                      <a:pt x="66" y="8"/>
                      <a:pt x="66" y="8"/>
                    </a:cubicBezTo>
                    <a:cubicBezTo>
                      <a:pt x="66" y="8"/>
                      <a:pt x="66" y="8"/>
                      <a:pt x="66" y="8"/>
                    </a:cubicBezTo>
                    <a:cubicBezTo>
                      <a:pt x="66" y="8"/>
                      <a:pt x="66" y="8"/>
                      <a:pt x="66" y="8"/>
                    </a:cubicBezTo>
                    <a:cubicBezTo>
                      <a:pt x="66" y="8"/>
                      <a:pt x="66" y="8"/>
                      <a:pt x="66" y="8"/>
                    </a:cubicBezTo>
                    <a:cubicBezTo>
                      <a:pt x="66" y="8"/>
                      <a:pt x="66" y="8"/>
                      <a:pt x="66" y="8"/>
                    </a:cubicBezTo>
                    <a:cubicBezTo>
                      <a:pt x="66" y="8"/>
                      <a:pt x="66" y="8"/>
                      <a:pt x="65" y="8"/>
                    </a:cubicBezTo>
                    <a:cubicBezTo>
                      <a:pt x="65" y="8"/>
                      <a:pt x="65" y="8"/>
                      <a:pt x="65" y="8"/>
                    </a:cubicBezTo>
                    <a:cubicBezTo>
                      <a:pt x="65" y="8"/>
                      <a:pt x="65" y="8"/>
                      <a:pt x="65" y="8"/>
                    </a:cubicBezTo>
                    <a:cubicBezTo>
                      <a:pt x="65" y="8"/>
                      <a:pt x="65" y="8"/>
                      <a:pt x="65" y="8"/>
                    </a:cubicBezTo>
                    <a:cubicBezTo>
                      <a:pt x="65" y="8"/>
                      <a:pt x="65" y="8"/>
                      <a:pt x="65" y="8"/>
                    </a:cubicBezTo>
                    <a:cubicBezTo>
                      <a:pt x="65" y="8"/>
                      <a:pt x="65" y="8"/>
                      <a:pt x="65" y="8"/>
                    </a:cubicBezTo>
                    <a:cubicBezTo>
                      <a:pt x="65" y="8"/>
                      <a:pt x="65" y="8"/>
                      <a:pt x="65" y="8"/>
                    </a:cubicBezTo>
                    <a:cubicBezTo>
                      <a:pt x="65" y="8"/>
                      <a:pt x="65" y="8"/>
                      <a:pt x="65"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4" y="8"/>
                      <a:pt x="64" y="8"/>
                      <a:pt x="64" y="8"/>
                    </a:cubicBezTo>
                    <a:cubicBezTo>
                      <a:pt x="63" y="8"/>
                      <a:pt x="63" y="8"/>
                      <a:pt x="63" y="8"/>
                    </a:cubicBezTo>
                    <a:cubicBezTo>
                      <a:pt x="63" y="8"/>
                      <a:pt x="63" y="8"/>
                      <a:pt x="63" y="8"/>
                    </a:cubicBezTo>
                    <a:cubicBezTo>
                      <a:pt x="63" y="9"/>
                      <a:pt x="63" y="9"/>
                      <a:pt x="64" y="9"/>
                    </a:cubicBezTo>
                    <a:cubicBezTo>
                      <a:pt x="64" y="9"/>
                      <a:pt x="64" y="9"/>
                      <a:pt x="64" y="9"/>
                    </a:cubicBezTo>
                    <a:cubicBezTo>
                      <a:pt x="64" y="9"/>
                      <a:pt x="64" y="9"/>
                      <a:pt x="64" y="9"/>
                    </a:cubicBezTo>
                    <a:cubicBezTo>
                      <a:pt x="64" y="9"/>
                      <a:pt x="64" y="9"/>
                      <a:pt x="64" y="9"/>
                    </a:cubicBezTo>
                    <a:cubicBezTo>
                      <a:pt x="64" y="9"/>
                      <a:pt x="64" y="9"/>
                      <a:pt x="64" y="9"/>
                    </a:cubicBezTo>
                    <a:cubicBezTo>
                      <a:pt x="63" y="9"/>
                      <a:pt x="63" y="9"/>
                      <a:pt x="63" y="9"/>
                    </a:cubicBezTo>
                    <a:cubicBezTo>
                      <a:pt x="63" y="9"/>
                      <a:pt x="63" y="9"/>
                      <a:pt x="63" y="9"/>
                    </a:cubicBezTo>
                    <a:cubicBezTo>
                      <a:pt x="63" y="9"/>
                      <a:pt x="63" y="8"/>
                      <a:pt x="63" y="8"/>
                    </a:cubicBezTo>
                    <a:cubicBezTo>
                      <a:pt x="63" y="8"/>
                      <a:pt x="63" y="8"/>
                      <a:pt x="63" y="8"/>
                    </a:cubicBezTo>
                    <a:cubicBezTo>
                      <a:pt x="63" y="8"/>
                      <a:pt x="63" y="8"/>
                      <a:pt x="63" y="9"/>
                    </a:cubicBezTo>
                    <a:cubicBezTo>
                      <a:pt x="63" y="9"/>
                      <a:pt x="63" y="9"/>
                      <a:pt x="63" y="9"/>
                    </a:cubicBezTo>
                    <a:cubicBezTo>
                      <a:pt x="63" y="9"/>
                      <a:pt x="63" y="9"/>
                      <a:pt x="62" y="9"/>
                    </a:cubicBezTo>
                    <a:cubicBezTo>
                      <a:pt x="62" y="9"/>
                      <a:pt x="62" y="9"/>
                      <a:pt x="62" y="9"/>
                    </a:cubicBezTo>
                    <a:cubicBezTo>
                      <a:pt x="62" y="9"/>
                      <a:pt x="62" y="9"/>
                      <a:pt x="62" y="9"/>
                    </a:cubicBezTo>
                    <a:cubicBezTo>
                      <a:pt x="62" y="9"/>
                      <a:pt x="62" y="9"/>
                      <a:pt x="62" y="9"/>
                    </a:cubicBezTo>
                    <a:cubicBezTo>
                      <a:pt x="62" y="9"/>
                      <a:pt x="62" y="9"/>
                      <a:pt x="62" y="9"/>
                    </a:cubicBezTo>
                    <a:cubicBezTo>
                      <a:pt x="62" y="9"/>
                      <a:pt x="62" y="9"/>
                      <a:pt x="62" y="9"/>
                    </a:cubicBezTo>
                    <a:cubicBezTo>
                      <a:pt x="62" y="9"/>
                      <a:pt x="62" y="9"/>
                      <a:pt x="62" y="9"/>
                    </a:cubicBezTo>
                    <a:cubicBezTo>
                      <a:pt x="62" y="9"/>
                      <a:pt x="62" y="9"/>
                      <a:pt x="62" y="9"/>
                    </a:cubicBezTo>
                    <a:cubicBezTo>
                      <a:pt x="62" y="9"/>
                      <a:pt x="62" y="9"/>
                      <a:pt x="62" y="9"/>
                    </a:cubicBezTo>
                    <a:cubicBezTo>
                      <a:pt x="62" y="9"/>
                      <a:pt x="62" y="9"/>
                      <a:pt x="62" y="8"/>
                    </a:cubicBezTo>
                    <a:cubicBezTo>
                      <a:pt x="62" y="8"/>
                      <a:pt x="62" y="8"/>
                      <a:pt x="62" y="8"/>
                    </a:cubicBezTo>
                    <a:cubicBezTo>
                      <a:pt x="62" y="8"/>
                      <a:pt x="62" y="8"/>
                      <a:pt x="62" y="8"/>
                    </a:cubicBezTo>
                    <a:cubicBezTo>
                      <a:pt x="62" y="8"/>
                      <a:pt x="62" y="8"/>
                      <a:pt x="62" y="8"/>
                    </a:cubicBezTo>
                    <a:cubicBezTo>
                      <a:pt x="62" y="8"/>
                      <a:pt x="62" y="8"/>
                      <a:pt x="62" y="8"/>
                    </a:cubicBezTo>
                    <a:cubicBezTo>
                      <a:pt x="62" y="8"/>
                      <a:pt x="62" y="8"/>
                      <a:pt x="62" y="8"/>
                    </a:cubicBezTo>
                    <a:cubicBezTo>
                      <a:pt x="62" y="8"/>
                      <a:pt x="62" y="8"/>
                      <a:pt x="62" y="8"/>
                    </a:cubicBezTo>
                    <a:cubicBezTo>
                      <a:pt x="62" y="8"/>
                      <a:pt x="62" y="8"/>
                      <a:pt x="61" y="8"/>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1" y="8"/>
                      <a:pt x="61" y="8"/>
                      <a:pt x="61" y="8"/>
                    </a:cubicBezTo>
                    <a:cubicBezTo>
                      <a:pt x="60" y="8"/>
                      <a:pt x="60" y="8"/>
                      <a:pt x="60" y="8"/>
                    </a:cubicBezTo>
                    <a:cubicBezTo>
                      <a:pt x="60" y="8"/>
                      <a:pt x="60" y="8"/>
                      <a:pt x="60" y="8"/>
                    </a:cubicBezTo>
                    <a:cubicBezTo>
                      <a:pt x="60" y="8"/>
                      <a:pt x="60" y="8"/>
                      <a:pt x="60" y="8"/>
                    </a:cubicBezTo>
                    <a:cubicBezTo>
                      <a:pt x="60" y="8"/>
                      <a:pt x="60" y="8"/>
                      <a:pt x="60" y="8"/>
                    </a:cubicBezTo>
                    <a:cubicBezTo>
                      <a:pt x="60" y="8"/>
                      <a:pt x="60" y="8"/>
                      <a:pt x="60" y="8"/>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60" y="9"/>
                      <a:pt x="60" y="9"/>
                      <a:pt x="60" y="9"/>
                    </a:cubicBezTo>
                    <a:cubicBezTo>
                      <a:pt x="59" y="9"/>
                      <a:pt x="59" y="9"/>
                      <a:pt x="59" y="9"/>
                    </a:cubicBezTo>
                    <a:cubicBezTo>
                      <a:pt x="59" y="9"/>
                      <a:pt x="59" y="9"/>
                      <a:pt x="59" y="9"/>
                    </a:cubicBezTo>
                    <a:cubicBezTo>
                      <a:pt x="59" y="9"/>
                      <a:pt x="59" y="9"/>
                      <a:pt x="59" y="9"/>
                    </a:cubicBezTo>
                    <a:cubicBezTo>
                      <a:pt x="59" y="9"/>
                      <a:pt x="59" y="9"/>
                      <a:pt x="59" y="9"/>
                    </a:cubicBezTo>
                    <a:cubicBezTo>
                      <a:pt x="59" y="9"/>
                      <a:pt x="59" y="9"/>
                      <a:pt x="59" y="9"/>
                    </a:cubicBezTo>
                    <a:cubicBezTo>
                      <a:pt x="59" y="9"/>
                      <a:pt x="59" y="9"/>
                      <a:pt x="59" y="9"/>
                    </a:cubicBezTo>
                    <a:cubicBezTo>
                      <a:pt x="59" y="9"/>
                      <a:pt x="59" y="9"/>
                      <a:pt x="59" y="9"/>
                    </a:cubicBezTo>
                    <a:cubicBezTo>
                      <a:pt x="59" y="9"/>
                      <a:pt x="59" y="9"/>
                      <a:pt x="59" y="9"/>
                    </a:cubicBezTo>
                    <a:cubicBezTo>
                      <a:pt x="59" y="9"/>
                      <a:pt x="59" y="9"/>
                      <a:pt x="59" y="9"/>
                    </a:cubicBezTo>
                    <a:cubicBezTo>
                      <a:pt x="59" y="10"/>
                      <a:pt x="59" y="10"/>
                      <a:pt x="59" y="10"/>
                    </a:cubicBezTo>
                    <a:cubicBezTo>
                      <a:pt x="59" y="10"/>
                      <a:pt x="59" y="9"/>
                      <a:pt x="59" y="9"/>
                    </a:cubicBezTo>
                    <a:cubicBezTo>
                      <a:pt x="59" y="9"/>
                      <a:pt x="59" y="9"/>
                      <a:pt x="59" y="9"/>
                    </a:cubicBezTo>
                    <a:cubicBezTo>
                      <a:pt x="59" y="9"/>
                      <a:pt x="59" y="9"/>
                      <a:pt x="59" y="9"/>
                    </a:cubicBezTo>
                    <a:cubicBezTo>
                      <a:pt x="59" y="9"/>
                      <a:pt x="59" y="9"/>
                      <a:pt x="59" y="9"/>
                    </a:cubicBezTo>
                    <a:cubicBezTo>
                      <a:pt x="59" y="9"/>
                      <a:pt x="59" y="9"/>
                      <a:pt x="59" y="9"/>
                    </a:cubicBezTo>
                    <a:cubicBezTo>
                      <a:pt x="59" y="9"/>
                      <a:pt x="59" y="9"/>
                      <a:pt x="59" y="9"/>
                    </a:cubicBezTo>
                    <a:cubicBezTo>
                      <a:pt x="58" y="9"/>
                      <a:pt x="58" y="9"/>
                      <a:pt x="58" y="9"/>
                    </a:cubicBezTo>
                    <a:cubicBezTo>
                      <a:pt x="58" y="9"/>
                      <a:pt x="58" y="8"/>
                      <a:pt x="58" y="8"/>
                    </a:cubicBezTo>
                    <a:cubicBezTo>
                      <a:pt x="58" y="8"/>
                      <a:pt x="58" y="8"/>
                      <a:pt x="58" y="8"/>
                    </a:cubicBezTo>
                    <a:cubicBezTo>
                      <a:pt x="58" y="8"/>
                      <a:pt x="58" y="8"/>
                      <a:pt x="58" y="8"/>
                    </a:cubicBezTo>
                    <a:cubicBezTo>
                      <a:pt x="58" y="8"/>
                      <a:pt x="58" y="8"/>
                      <a:pt x="58" y="8"/>
                    </a:cubicBezTo>
                    <a:cubicBezTo>
                      <a:pt x="58" y="8"/>
                      <a:pt x="58" y="8"/>
                      <a:pt x="58" y="8"/>
                    </a:cubicBezTo>
                    <a:cubicBezTo>
                      <a:pt x="58" y="8"/>
                      <a:pt x="58" y="8"/>
                      <a:pt x="58" y="8"/>
                    </a:cubicBezTo>
                    <a:cubicBezTo>
                      <a:pt x="58" y="8"/>
                      <a:pt x="58" y="8"/>
                      <a:pt x="58" y="8"/>
                    </a:cubicBezTo>
                    <a:cubicBezTo>
                      <a:pt x="58" y="8"/>
                      <a:pt x="58" y="8"/>
                      <a:pt x="58" y="8"/>
                    </a:cubicBezTo>
                    <a:cubicBezTo>
                      <a:pt x="58" y="8"/>
                      <a:pt x="58" y="8"/>
                      <a:pt x="58" y="8"/>
                    </a:cubicBezTo>
                    <a:cubicBezTo>
                      <a:pt x="58" y="8"/>
                      <a:pt x="58" y="8"/>
                      <a:pt x="58" y="8"/>
                    </a:cubicBezTo>
                    <a:cubicBezTo>
                      <a:pt x="58" y="8"/>
                      <a:pt x="58" y="8"/>
                      <a:pt x="58" y="7"/>
                    </a:cubicBezTo>
                    <a:cubicBezTo>
                      <a:pt x="58" y="7"/>
                      <a:pt x="58" y="7"/>
                      <a:pt x="58" y="7"/>
                    </a:cubicBezTo>
                    <a:cubicBezTo>
                      <a:pt x="58" y="7"/>
                      <a:pt x="58" y="7"/>
                      <a:pt x="58" y="7"/>
                    </a:cubicBezTo>
                    <a:cubicBezTo>
                      <a:pt x="58" y="7"/>
                      <a:pt x="58" y="7"/>
                      <a:pt x="58" y="7"/>
                    </a:cubicBezTo>
                    <a:cubicBezTo>
                      <a:pt x="58" y="7"/>
                      <a:pt x="58" y="7"/>
                      <a:pt x="58" y="7"/>
                    </a:cubicBezTo>
                    <a:cubicBezTo>
                      <a:pt x="58" y="7"/>
                      <a:pt x="57" y="7"/>
                      <a:pt x="57" y="7"/>
                    </a:cubicBezTo>
                    <a:cubicBezTo>
                      <a:pt x="57" y="7"/>
                      <a:pt x="57" y="7"/>
                      <a:pt x="57" y="7"/>
                    </a:cubicBezTo>
                    <a:cubicBezTo>
                      <a:pt x="57" y="7"/>
                      <a:pt x="57" y="7"/>
                      <a:pt x="57" y="7"/>
                    </a:cubicBezTo>
                    <a:cubicBezTo>
                      <a:pt x="57" y="7"/>
                      <a:pt x="57" y="7"/>
                      <a:pt x="57" y="7"/>
                    </a:cubicBezTo>
                    <a:cubicBezTo>
                      <a:pt x="57" y="7"/>
                      <a:pt x="57" y="7"/>
                      <a:pt x="57" y="7"/>
                    </a:cubicBezTo>
                    <a:cubicBezTo>
                      <a:pt x="57" y="7"/>
                      <a:pt x="57" y="7"/>
                      <a:pt x="57" y="7"/>
                    </a:cubicBezTo>
                    <a:cubicBezTo>
                      <a:pt x="57" y="7"/>
                      <a:pt x="57" y="7"/>
                      <a:pt x="57" y="7"/>
                    </a:cubicBezTo>
                    <a:cubicBezTo>
                      <a:pt x="57" y="7"/>
                      <a:pt x="57" y="7"/>
                      <a:pt x="57" y="7"/>
                    </a:cubicBezTo>
                    <a:cubicBezTo>
                      <a:pt x="57" y="6"/>
                      <a:pt x="57" y="6"/>
                      <a:pt x="57" y="6"/>
                    </a:cubicBezTo>
                    <a:cubicBezTo>
                      <a:pt x="57" y="6"/>
                      <a:pt x="57" y="6"/>
                      <a:pt x="57" y="6"/>
                    </a:cubicBezTo>
                    <a:cubicBezTo>
                      <a:pt x="57" y="6"/>
                      <a:pt x="57" y="6"/>
                      <a:pt x="57" y="6"/>
                    </a:cubicBezTo>
                    <a:cubicBezTo>
                      <a:pt x="56" y="6"/>
                      <a:pt x="56" y="6"/>
                      <a:pt x="56" y="6"/>
                    </a:cubicBezTo>
                    <a:cubicBezTo>
                      <a:pt x="56" y="6"/>
                      <a:pt x="56" y="6"/>
                      <a:pt x="56" y="6"/>
                    </a:cubicBezTo>
                    <a:cubicBezTo>
                      <a:pt x="56" y="6"/>
                      <a:pt x="56" y="6"/>
                      <a:pt x="56" y="6"/>
                    </a:cubicBezTo>
                    <a:cubicBezTo>
                      <a:pt x="56" y="6"/>
                      <a:pt x="56" y="6"/>
                      <a:pt x="56" y="6"/>
                    </a:cubicBezTo>
                    <a:cubicBezTo>
                      <a:pt x="56" y="6"/>
                      <a:pt x="56" y="6"/>
                      <a:pt x="56" y="6"/>
                    </a:cubicBezTo>
                    <a:cubicBezTo>
                      <a:pt x="56" y="6"/>
                      <a:pt x="56" y="6"/>
                      <a:pt x="56" y="6"/>
                    </a:cubicBezTo>
                    <a:cubicBezTo>
                      <a:pt x="56" y="6"/>
                      <a:pt x="56" y="6"/>
                      <a:pt x="56" y="6"/>
                    </a:cubicBezTo>
                    <a:cubicBezTo>
                      <a:pt x="56" y="6"/>
                      <a:pt x="56" y="6"/>
                      <a:pt x="56" y="6"/>
                    </a:cubicBezTo>
                    <a:cubicBezTo>
                      <a:pt x="56" y="6"/>
                      <a:pt x="56" y="6"/>
                      <a:pt x="56" y="6"/>
                    </a:cubicBezTo>
                    <a:cubicBezTo>
                      <a:pt x="56" y="6"/>
                      <a:pt x="56" y="6"/>
                      <a:pt x="56" y="5"/>
                    </a:cubicBezTo>
                    <a:cubicBezTo>
                      <a:pt x="56" y="5"/>
                      <a:pt x="56" y="5"/>
                      <a:pt x="55" y="5"/>
                    </a:cubicBezTo>
                    <a:cubicBezTo>
                      <a:pt x="55" y="5"/>
                      <a:pt x="55" y="5"/>
                      <a:pt x="55" y="5"/>
                    </a:cubicBezTo>
                    <a:cubicBezTo>
                      <a:pt x="55" y="5"/>
                      <a:pt x="55" y="5"/>
                      <a:pt x="55" y="5"/>
                    </a:cubicBezTo>
                    <a:cubicBezTo>
                      <a:pt x="55" y="5"/>
                      <a:pt x="55" y="5"/>
                      <a:pt x="55" y="5"/>
                    </a:cubicBezTo>
                    <a:cubicBezTo>
                      <a:pt x="55" y="4"/>
                      <a:pt x="55" y="4"/>
                      <a:pt x="55" y="4"/>
                    </a:cubicBezTo>
                    <a:cubicBezTo>
                      <a:pt x="54" y="4"/>
                      <a:pt x="54" y="4"/>
                      <a:pt x="54" y="4"/>
                    </a:cubicBezTo>
                    <a:cubicBezTo>
                      <a:pt x="54" y="4"/>
                      <a:pt x="54" y="4"/>
                      <a:pt x="54" y="4"/>
                    </a:cubicBezTo>
                    <a:cubicBezTo>
                      <a:pt x="54" y="4"/>
                      <a:pt x="54" y="4"/>
                      <a:pt x="54" y="4"/>
                    </a:cubicBezTo>
                    <a:cubicBezTo>
                      <a:pt x="54" y="4"/>
                      <a:pt x="54" y="4"/>
                      <a:pt x="54" y="4"/>
                    </a:cubicBezTo>
                    <a:cubicBezTo>
                      <a:pt x="54" y="4"/>
                      <a:pt x="54" y="3"/>
                      <a:pt x="54" y="3"/>
                    </a:cubicBezTo>
                    <a:cubicBezTo>
                      <a:pt x="54" y="3"/>
                      <a:pt x="53" y="3"/>
                      <a:pt x="53" y="3"/>
                    </a:cubicBezTo>
                    <a:cubicBezTo>
                      <a:pt x="53" y="3"/>
                      <a:pt x="53" y="3"/>
                      <a:pt x="53" y="3"/>
                    </a:cubicBezTo>
                    <a:cubicBezTo>
                      <a:pt x="53" y="3"/>
                      <a:pt x="53" y="3"/>
                      <a:pt x="53" y="3"/>
                    </a:cubicBezTo>
                    <a:cubicBezTo>
                      <a:pt x="53" y="3"/>
                      <a:pt x="53" y="3"/>
                      <a:pt x="53" y="3"/>
                    </a:cubicBezTo>
                    <a:cubicBezTo>
                      <a:pt x="53" y="3"/>
                      <a:pt x="52" y="3"/>
                      <a:pt x="52" y="3"/>
                    </a:cubicBezTo>
                    <a:cubicBezTo>
                      <a:pt x="52" y="3"/>
                      <a:pt x="52" y="3"/>
                      <a:pt x="52" y="3"/>
                    </a:cubicBezTo>
                    <a:cubicBezTo>
                      <a:pt x="52" y="3"/>
                      <a:pt x="52" y="2"/>
                      <a:pt x="52" y="2"/>
                    </a:cubicBezTo>
                    <a:cubicBezTo>
                      <a:pt x="52" y="2"/>
                      <a:pt x="52" y="2"/>
                      <a:pt x="52" y="2"/>
                    </a:cubicBezTo>
                    <a:cubicBezTo>
                      <a:pt x="52" y="2"/>
                      <a:pt x="52" y="2"/>
                      <a:pt x="52" y="2"/>
                    </a:cubicBezTo>
                    <a:cubicBezTo>
                      <a:pt x="52" y="2"/>
                      <a:pt x="52" y="2"/>
                      <a:pt x="52" y="2"/>
                    </a:cubicBezTo>
                    <a:cubicBezTo>
                      <a:pt x="51" y="2"/>
                      <a:pt x="51" y="2"/>
                      <a:pt x="51" y="2"/>
                    </a:cubicBezTo>
                    <a:cubicBezTo>
                      <a:pt x="51" y="2"/>
                      <a:pt x="51" y="2"/>
                      <a:pt x="51" y="2"/>
                    </a:cubicBezTo>
                    <a:cubicBezTo>
                      <a:pt x="51" y="2"/>
                      <a:pt x="51" y="2"/>
                      <a:pt x="51" y="2"/>
                    </a:cubicBezTo>
                    <a:cubicBezTo>
                      <a:pt x="51" y="2"/>
                      <a:pt x="51" y="2"/>
                      <a:pt x="51" y="2"/>
                    </a:cubicBezTo>
                    <a:cubicBezTo>
                      <a:pt x="51" y="2"/>
                      <a:pt x="51" y="2"/>
                      <a:pt x="51" y="2"/>
                    </a:cubicBezTo>
                    <a:cubicBezTo>
                      <a:pt x="51" y="2"/>
                      <a:pt x="51" y="2"/>
                      <a:pt x="51" y="2"/>
                    </a:cubicBezTo>
                    <a:cubicBezTo>
                      <a:pt x="51" y="2"/>
                      <a:pt x="51" y="2"/>
                      <a:pt x="51" y="1"/>
                    </a:cubicBezTo>
                    <a:cubicBezTo>
                      <a:pt x="51" y="1"/>
                      <a:pt x="51" y="1"/>
                      <a:pt x="51" y="1"/>
                    </a:cubicBezTo>
                    <a:cubicBezTo>
                      <a:pt x="51" y="1"/>
                      <a:pt x="51" y="1"/>
                      <a:pt x="51" y="1"/>
                    </a:cubicBezTo>
                    <a:cubicBezTo>
                      <a:pt x="51" y="1"/>
                      <a:pt x="51" y="1"/>
                      <a:pt x="51" y="1"/>
                    </a:cubicBezTo>
                    <a:cubicBezTo>
                      <a:pt x="51" y="1"/>
                      <a:pt x="51" y="1"/>
                      <a:pt x="51" y="1"/>
                    </a:cubicBezTo>
                    <a:cubicBezTo>
                      <a:pt x="51" y="1"/>
                      <a:pt x="51" y="1"/>
                      <a:pt x="51" y="1"/>
                    </a:cubicBezTo>
                    <a:cubicBezTo>
                      <a:pt x="51" y="1"/>
                      <a:pt x="51" y="1"/>
                      <a:pt x="51" y="1"/>
                    </a:cubicBezTo>
                    <a:cubicBezTo>
                      <a:pt x="51" y="1"/>
                      <a:pt x="51" y="1"/>
                      <a:pt x="51" y="1"/>
                    </a:cubicBezTo>
                    <a:cubicBezTo>
                      <a:pt x="51" y="1"/>
                      <a:pt x="50" y="1"/>
                      <a:pt x="50" y="1"/>
                    </a:cubicBezTo>
                    <a:cubicBezTo>
                      <a:pt x="50" y="1"/>
                      <a:pt x="50" y="1"/>
                      <a:pt x="50" y="1"/>
                    </a:cubicBezTo>
                    <a:cubicBezTo>
                      <a:pt x="50" y="1"/>
                      <a:pt x="50" y="1"/>
                      <a:pt x="50" y="1"/>
                    </a:cubicBezTo>
                    <a:cubicBezTo>
                      <a:pt x="50" y="1"/>
                      <a:pt x="50" y="1"/>
                      <a:pt x="50" y="1"/>
                    </a:cubicBezTo>
                    <a:cubicBezTo>
                      <a:pt x="50" y="1"/>
                      <a:pt x="50" y="1"/>
                      <a:pt x="50" y="1"/>
                    </a:cubicBezTo>
                    <a:cubicBezTo>
                      <a:pt x="50" y="1"/>
                      <a:pt x="50" y="1"/>
                      <a:pt x="50" y="1"/>
                    </a:cubicBezTo>
                    <a:cubicBezTo>
                      <a:pt x="50" y="1"/>
                      <a:pt x="50" y="1"/>
                      <a:pt x="50" y="1"/>
                    </a:cubicBezTo>
                    <a:cubicBezTo>
                      <a:pt x="50" y="1"/>
                      <a:pt x="50" y="1"/>
                      <a:pt x="50" y="1"/>
                    </a:cubicBezTo>
                    <a:cubicBezTo>
                      <a:pt x="50" y="1"/>
                      <a:pt x="50" y="1"/>
                      <a:pt x="50" y="1"/>
                    </a:cubicBezTo>
                    <a:cubicBezTo>
                      <a:pt x="50" y="0"/>
                      <a:pt x="50" y="0"/>
                      <a:pt x="50" y="0"/>
                    </a:cubicBezTo>
                    <a:cubicBezTo>
                      <a:pt x="50" y="0"/>
                      <a:pt x="50" y="0"/>
                      <a:pt x="50" y="0"/>
                    </a:cubicBezTo>
                    <a:cubicBezTo>
                      <a:pt x="50" y="0"/>
                      <a:pt x="50" y="0"/>
                      <a:pt x="50" y="0"/>
                    </a:cubicBezTo>
                    <a:cubicBezTo>
                      <a:pt x="50" y="0"/>
                      <a:pt x="50" y="0"/>
                      <a:pt x="50" y="0"/>
                    </a:cubicBezTo>
                    <a:cubicBezTo>
                      <a:pt x="49" y="0"/>
                      <a:pt x="49" y="0"/>
                      <a:pt x="49" y="0"/>
                    </a:cubicBezTo>
                    <a:cubicBezTo>
                      <a:pt x="49" y="0"/>
                      <a:pt x="49" y="0"/>
                      <a:pt x="49" y="0"/>
                    </a:cubicBezTo>
                    <a:cubicBezTo>
                      <a:pt x="49" y="0"/>
                      <a:pt x="49" y="0"/>
                      <a:pt x="49" y="0"/>
                    </a:cubicBezTo>
                    <a:cubicBezTo>
                      <a:pt x="49" y="0"/>
                      <a:pt x="49" y="0"/>
                      <a:pt x="49" y="0"/>
                    </a:cubicBezTo>
                    <a:cubicBezTo>
                      <a:pt x="49" y="0"/>
                      <a:pt x="49" y="0"/>
                      <a:pt x="49" y="0"/>
                    </a:cubicBezTo>
                    <a:cubicBezTo>
                      <a:pt x="49" y="0"/>
                      <a:pt x="48" y="0"/>
                      <a:pt x="48" y="0"/>
                    </a:cubicBezTo>
                    <a:cubicBezTo>
                      <a:pt x="48" y="0"/>
                      <a:pt x="48" y="0"/>
                      <a:pt x="48" y="0"/>
                    </a:cubicBezTo>
                    <a:cubicBezTo>
                      <a:pt x="48" y="0"/>
                      <a:pt x="48" y="0"/>
                      <a:pt x="48" y="0"/>
                    </a:cubicBezTo>
                    <a:cubicBezTo>
                      <a:pt x="48" y="0"/>
                      <a:pt x="48" y="0"/>
                      <a:pt x="48" y="0"/>
                    </a:cubicBezTo>
                    <a:cubicBezTo>
                      <a:pt x="48" y="0"/>
                      <a:pt x="48" y="0"/>
                      <a:pt x="48" y="0"/>
                    </a:cubicBezTo>
                    <a:cubicBezTo>
                      <a:pt x="48" y="0"/>
                      <a:pt x="48" y="0"/>
                      <a:pt x="48" y="0"/>
                    </a:cubicBezTo>
                    <a:cubicBezTo>
                      <a:pt x="48" y="0"/>
                      <a:pt x="48" y="0"/>
                      <a:pt x="48" y="0"/>
                    </a:cubicBezTo>
                    <a:cubicBezTo>
                      <a:pt x="48" y="0"/>
                      <a:pt x="48" y="0"/>
                      <a:pt x="48" y="0"/>
                    </a:cubicBezTo>
                    <a:cubicBezTo>
                      <a:pt x="47" y="0"/>
                      <a:pt x="47" y="0"/>
                      <a:pt x="47" y="0"/>
                    </a:cubicBezTo>
                    <a:cubicBezTo>
                      <a:pt x="47" y="0"/>
                      <a:pt x="47" y="0"/>
                      <a:pt x="47" y="0"/>
                    </a:cubicBezTo>
                    <a:cubicBezTo>
                      <a:pt x="47" y="0"/>
                      <a:pt x="47" y="0"/>
                      <a:pt x="47" y="0"/>
                    </a:cubicBezTo>
                    <a:cubicBezTo>
                      <a:pt x="47" y="0"/>
                      <a:pt x="46" y="0"/>
                      <a:pt x="46" y="0"/>
                    </a:cubicBezTo>
                    <a:cubicBezTo>
                      <a:pt x="46" y="0"/>
                      <a:pt x="46" y="0"/>
                      <a:pt x="46" y="0"/>
                    </a:cubicBezTo>
                    <a:cubicBezTo>
                      <a:pt x="46" y="0"/>
                      <a:pt x="46" y="0"/>
                      <a:pt x="46" y="0"/>
                    </a:cubicBezTo>
                    <a:cubicBezTo>
                      <a:pt x="46" y="0"/>
                      <a:pt x="46" y="0"/>
                      <a:pt x="46" y="0"/>
                    </a:cubicBezTo>
                    <a:cubicBezTo>
                      <a:pt x="46" y="0"/>
                      <a:pt x="46" y="0"/>
                      <a:pt x="46" y="0"/>
                    </a:cubicBezTo>
                    <a:cubicBezTo>
                      <a:pt x="46" y="0"/>
                      <a:pt x="46" y="0"/>
                      <a:pt x="46" y="0"/>
                    </a:cubicBezTo>
                    <a:cubicBezTo>
                      <a:pt x="46" y="0"/>
                      <a:pt x="45" y="0"/>
                      <a:pt x="45" y="0"/>
                    </a:cubicBezTo>
                    <a:cubicBezTo>
                      <a:pt x="45" y="0"/>
                      <a:pt x="45" y="0"/>
                      <a:pt x="45" y="0"/>
                    </a:cubicBezTo>
                    <a:cubicBezTo>
                      <a:pt x="45" y="0"/>
                      <a:pt x="45" y="0"/>
                      <a:pt x="45" y="0"/>
                    </a:cubicBezTo>
                    <a:cubicBezTo>
                      <a:pt x="44" y="0"/>
                      <a:pt x="44" y="0"/>
                      <a:pt x="44" y="0"/>
                    </a:cubicBezTo>
                    <a:cubicBezTo>
                      <a:pt x="44" y="0"/>
                      <a:pt x="44" y="0"/>
                      <a:pt x="44" y="0"/>
                    </a:cubicBezTo>
                    <a:cubicBezTo>
                      <a:pt x="44" y="0"/>
                      <a:pt x="44" y="0"/>
                      <a:pt x="44" y="0"/>
                    </a:cubicBezTo>
                    <a:cubicBezTo>
                      <a:pt x="44" y="0"/>
                      <a:pt x="44" y="0"/>
                      <a:pt x="43" y="0"/>
                    </a:cubicBezTo>
                    <a:cubicBezTo>
                      <a:pt x="43" y="0"/>
                      <a:pt x="43" y="0"/>
                      <a:pt x="43" y="0"/>
                    </a:cubicBezTo>
                    <a:cubicBezTo>
                      <a:pt x="43" y="0"/>
                      <a:pt x="43" y="0"/>
                      <a:pt x="43" y="0"/>
                    </a:cubicBezTo>
                    <a:cubicBezTo>
                      <a:pt x="43" y="0"/>
                      <a:pt x="43" y="0"/>
                      <a:pt x="43" y="0"/>
                    </a:cubicBezTo>
                    <a:cubicBezTo>
                      <a:pt x="43" y="0"/>
                      <a:pt x="43" y="0"/>
                      <a:pt x="43" y="0"/>
                    </a:cubicBezTo>
                    <a:cubicBezTo>
                      <a:pt x="43" y="0"/>
                      <a:pt x="43" y="0"/>
                      <a:pt x="43" y="0"/>
                    </a:cubicBezTo>
                    <a:cubicBezTo>
                      <a:pt x="43" y="0"/>
                      <a:pt x="43" y="0"/>
                      <a:pt x="43" y="0"/>
                    </a:cubicBezTo>
                    <a:cubicBezTo>
                      <a:pt x="43" y="0"/>
                      <a:pt x="43" y="0"/>
                      <a:pt x="43" y="0"/>
                    </a:cubicBezTo>
                    <a:cubicBezTo>
                      <a:pt x="43" y="0"/>
                      <a:pt x="43" y="0"/>
                      <a:pt x="43" y="0"/>
                    </a:cubicBezTo>
                    <a:cubicBezTo>
                      <a:pt x="43" y="0"/>
                      <a:pt x="43" y="0"/>
                      <a:pt x="43" y="0"/>
                    </a:cubicBezTo>
                    <a:cubicBezTo>
                      <a:pt x="43" y="0"/>
                      <a:pt x="43"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0"/>
                      <a:pt x="42" y="0"/>
                      <a:pt x="42" y="0"/>
                    </a:cubicBezTo>
                    <a:cubicBezTo>
                      <a:pt x="42" y="1"/>
                      <a:pt x="41" y="1"/>
                      <a:pt x="41" y="1"/>
                    </a:cubicBezTo>
                    <a:cubicBezTo>
                      <a:pt x="41" y="1"/>
                      <a:pt x="41" y="1"/>
                      <a:pt x="41" y="1"/>
                    </a:cubicBezTo>
                    <a:cubicBezTo>
                      <a:pt x="41" y="1"/>
                      <a:pt x="41" y="1"/>
                      <a:pt x="41" y="1"/>
                    </a:cubicBezTo>
                    <a:cubicBezTo>
                      <a:pt x="41" y="1"/>
                      <a:pt x="41" y="1"/>
                      <a:pt x="41" y="1"/>
                    </a:cubicBezTo>
                    <a:cubicBezTo>
                      <a:pt x="41" y="1"/>
                      <a:pt x="41" y="1"/>
                      <a:pt x="41" y="1"/>
                    </a:cubicBezTo>
                    <a:cubicBezTo>
                      <a:pt x="41" y="1"/>
                      <a:pt x="41" y="1"/>
                      <a:pt x="41" y="1"/>
                    </a:cubicBezTo>
                    <a:cubicBezTo>
                      <a:pt x="41" y="1"/>
                      <a:pt x="41" y="1"/>
                      <a:pt x="41" y="1"/>
                    </a:cubicBezTo>
                    <a:cubicBezTo>
                      <a:pt x="41" y="1"/>
                      <a:pt x="40" y="1"/>
                      <a:pt x="40" y="1"/>
                    </a:cubicBezTo>
                    <a:cubicBezTo>
                      <a:pt x="40" y="1"/>
                      <a:pt x="40" y="1"/>
                      <a:pt x="40" y="1"/>
                    </a:cubicBezTo>
                    <a:cubicBezTo>
                      <a:pt x="40" y="1"/>
                      <a:pt x="40" y="1"/>
                      <a:pt x="40" y="1"/>
                    </a:cubicBezTo>
                    <a:cubicBezTo>
                      <a:pt x="40" y="1"/>
                      <a:pt x="40" y="1"/>
                      <a:pt x="40" y="1"/>
                    </a:cubicBezTo>
                    <a:cubicBezTo>
                      <a:pt x="40" y="1"/>
                      <a:pt x="40" y="1"/>
                      <a:pt x="40" y="1"/>
                    </a:cubicBezTo>
                    <a:cubicBezTo>
                      <a:pt x="40" y="1"/>
                      <a:pt x="40" y="1"/>
                      <a:pt x="40" y="1"/>
                    </a:cubicBezTo>
                    <a:cubicBezTo>
                      <a:pt x="40" y="1"/>
                      <a:pt x="40" y="1"/>
                      <a:pt x="40" y="1"/>
                    </a:cubicBezTo>
                    <a:cubicBezTo>
                      <a:pt x="40" y="1"/>
                      <a:pt x="40" y="1"/>
                      <a:pt x="40" y="1"/>
                    </a:cubicBezTo>
                    <a:cubicBezTo>
                      <a:pt x="40" y="2"/>
                      <a:pt x="40" y="2"/>
                      <a:pt x="39" y="2"/>
                    </a:cubicBezTo>
                    <a:cubicBezTo>
                      <a:pt x="39" y="2"/>
                      <a:pt x="39" y="2"/>
                      <a:pt x="39" y="2"/>
                    </a:cubicBezTo>
                    <a:cubicBezTo>
                      <a:pt x="39" y="2"/>
                      <a:pt x="39" y="2"/>
                      <a:pt x="39" y="2"/>
                    </a:cubicBezTo>
                    <a:cubicBezTo>
                      <a:pt x="39" y="2"/>
                      <a:pt x="39" y="2"/>
                      <a:pt x="39" y="2"/>
                    </a:cubicBezTo>
                    <a:cubicBezTo>
                      <a:pt x="39" y="2"/>
                      <a:pt x="39" y="2"/>
                      <a:pt x="39" y="2"/>
                    </a:cubicBezTo>
                    <a:cubicBezTo>
                      <a:pt x="39" y="2"/>
                      <a:pt x="39" y="2"/>
                      <a:pt x="39" y="2"/>
                    </a:cubicBezTo>
                    <a:cubicBezTo>
                      <a:pt x="39" y="1"/>
                      <a:pt x="39" y="1"/>
                      <a:pt x="39" y="1"/>
                    </a:cubicBezTo>
                    <a:cubicBezTo>
                      <a:pt x="39" y="1"/>
                      <a:pt x="39" y="1"/>
                      <a:pt x="39" y="1"/>
                    </a:cubicBezTo>
                    <a:cubicBezTo>
                      <a:pt x="39" y="1"/>
                      <a:pt x="39" y="1"/>
                      <a:pt x="39" y="1"/>
                    </a:cubicBezTo>
                    <a:cubicBezTo>
                      <a:pt x="39" y="1"/>
                      <a:pt x="38" y="1"/>
                      <a:pt x="38" y="1"/>
                    </a:cubicBezTo>
                    <a:cubicBezTo>
                      <a:pt x="38" y="1"/>
                      <a:pt x="38" y="1"/>
                      <a:pt x="38" y="1"/>
                    </a:cubicBezTo>
                    <a:cubicBezTo>
                      <a:pt x="38" y="1"/>
                      <a:pt x="38" y="1"/>
                      <a:pt x="38" y="1"/>
                    </a:cubicBezTo>
                    <a:cubicBezTo>
                      <a:pt x="38" y="2"/>
                      <a:pt x="38" y="2"/>
                      <a:pt x="38"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7" y="2"/>
                      <a:pt x="37" y="2"/>
                    </a:cubicBezTo>
                    <a:cubicBezTo>
                      <a:pt x="37" y="2"/>
                      <a:pt x="36" y="2"/>
                      <a:pt x="36" y="2"/>
                    </a:cubicBezTo>
                    <a:cubicBezTo>
                      <a:pt x="36" y="2"/>
                      <a:pt x="36" y="2"/>
                      <a:pt x="36" y="2"/>
                    </a:cubicBezTo>
                    <a:cubicBezTo>
                      <a:pt x="36" y="2"/>
                      <a:pt x="36" y="2"/>
                      <a:pt x="36" y="2"/>
                    </a:cubicBezTo>
                    <a:cubicBezTo>
                      <a:pt x="36" y="2"/>
                      <a:pt x="36" y="2"/>
                      <a:pt x="36" y="2"/>
                    </a:cubicBezTo>
                    <a:cubicBezTo>
                      <a:pt x="36" y="2"/>
                      <a:pt x="36" y="2"/>
                      <a:pt x="36" y="2"/>
                    </a:cubicBezTo>
                    <a:cubicBezTo>
                      <a:pt x="36" y="2"/>
                      <a:pt x="36" y="2"/>
                      <a:pt x="36" y="2"/>
                    </a:cubicBezTo>
                    <a:cubicBezTo>
                      <a:pt x="36" y="1"/>
                      <a:pt x="36" y="1"/>
                      <a:pt x="36" y="1"/>
                    </a:cubicBezTo>
                    <a:cubicBezTo>
                      <a:pt x="36" y="1"/>
                      <a:pt x="36" y="1"/>
                      <a:pt x="36" y="1"/>
                    </a:cubicBezTo>
                    <a:cubicBezTo>
                      <a:pt x="36" y="1"/>
                      <a:pt x="36" y="1"/>
                      <a:pt x="36" y="1"/>
                    </a:cubicBezTo>
                    <a:cubicBezTo>
                      <a:pt x="36" y="1"/>
                      <a:pt x="36" y="1"/>
                      <a:pt x="36" y="1"/>
                    </a:cubicBezTo>
                    <a:cubicBezTo>
                      <a:pt x="35" y="1"/>
                      <a:pt x="35" y="1"/>
                      <a:pt x="35" y="1"/>
                    </a:cubicBezTo>
                    <a:cubicBezTo>
                      <a:pt x="35" y="1"/>
                      <a:pt x="35" y="1"/>
                      <a:pt x="35" y="1"/>
                    </a:cubicBezTo>
                    <a:cubicBezTo>
                      <a:pt x="35" y="1"/>
                      <a:pt x="35" y="1"/>
                      <a:pt x="35" y="1"/>
                    </a:cubicBezTo>
                    <a:cubicBezTo>
                      <a:pt x="35" y="1"/>
                      <a:pt x="35" y="1"/>
                      <a:pt x="35" y="1"/>
                    </a:cubicBezTo>
                    <a:cubicBezTo>
                      <a:pt x="35" y="1"/>
                      <a:pt x="35" y="1"/>
                      <a:pt x="35" y="1"/>
                    </a:cubicBezTo>
                    <a:cubicBezTo>
                      <a:pt x="35" y="1"/>
                      <a:pt x="35" y="1"/>
                      <a:pt x="35" y="1"/>
                    </a:cubicBezTo>
                    <a:cubicBezTo>
                      <a:pt x="35" y="2"/>
                      <a:pt x="35" y="2"/>
                      <a:pt x="35" y="2"/>
                    </a:cubicBezTo>
                    <a:cubicBezTo>
                      <a:pt x="35" y="2"/>
                      <a:pt x="35" y="2"/>
                      <a:pt x="35"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4" y="2"/>
                      <a:pt x="34" y="2"/>
                      <a:pt x="34" y="2"/>
                    </a:cubicBezTo>
                    <a:cubicBezTo>
                      <a:pt x="33" y="2"/>
                      <a:pt x="33" y="2"/>
                      <a:pt x="33" y="2"/>
                    </a:cubicBezTo>
                    <a:cubicBezTo>
                      <a:pt x="33" y="2"/>
                      <a:pt x="33" y="2"/>
                      <a:pt x="33" y="2"/>
                    </a:cubicBezTo>
                    <a:cubicBezTo>
                      <a:pt x="33" y="2"/>
                      <a:pt x="33" y="2"/>
                      <a:pt x="33" y="2"/>
                    </a:cubicBezTo>
                    <a:cubicBezTo>
                      <a:pt x="33" y="2"/>
                      <a:pt x="33" y="2"/>
                      <a:pt x="33" y="2"/>
                    </a:cubicBezTo>
                    <a:cubicBezTo>
                      <a:pt x="33" y="2"/>
                      <a:pt x="33" y="3"/>
                      <a:pt x="33" y="3"/>
                    </a:cubicBezTo>
                    <a:cubicBezTo>
                      <a:pt x="33" y="3"/>
                      <a:pt x="33" y="3"/>
                      <a:pt x="33" y="3"/>
                    </a:cubicBezTo>
                    <a:cubicBezTo>
                      <a:pt x="33" y="3"/>
                      <a:pt x="33" y="3"/>
                      <a:pt x="33" y="3"/>
                    </a:cubicBezTo>
                    <a:cubicBezTo>
                      <a:pt x="33" y="3"/>
                      <a:pt x="33" y="3"/>
                      <a:pt x="33" y="3"/>
                    </a:cubicBezTo>
                    <a:cubicBezTo>
                      <a:pt x="33" y="3"/>
                      <a:pt x="33" y="3"/>
                      <a:pt x="33" y="3"/>
                    </a:cubicBezTo>
                    <a:cubicBezTo>
                      <a:pt x="33" y="3"/>
                      <a:pt x="33" y="3"/>
                      <a:pt x="33" y="3"/>
                    </a:cubicBezTo>
                    <a:cubicBezTo>
                      <a:pt x="33" y="3"/>
                      <a:pt x="33" y="4"/>
                      <a:pt x="33" y="4"/>
                    </a:cubicBezTo>
                    <a:cubicBezTo>
                      <a:pt x="33" y="4"/>
                      <a:pt x="33" y="4"/>
                      <a:pt x="33" y="4"/>
                    </a:cubicBezTo>
                    <a:cubicBezTo>
                      <a:pt x="33" y="4"/>
                      <a:pt x="33" y="4"/>
                      <a:pt x="33" y="4"/>
                    </a:cubicBezTo>
                    <a:cubicBezTo>
                      <a:pt x="33" y="4"/>
                      <a:pt x="33" y="4"/>
                      <a:pt x="33" y="4"/>
                    </a:cubicBezTo>
                    <a:cubicBezTo>
                      <a:pt x="33" y="4"/>
                      <a:pt x="33" y="4"/>
                      <a:pt x="33" y="4"/>
                    </a:cubicBezTo>
                    <a:cubicBezTo>
                      <a:pt x="33" y="4"/>
                      <a:pt x="33" y="4"/>
                      <a:pt x="33" y="4"/>
                    </a:cubicBezTo>
                    <a:cubicBezTo>
                      <a:pt x="33" y="4"/>
                      <a:pt x="33" y="4"/>
                      <a:pt x="33" y="4"/>
                    </a:cubicBezTo>
                    <a:cubicBezTo>
                      <a:pt x="33" y="4"/>
                      <a:pt x="33" y="4"/>
                      <a:pt x="33" y="4"/>
                    </a:cubicBezTo>
                    <a:cubicBezTo>
                      <a:pt x="33" y="4"/>
                      <a:pt x="33" y="4"/>
                      <a:pt x="32" y="4"/>
                    </a:cubicBezTo>
                    <a:cubicBezTo>
                      <a:pt x="32" y="4"/>
                      <a:pt x="32" y="4"/>
                      <a:pt x="32" y="4"/>
                    </a:cubicBezTo>
                    <a:cubicBezTo>
                      <a:pt x="32" y="4"/>
                      <a:pt x="32" y="4"/>
                      <a:pt x="32" y="5"/>
                    </a:cubicBezTo>
                    <a:cubicBezTo>
                      <a:pt x="32" y="5"/>
                      <a:pt x="32" y="5"/>
                      <a:pt x="32" y="5"/>
                    </a:cubicBezTo>
                    <a:cubicBezTo>
                      <a:pt x="32" y="5"/>
                      <a:pt x="32" y="5"/>
                      <a:pt x="32" y="5"/>
                    </a:cubicBezTo>
                    <a:cubicBezTo>
                      <a:pt x="32" y="5"/>
                      <a:pt x="33" y="5"/>
                      <a:pt x="33" y="5"/>
                    </a:cubicBezTo>
                    <a:cubicBezTo>
                      <a:pt x="33" y="5"/>
                      <a:pt x="33" y="5"/>
                      <a:pt x="33" y="5"/>
                    </a:cubicBezTo>
                    <a:cubicBezTo>
                      <a:pt x="33" y="5"/>
                      <a:pt x="33" y="5"/>
                      <a:pt x="33" y="5"/>
                    </a:cubicBezTo>
                    <a:cubicBezTo>
                      <a:pt x="33" y="5"/>
                      <a:pt x="33" y="5"/>
                      <a:pt x="33" y="5"/>
                    </a:cubicBezTo>
                    <a:cubicBezTo>
                      <a:pt x="33" y="5"/>
                      <a:pt x="33" y="5"/>
                      <a:pt x="33" y="5"/>
                    </a:cubicBezTo>
                    <a:cubicBezTo>
                      <a:pt x="33" y="5"/>
                      <a:pt x="33" y="5"/>
                      <a:pt x="33" y="5"/>
                    </a:cubicBezTo>
                    <a:cubicBezTo>
                      <a:pt x="33" y="5"/>
                      <a:pt x="33" y="5"/>
                      <a:pt x="33" y="5"/>
                    </a:cubicBezTo>
                    <a:cubicBezTo>
                      <a:pt x="33" y="6"/>
                      <a:pt x="33" y="6"/>
                      <a:pt x="33" y="6"/>
                    </a:cubicBezTo>
                    <a:cubicBezTo>
                      <a:pt x="33" y="6"/>
                      <a:pt x="33" y="6"/>
                      <a:pt x="33" y="6"/>
                    </a:cubicBezTo>
                    <a:cubicBezTo>
                      <a:pt x="34" y="6"/>
                      <a:pt x="34" y="6"/>
                      <a:pt x="34" y="6"/>
                    </a:cubicBezTo>
                    <a:cubicBezTo>
                      <a:pt x="34" y="6"/>
                      <a:pt x="34" y="6"/>
                      <a:pt x="34" y="6"/>
                    </a:cubicBezTo>
                    <a:cubicBezTo>
                      <a:pt x="34" y="6"/>
                      <a:pt x="34" y="6"/>
                      <a:pt x="34" y="6"/>
                    </a:cubicBezTo>
                    <a:cubicBezTo>
                      <a:pt x="34" y="6"/>
                      <a:pt x="34" y="6"/>
                      <a:pt x="34" y="6"/>
                    </a:cubicBezTo>
                    <a:cubicBezTo>
                      <a:pt x="34" y="6"/>
                      <a:pt x="34" y="6"/>
                      <a:pt x="34" y="6"/>
                    </a:cubicBezTo>
                    <a:cubicBezTo>
                      <a:pt x="34" y="7"/>
                      <a:pt x="34" y="7"/>
                      <a:pt x="34" y="7"/>
                    </a:cubicBezTo>
                    <a:cubicBezTo>
                      <a:pt x="34" y="7"/>
                      <a:pt x="34" y="7"/>
                      <a:pt x="34" y="7"/>
                    </a:cubicBezTo>
                    <a:cubicBezTo>
                      <a:pt x="34" y="7"/>
                      <a:pt x="34" y="7"/>
                      <a:pt x="34" y="7"/>
                    </a:cubicBezTo>
                    <a:cubicBezTo>
                      <a:pt x="34" y="7"/>
                      <a:pt x="34" y="7"/>
                      <a:pt x="34" y="7"/>
                    </a:cubicBezTo>
                    <a:cubicBezTo>
                      <a:pt x="34" y="7"/>
                      <a:pt x="34" y="7"/>
                      <a:pt x="34" y="7"/>
                    </a:cubicBezTo>
                    <a:cubicBezTo>
                      <a:pt x="34" y="7"/>
                      <a:pt x="34" y="7"/>
                      <a:pt x="34" y="7"/>
                    </a:cubicBezTo>
                    <a:cubicBezTo>
                      <a:pt x="34" y="7"/>
                      <a:pt x="34" y="7"/>
                      <a:pt x="34" y="7"/>
                    </a:cubicBezTo>
                    <a:cubicBezTo>
                      <a:pt x="34" y="7"/>
                      <a:pt x="34" y="7"/>
                      <a:pt x="34" y="7"/>
                    </a:cubicBezTo>
                    <a:cubicBezTo>
                      <a:pt x="34" y="7"/>
                      <a:pt x="34"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3" y="7"/>
                      <a:pt x="33" y="7"/>
                    </a:cubicBezTo>
                    <a:cubicBezTo>
                      <a:pt x="33" y="7"/>
                      <a:pt x="32" y="7"/>
                      <a:pt x="32" y="7"/>
                    </a:cubicBezTo>
                    <a:cubicBezTo>
                      <a:pt x="32" y="7"/>
                      <a:pt x="32" y="7"/>
                      <a:pt x="32" y="6"/>
                    </a:cubicBezTo>
                    <a:cubicBezTo>
                      <a:pt x="32" y="6"/>
                      <a:pt x="32" y="6"/>
                      <a:pt x="32" y="6"/>
                    </a:cubicBezTo>
                    <a:cubicBezTo>
                      <a:pt x="32" y="6"/>
                      <a:pt x="32" y="6"/>
                      <a:pt x="32" y="6"/>
                    </a:cubicBezTo>
                    <a:cubicBezTo>
                      <a:pt x="32" y="6"/>
                      <a:pt x="32" y="6"/>
                      <a:pt x="32" y="6"/>
                    </a:cubicBezTo>
                    <a:cubicBezTo>
                      <a:pt x="32" y="6"/>
                      <a:pt x="32" y="7"/>
                      <a:pt x="32" y="7"/>
                    </a:cubicBezTo>
                    <a:cubicBezTo>
                      <a:pt x="32" y="7"/>
                      <a:pt x="32" y="7"/>
                      <a:pt x="32" y="7"/>
                    </a:cubicBezTo>
                    <a:cubicBezTo>
                      <a:pt x="32" y="7"/>
                      <a:pt x="32" y="7"/>
                      <a:pt x="32" y="7"/>
                    </a:cubicBezTo>
                    <a:cubicBezTo>
                      <a:pt x="32" y="7"/>
                      <a:pt x="32" y="7"/>
                      <a:pt x="32" y="7"/>
                    </a:cubicBezTo>
                    <a:cubicBezTo>
                      <a:pt x="32" y="7"/>
                      <a:pt x="32"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1" y="7"/>
                      <a:pt x="31" y="7"/>
                    </a:cubicBezTo>
                    <a:cubicBezTo>
                      <a:pt x="31" y="7"/>
                      <a:pt x="30" y="7"/>
                      <a:pt x="30" y="7"/>
                    </a:cubicBezTo>
                    <a:cubicBezTo>
                      <a:pt x="30" y="7"/>
                      <a:pt x="30" y="7"/>
                      <a:pt x="30" y="7"/>
                    </a:cubicBezTo>
                    <a:cubicBezTo>
                      <a:pt x="30" y="7"/>
                      <a:pt x="30" y="7"/>
                      <a:pt x="30" y="7"/>
                    </a:cubicBezTo>
                    <a:cubicBezTo>
                      <a:pt x="30" y="7"/>
                      <a:pt x="30" y="7"/>
                      <a:pt x="30" y="7"/>
                    </a:cubicBezTo>
                    <a:cubicBezTo>
                      <a:pt x="30" y="7"/>
                      <a:pt x="30" y="7"/>
                      <a:pt x="30" y="7"/>
                    </a:cubicBezTo>
                    <a:cubicBezTo>
                      <a:pt x="30" y="7"/>
                      <a:pt x="30" y="7"/>
                      <a:pt x="30" y="7"/>
                    </a:cubicBezTo>
                    <a:cubicBezTo>
                      <a:pt x="30" y="7"/>
                      <a:pt x="30" y="7"/>
                      <a:pt x="30" y="7"/>
                    </a:cubicBezTo>
                    <a:cubicBezTo>
                      <a:pt x="30" y="7"/>
                      <a:pt x="30" y="7"/>
                      <a:pt x="30" y="7"/>
                    </a:cubicBezTo>
                    <a:cubicBezTo>
                      <a:pt x="30" y="7"/>
                      <a:pt x="30" y="7"/>
                      <a:pt x="30" y="7"/>
                    </a:cubicBezTo>
                    <a:cubicBezTo>
                      <a:pt x="30" y="7"/>
                      <a:pt x="30" y="7"/>
                      <a:pt x="30" y="7"/>
                    </a:cubicBezTo>
                    <a:cubicBezTo>
                      <a:pt x="30" y="7"/>
                      <a:pt x="30" y="7"/>
                      <a:pt x="30" y="6"/>
                    </a:cubicBezTo>
                    <a:cubicBezTo>
                      <a:pt x="30" y="6"/>
                      <a:pt x="30" y="6"/>
                      <a:pt x="30" y="6"/>
                    </a:cubicBezTo>
                    <a:cubicBezTo>
                      <a:pt x="30" y="6"/>
                      <a:pt x="30" y="6"/>
                      <a:pt x="30" y="6"/>
                    </a:cubicBezTo>
                    <a:cubicBezTo>
                      <a:pt x="30" y="6"/>
                      <a:pt x="30" y="6"/>
                      <a:pt x="30" y="6"/>
                    </a:cubicBezTo>
                    <a:cubicBezTo>
                      <a:pt x="30" y="6"/>
                      <a:pt x="30" y="6"/>
                      <a:pt x="30" y="6"/>
                    </a:cubicBezTo>
                    <a:cubicBezTo>
                      <a:pt x="30" y="6"/>
                      <a:pt x="30" y="6"/>
                      <a:pt x="30" y="6"/>
                    </a:cubicBezTo>
                    <a:cubicBezTo>
                      <a:pt x="30" y="6"/>
                      <a:pt x="30" y="6"/>
                      <a:pt x="30" y="6"/>
                    </a:cubicBezTo>
                    <a:cubicBezTo>
                      <a:pt x="30" y="6"/>
                      <a:pt x="30" y="6"/>
                      <a:pt x="29" y="6"/>
                    </a:cubicBezTo>
                    <a:cubicBezTo>
                      <a:pt x="29" y="6"/>
                      <a:pt x="29" y="6"/>
                      <a:pt x="29" y="6"/>
                    </a:cubicBezTo>
                    <a:cubicBezTo>
                      <a:pt x="29" y="6"/>
                      <a:pt x="29" y="6"/>
                      <a:pt x="29" y="6"/>
                    </a:cubicBezTo>
                    <a:cubicBezTo>
                      <a:pt x="29" y="6"/>
                      <a:pt x="29" y="6"/>
                      <a:pt x="29" y="6"/>
                    </a:cubicBezTo>
                    <a:cubicBezTo>
                      <a:pt x="29" y="6"/>
                      <a:pt x="28" y="6"/>
                      <a:pt x="28" y="6"/>
                    </a:cubicBezTo>
                    <a:cubicBezTo>
                      <a:pt x="28" y="6"/>
                      <a:pt x="28" y="6"/>
                      <a:pt x="28" y="6"/>
                    </a:cubicBezTo>
                    <a:cubicBezTo>
                      <a:pt x="28" y="6"/>
                      <a:pt x="28" y="6"/>
                      <a:pt x="28" y="6"/>
                    </a:cubicBezTo>
                    <a:cubicBezTo>
                      <a:pt x="28" y="6"/>
                      <a:pt x="28" y="6"/>
                      <a:pt x="28" y="6"/>
                    </a:cubicBezTo>
                    <a:cubicBezTo>
                      <a:pt x="27" y="6"/>
                      <a:pt x="27" y="6"/>
                      <a:pt x="27" y="6"/>
                    </a:cubicBezTo>
                    <a:cubicBezTo>
                      <a:pt x="27" y="6"/>
                      <a:pt x="27" y="7"/>
                      <a:pt x="27" y="7"/>
                    </a:cubicBezTo>
                    <a:cubicBezTo>
                      <a:pt x="27" y="7"/>
                      <a:pt x="27" y="6"/>
                      <a:pt x="27" y="6"/>
                    </a:cubicBezTo>
                    <a:cubicBezTo>
                      <a:pt x="27" y="6"/>
                      <a:pt x="27" y="6"/>
                      <a:pt x="27" y="6"/>
                    </a:cubicBezTo>
                    <a:cubicBezTo>
                      <a:pt x="27" y="6"/>
                      <a:pt x="26" y="6"/>
                      <a:pt x="26" y="6"/>
                    </a:cubicBezTo>
                    <a:cubicBezTo>
                      <a:pt x="26" y="6"/>
                      <a:pt x="26" y="6"/>
                      <a:pt x="26" y="6"/>
                    </a:cubicBezTo>
                    <a:cubicBezTo>
                      <a:pt x="26" y="6"/>
                      <a:pt x="26" y="6"/>
                      <a:pt x="26" y="6"/>
                    </a:cubicBezTo>
                    <a:cubicBezTo>
                      <a:pt x="26" y="6"/>
                      <a:pt x="26" y="6"/>
                      <a:pt x="26" y="6"/>
                    </a:cubicBezTo>
                    <a:cubicBezTo>
                      <a:pt x="26" y="6"/>
                      <a:pt x="26" y="6"/>
                      <a:pt x="26" y="6"/>
                    </a:cubicBezTo>
                    <a:cubicBezTo>
                      <a:pt x="25" y="6"/>
                      <a:pt x="25" y="6"/>
                      <a:pt x="25" y="6"/>
                    </a:cubicBezTo>
                    <a:cubicBezTo>
                      <a:pt x="25" y="6"/>
                      <a:pt x="25" y="6"/>
                      <a:pt x="25" y="6"/>
                    </a:cubicBezTo>
                    <a:cubicBezTo>
                      <a:pt x="25" y="6"/>
                      <a:pt x="25" y="6"/>
                      <a:pt x="25" y="6"/>
                    </a:cubicBezTo>
                    <a:cubicBezTo>
                      <a:pt x="25" y="6"/>
                      <a:pt x="25" y="6"/>
                      <a:pt x="25" y="6"/>
                    </a:cubicBezTo>
                    <a:cubicBezTo>
                      <a:pt x="25" y="7"/>
                      <a:pt x="25" y="7"/>
                      <a:pt x="25" y="7"/>
                    </a:cubicBezTo>
                    <a:cubicBezTo>
                      <a:pt x="25" y="7"/>
                      <a:pt x="25" y="7"/>
                      <a:pt x="25" y="7"/>
                    </a:cubicBezTo>
                    <a:cubicBezTo>
                      <a:pt x="25" y="7"/>
                      <a:pt x="25" y="7"/>
                      <a:pt x="25" y="7"/>
                    </a:cubicBezTo>
                    <a:cubicBezTo>
                      <a:pt x="25" y="7"/>
                      <a:pt x="25" y="7"/>
                      <a:pt x="25" y="7"/>
                    </a:cubicBezTo>
                    <a:cubicBezTo>
                      <a:pt x="25" y="7"/>
                      <a:pt x="25" y="7"/>
                      <a:pt x="26" y="7"/>
                    </a:cubicBezTo>
                    <a:cubicBezTo>
                      <a:pt x="26" y="8"/>
                      <a:pt x="26" y="8"/>
                      <a:pt x="26" y="8"/>
                    </a:cubicBezTo>
                    <a:cubicBezTo>
                      <a:pt x="26" y="8"/>
                      <a:pt x="25" y="8"/>
                      <a:pt x="25" y="8"/>
                    </a:cubicBezTo>
                    <a:cubicBezTo>
                      <a:pt x="25" y="8"/>
                      <a:pt x="25" y="8"/>
                      <a:pt x="25" y="8"/>
                    </a:cubicBezTo>
                    <a:cubicBezTo>
                      <a:pt x="25" y="8"/>
                      <a:pt x="25" y="8"/>
                      <a:pt x="25" y="8"/>
                    </a:cubicBezTo>
                    <a:cubicBezTo>
                      <a:pt x="25" y="8"/>
                      <a:pt x="25" y="8"/>
                      <a:pt x="25" y="8"/>
                    </a:cubicBezTo>
                    <a:cubicBezTo>
                      <a:pt x="25" y="8"/>
                      <a:pt x="25" y="8"/>
                      <a:pt x="25" y="8"/>
                    </a:cubicBezTo>
                    <a:cubicBezTo>
                      <a:pt x="25" y="8"/>
                      <a:pt x="25" y="8"/>
                      <a:pt x="25" y="8"/>
                    </a:cubicBezTo>
                    <a:cubicBezTo>
                      <a:pt x="25" y="7"/>
                      <a:pt x="25" y="7"/>
                      <a:pt x="24" y="7"/>
                    </a:cubicBezTo>
                    <a:cubicBezTo>
                      <a:pt x="24" y="7"/>
                      <a:pt x="24" y="7"/>
                      <a:pt x="24" y="7"/>
                    </a:cubicBezTo>
                    <a:cubicBezTo>
                      <a:pt x="24" y="7"/>
                      <a:pt x="24" y="7"/>
                      <a:pt x="24" y="7"/>
                    </a:cubicBezTo>
                    <a:cubicBezTo>
                      <a:pt x="24" y="7"/>
                      <a:pt x="24" y="7"/>
                      <a:pt x="24" y="7"/>
                    </a:cubicBezTo>
                    <a:cubicBezTo>
                      <a:pt x="24" y="7"/>
                      <a:pt x="24" y="7"/>
                      <a:pt x="24" y="8"/>
                    </a:cubicBezTo>
                    <a:cubicBezTo>
                      <a:pt x="24" y="8"/>
                      <a:pt x="24" y="8"/>
                      <a:pt x="24" y="8"/>
                    </a:cubicBezTo>
                    <a:cubicBezTo>
                      <a:pt x="24" y="8"/>
                      <a:pt x="24" y="8"/>
                      <a:pt x="24" y="8"/>
                    </a:cubicBezTo>
                    <a:cubicBezTo>
                      <a:pt x="24" y="8"/>
                      <a:pt x="24" y="8"/>
                      <a:pt x="24" y="8"/>
                    </a:cubicBezTo>
                    <a:cubicBezTo>
                      <a:pt x="24" y="8"/>
                      <a:pt x="24" y="8"/>
                      <a:pt x="24" y="8"/>
                    </a:cubicBezTo>
                    <a:cubicBezTo>
                      <a:pt x="24" y="8"/>
                      <a:pt x="24" y="8"/>
                      <a:pt x="24" y="8"/>
                    </a:cubicBezTo>
                    <a:cubicBezTo>
                      <a:pt x="24" y="8"/>
                      <a:pt x="24" y="8"/>
                      <a:pt x="24" y="8"/>
                    </a:cubicBezTo>
                    <a:cubicBezTo>
                      <a:pt x="24" y="9"/>
                      <a:pt x="24" y="9"/>
                      <a:pt x="24" y="9"/>
                    </a:cubicBezTo>
                    <a:cubicBezTo>
                      <a:pt x="24" y="9"/>
                      <a:pt x="24" y="9"/>
                      <a:pt x="24" y="9"/>
                    </a:cubicBezTo>
                    <a:cubicBezTo>
                      <a:pt x="24" y="9"/>
                      <a:pt x="24" y="9"/>
                      <a:pt x="24" y="9"/>
                    </a:cubicBezTo>
                    <a:cubicBezTo>
                      <a:pt x="24" y="9"/>
                      <a:pt x="24" y="9"/>
                      <a:pt x="24" y="9"/>
                    </a:cubicBezTo>
                    <a:cubicBezTo>
                      <a:pt x="24" y="9"/>
                      <a:pt x="24" y="9"/>
                      <a:pt x="24" y="9"/>
                    </a:cubicBezTo>
                    <a:cubicBezTo>
                      <a:pt x="24" y="9"/>
                      <a:pt x="25" y="9"/>
                      <a:pt x="25" y="9"/>
                    </a:cubicBezTo>
                    <a:cubicBezTo>
                      <a:pt x="25" y="9"/>
                      <a:pt x="25" y="9"/>
                      <a:pt x="25" y="9"/>
                    </a:cubicBezTo>
                    <a:cubicBezTo>
                      <a:pt x="25" y="10"/>
                      <a:pt x="25" y="10"/>
                      <a:pt x="25" y="10"/>
                    </a:cubicBezTo>
                    <a:cubicBezTo>
                      <a:pt x="25" y="10"/>
                      <a:pt x="25" y="10"/>
                      <a:pt x="25" y="10"/>
                    </a:cubicBezTo>
                    <a:cubicBezTo>
                      <a:pt x="25" y="10"/>
                      <a:pt x="25" y="10"/>
                      <a:pt x="25" y="10"/>
                    </a:cubicBezTo>
                    <a:cubicBezTo>
                      <a:pt x="26" y="10"/>
                      <a:pt x="26" y="10"/>
                      <a:pt x="26" y="10"/>
                    </a:cubicBezTo>
                    <a:cubicBezTo>
                      <a:pt x="26" y="10"/>
                      <a:pt x="26" y="10"/>
                      <a:pt x="26" y="10"/>
                    </a:cubicBezTo>
                    <a:cubicBezTo>
                      <a:pt x="26" y="10"/>
                      <a:pt x="26" y="10"/>
                      <a:pt x="26" y="10"/>
                    </a:cubicBezTo>
                    <a:cubicBezTo>
                      <a:pt x="26" y="9"/>
                      <a:pt x="26" y="9"/>
                      <a:pt x="26" y="9"/>
                    </a:cubicBezTo>
                    <a:cubicBezTo>
                      <a:pt x="26" y="9"/>
                      <a:pt x="27" y="9"/>
                      <a:pt x="27" y="9"/>
                    </a:cubicBezTo>
                    <a:cubicBezTo>
                      <a:pt x="27" y="9"/>
                      <a:pt x="27" y="9"/>
                      <a:pt x="27" y="9"/>
                    </a:cubicBezTo>
                    <a:cubicBezTo>
                      <a:pt x="27" y="9"/>
                      <a:pt x="27" y="10"/>
                      <a:pt x="28" y="10"/>
                    </a:cubicBezTo>
                    <a:cubicBezTo>
                      <a:pt x="28" y="10"/>
                      <a:pt x="28" y="10"/>
                      <a:pt x="28" y="10"/>
                    </a:cubicBezTo>
                    <a:cubicBezTo>
                      <a:pt x="28" y="10"/>
                      <a:pt x="28" y="10"/>
                      <a:pt x="28" y="10"/>
                    </a:cubicBezTo>
                    <a:cubicBezTo>
                      <a:pt x="28" y="10"/>
                      <a:pt x="27" y="10"/>
                      <a:pt x="27" y="10"/>
                    </a:cubicBezTo>
                    <a:cubicBezTo>
                      <a:pt x="27" y="10"/>
                      <a:pt x="27" y="10"/>
                      <a:pt x="27" y="10"/>
                    </a:cubicBezTo>
                    <a:cubicBezTo>
                      <a:pt x="27" y="10"/>
                      <a:pt x="27" y="10"/>
                      <a:pt x="27" y="10"/>
                    </a:cubicBezTo>
                    <a:cubicBezTo>
                      <a:pt x="26" y="10"/>
                      <a:pt x="26" y="10"/>
                      <a:pt x="26" y="11"/>
                    </a:cubicBezTo>
                    <a:cubicBezTo>
                      <a:pt x="26" y="11"/>
                      <a:pt x="26" y="11"/>
                      <a:pt x="26" y="11"/>
                    </a:cubicBezTo>
                    <a:cubicBezTo>
                      <a:pt x="26" y="11"/>
                      <a:pt x="26" y="11"/>
                      <a:pt x="25" y="11"/>
                    </a:cubicBezTo>
                    <a:cubicBezTo>
                      <a:pt x="25" y="11"/>
                      <a:pt x="25" y="12"/>
                      <a:pt x="25" y="12"/>
                    </a:cubicBezTo>
                    <a:cubicBezTo>
                      <a:pt x="25" y="12"/>
                      <a:pt x="25" y="12"/>
                      <a:pt x="25" y="12"/>
                    </a:cubicBezTo>
                    <a:cubicBezTo>
                      <a:pt x="25" y="12"/>
                      <a:pt x="24" y="12"/>
                      <a:pt x="24" y="12"/>
                    </a:cubicBezTo>
                    <a:cubicBezTo>
                      <a:pt x="24" y="12"/>
                      <a:pt x="24" y="12"/>
                      <a:pt x="24" y="12"/>
                    </a:cubicBezTo>
                    <a:cubicBezTo>
                      <a:pt x="24" y="12"/>
                      <a:pt x="24" y="12"/>
                      <a:pt x="24" y="12"/>
                    </a:cubicBezTo>
                    <a:cubicBezTo>
                      <a:pt x="23" y="12"/>
                      <a:pt x="23" y="12"/>
                      <a:pt x="23" y="12"/>
                    </a:cubicBezTo>
                    <a:cubicBezTo>
                      <a:pt x="23" y="12"/>
                      <a:pt x="23" y="12"/>
                      <a:pt x="23" y="12"/>
                    </a:cubicBezTo>
                    <a:cubicBezTo>
                      <a:pt x="22" y="12"/>
                      <a:pt x="22" y="12"/>
                      <a:pt x="22" y="12"/>
                    </a:cubicBezTo>
                    <a:cubicBezTo>
                      <a:pt x="22" y="12"/>
                      <a:pt x="22" y="12"/>
                      <a:pt x="22" y="12"/>
                    </a:cubicBezTo>
                    <a:cubicBezTo>
                      <a:pt x="22" y="12"/>
                      <a:pt x="22" y="12"/>
                      <a:pt x="22" y="12"/>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2"/>
                      <a:pt x="21" y="12"/>
                    </a:cubicBezTo>
                    <a:cubicBezTo>
                      <a:pt x="21" y="12"/>
                      <a:pt x="21" y="11"/>
                      <a:pt x="21" y="11"/>
                    </a:cubicBezTo>
                    <a:cubicBezTo>
                      <a:pt x="21" y="11"/>
                      <a:pt x="21" y="11"/>
                      <a:pt x="21" y="11"/>
                    </a:cubicBezTo>
                    <a:cubicBezTo>
                      <a:pt x="21" y="11"/>
                      <a:pt x="21" y="11"/>
                      <a:pt x="21" y="11"/>
                    </a:cubicBezTo>
                    <a:cubicBezTo>
                      <a:pt x="21" y="12"/>
                      <a:pt x="20" y="12"/>
                      <a:pt x="20" y="12"/>
                    </a:cubicBezTo>
                    <a:cubicBezTo>
                      <a:pt x="20" y="12"/>
                      <a:pt x="20" y="12"/>
                      <a:pt x="20" y="12"/>
                    </a:cubicBezTo>
                    <a:cubicBezTo>
                      <a:pt x="20" y="12"/>
                      <a:pt x="20" y="12"/>
                      <a:pt x="20" y="12"/>
                    </a:cubicBezTo>
                    <a:cubicBezTo>
                      <a:pt x="20" y="12"/>
                      <a:pt x="19" y="12"/>
                      <a:pt x="19"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9" y="13"/>
                    </a:cubicBezTo>
                    <a:cubicBezTo>
                      <a:pt x="19" y="13"/>
                      <a:pt x="19" y="13"/>
                      <a:pt x="19" y="13"/>
                    </a:cubicBezTo>
                    <a:cubicBezTo>
                      <a:pt x="19" y="13"/>
                      <a:pt x="19" y="13"/>
                      <a:pt x="19" y="13"/>
                    </a:cubicBezTo>
                    <a:cubicBezTo>
                      <a:pt x="18" y="13"/>
                      <a:pt x="18" y="13"/>
                      <a:pt x="18" y="13"/>
                    </a:cubicBezTo>
                    <a:cubicBezTo>
                      <a:pt x="18" y="13"/>
                      <a:pt x="18" y="13"/>
                      <a:pt x="18" y="13"/>
                    </a:cubicBezTo>
                    <a:cubicBezTo>
                      <a:pt x="18" y="13"/>
                      <a:pt x="18" y="13"/>
                      <a:pt x="18" y="13"/>
                    </a:cubicBezTo>
                    <a:cubicBezTo>
                      <a:pt x="18" y="13"/>
                      <a:pt x="18" y="13"/>
                      <a:pt x="18" y="13"/>
                    </a:cubicBezTo>
                    <a:cubicBezTo>
                      <a:pt x="18" y="13"/>
                      <a:pt x="18" y="13"/>
                      <a:pt x="17" y="13"/>
                    </a:cubicBezTo>
                    <a:cubicBezTo>
                      <a:pt x="17" y="13"/>
                      <a:pt x="17" y="13"/>
                      <a:pt x="17" y="13"/>
                    </a:cubicBezTo>
                    <a:cubicBezTo>
                      <a:pt x="17" y="13"/>
                      <a:pt x="17" y="13"/>
                      <a:pt x="17" y="13"/>
                    </a:cubicBezTo>
                    <a:cubicBezTo>
                      <a:pt x="17" y="13"/>
                      <a:pt x="17" y="13"/>
                      <a:pt x="17" y="13"/>
                    </a:cubicBezTo>
                    <a:cubicBezTo>
                      <a:pt x="17" y="13"/>
                      <a:pt x="17" y="13"/>
                      <a:pt x="17" y="13"/>
                    </a:cubicBezTo>
                    <a:cubicBezTo>
                      <a:pt x="17" y="13"/>
                      <a:pt x="17" y="13"/>
                      <a:pt x="16" y="13"/>
                    </a:cubicBezTo>
                    <a:cubicBezTo>
                      <a:pt x="16" y="13"/>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5" y="14"/>
                    </a:cubicBezTo>
                    <a:cubicBezTo>
                      <a:pt x="15" y="14"/>
                      <a:pt x="15" y="14"/>
                      <a:pt x="15" y="14"/>
                    </a:cubicBezTo>
                    <a:cubicBezTo>
                      <a:pt x="15" y="14"/>
                      <a:pt x="15" y="14"/>
                      <a:pt x="15" y="14"/>
                    </a:cubicBezTo>
                    <a:cubicBezTo>
                      <a:pt x="15" y="15"/>
                      <a:pt x="15" y="15"/>
                      <a:pt x="15" y="15"/>
                    </a:cubicBezTo>
                    <a:cubicBezTo>
                      <a:pt x="15" y="15"/>
                      <a:pt x="15" y="15"/>
                      <a:pt x="15" y="15"/>
                    </a:cubicBezTo>
                    <a:cubicBezTo>
                      <a:pt x="15" y="15"/>
                      <a:pt x="15" y="15"/>
                      <a:pt x="15" y="15"/>
                    </a:cubicBezTo>
                    <a:cubicBezTo>
                      <a:pt x="15" y="15"/>
                      <a:pt x="15" y="15"/>
                      <a:pt x="15" y="15"/>
                    </a:cubicBezTo>
                    <a:cubicBezTo>
                      <a:pt x="15" y="15"/>
                      <a:pt x="15" y="15"/>
                      <a:pt x="15" y="15"/>
                    </a:cubicBezTo>
                    <a:cubicBezTo>
                      <a:pt x="15" y="15"/>
                      <a:pt x="15" y="15"/>
                      <a:pt x="15" y="15"/>
                    </a:cubicBezTo>
                    <a:cubicBezTo>
                      <a:pt x="15" y="15"/>
                      <a:pt x="15" y="15"/>
                      <a:pt x="15" y="15"/>
                    </a:cubicBezTo>
                    <a:cubicBezTo>
                      <a:pt x="15" y="15"/>
                      <a:pt x="15" y="15"/>
                      <a:pt x="15" y="15"/>
                    </a:cubicBezTo>
                    <a:cubicBezTo>
                      <a:pt x="15" y="15"/>
                      <a:pt x="14" y="15"/>
                      <a:pt x="14" y="16"/>
                    </a:cubicBezTo>
                    <a:cubicBezTo>
                      <a:pt x="14" y="16"/>
                      <a:pt x="14" y="16"/>
                      <a:pt x="14" y="16"/>
                    </a:cubicBezTo>
                    <a:cubicBezTo>
                      <a:pt x="14" y="16"/>
                      <a:pt x="14" y="16"/>
                      <a:pt x="14" y="16"/>
                    </a:cubicBezTo>
                    <a:cubicBezTo>
                      <a:pt x="14" y="16"/>
                      <a:pt x="14" y="16"/>
                      <a:pt x="14" y="16"/>
                    </a:cubicBezTo>
                    <a:cubicBezTo>
                      <a:pt x="13" y="16"/>
                      <a:pt x="13" y="16"/>
                      <a:pt x="13" y="16"/>
                    </a:cubicBezTo>
                    <a:cubicBezTo>
                      <a:pt x="13" y="16"/>
                      <a:pt x="13"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8"/>
                    </a:cubicBezTo>
                    <a:cubicBezTo>
                      <a:pt x="13" y="18"/>
                      <a:pt x="13" y="18"/>
                      <a:pt x="13" y="18"/>
                    </a:cubicBezTo>
                    <a:cubicBezTo>
                      <a:pt x="13" y="18"/>
                      <a:pt x="13" y="18"/>
                      <a:pt x="13" y="18"/>
                    </a:cubicBezTo>
                    <a:cubicBezTo>
                      <a:pt x="13" y="18"/>
                      <a:pt x="14" y="18"/>
                      <a:pt x="14" y="18"/>
                    </a:cubicBezTo>
                    <a:cubicBezTo>
                      <a:pt x="14" y="18"/>
                      <a:pt x="14" y="18"/>
                      <a:pt x="14" y="18"/>
                    </a:cubicBezTo>
                    <a:cubicBezTo>
                      <a:pt x="14" y="18"/>
                      <a:pt x="14" y="17"/>
                      <a:pt x="14" y="17"/>
                    </a:cubicBezTo>
                    <a:cubicBezTo>
                      <a:pt x="14" y="17"/>
                      <a:pt x="15" y="17"/>
                      <a:pt x="15" y="17"/>
                    </a:cubicBezTo>
                    <a:cubicBezTo>
                      <a:pt x="15" y="17"/>
                      <a:pt x="15" y="17"/>
                      <a:pt x="15" y="17"/>
                    </a:cubicBezTo>
                    <a:cubicBezTo>
                      <a:pt x="15" y="17"/>
                      <a:pt x="15" y="17"/>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7"/>
                      <a:pt x="16" y="17"/>
                      <a:pt x="15" y="17"/>
                    </a:cubicBezTo>
                    <a:cubicBezTo>
                      <a:pt x="15" y="17"/>
                      <a:pt x="15" y="17"/>
                      <a:pt x="15" y="17"/>
                    </a:cubicBezTo>
                    <a:cubicBezTo>
                      <a:pt x="15" y="18"/>
                      <a:pt x="15" y="18"/>
                      <a:pt x="15" y="18"/>
                    </a:cubicBezTo>
                    <a:cubicBezTo>
                      <a:pt x="15" y="18"/>
                      <a:pt x="15" y="18"/>
                      <a:pt x="15" y="18"/>
                    </a:cubicBezTo>
                    <a:cubicBezTo>
                      <a:pt x="14" y="19"/>
                      <a:pt x="14" y="19"/>
                      <a:pt x="13" y="19"/>
                    </a:cubicBezTo>
                    <a:cubicBezTo>
                      <a:pt x="13" y="19"/>
                      <a:pt x="13" y="19"/>
                      <a:pt x="13" y="19"/>
                    </a:cubicBezTo>
                    <a:cubicBezTo>
                      <a:pt x="12" y="19"/>
                      <a:pt x="12" y="20"/>
                      <a:pt x="12" y="20"/>
                    </a:cubicBezTo>
                    <a:cubicBezTo>
                      <a:pt x="12" y="20"/>
                      <a:pt x="12" y="20"/>
                      <a:pt x="12" y="20"/>
                    </a:cubicBezTo>
                    <a:cubicBezTo>
                      <a:pt x="12" y="20"/>
                      <a:pt x="12" y="20"/>
                      <a:pt x="12" y="20"/>
                    </a:cubicBezTo>
                    <a:cubicBezTo>
                      <a:pt x="12" y="20"/>
                      <a:pt x="12" y="20"/>
                      <a:pt x="12" y="20"/>
                    </a:cubicBezTo>
                    <a:cubicBezTo>
                      <a:pt x="12" y="20"/>
                      <a:pt x="12" y="20"/>
                      <a:pt x="12" y="20"/>
                    </a:cubicBezTo>
                    <a:cubicBezTo>
                      <a:pt x="13" y="20"/>
                      <a:pt x="13" y="20"/>
                      <a:pt x="13" y="20"/>
                    </a:cubicBezTo>
                    <a:cubicBezTo>
                      <a:pt x="13" y="20"/>
                      <a:pt x="13" y="20"/>
                      <a:pt x="13" y="20"/>
                    </a:cubicBezTo>
                    <a:cubicBezTo>
                      <a:pt x="13" y="20"/>
                      <a:pt x="13" y="20"/>
                      <a:pt x="13" y="20"/>
                    </a:cubicBezTo>
                    <a:cubicBezTo>
                      <a:pt x="13" y="20"/>
                      <a:pt x="13" y="20"/>
                      <a:pt x="13" y="20"/>
                    </a:cubicBezTo>
                    <a:cubicBezTo>
                      <a:pt x="13" y="20"/>
                      <a:pt x="13" y="20"/>
                      <a:pt x="13" y="21"/>
                    </a:cubicBezTo>
                    <a:cubicBezTo>
                      <a:pt x="13" y="21"/>
                      <a:pt x="13" y="21"/>
                      <a:pt x="13" y="21"/>
                    </a:cubicBezTo>
                    <a:cubicBezTo>
                      <a:pt x="13" y="21"/>
                      <a:pt x="13" y="21"/>
                      <a:pt x="13" y="21"/>
                    </a:cubicBezTo>
                    <a:cubicBezTo>
                      <a:pt x="13" y="21"/>
                      <a:pt x="13" y="21"/>
                      <a:pt x="13" y="21"/>
                    </a:cubicBezTo>
                    <a:cubicBezTo>
                      <a:pt x="13" y="21"/>
                      <a:pt x="13" y="21"/>
                      <a:pt x="13" y="21"/>
                    </a:cubicBezTo>
                    <a:cubicBezTo>
                      <a:pt x="13" y="21"/>
                      <a:pt x="13" y="21"/>
                      <a:pt x="13" y="21"/>
                    </a:cubicBezTo>
                    <a:cubicBezTo>
                      <a:pt x="13" y="21"/>
                      <a:pt x="14" y="21"/>
                      <a:pt x="14" y="21"/>
                    </a:cubicBezTo>
                    <a:cubicBezTo>
                      <a:pt x="14" y="21"/>
                      <a:pt x="14" y="21"/>
                      <a:pt x="14" y="21"/>
                    </a:cubicBezTo>
                    <a:cubicBezTo>
                      <a:pt x="14" y="21"/>
                      <a:pt x="14" y="21"/>
                      <a:pt x="14" y="21"/>
                    </a:cubicBezTo>
                    <a:cubicBezTo>
                      <a:pt x="14" y="20"/>
                      <a:pt x="14" y="20"/>
                      <a:pt x="14" y="20"/>
                    </a:cubicBezTo>
                    <a:cubicBezTo>
                      <a:pt x="14" y="20"/>
                      <a:pt x="14" y="20"/>
                      <a:pt x="14" y="20"/>
                    </a:cubicBezTo>
                    <a:cubicBezTo>
                      <a:pt x="14" y="20"/>
                      <a:pt x="14" y="20"/>
                      <a:pt x="14" y="20"/>
                    </a:cubicBezTo>
                    <a:cubicBezTo>
                      <a:pt x="14" y="20"/>
                      <a:pt x="14" y="20"/>
                      <a:pt x="14" y="20"/>
                    </a:cubicBezTo>
                    <a:cubicBezTo>
                      <a:pt x="14" y="21"/>
                      <a:pt x="14" y="21"/>
                      <a:pt x="14" y="21"/>
                    </a:cubicBezTo>
                    <a:cubicBezTo>
                      <a:pt x="14" y="21"/>
                      <a:pt x="14" y="21"/>
                      <a:pt x="14" y="21"/>
                    </a:cubicBezTo>
                    <a:cubicBezTo>
                      <a:pt x="14" y="21"/>
                      <a:pt x="14" y="21"/>
                      <a:pt x="14" y="21"/>
                    </a:cubicBezTo>
                    <a:cubicBezTo>
                      <a:pt x="14" y="21"/>
                      <a:pt x="14" y="21"/>
                      <a:pt x="14" y="21"/>
                    </a:cubicBezTo>
                    <a:cubicBezTo>
                      <a:pt x="14" y="21"/>
                      <a:pt x="14" y="21"/>
                      <a:pt x="14" y="21"/>
                    </a:cubicBezTo>
                    <a:cubicBezTo>
                      <a:pt x="14" y="21"/>
                      <a:pt x="14" y="21"/>
                      <a:pt x="14" y="21"/>
                    </a:cubicBezTo>
                    <a:cubicBezTo>
                      <a:pt x="14" y="21"/>
                      <a:pt x="14" y="21"/>
                      <a:pt x="14" y="21"/>
                    </a:cubicBezTo>
                    <a:cubicBezTo>
                      <a:pt x="14" y="21"/>
                      <a:pt x="14" y="21"/>
                      <a:pt x="14" y="21"/>
                    </a:cubicBezTo>
                    <a:cubicBezTo>
                      <a:pt x="14" y="21"/>
                      <a:pt x="14" y="21"/>
                      <a:pt x="14" y="21"/>
                    </a:cubicBezTo>
                    <a:cubicBezTo>
                      <a:pt x="14" y="21"/>
                      <a:pt x="14" y="21"/>
                      <a:pt x="14" y="21"/>
                    </a:cubicBezTo>
                    <a:cubicBezTo>
                      <a:pt x="15" y="21"/>
                      <a:pt x="15" y="21"/>
                      <a:pt x="15" y="21"/>
                    </a:cubicBezTo>
                    <a:cubicBezTo>
                      <a:pt x="15" y="21"/>
                      <a:pt x="15" y="21"/>
                      <a:pt x="15" y="21"/>
                    </a:cubicBezTo>
                    <a:cubicBezTo>
                      <a:pt x="15" y="21"/>
                      <a:pt x="15" y="21"/>
                      <a:pt x="15" y="21"/>
                    </a:cubicBezTo>
                    <a:cubicBezTo>
                      <a:pt x="15" y="21"/>
                      <a:pt x="16" y="21"/>
                      <a:pt x="16" y="21"/>
                    </a:cubicBezTo>
                    <a:cubicBezTo>
                      <a:pt x="16" y="21"/>
                      <a:pt x="16" y="21"/>
                      <a:pt x="16" y="21"/>
                    </a:cubicBezTo>
                    <a:cubicBezTo>
                      <a:pt x="16" y="21"/>
                      <a:pt x="16" y="21"/>
                      <a:pt x="16" y="21"/>
                    </a:cubicBezTo>
                    <a:cubicBezTo>
                      <a:pt x="16" y="21"/>
                      <a:pt x="16" y="21"/>
                      <a:pt x="16" y="21"/>
                    </a:cubicBezTo>
                    <a:cubicBezTo>
                      <a:pt x="17" y="21"/>
                      <a:pt x="17" y="21"/>
                      <a:pt x="17" y="21"/>
                    </a:cubicBezTo>
                    <a:cubicBezTo>
                      <a:pt x="17" y="21"/>
                      <a:pt x="17" y="21"/>
                      <a:pt x="17" y="21"/>
                    </a:cubicBezTo>
                    <a:cubicBezTo>
                      <a:pt x="17" y="21"/>
                      <a:pt x="17" y="21"/>
                      <a:pt x="17" y="21"/>
                    </a:cubicBezTo>
                    <a:cubicBezTo>
                      <a:pt x="17" y="21"/>
                      <a:pt x="17" y="21"/>
                      <a:pt x="17" y="21"/>
                    </a:cubicBezTo>
                    <a:cubicBezTo>
                      <a:pt x="17" y="21"/>
                      <a:pt x="17" y="21"/>
                      <a:pt x="17" y="21"/>
                    </a:cubicBezTo>
                    <a:cubicBezTo>
                      <a:pt x="17" y="21"/>
                      <a:pt x="16" y="21"/>
                      <a:pt x="16" y="21"/>
                    </a:cubicBezTo>
                    <a:cubicBezTo>
                      <a:pt x="16" y="21"/>
                      <a:pt x="16" y="21"/>
                      <a:pt x="16" y="21"/>
                    </a:cubicBezTo>
                    <a:cubicBezTo>
                      <a:pt x="16" y="22"/>
                      <a:pt x="16" y="22"/>
                      <a:pt x="16" y="22"/>
                    </a:cubicBezTo>
                    <a:cubicBezTo>
                      <a:pt x="16" y="22"/>
                      <a:pt x="16" y="22"/>
                      <a:pt x="16" y="22"/>
                    </a:cubicBezTo>
                    <a:cubicBezTo>
                      <a:pt x="16" y="22"/>
                      <a:pt x="16" y="22"/>
                      <a:pt x="16" y="22"/>
                    </a:cubicBezTo>
                    <a:cubicBezTo>
                      <a:pt x="16" y="22"/>
                      <a:pt x="16" y="22"/>
                      <a:pt x="16" y="22"/>
                    </a:cubicBezTo>
                    <a:cubicBezTo>
                      <a:pt x="15" y="22"/>
                      <a:pt x="15" y="22"/>
                      <a:pt x="15" y="22"/>
                    </a:cubicBezTo>
                    <a:cubicBezTo>
                      <a:pt x="15" y="22"/>
                      <a:pt x="15" y="22"/>
                      <a:pt x="15" y="22"/>
                    </a:cubicBezTo>
                    <a:cubicBezTo>
                      <a:pt x="15" y="22"/>
                      <a:pt x="15" y="22"/>
                      <a:pt x="15" y="22"/>
                    </a:cubicBezTo>
                    <a:cubicBezTo>
                      <a:pt x="15" y="22"/>
                      <a:pt x="15" y="22"/>
                      <a:pt x="15" y="22"/>
                    </a:cubicBezTo>
                    <a:cubicBezTo>
                      <a:pt x="15" y="22"/>
                      <a:pt x="15" y="22"/>
                      <a:pt x="15" y="22"/>
                    </a:cubicBezTo>
                    <a:cubicBezTo>
                      <a:pt x="15" y="22"/>
                      <a:pt x="15" y="22"/>
                      <a:pt x="15" y="22"/>
                    </a:cubicBezTo>
                    <a:cubicBezTo>
                      <a:pt x="14" y="22"/>
                      <a:pt x="14" y="22"/>
                      <a:pt x="14" y="23"/>
                    </a:cubicBezTo>
                    <a:cubicBezTo>
                      <a:pt x="14" y="23"/>
                      <a:pt x="14" y="23"/>
                      <a:pt x="14" y="23"/>
                    </a:cubicBezTo>
                    <a:cubicBezTo>
                      <a:pt x="14" y="23"/>
                      <a:pt x="14" y="23"/>
                      <a:pt x="14" y="23"/>
                    </a:cubicBezTo>
                    <a:cubicBezTo>
                      <a:pt x="13" y="23"/>
                      <a:pt x="13" y="23"/>
                      <a:pt x="13" y="23"/>
                    </a:cubicBezTo>
                    <a:cubicBezTo>
                      <a:pt x="13" y="23"/>
                      <a:pt x="13" y="23"/>
                      <a:pt x="13" y="23"/>
                    </a:cubicBezTo>
                    <a:cubicBezTo>
                      <a:pt x="13" y="23"/>
                      <a:pt x="13" y="23"/>
                      <a:pt x="13" y="23"/>
                    </a:cubicBezTo>
                    <a:cubicBezTo>
                      <a:pt x="13" y="23"/>
                      <a:pt x="13" y="23"/>
                      <a:pt x="13" y="23"/>
                    </a:cubicBezTo>
                    <a:cubicBezTo>
                      <a:pt x="13" y="23"/>
                      <a:pt x="13" y="23"/>
                      <a:pt x="13" y="23"/>
                    </a:cubicBezTo>
                    <a:cubicBezTo>
                      <a:pt x="13" y="23"/>
                      <a:pt x="13" y="23"/>
                      <a:pt x="13" y="23"/>
                    </a:cubicBezTo>
                    <a:cubicBezTo>
                      <a:pt x="13" y="23"/>
                      <a:pt x="13" y="23"/>
                      <a:pt x="13" y="23"/>
                    </a:cubicBezTo>
                    <a:cubicBezTo>
                      <a:pt x="13" y="23"/>
                      <a:pt x="13" y="23"/>
                      <a:pt x="13" y="23"/>
                    </a:cubicBezTo>
                    <a:cubicBezTo>
                      <a:pt x="13" y="23"/>
                      <a:pt x="13" y="23"/>
                      <a:pt x="13" y="23"/>
                    </a:cubicBezTo>
                    <a:cubicBezTo>
                      <a:pt x="12" y="23"/>
                      <a:pt x="12" y="23"/>
                      <a:pt x="12" y="23"/>
                    </a:cubicBezTo>
                    <a:cubicBezTo>
                      <a:pt x="12" y="23"/>
                      <a:pt x="12" y="23"/>
                      <a:pt x="12" y="23"/>
                    </a:cubicBezTo>
                    <a:cubicBezTo>
                      <a:pt x="12" y="23"/>
                      <a:pt x="12" y="23"/>
                      <a:pt x="12" y="23"/>
                    </a:cubicBezTo>
                    <a:cubicBezTo>
                      <a:pt x="12" y="24"/>
                      <a:pt x="11" y="24"/>
                      <a:pt x="11" y="24"/>
                    </a:cubicBezTo>
                    <a:cubicBezTo>
                      <a:pt x="11" y="24"/>
                      <a:pt x="11" y="24"/>
                      <a:pt x="11" y="24"/>
                    </a:cubicBezTo>
                    <a:cubicBezTo>
                      <a:pt x="11" y="24"/>
                      <a:pt x="11" y="24"/>
                      <a:pt x="11" y="24"/>
                    </a:cubicBezTo>
                    <a:cubicBezTo>
                      <a:pt x="11" y="24"/>
                      <a:pt x="11" y="24"/>
                      <a:pt x="11" y="24"/>
                    </a:cubicBezTo>
                    <a:cubicBezTo>
                      <a:pt x="11" y="24"/>
                      <a:pt x="11" y="24"/>
                      <a:pt x="11" y="24"/>
                    </a:cubicBezTo>
                    <a:cubicBezTo>
                      <a:pt x="11" y="24"/>
                      <a:pt x="11" y="24"/>
                      <a:pt x="11" y="24"/>
                    </a:cubicBezTo>
                    <a:cubicBezTo>
                      <a:pt x="11" y="24"/>
                      <a:pt x="11" y="24"/>
                      <a:pt x="11" y="24"/>
                    </a:cubicBezTo>
                    <a:cubicBezTo>
                      <a:pt x="11" y="24"/>
                      <a:pt x="11" y="24"/>
                      <a:pt x="11" y="24"/>
                    </a:cubicBezTo>
                    <a:cubicBezTo>
                      <a:pt x="11" y="24"/>
                      <a:pt x="11" y="24"/>
                      <a:pt x="11" y="24"/>
                    </a:cubicBezTo>
                    <a:cubicBezTo>
                      <a:pt x="11" y="24"/>
                      <a:pt x="10" y="24"/>
                      <a:pt x="10" y="24"/>
                    </a:cubicBezTo>
                    <a:cubicBezTo>
                      <a:pt x="10" y="24"/>
                      <a:pt x="10" y="24"/>
                      <a:pt x="10" y="24"/>
                    </a:cubicBezTo>
                    <a:cubicBezTo>
                      <a:pt x="10" y="24"/>
                      <a:pt x="10" y="24"/>
                      <a:pt x="10" y="24"/>
                    </a:cubicBezTo>
                    <a:cubicBezTo>
                      <a:pt x="10" y="24"/>
                      <a:pt x="10" y="24"/>
                      <a:pt x="10" y="24"/>
                    </a:cubicBezTo>
                    <a:cubicBezTo>
                      <a:pt x="10" y="24"/>
                      <a:pt x="10" y="24"/>
                      <a:pt x="10" y="24"/>
                    </a:cubicBezTo>
                    <a:cubicBezTo>
                      <a:pt x="10" y="24"/>
                      <a:pt x="10" y="24"/>
                      <a:pt x="10" y="24"/>
                    </a:cubicBezTo>
                    <a:cubicBezTo>
                      <a:pt x="10" y="24"/>
                      <a:pt x="10" y="24"/>
                      <a:pt x="10" y="24"/>
                    </a:cubicBezTo>
                    <a:cubicBezTo>
                      <a:pt x="10" y="24"/>
                      <a:pt x="10" y="24"/>
                      <a:pt x="10" y="24"/>
                    </a:cubicBezTo>
                    <a:cubicBezTo>
                      <a:pt x="10" y="24"/>
                      <a:pt x="10" y="24"/>
                      <a:pt x="10" y="24"/>
                    </a:cubicBezTo>
                    <a:cubicBezTo>
                      <a:pt x="9" y="24"/>
                      <a:pt x="9" y="24"/>
                      <a:pt x="9" y="24"/>
                    </a:cubicBezTo>
                    <a:cubicBezTo>
                      <a:pt x="9" y="24"/>
                      <a:pt x="9" y="24"/>
                      <a:pt x="9" y="24"/>
                    </a:cubicBezTo>
                    <a:cubicBezTo>
                      <a:pt x="9" y="24"/>
                      <a:pt x="9" y="24"/>
                      <a:pt x="9" y="24"/>
                    </a:cubicBezTo>
                    <a:cubicBezTo>
                      <a:pt x="9" y="24"/>
                      <a:pt x="9" y="24"/>
                      <a:pt x="9" y="24"/>
                    </a:cubicBezTo>
                    <a:cubicBezTo>
                      <a:pt x="8" y="24"/>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8" y="25"/>
                      <a:pt x="8" y="25"/>
                      <a:pt x="8" y="25"/>
                    </a:cubicBezTo>
                    <a:cubicBezTo>
                      <a:pt x="7" y="25"/>
                      <a:pt x="7" y="25"/>
                      <a:pt x="7" y="25"/>
                    </a:cubicBezTo>
                    <a:cubicBezTo>
                      <a:pt x="7" y="25"/>
                      <a:pt x="7" y="25"/>
                      <a:pt x="7" y="25"/>
                    </a:cubicBezTo>
                    <a:cubicBezTo>
                      <a:pt x="7" y="25"/>
                      <a:pt x="7" y="25"/>
                      <a:pt x="7" y="25"/>
                    </a:cubicBezTo>
                    <a:cubicBezTo>
                      <a:pt x="7" y="25"/>
                      <a:pt x="7" y="25"/>
                      <a:pt x="7" y="25"/>
                    </a:cubicBezTo>
                    <a:cubicBezTo>
                      <a:pt x="7" y="25"/>
                      <a:pt x="7" y="25"/>
                      <a:pt x="7" y="25"/>
                    </a:cubicBezTo>
                    <a:cubicBezTo>
                      <a:pt x="7" y="25"/>
                      <a:pt x="7" y="25"/>
                      <a:pt x="7" y="25"/>
                    </a:cubicBezTo>
                    <a:cubicBezTo>
                      <a:pt x="7" y="25"/>
                      <a:pt x="7" y="25"/>
                      <a:pt x="7" y="25"/>
                    </a:cubicBezTo>
                    <a:cubicBezTo>
                      <a:pt x="7" y="26"/>
                      <a:pt x="7" y="26"/>
                      <a:pt x="7" y="26"/>
                    </a:cubicBezTo>
                    <a:cubicBezTo>
                      <a:pt x="7" y="26"/>
                      <a:pt x="7" y="26"/>
                      <a:pt x="7" y="26"/>
                    </a:cubicBezTo>
                    <a:cubicBezTo>
                      <a:pt x="7" y="26"/>
                      <a:pt x="7" y="26"/>
                      <a:pt x="7" y="26"/>
                    </a:cubicBezTo>
                    <a:cubicBezTo>
                      <a:pt x="7" y="26"/>
                      <a:pt x="7" y="25"/>
                      <a:pt x="7" y="25"/>
                    </a:cubicBezTo>
                    <a:cubicBezTo>
                      <a:pt x="7" y="25"/>
                      <a:pt x="7" y="25"/>
                      <a:pt x="7" y="25"/>
                    </a:cubicBezTo>
                    <a:cubicBezTo>
                      <a:pt x="7" y="25"/>
                      <a:pt x="7" y="25"/>
                      <a:pt x="6" y="25"/>
                    </a:cubicBezTo>
                    <a:cubicBezTo>
                      <a:pt x="6" y="25"/>
                      <a:pt x="6" y="25"/>
                      <a:pt x="6" y="25"/>
                    </a:cubicBezTo>
                    <a:cubicBezTo>
                      <a:pt x="6" y="25"/>
                      <a:pt x="6" y="25"/>
                      <a:pt x="6" y="25"/>
                    </a:cubicBezTo>
                    <a:cubicBezTo>
                      <a:pt x="6" y="25"/>
                      <a:pt x="6" y="25"/>
                      <a:pt x="6" y="25"/>
                    </a:cubicBezTo>
                    <a:cubicBezTo>
                      <a:pt x="6" y="25"/>
                      <a:pt x="6" y="25"/>
                      <a:pt x="6" y="25"/>
                    </a:cubicBezTo>
                    <a:cubicBezTo>
                      <a:pt x="6" y="25"/>
                      <a:pt x="6" y="25"/>
                      <a:pt x="6" y="25"/>
                    </a:cubicBezTo>
                    <a:cubicBezTo>
                      <a:pt x="6" y="25"/>
                      <a:pt x="6" y="25"/>
                      <a:pt x="6" y="25"/>
                    </a:cubicBezTo>
                    <a:cubicBezTo>
                      <a:pt x="6" y="25"/>
                      <a:pt x="6" y="25"/>
                      <a:pt x="6" y="25"/>
                    </a:cubicBezTo>
                    <a:cubicBezTo>
                      <a:pt x="5" y="26"/>
                      <a:pt x="5" y="26"/>
                      <a:pt x="5" y="26"/>
                    </a:cubicBezTo>
                    <a:cubicBezTo>
                      <a:pt x="5" y="26"/>
                      <a:pt x="5" y="26"/>
                      <a:pt x="5" y="26"/>
                    </a:cubicBezTo>
                    <a:cubicBezTo>
                      <a:pt x="5" y="26"/>
                      <a:pt x="5" y="26"/>
                      <a:pt x="5" y="26"/>
                    </a:cubicBezTo>
                    <a:cubicBezTo>
                      <a:pt x="5" y="26"/>
                      <a:pt x="5" y="26"/>
                      <a:pt x="4" y="26"/>
                    </a:cubicBezTo>
                    <a:cubicBezTo>
                      <a:pt x="4" y="26"/>
                      <a:pt x="4" y="26"/>
                      <a:pt x="4" y="26"/>
                    </a:cubicBezTo>
                    <a:cubicBezTo>
                      <a:pt x="4" y="26"/>
                      <a:pt x="4" y="26"/>
                      <a:pt x="4" y="26"/>
                    </a:cubicBezTo>
                    <a:cubicBezTo>
                      <a:pt x="4" y="26"/>
                      <a:pt x="4" y="26"/>
                      <a:pt x="4" y="26"/>
                    </a:cubicBezTo>
                    <a:cubicBezTo>
                      <a:pt x="4" y="26"/>
                      <a:pt x="4" y="26"/>
                      <a:pt x="4" y="26"/>
                    </a:cubicBezTo>
                    <a:cubicBezTo>
                      <a:pt x="4" y="26"/>
                      <a:pt x="4" y="26"/>
                      <a:pt x="4" y="26"/>
                    </a:cubicBezTo>
                    <a:cubicBezTo>
                      <a:pt x="4" y="26"/>
                      <a:pt x="4" y="26"/>
                      <a:pt x="3" y="26"/>
                    </a:cubicBezTo>
                    <a:cubicBezTo>
                      <a:pt x="3" y="26"/>
                      <a:pt x="3" y="26"/>
                      <a:pt x="3" y="26"/>
                    </a:cubicBezTo>
                    <a:cubicBezTo>
                      <a:pt x="3" y="26"/>
                      <a:pt x="3" y="26"/>
                      <a:pt x="3" y="26"/>
                    </a:cubicBezTo>
                    <a:cubicBezTo>
                      <a:pt x="3" y="26"/>
                      <a:pt x="3" y="27"/>
                      <a:pt x="3" y="27"/>
                    </a:cubicBezTo>
                    <a:cubicBezTo>
                      <a:pt x="3" y="27"/>
                      <a:pt x="3" y="27"/>
                      <a:pt x="3" y="27"/>
                    </a:cubicBezTo>
                    <a:cubicBezTo>
                      <a:pt x="3" y="27"/>
                      <a:pt x="3" y="27"/>
                      <a:pt x="3" y="27"/>
                    </a:cubicBezTo>
                    <a:cubicBezTo>
                      <a:pt x="3" y="27"/>
                      <a:pt x="3" y="27"/>
                      <a:pt x="2" y="27"/>
                    </a:cubicBezTo>
                    <a:cubicBezTo>
                      <a:pt x="2" y="27"/>
                      <a:pt x="2" y="27"/>
                      <a:pt x="2" y="27"/>
                    </a:cubicBezTo>
                    <a:cubicBezTo>
                      <a:pt x="2" y="27"/>
                      <a:pt x="2" y="27"/>
                      <a:pt x="2" y="27"/>
                    </a:cubicBezTo>
                    <a:cubicBezTo>
                      <a:pt x="2" y="27"/>
                      <a:pt x="2" y="27"/>
                      <a:pt x="2" y="27"/>
                    </a:cubicBezTo>
                    <a:cubicBezTo>
                      <a:pt x="2" y="27"/>
                      <a:pt x="2" y="27"/>
                      <a:pt x="2" y="27"/>
                    </a:cubicBezTo>
                    <a:cubicBezTo>
                      <a:pt x="2" y="27"/>
                      <a:pt x="2" y="27"/>
                      <a:pt x="1" y="27"/>
                    </a:cubicBezTo>
                    <a:cubicBezTo>
                      <a:pt x="1" y="27"/>
                      <a:pt x="1" y="27"/>
                      <a:pt x="1" y="27"/>
                    </a:cubicBezTo>
                    <a:cubicBezTo>
                      <a:pt x="1" y="27"/>
                      <a:pt x="1" y="27"/>
                      <a:pt x="1" y="27"/>
                    </a:cubicBezTo>
                    <a:cubicBezTo>
                      <a:pt x="1" y="27"/>
                      <a:pt x="1" y="27"/>
                      <a:pt x="1" y="27"/>
                    </a:cubicBezTo>
                    <a:cubicBezTo>
                      <a:pt x="1" y="27"/>
                      <a:pt x="0" y="27"/>
                      <a:pt x="0" y="27"/>
                    </a:cubicBezTo>
                    <a:cubicBezTo>
                      <a:pt x="0" y="27"/>
                      <a:pt x="0" y="27"/>
                      <a:pt x="0" y="27"/>
                    </a:cubicBezTo>
                    <a:cubicBezTo>
                      <a:pt x="0" y="27"/>
                      <a:pt x="0" y="27"/>
                      <a:pt x="0" y="27"/>
                    </a:cubicBezTo>
                    <a:cubicBezTo>
                      <a:pt x="0" y="27"/>
                      <a:pt x="0" y="27"/>
                      <a:pt x="0" y="27"/>
                    </a:cubicBezTo>
                    <a:cubicBezTo>
                      <a:pt x="0" y="28"/>
                      <a:pt x="0" y="28"/>
                      <a:pt x="0" y="28"/>
                    </a:cubicBezTo>
                    <a:cubicBezTo>
                      <a:pt x="0" y="28"/>
                      <a:pt x="1" y="28"/>
                      <a:pt x="1" y="28"/>
                    </a:cubicBezTo>
                    <a:cubicBezTo>
                      <a:pt x="1" y="28"/>
                      <a:pt x="1" y="28"/>
                      <a:pt x="1" y="28"/>
                    </a:cubicBezTo>
                    <a:cubicBezTo>
                      <a:pt x="1" y="28"/>
                      <a:pt x="1" y="28"/>
                      <a:pt x="2" y="28"/>
                    </a:cubicBezTo>
                    <a:cubicBezTo>
                      <a:pt x="2" y="28"/>
                      <a:pt x="2" y="28"/>
                      <a:pt x="2" y="28"/>
                    </a:cubicBezTo>
                    <a:cubicBezTo>
                      <a:pt x="2" y="28"/>
                      <a:pt x="2" y="28"/>
                      <a:pt x="2" y="28"/>
                    </a:cubicBezTo>
                    <a:cubicBezTo>
                      <a:pt x="2" y="28"/>
                      <a:pt x="2" y="27"/>
                      <a:pt x="2" y="27"/>
                    </a:cubicBezTo>
                    <a:cubicBezTo>
                      <a:pt x="2" y="27"/>
                      <a:pt x="2" y="27"/>
                      <a:pt x="2" y="27"/>
                    </a:cubicBezTo>
                    <a:cubicBezTo>
                      <a:pt x="2" y="27"/>
                      <a:pt x="2" y="27"/>
                      <a:pt x="2" y="27"/>
                    </a:cubicBezTo>
                    <a:cubicBezTo>
                      <a:pt x="2" y="27"/>
                      <a:pt x="2" y="27"/>
                      <a:pt x="2" y="27"/>
                    </a:cubicBezTo>
                    <a:cubicBezTo>
                      <a:pt x="2" y="27"/>
                      <a:pt x="2" y="27"/>
                      <a:pt x="3" y="27"/>
                    </a:cubicBezTo>
                    <a:cubicBezTo>
                      <a:pt x="3" y="27"/>
                      <a:pt x="3" y="27"/>
                      <a:pt x="3" y="27"/>
                    </a:cubicBezTo>
                    <a:cubicBezTo>
                      <a:pt x="3" y="27"/>
                      <a:pt x="3" y="27"/>
                      <a:pt x="3" y="27"/>
                    </a:cubicBezTo>
                    <a:cubicBezTo>
                      <a:pt x="3" y="27"/>
                      <a:pt x="3" y="27"/>
                      <a:pt x="3" y="27"/>
                    </a:cubicBezTo>
                    <a:cubicBezTo>
                      <a:pt x="3" y="27"/>
                      <a:pt x="3" y="27"/>
                      <a:pt x="3" y="27"/>
                    </a:cubicBezTo>
                    <a:cubicBezTo>
                      <a:pt x="3" y="27"/>
                      <a:pt x="3" y="27"/>
                      <a:pt x="4" y="27"/>
                    </a:cubicBezTo>
                    <a:cubicBezTo>
                      <a:pt x="4" y="27"/>
                      <a:pt x="4" y="27"/>
                      <a:pt x="4" y="27"/>
                    </a:cubicBezTo>
                    <a:cubicBezTo>
                      <a:pt x="4" y="27"/>
                      <a:pt x="4" y="27"/>
                      <a:pt x="4" y="27"/>
                    </a:cubicBezTo>
                    <a:cubicBezTo>
                      <a:pt x="4" y="27"/>
                      <a:pt x="5" y="27"/>
                      <a:pt x="5" y="27"/>
                    </a:cubicBezTo>
                    <a:cubicBezTo>
                      <a:pt x="5" y="27"/>
                      <a:pt x="5" y="26"/>
                      <a:pt x="5" y="26"/>
                    </a:cubicBezTo>
                    <a:cubicBezTo>
                      <a:pt x="5" y="26"/>
                      <a:pt x="5" y="26"/>
                      <a:pt x="5" y="26"/>
                    </a:cubicBezTo>
                    <a:cubicBezTo>
                      <a:pt x="6" y="26"/>
                      <a:pt x="6" y="26"/>
                      <a:pt x="6" y="26"/>
                    </a:cubicBezTo>
                    <a:cubicBezTo>
                      <a:pt x="6" y="26"/>
                      <a:pt x="6" y="26"/>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6" y="27"/>
                    </a:cubicBezTo>
                    <a:cubicBezTo>
                      <a:pt x="6" y="27"/>
                      <a:pt x="6" y="27"/>
                      <a:pt x="7" y="27"/>
                    </a:cubicBezTo>
                    <a:cubicBezTo>
                      <a:pt x="7" y="27"/>
                      <a:pt x="7" y="27"/>
                      <a:pt x="7" y="27"/>
                    </a:cubicBezTo>
                    <a:cubicBezTo>
                      <a:pt x="7" y="27"/>
                      <a:pt x="7" y="27"/>
                      <a:pt x="7" y="27"/>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7" y="26"/>
                      <a:pt x="7" y="26"/>
                    </a:cubicBezTo>
                    <a:cubicBezTo>
                      <a:pt x="7"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8" y="26"/>
                      <a:pt x="8" y="26"/>
                      <a:pt x="8"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9" y="26"/>
                      <a:pt x="9" y="26"/>
                      <a:pt x="9" y="26"/>
                    </a:cubicBezTo>
                    <a:cubicBezTo>
                      <a:pt x="10" y="26"/>
                      <a:pt x="10" y="26"/>
                      <a:pt x="10" y="26"/>
                    </a:cubicBezTo>
                    <a:cubicBezTo>
                      <a:pt x="10" y="26"/>
                      <a:pt x="10" y="26"/>
                      <a:pt x="10" y="26"/>
                    </a:cubicBezTo>
                    <a:cubicBezTo>
                      <a:pt x="10" y="26"/>
                      <a:pt x="10" y="26"/>
                      <a:pt x="10" y="25"/>
                    </a:cubicBezTo>
                    <a:cubicBezTo>
                      <a:pt x="10" y="25"/>
                      <a:pt x="10" y="25"/>
                      <a:pt x="10" y="25"/>
                    </a:cubicBezTo>
                    <a:cubicBezTo>
                      <a:pt x="10" y="25"/>
                      <a:pt x="10" y="25"/>
                      <a:pt x="10" y="25"/>
                    </a:cubicBezTo>
                    <a:cubicBezTo>
                      <a:pt x="10" y="25"/>
                      <a:pt x="10" y="25"/>
                      <a:pt x="10" y="25"/>
                    </a:cubicBezTo>
                    <a:cubicBezTo>
                      <a:pt x="10" y="25"/>
                      <a:pt x="10" y="25"/>
                      <a:pt x="10" y="25"/>
                    </a:cubicBezTo>
                    <a:cubicBezTo>
                      <a:pt x="10" y="25"/>
                      <a:pt x="10" y="26"/>
                      <a:pt x="10" y="26"/>
                    </a:cubicBezTo>
                    <a:cubicBezTo>
                      <a:pt x="10" y="26"/>
                      <a:pt x="10" y="25"/>
                      <a:pt x="10" y="25"/>
                    </a:cubicBezTo>
                    <a:cubicBezTo>
                      <a:pt x="10" y="25"/>
                      <a:pt x="10" y="25"/>
                      <a:pt x="10" y="25"/>
                    </a:cubicBezTo>
                    <a:cubicBezTo>
                      <a:pt x="10" y="25"/>
                      <a:pt x="10" y="25"/>
                      <a:pt x="10" y="25"/>
                    </a:cubicBezTo>
                    <a:cubicBezTo>
                      <a:pt x="10" y="25"/>
                      <a:pt x="10"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1" y="25"/>
                      <a:pt x="11" y="25"/>
                      <a:pt x="11" y="25"/>
                    </a:cubicBezTo>
                    <a:cubicBezTo>
                      <a:pt x="12" y="25"/>
                      <a:pt x="12" y="25"/>
                      <a:pt x="12" y="25"/>
                    </a:cubicBezTo>
                    <a:cubicBezTo>
                      <a:pt x="12" y="25"/>
                      <a:pt x="12" y="25"/>
                      <a:pt x="12" y="25"/>
                    </a:cubicBezTo>
                    <a:cubicBezTo>
                      <a:pt x="12" y="25"/>
                      <a:pt x="12" y="25"/>
                      <a:pt x="12" y="25"/>
                    </a:cubicBezTo>
                    <a:cubicBezTo>
                      <a:pt x="12" y="25"/>
                      <a:pt x="12"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3" y="25"/>
                      <a:pt x="13" y="25"/>
                    </a:cubicBezTo>
                    <a:cubicBezTo>
                      <a:pt x="13" y="25"/>
                      <a:pt x="14" y="25"/>
                      <a:pt x="14" y="25"/>
                    </a:cubicBezTo>
                    <a:cubicBezTo>
                      <a:pt x="14" y="25"/>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4" y="24"/>
                      <a:pt x="14" y="24"/>
                      <a:pt x="14"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5" y="24"/>
                      <a:pt x="15" y="24"/>
                    </a:cubicBezTo>
                    <a:cubicBezTo>
                      <a:pt x="15" y="24"/>
                      <a:pt x="16" y="24"/>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7" y="24"/>
                      <a:pt x="17" y="24"/>
                      <a:pt x="17" y="24"/>
                    </a:cubicBezTo>
                    <a:cubicBezTo>
                      <a:pt x="17" y="24"/>
                      <a:pt x="17" y="24"/>
                      <a:pt x="17" y="24"/>
                    </a:cubicBezTo>
                    <a:cubicBezTo>
                      <a:pt x="17" y="24"/>
                      <a:pt x="17" y="24"/>
                      <a:pt x="17" y="24"/>
                    </a:cubicBezTo>
                    <a:cubicBezTo>
                      <a:pt x="17" y="24"/>
                      <a:pt x="17" y="24"/>
                      <a:pt x="17" y="23"/>
                    </a:cubicBezTo>
                    <a:cubicBezTo>
                      <a:pt x="17" y="23"/>
                      <a:pt x="17" y="23"/>
                      <a:pt x="17" y="23"/>
                    </a:cubicBezTo>
                    <a:cubicBezTo>
                      <a:pt x="18" y="23"/>
                      <a:pt x="18" y="23"/>
                      <a:pt x="18" y="23"/>
                    </a:cubicBezTo>
                    <a:cubicBezTo>
                      <a:pt x="18" y="23"/>
                      <a:pt x="18" y="23"/>
                      <a:pt x="18" y="23"/>
                    </a:cubicBezTo>
                    <a:cubicBezTo>
                      <a:pt x="18" y="23"/>
                      <a:pt x="18" y="23"/>
                      <a:pt x="18" y="23"/>
                    </a:cubicBezTo>
                    <a:cubicBezTo>
                      <a:pt x="18" y="23"/>
                      <a:pt x="18" y="23"/>
                      <a:pt x="18" y="23"/>
                    </a:cubicBezTo>
                    <a:cubicBezTo>
                      <a:pt x="18" y="23"/>
                      <a:pt x="19" y="23"/>
                      <a:pt x="19" y="23"/>
                    </a:cubicBezTo>
                    <a:cubicBezTo>
                      <a:pt x="19" y="23"/>
                      <a:pt x="19" y="23"/>
                      <a:pt x="19" y="23"/>
                    </a:cubicBezTo>
                    <a:cubicBezTo>
                      <a:pt x="19" y="23"/>
                      <a:pt x="19" y="23"/>
                      <a:pt x="19" y="23"/>
                    </a:cubicBezTo>
                    <a:cubicBezTo>
                      <a:pt x="19" y="23"/>
                      <a:pt x="19" y="23"/>
                      <a:pt x="19" y="23"/>
                    </a:cubicBezTo>
                    <a:cubicBezTo>
                      <a:pt x="19" y="23"/>
                      <a:pt x="19" y="23"/>
                      <a:pt x="20" y="23"/>
                    </a:cubicBezTo>
                    <a:cubicBezTo>
                      <a:pt x="20" y="23"/>
                      <a:pt x="20" y="22"/>
                      <a:pt x="20" y="22"/>
                    </a:cubicBezTo>
                    <a:cubicBezTo>
                      <a:pt x="20" y="22"/>
                      <a:pt x="20" y="22"/>
                      <a:pt x="20" y="22"/>
                    </a:cubicBezTo>
                    <a:cubicBezTo>
                      <a:pt x="20" y="22"/>
                      <a:pt x="20" y="22"/>
                      <a:pt x="20" y="22"/>
                    </a:cubicBezTo>
                    <a:cubicBezTo>
                      <a:pt x="20" y="21"/>
                      <a:pt x="20" y="21"/>
                      <a:pt x="20" y="21"/>
                    </a:cubicBezTo>
                    <a:cubicBezTo>
                      <a:pt x="20" y="21"/>
                      <a:pt x="21" y="21"/>
                      <a:pt x="21" y="21"/>
                    </a:cubicBezTo>
                    <a:cubicBezTo>
                      <a:pt x="21" y="21"/>
                      <a:pt x="21" y="21"/>
                      <a:pt x="21" y="21"/>
                    </a:cubicBezTo>
                    <a:cubicBezTo>
                      <a:pt x="21" y="21"/>
                      <a:pt x="21" y="21"/>
                      <a:pt x="21" y="21"/>
                    </a:cubicBezTo>
                    <a:cubicBezTo>
                      <a:pt x="21" y="21"/>
                      <a:pt x="21" y="21"/>
                      <a:pt x="21" y="21"/>
                    </a:cubicBezTo>
                    <a:cubicBezTo>
                      <a:pt x="21" y="20"/>
                      <a:pt x="21" y="20"/>
                      <a:pt x="22" y="20"/>
                    </a:cubicBezTo>
                    <a:cubicBezTo>
                      <a:pt x="22" y="20"/>
                      <a:pt x="22" y="20"/>
                      <a:pt x="22" y="20"/>
                    </a:cubicBezTo>
                    <a:cubicBezTo>
                      <a:pt x="22" y="20"/>
                      <a:pt x="22" y="20"/>
                      <a:pt x="22" y="20"/>
                    </a:cubicBezTo>
                    <a:cubicBezTo>
                      <a:pt x="23" y="20"/>
                      <a:pt x="23" y="20"/>
                      <a:pt x="23" y="20"/>
                    </a:cubicBezTo>
                    <a:cubicBezTo>
                      <a:pt x="23" y="20"/>
                      <a:pt x="24" y="20"/>
                      <a:pt x="24" y="20"/>
                    </a:cubicBezTo>
                    <a:cubicBezTo>
                      <a:pt x="24" y="20"/>
                      <a:pt x="24" y="20"/>
                      <a:pt x="24" y="20"/>
                    </a:cubicBezTo>
                    <a:cubicBezTo>
                      <a:pt x="24" y="20"/>
                      <a:pt x="25" y="20"/>
                      <a:pt x="25" y="19"/>
                    </a:cubicBezTo>
                    <a:cubicBezTo>
                      <a:pt x="25" y="19"/>
                      <a:pt x="25" y="19"/>
                      <a:pt x="25" y="19"/>
                    </a:cubicBezTo>
                    <a:cubicBezTo>
                      <a:pt x="25" y="19"/>
                      <a:pt x="25" y="19"/>
                      <a:pt x="25" y="19"/>
                    </a:cubicBezTo>
                    <a:cubicBezTo>
                      <a:pt x="25" y="19"/>
                      <a:pt x="26" y="19"/>
                      <a:pt x="26" y="19"/>
                    </a:cubicBezTo>
                    <a:cubicBezTo>
                      <a:pt x="26" y="19"/>
                      <a:pt x="26" y="19"/>
                      <a:pt x="26" y="19"/>
                    </a:cubicBezTo>
                    <a:cubicBezTo>
                      <a:pt x="26" y="19"/>
                      <a:pt x="27" y="19"/>
                      <a:pt x="27" y="19"/>
                    </a:cubicBezTo>
                    <a:cubicBezTo>
                      <a:pt x="27" y="18"/>
                      <a:pt x="28" y="18"/>
                      <a:pt x="28" y="18"/>
                    </a:cubicBezTo>
                    <a:cubicBezTo>
                      <a:pt x="28" y="18"/>
                      <a:pt x="28" y="18"/>
                      <a:pt x="28" y="18"/>
                    </a:cubicBezTo>
                    <a:cubicBezTo>
                      <a:pt x="28" y="18"/>
                      <a:pt x="28" y="18"/>
                      <a:pt x="28" y="19"/>
                    </a:cubicBezTo>
                    <a:cubicBezTo>
                      <a:pt x="28" y="19"/>
                      <a:pt x="28" y="19"/>
                      <a:pt x="28" y="19"/>
                    </a:cubicBezTo>
                    <a:cubicBezTo>
                      <a:pt x="28" y="19"/>
                      <a:pt x="28" y="19"/>
                      <a:pt x="28" y="19"/>
                    </a:cubicBezTo>
                    <a:cubicBezTo>
                      <a:pt x="28" y="19"/>
                      <a:pt x="28" y="19"/>
                      <a:pt x="28" y="19"/>
                    </a:cubicBezTo>
                    <a:cubicBezTo>
                      <a:pt x="27" y="19"/>
                      <a:pt x="27" y="19"/>
                      <a:pt x="27" y="19"/>
                    </a:cubicBezTo>
                    <a:cubicBezTo>
                      <a:pt x="26" y="19"/>
                      <a:pt x="26" y="20"/>
                      <a:pt x="26" y="20"/>
                    </a:cubicBezTo>
                    <a:cubicBezTo>
                      <a:pt x="26" y="20"/>
                      <a:pt x="26" y="20"/>
                      <a:pt x="26" y="20"/>
                    </a:cubicBezTo>
                    <a:cubicBezTo>
                      <a:pt x="25" y="20"/>
                      <a:pt x="25" y="20"/>
                      <a:pt x="25" y="20"/>
                    </a:cubicBezTo>
                    <a:cubicBezTo>
                      <a:pt x="25" y="20"/>
                      <a:pt x="25" y="20"/>
                      <a:pt x="25" y="20"/>
                    </a:cubicBezTo>
                    <a:cubicBezTo>
                      <a:pt x="25" y="20"/>
                      <a:pt x="25" y="20"/>
                      <a:pt x="24" y="20"/>
                    </a:cubicBezTo>
                    <a:cubicBezTo>
                      <a:pt x="24" y="20"/>
                      <a:pt x="24" y="21"/>
                      <a:pt x="24" y="21"/>
                    </a:cubicBezTo>
                    <a:cubicBezTo>
                      <a:pt x="24" y="21"/>
                      <a:pt x="24" y="21"/>
                      <a:pt x="24" y="21"/>
                    </a:cubicBezTo>
                    <a:cubicBezTo>
                      <a:pt x="24" y="21"/>
                      <a:pt x="23" y="21"/>
                      <a:pt x="23" y="21"/>
                    </a:cubicBezTo>
                    <a:cubicBezTo>
                      <a:pt x="23" y="21"/>
                      <a:pt x="23" y="21"/>
                      <a:pt x="23" y="21"/>
                    </a:cubicBezTo>
                    <a:cubicBezTo>
                      <a:pt x="23" y="21"/>
                      <a:pt x="23" y="21"/>
                      <a:pt x="23" y="22"/>
                    </a:cubicBezTo>
                    <a:cubicBezTo>
                      <a:pt x="23" y="22"/>
                      <a:pt x="23" y="22"/>
                      <a:pt x="23" y="22"/>
                    </a:cubicBezTo>
                    <a:cubicBezTo>
                      <a:pt x="23" y="22"/>
                      <a:pt x="23" y="22"/>
                      <a:pt x="23" y="22"/>
                    </a:cubicBezTo>
                    <a:cubicBezTo>
                      <a:pt x="23" y="22"/>
                      <a:pt x="23" y="22"/>
                      <a:pt x="23" y="22"/>
                    </a:cubicBezTo>
                    <a:cubicBezTo>
                      <a:pt x="23" y="22"/>
                      <a:pt x="23" y="22"/>
                      <a:pt x="23" y="22"/>
                    </a:cubicBezTo>
                    <a:cubicBezTo>
                      <a:pt x="23" y="22"/>
                      <a:pt x="23" y="22"/>
                      <a:pt x="23" y="22"/>
                    </a:cubicBezTo>
                    <a:cubicBezTo>
                      <a:pt x="23" y="22"/>
                      <a:pt x="23" y="22"/>
                      <a:pt x="23" y="22"/>
                    </a:cubicBezTo>
                    <a:cubicBezTo>
                      <a:pt x="24" y="22"/>
                      <a:pt x="24" y="22"/>
                      <a:pt x="24" y="22"/>
                    </a:cubicBezTo>
                    <a:cubicBezTo>
                      <a:pt x="24" y="22"/>
                      <a:pt x="24" y="22"/>
                      <a:pt x="24" y="22"/>
                    </a:cubicBezTo>
                    <a:cubicBezTo>
                      <a:pt x="24"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1"/>
                      <a:pt x="25"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6" y="21"/>
                      <a:pt x="26" y="21"/>
                    </a:cubicBezTo>
                    <a:cubicBezTo>
                      <a:pt x="26" y="21"/>
                      <a:pt x="27" y="21"/>
                      <a:pt x="27" y="21"/>
                    </a:cubicBezTo>
                    <a:cubicBezTo>
                      <a:pt x="27" y="21"/>
                      <a:pt x="27" y="21"/>
                      <a:pt x="27" y="21"/>
                    </a:cubicBezTo>
                    <a:cubicBezTo>
                      <a:pt x="27" y="21"/>
                      <a:pt x="27" y="21"/>
                      <a:pt x="27" y="21"/>
                    </a:cubicBezTo>
                    <a:cubicBezTo>
                      <a:pt x="27" y="21"/>
                      <a:pt x="27" y="21"/>
                      <a:pt x="27" y="21"/>
                    </a:cubicBezTo>
                    <a:cubicBezTo>
                      <a:pt x="27" y="21"/>
                      <a:pt x="27" y="21"/>
                      <a:pt x="27" y="21"/>
                    </a:cubicBezTo>
                    <a:cubicBezTo>
                      <a:pt x="27" y="21"/>
                      <a:pt x="27" y="21"/>
                      <a:pt x="27" y="21"/>
                    </a:cubicBezTo>
                    <a:cubicBezTo>
                      <a:pt x="27" y="21"/>
                      <a:pt x="27" y="21"/>
                      <a:pt x="27" y="21"/>
                    </a:cubicBezTo>
                    <a:cubicBezTo>
                      <a:pt x="27" y="21"/>
                      <a:pt x="27" y="21"/>
                      <a:pt x="27" y="21"/>
                    </a:cubicBezTo>
                    <a:cubicBezTo>
                      <a:pt x="27" y="21"/>
                      <a:pt x="28" y="21"/>
                      <a:pt x="28" y="21"/>
                    </a:cubicBezTo>
                    <a:cubicBezTo>
                      <a:pt x="28" y="21"/>
                      <a:pt x="28" y="21"/>
                      <a:pt x="28" y="21"/>
                    </a:cubicBezTo>
                    <a:cubicBezTo>
                      <a:pt x="28" y="21"/>
                      <a:pt x="28" y="21"/>
                      <a:pt x="28" y="20"/>
                    </a:cubicBezTo>
                    <a:cubicBezTo>
                      <a:pt x="28" y="20"/>
                      <a:pt x="28" y="20"/>
                      <a:pt x="28" y="20"/>
                    </a:cubicBezTo>
                    <a:cubicBezTo>
                      <a:pt x="28" y="20"/>
                      <a:pt x="28" y="20"/>
                      <a:pt x="28" y="20"/>
                    </a:cubicBezTo>
                    <a:cubicBezTo>
                      <a:pt x="28" y="20"/>
                      <a:pt x="28" y="20"/>
                      <a:pt x="28"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29" y="20"/>
                      <a:pt x="29" y="20"/>
                    </a:cubicBezTo>
                    <a:cubicBezTo>
                      <a:pt x="29" y="20"/>
                      <a:pt x="30" y="20"/>
                      <a:pt x="30" y="20"/>
                    </a:cubicBezTo>
                    <a:cubicBezTo>
                      <a:pt x="30" y="20"/>
                      <a:pt x="30" y="20"/>
                      <a:pt x="30" y="20"/>
                    </a:cubicBezTo>
                    <a:cubicBezTo>
                      <a:pt x="30" y="20"/>
                      <a:pt x="30" y="20"/>
                      <a:pt x="30" y="20"/>
                    </a:cubicBezTo>
                    <a:cubicBezTo>
                      <a:pt x="30" y="20"/>
                      <a:pt x="30" y="20"/>
                      <a:pt x="30" y="20"/>
                    </a:cubicBezTo>
                    <a:cubicBezTo>
                      <a:pt x="30" y="20"/>
                      <a:pt x="30" y="20"/>
                      <a:pt x="30" y="20"/>
                    </a:cubicBezTo>
                    <a:cubicBezTo>
                      <a:pt x="30" y="20"/>
                      <a:pt x="30" y="20"/>
                      <a:pt x="30" y="20"/>
                    </a:cubicBezTo>
                    <a:cubicBezTo>
                      <a:pt x="30" y="20"/>
                      <a:pt x="30" y="20"/>
                      <a:pt x="30" y="20"/>
                    </a:cubicBezTo>
                    <a:cubicBezTo>
                      <a:pt x="30" y="20"/>
                      <a:pt x="30" y="20"/>
                      <a:pt x="30" y="20"/>
                    </a:cubicBezTo>
                    <a:cubicBezTo>
                      <a:pt x="30" y="20"/>
                      <a:pt x="30" y="20"/>
                      <a:pt x="30" y="20"/>
                    </a:cubicBezTo>
                    <a:cubicBezTo>
                      <a:pt x="30" y="20"/>
                      <a:pt x="30" y="20"/>
                      <a:pt x="30" y="20"/>
                    </a:cubicBezTo>
                    <a:cubicBezTo>
                      <a:pt x="30" y="20"/>
                      <a:pt x="30"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1" y="20"/>
                      <a:pt x="31" y="20"/>
                    </a:cubicBezTo>
                    <a:cubicBezTo>
                      <a:pt x="31" y="20"/>
                      <a:pt x="30" y="20"/>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1"/>
                      <a:pt x="31" y="21"/>
                    </a:cubicBezTo>
                    <a:cubicBezTo>
                      <a:pt x="31" y="21"/>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1" y="22"/>
                    </a:cubicBezTo>
                    <a:cubicBezTo>
                      <a:pt x="31" y="22"/>
                      <a:pt x="31"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3"/>
                      <a:pt x="32" y="23"/>
                      <a:pt x="32" y="23"/>
                    </a:cubicBezTo>
                    <a:cubicBezTo>
                      <a:pt x="32" y="23"/>
                      <a:pt x="32" y="23"/>
                      <a:pt x="32"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4" y="23"/>
                      <a:pt x="34" y="23"/>
                    </a:cubicBezTo>
                    <a:cubicBezTo>
                      <a:pt x="34" y="23"/>
                      <a:pt x="34" y="23"/>
                      <a:pt x="34" y="23"/>
                    </a:cubicBezTo>
                    <a:cubicBezTo>
                      <a:pt x="34" y="23"/>
                      <a:pt x="34" y="23"/>
                      <a:pt x="34" y="23"/>
                    </a:cubicBezTo>
                    <a:cubicBezTo>
                      <a:pt x="34" y="23"/>
                      <a:pt x="34" y="23"/>
                      <a:pt x="34" y="23"/>
                    </a:cubicBezTo>
                    <a:cubicBezTo>
                      <a:pt x="34" y="23"/>
                      <a:pt x="34" y="23"/>
                      <a:pt x="34" y="23"/>
                    </a:cubicBezTo>
                    <a:cubicBezTo>
                      <a:pt x="34" y="23"/>
                      <a:pt x="34" y="23"/>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4" y="24"/>
                      <a:pt x="34" y="24"/>
                      <a:pt x="34"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4"/>
                      <a:pt x="33" y="24"/>
                    </a:cubicBezTo>
                    <a:cubicBezTo>
                      <a:pt x="33" y="24"/>
                      <a:pt x="33" y="25"/>
                      <a:pt x="33" y="25"/>
                    </a:cubicBezTo>
                    <a:cubicBezTo>
                      <a:pt x="33" y="25"/>
                      <a:pt x="33" y="25"/>
                      <a:pt x="33" y="25"/>
                    </a:cubicBezTo>
                    <a:cubicBezTo>
                      <a:pt x="33" y="25"/>
                      <a:pt x="33" y="25"/>
                      <a:pt x="33" y="25"/>
                    </a:cubicBezTo>
                    <a:cubicBezTo>
                      <a:pt x="34" y="25"/>
                      <a:pt x="34" y="25"/>
                      <a:pt x="34" y="25"/>
                    </a:cubicBezTo>
                    <a:cubicBezTo>
                      <a:pt x="34" y="25"/>
                      <a:pt x="34" y="25"/>
                      <a:pt x="34" y="25"/>
                    </a:cubicBezTo>
                    <a:cubicBezTo>
                      <a:pt x="34" y="25"/>
                      <a:pt x="34" y="25"/>
                      <a:pt x="34" y="25"/>
                    </a:cubicBezTo>
                    <a:cubicBezTo>
                      <a:pt x="34"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5"/>
                      <a:pt x="33" y="25"/>
                    </a:cubicBezTo>
                    <a:cubicBezTo>
                      <a:pt x="33" y="25"/>
                      <a:pt x="33" y="26"/>
                      <a:pt x="33" y="26"/>
                    </a:cubicBezTo>
                    <a:cubicBezTo>
                      <a:pt x="33" y="26"/>
                      <a:pt x="33" y="26"/>
                      <a:pt x="33" y="26"/>
                    </a:cubicBezTo>
                    <a:cubicBezTo>
                      <a:pt x="33" y="26"/>
                      <a:pt x="33" y="26"/>
                      <a:pt x="33" y="26"/>
                    </a:cubicBezTo>
                    <a:cubicBezTo>
                      <a:pt x="33" y="26"/>
                      <a:pt x="33" y="26"/>
                      <a:pt x="33" y="26"/>
                    </a:cubicBezTo>
                    <a:cubicBezTo>
                      <a:pt x="33" y="26"/>
                      <a:pt x="33" y="26"/>
                      <a:pt x="33" y="26"/>
                    </a:cubicBezTo>
                    <a:cubicBezTo>
                      <a:pt x="33" y="26"/>
                      <a:pt x="33" y="26"/>
                      <a:pt x="33" y="26"/>
                    </a:cubicBezTo>
                    <a:cubicBezTo>
                      <a:pt x="33" y="27"/>
                      <a:pt x="33" y="27"/>
                      <a:pt x="33" y="27"/>
                    </a:cubicBezTo>
                    <a:cubicBezTo>
                      <a:pt x="33" y="27"/>
                      <a:pt x="33" y="27"/>
                      <a:pt x="33" y="27"/>
                    </a:cubicBezTo>
                    <a:cubicBezTo>
                      <a:pt x="33" y="27"/>
                      <a:pt x="33" y="27"/>
                      <a:pt x="33" y="27"/>
                    </a:cubicBezTo>
                    <a:cubicBezTo>
                      <a:pt x="33" y="27"/>
                      <a:pt x="33" y="27"/>
                      <a:pt x="33" y="27"/>
                    </a:cubicBezTo>
                    <a:cubicBezTo>
                      <a:pt x="33" y="27"/>
                      <a:pt x="33" y="27"/>
                      <a:pt x="33" y="27"/>
                    </a:cubicBezTo>
                    <a:cubicBezTo>
                      <a:pt x="33" y="27"/>
                      <a:pt x="33" y="27"/>
                      <a:pt x="33" y="27"/>
                    </a:cubicBezTo>
                    <a:cubicBezTo>
                      <a:pt x="33" y="27"/>
                      <a:pt x="33" y="27"/>
                      <a:pt x="34" y="27"/>
                    </a:cubicBezTo>
                    <a:cubicBezTo>
                      <a:pt x="34" y="27"/>
                      <a:pt x="34" y="27"/>
                      <a:pt x="34" y="27"/>
                    </a:cubicBezTo>
                    <a:cubicBezTo>
                      <a:pt x="34" y="27"/>
                      <a:pt x="34" y="27"/>
                      <a:pt x="34" y="27"/>
                    </a:cubicBezTo>
                    <a:cubicBezTo>
                      <a:pt x="34" y="27"/>
                      <a:pt x="34" y="27"/>
                      <a:pt x="34" y="27"/>
                    </a:cubicBezTo>
                    <a:cubicBezTo>
                      <a:pt x="34" y="27"/>
                      <a:pt x="34" y="27"/>
                      <a:pt x="34" y="27"/>
                    </a:cubicBezTo>
                    <a:cubicBezTo>
                      <a:pt x="34" y="27"/>
                      <a:pt x="34" y="27"/>
                      <a:pt x="34" y="26"/>
                    </a:cubicBezTo>
                    <a:cubicBezTo>
                      <a:pt x="34" y="26"/>
                      <a:pt x="34" y="26"/>
                      <a:pt x="34" y="26"/>
                    </a:cubicBezTo>
                    <a:cubicBezTo>
                      <a:pt x="34" y="26"/>
                      <a:pt x="34" y="26"/>
                      <a:pt x="34" y="26"/>
                    </a:cubicBezTo>
                    <a:cubicBezTo>
                      <a:pt x="34" y="26"/>
                      <a:pt x="34" y="26"/>
                      <a:pt x="34" y="26"/>
                    </a:cubicBezTo>
                    <a:cubicBezTo>
                      <a:pt x="34" y="26"/>
                      <a:pt x="34" y="26"/>
                      <a:pt x="34" y="26"/>
                    </a:cubicBezTo>
                    <a:cubicBezTo>
                      <a:pt x="34" y="26"/>
                      <a:pt x="34" y="27"/>
                      <a:pt x="35" y="27"/>
                    </a:cubicBezTo>
                    <a:cubicBezTo>
                      <a:pt x="35" y="27"/>
                      <a:pt x="35" y="27"/>
                      <a:pt x="35" y="27"/>
                    </a:cubicBezTo>
                    <a:cubicBezTo>
                      <a:pt x="35" y="27"/>
                      <a:pt x="35" y="27"/>
                      <a:pt x="35" y="27"/>
                    </a:cubicBezTo>
                    <a:cubicBezTo>
                      <a:pt x="35" y="26"/>
                      <a:pt x="35" y="26"/>
                      <a:pt x="35" y="26"/>
                    </a:cubicBezTo>
                    <a:cubicBezTo>
                      <a:pt x="35" y="26"/>
                      <a:pt x="35" y="26"/>
                      <a:pt x="35" y="26"/>
                    </a:cubicBezTo>
                    <a:cubicBezTo>
                      <a:pt x="35" y="27"/>
                      <a:pt x="35" y="27"/>
                      <a:pt x="35" y="27"/>
                    </a:cubicBezTo>
                    <a:cubicBezTo>
                      <a:pt x="35" y="27"/>
                      <a:pt x="35" y="27"/>
                      <a:pt x="35" y="27"/>
                    </a:cubicBezTo>
                    <a:cubicBezTo>
                      <a:pt x="35" y="27"/>
                      <a:pt x="34" y="27"/>
                      <a:pt x="34" y="27"/>
                    </a:cubicBezTo>
                    <a:cubicBezTo>
                      <a:pt x="34" y="27"/>
                      <a:pt x="34" y="27"/>
                      <a:pt x="34" y="27"/>
                    </a:cubicBezTo>
                    <a:cubicBezTo>
                      <a:pt x="34" y="27"/>
                      <a:pt x="34" y="27"/>
                      <a:pt x="34" y="27"/>
                    </a:cubicBezTo>
                    <a:cubicBezTo>
                      <a:pt x="34" y="28"/>
                      <a:pt x="34" y="28"/>
                      <a:pt x="34" y="28"/>
                    </a:cubicBezTo>
                    <a:cubicBezTo>
                      <a:pt x="34" y="28"/>
                      <a:pt x="34" y="27"/>
                      <a:pt x="34" y="27"/>
                    </a:cubicBezTo>
                    <a:cubicBezTo>
                      <a:pt x="34" y="27"/>
                      <a:pt x="34" y="27"/>
                      <a:pt x="34" y="27"/>
                    </a:cubicBezTo>
                    <a:cubicBezTo>
                      <a:pt x="34" y="27"/>
                      <a:pt x="34" y="27"/>
                      <a:pt x="34" y="27"/>
                    </a:cubicBezTo>
                    <a:cubicBezTo>
                      <a:pt x="34" y="27"/>
                      <a:pt x="34" y="27"/>
                      <a:pt x="34" y="27"/>
                    </a:cubicBezTo>
                    <a:cubicBezTo>
                      <a:pt x="35" y="27"/>
                      <a:pt x="35" y="27"/>
                      <a:pt x="35" y="28"/>
                    </a:cubicBezTo>
                    <a:cubicBezTo>
                      <a:pt x="34" y="28"/>
                      <a:pt x="34" y="28"/>
                      <a:pt x="34" y="28"/>
                    </a:cubicBezTo>
                    <a:cubicBezTo>
                      <a:pt x="34" y="28"/>
                      <a:pt x="34" y="28"/>
                      <a:pt x="34" y="28"/>
                    </a:cubicBezTo>
                    <a:cubicBezTo>
                      <a:pt x="34" y="28"/>
                      <a:pt x="34" y="28"/>
                      <a:pt x="34" y="28"/>
                    </a:cubicBezTo>
                    <a:cubicBezTo>
                      <a:pt x="34" y="28"/>
                      <a:pt x="34" y="28"/>
                      <a:pt x="34" y="28"/>
                    </a:cubicBezTo>
                    <a:cubicBezTo>
                      <a:pt x="34" y="28"/>
                      <a:pt x="34" y="28"/>
                      <a:pt x="34" y="28"/>
                    </a:cubicBezTo>
                    <a:cubicBezTo>
                      <a:pt x="34" y="28"/>
                      <a:pt x="35" y="28"/>
                      <a:pt x="35" y="28"/>
                    </a:cubicBezTo>
                    <a:cubicBezTo>
                      <a:pt x="35" y="28"/>
                      <a:pt x="35" y="28"/>
                      <a:pt x="35" y="28"/>
                    </a:cubicBezTo>
                    <a:cubicBezTo>
                      <a:pt x="35" y="28"/>
                      <a:pt x="35" y="28"/>
                      <a:pt x="35" y="27"/>
                    </a:cubicBezTo>
                    <a:cubicBezTo>
                      <a:pt x="35" y="27"/>
                      <a:pt x="35" y="27"/>
                      <a:pt x="35" y="27"/>
                    </a:cubicBezTo>
                    <a:cubicBezTo>
                      <a:pt x="35" y="27"/>
                      <a:pt x="35" y="27"/>
                      <a:pt x="35" y="27"/>
                    </a:cubicBezTo>
                    <a:cubicBezTo>
                      <a:pt x="35" y="27"/>
                      <a:pt x="35" y="27"/>
                      <a:pt x="36" y="27"/>
                    </a:cubicBezTo>
                    <a:cubicBezTo>
                      <a:pt x="36" y="27"/>
                      <a:pt x="36" y="27"/>
                      <a:pt x="36" y="27"/>
                    </a:cubicBezTo>
                    <a:cubicBezTo>
                      <a:pt x="36" y="27"/>
                      <a:pt x="36" y="27"/>
                      <a:pt x="36" y="27"/>
                    </a:cubicBezTo>
                    <a:cubicBezTo>
                      <a:pt x="36" y="27"/>
                      <a:pt x="36" y="27"/>
                      <a:pt x="36" y="27"/>
                    </a:cubicBezTo>
                    <a:cubicBezTo>
                      <a:pt x="36" y="26"/>
                      <a:pt x="36" y="26"/>
                      <a:pt x="36" y="26"/>
                    </a:cubicBezTo>
                    <a:cubicBezTo>
                      <a:pt x="36" y="26"/>
                      <a:pt x="36" y="26"/>
                      <a:pt x="36" y="26"/>
                    </a:cubicBezTo>
                    <a:cubicBezTo>
                      <a:pt x="36" y="26"/>
                      <a:pt x="36" y="26"/>
                      <a:pt x="36" y="26"/>
                    </a:cubicBezTo>
                    <a:cubicBezTo>
                      <a:pt x="36" y="26"/>
                      <a:pt x="36" y="26"/>
                      <a:pt x="36" y="26"/>
                    </a:cubicBezTo>
                    <a:cubicBezTo>
                      <a:pt x="36" y="26"/>
                      <a:pt x="36" y="26"/>
                      <a:pt x="36" y="26"/>
                    </a:cubicBezTo>
                    <a:cubicBezTo>
                      <a:pt x="36" y="26"/>
                      <a:pt x="36" y="26"/>
                      <a:pt x="36" y="26"/>
                    </a:cubicBezTo>
                    <a:cubicBezTo>
                      <a:pt x="36" y="26"/>
                      <a:pt x="37" y="26"/>
                      <a:pt x="37" y="26"/>
                    </a:cubicBezTo>
                    <a:cubicBezTo>
                      <a:pt x="37" y="26"/>
                      <a:pt x="37" y="26"/>
                      <a:pt x="37" y="26"/>
                    </a:cubicBezTo>
                    <a:cubicBezTo>
                      <a:pt x="37" y="26"/>
                      <a:pt x="37" y="26"/>
                      <a:pt x="37" y="26"/>
                    </a:cubicBezTo>
                    <a:cubicBezTo>
                      <a:pt x="37" y="26"/>
                      <a:pt x="37" y="26"/>
                      <a:pt x="37" y="26"/>
                    </a:cubicBezTo>
                    <a:cubicBezTo>
                      <a:pt x="37" y="26"/>
                      <a:pt x="37" y="26"/>
                      <a:pt x="37" y="26"/>
                    </a:cubicBezTo>
                    <a:cubicBezTo>
                      <a:pt x="37" y="26"/>
                      <a:pt x="37" y="26"/>
                      <a:pt x="37" y="26"/>
                    </a:cubicBezTo>
                    <a:cubicBezTo>
                      <a:pt x="37" y="26"/>
                      <a:pt x="37" y="26"/>
                      <a:pt x="36" y="26"/>
                    </a:cubicBezTo>
                    <a:cubicBezTo>
                      <a:pt x="36" y="26"/>
                      <a:pt x="36" y="26"/>
                      <a:pt x="36" y="26"/>
                    </a:cubicBezTo>
                    <a:cubicBezTo>
                      <a:pt x="36" y="26"/>
                      <a:pt x="36" y="26"/>
                      <a:pt x="36" y="26"/>
                    </a:cubicBezTo>
                    <a:cubicBezTo>
                      <a:pt x="36" y="26"/>
                      <a:pt x="36" y="26"/>
                      <a:pt x="36" y="26"/>
                    </a:cubicBezTo>
                    <a:cubicBezTo>
                      <a:pt x="36" y="26"/>
                      <a:pt x="36" y="26"/>
                      <a:pt x="36" y="27"/>
                    </a:cubicBezTo>
                    <a:cubicBezTo>
                      <a:pt x="36" y="27"/>
                      <a:pt x="36" y="27"/>
                      <a:pt x="36" y="27"/>
                    </a:cubicBezTo>
                    <a:cubicBezTo>
                      <a:pt x="36" y="27"/>
                      <a:pt x="36" y="27"/>
                      <a:pt x="36" y="27"/>
                    </a:cubicBezTo>
                    <a:cubicBezTo>
                      <a:pt x="36" y="27"/>
                      <a:pt x="36" y="27"/>
                      <a:pt x="36" y="27"/>
                    </a:cubicBezTo>
                    <a:cubicBezTo>
                      <a:pt x="36" y="27"/>
                      <a:pt x="36" y="27"/>
                      <a:pt x="36" y="27"/>
                    </a:cubicBezTo>
                    <a:cubicBezTo>
                      <a:pt x="36" y="27"/>
                      <a:pt x="36" y="27"/>
                      <a:pt x="36" y="27"/>
                    </a:cubicBezTo>
                    <a:cubicBezTo>
                      <a:pt x="36" y="27"/>
                      <a:pt x="36" y="27"/>
                      <a:pt x="36" y="27"/>
                    </a:cubicBezTo>
                    <a:cubicBezTo>
                      <a:pt x="36" y="27"/>
                      <a:pt x="36" y="27"/>
                      <a:pt x="36" y="27"/>
                    </a:cubicBezTo>
                    <a:cubicBezTo>
                      <a:pt x="36" y="27"/>
                      <a:pt x="36" y="27"/>
                      <a:pt x="36" y="27"/>
                    </a:cubicBezTo>
                    <a:cubicBezTo>
                      <a:pt x="36" y="27"/>
                      <a:pt x="36" y="27"/>
                      <a:pt x="36" y="27"/>
                    </a:cubicBezTo>
                    <a:cubicBezTo>
                      <a:pt x="36" y="27"/>
                      <a:pt x="35" y="27"/>
                      <a:pt x="35" y="27"/>
                    </a:cubicBezTo>
                    <a:cubicBezTo>
                      <a:pt x="35" y="27"/>
                      <a:pt x="35" y="27"/>
                      <a:pt x="35" y="27"/>
                    </a:cubicBezTo>
                    <a:cubicBezTo>
                      <a:pt x="35" y="27"/>
                      <a:pt x="35" y="27"/>
                      <a:pt x="35" y="28"/>
                    </a:cubicBezTo>
                    <a:cubicBezTo>
                      <a:pt x="35" y="28"/>
                      <a:pt x="35" y="28"/>
                      <a:pt x="35" y="28"/>
                    </a:cubicBezTo>
                    <a:cubicBezTo>
                      <a:pt x="35" y="28"/>
                      <a:pt x="35" y="28"/>
                      <a:pt x="35" y="28"/>
                    </a:cubicBezTo>
                    <a:cubicBezTo>
                      <a:pt x="35" y="28"/>
                      <a:pt x="35" y="28"/>
                      <a:pt x="35" y="28"/>
                    </a:cubicBezTo>
                    <a:cubicBezTo>
                      <a:pt x="35" y="28"/>
                      <a:pt x="35"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6" y="28"/>
                    </a:cubicBezTo>
                    <a:cubicBezTo>
                      <a:pt x="36" y="28"/>
                      <a:pt x="36" y="28"/>
                      <a:pt x="35" y="28"/>
                    </a:cubicBezTo>
                    <a:cubicBezTo>
                      <a:pt x="35" y="28"/>
                      <a:pt x="35" y="28"/>
                      <a:pt x="35" y="28"/>
                    </a:cubicBezTo>
                    <a:cubicBezTo>
                      <a:pt x="35" y="28"/>
                      <a:pt x="35" y="28"/>
                      <a:pt x="35" y="28"/>
                    </a:cubicBezTo>
                    <a:cubicBezTo>
                      <a:pt x="35" y="28"/>
                      <a:pt x="35" y="28"/>
                      <a:pt x="35" y="28"/>
                    </a:cubicBezTo>
                    <a:cubicBezTo>
                      <a:pt x="35" y="28"/>
                      <a:pt x="35" y="28"/>
                      <a:pt x="35" y="29"/>
                    </a:cubicBezTo>
                    <a:cubicBezTo>
                      <a:pt x="35" y="29"/>
                      <a:pt x="35" y="29"/>
                      <a:pt x="35" y="29"/>
                    </a:cubicBezTo>
                    <a:cubicBezTo>
                      <a:pt x="35" y="29"/>
                      <a:pt x="35" y="29"/>
                      <a:pt x="35" y="29"/>
                    </a:cubicBezTo>
                    <a:cubicBezTo>
                      <a:pt x="35" y="29"/>
                      <a:pt x="35" y="29"/>
                      <a:pt x="35" y="29"/>
                    </a:cubicBezTo>
                    <a:cubicBezTo>
                      <a:pt x="36" y="29"/>
                      <a:pt x="36" y="29"/>
                      <a:pt x="36" y="29"/>
                    </a:cubicBezTo>
                    <a:cubicBezTo>
                      <a:pt x="36" y="29"/>
                      <a:pt x="36" y="29"/>
                      <a:pt x="36" y="29"/>
                    </a:cubicBezTo>
                    <a:cubicBezTo>
                      <a:pt x="36" y="29"/>
                      <a:pt x="36" y="29"/>
                      <a:pt x="36" y="29"/>
                    </a:cubicBezTo>
                    <a:cubicBezTo>
                      <a:pt x="36" y="29"/>
                      <a:pt x="36" y="29"/>
                      <a:pt x="36" y="29"/>
                    </a:cubicBezTo>
                    <a:cubicBezTo>
                      <a:pt x="36" y="29"/>
                      <a:pt x="36" y="29"/>
                      <a:pt x="36" y="29"/>
                    </a:cubicBezTo>
                    <a:cubicBezTo>
                      <a:pt x="36" y="29"/>
                      <a:pt x="36" y="29"/>
                      <a:pt x="36" y="29"/>
                    </a:cubicBezTo>
                    <a:cubicBezTo>
                      <a:pt x="36" y="29"/>
                      <a:pt x="36" y="29"/>
                      <a:pt x="36" y="29"/>
                    </a:cubicBezTo>
                    <a:cubicBezTo>
                      <a:pt x="36" y="29"/>
                      <a:pt x="36" y="29"/>
                      <a:pt x="36" y="29"/>
                    </a:cubicBezTo>
                    <a:cubicBezTo>
                      <a:pt x="35" y="29"/>
                      <a:pt x="35" y="29"/>
                      <a:pt x="35" y="29"/>
                    </a:cubicBezTo>
                    <a:cubicBezTo>
                      <a:pt x="35" y="29"/>
                      <a:pt x="35" y="29"/>
                      <a:pt x="35" y="29"/>
                    </a:cubicBezTo>
                    <a:cubicBezTo>
                      <a:pt x="35" y="29"/>
                      <a:pt x="35" y="29"/>
                      <a:pt x="35" y="29"/>
                    </a:cubicBezTo>
                    <a:cubicBezTo>
                      <a:pt x="35" y="29"/>
                      <a:pt x="35" y="29"/>
                      <a:pt x="35" y="29"/>
                    </a:cubicBezTo>
                    <a:cubicBezTo>
                      <a:pt x="35" y="29"/>
                      <a:pt x="35" y="29"/>
                      <a:pt x="35" y="29"/>
                    </a:cubicBezTo>
                    <a:cubicBezTo>
                      <a:pt x="35" y="29"/>
                      <a:pt x="35" y="29"/>
                      <a:pt x="35" y="29"/>
                    </a:cubicBezTo>
                    <a:cubicBezTo>
                      <a:pt x="35" y="29"/>
                      <a:pt x="35" y="29"/>
                      <a:pt x="35" y="29"/>
                    </a:cubicBezTo>
                    <a:cubicBezTo>
                      <a:pt x="35" y="29"/>
                      <a:pt x="35" y="29"/>
                      <a:pt x="35" y="29"/>
                    </a:cubicBezTo>
                    <a:cubicBezTo>
                      <a:pt x="35" y="29"/>
                      <a:pt x="35" y="29"/>
                      <a:pt x="35" y="29"/>
                    </a:cubicBezTo>
                    <a:cubicBezTo>
                      <a:pt x="35" y="29"/>
                      <a:pt x="35" y="30"/>
                      <a:pt x="34" y="30"/>
                    </a:cubicBezTo>
                    <a:cubicBezTo>
                      <a:pt x="34" y="30"/>
                      <a:pt x="34" y="30"/>
                      <a:pt x="34" y="30"/>
                    </a:cubicBezTo>
                    <a:cubicBezTo>
                      <a:pt x="34" y="30"/>
                      <a:pt x="34" y="30"/>
                      <a:pt x="34" y="30"/>
                    </a:cubicBezTo>
                    <a:cubicBezTo>
                      <a:pt x="34" y="30"/>
                      <a:pt x="34" y="30"/>
                      <a:pt x="34" y="30"/>
                    </a:cubicBezTo>
                    <a:cubicBezTo>
                      <a:pt x="34" y="30"/>
                      <a:pt x="34" y="30"/>
                      <a:pt x="34" y="30"/>
                    </a:cubicBezTo>
                    <a:cubicBezTo>
                      <a:pt x="34" y="30"/>
                      <a:pt x="34" y="30"/>
                      <a:pt x="34" y="30"/>
                    </a:cubicBezTo>
                    <a:cubicBezTo>
                      <a:pt x="34" y="30"/>
                      <a:pt x="34" y="30"/>
                      <a:pt x="34" y="30"/>
                    </a:cubicBezTo>
                    <a:cubicBezTo>
                      <a:pt x="34" y="30"/>
                      <a:pt x="34" y="30"/>
                      <a:pt x="34" y="30"/>
                    </a:cubicBezTo>
                    <a:cubicBezTo>
                      <a:pt x="34" y="30"/>
                      <a:pt x="34" y="30"/>
                      <a:pt x="34" y="30"/>
                    </a:cubicBezTo>
                    <a:cubicBezTo>
                      <a:pt x="34" y="30"/>
                      <a:pt x="34" y="30"/>
                      <a:pt x="34" y="30"/>
                    </a:cubicBezTo>
                    <a:cubicBezTo>
                      <a:pt x="34" y="31"/>
                      <a:pt x="34" y="31"/>
                      <a:pt x="34" y="31"/>
                    </a:cubicBezTo>
                    <a:cubicBezTo>
                      <a:pt x="34" y="30"/>
                      <a:pt x="34" y="30"/>
                      <a:pt x="34" y="30"/>
                    </a:cubicBezTo>
                    <a:cubicBezTo>
                      <a:pt x="34" y="30"/>
                      <a:pt x="34" y="30"/>
                      <a:pt x="34" y="30"/>
                    </a:cubicBezTo>
                    <a:cubicBezTo>
                      <a:pt x="34" y="30"/>
                      <a:pt x="34" y="30"/>
                      <a:pt x="34" y="30"/>
                    </a:cubicBezTo>
                    <a:cubicBezTo>
                      <a:pt x="34" y="30"/>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1"/>
                      <a:pt x="34" y="31"/>
                    </a:cubicBezTo>
                    <a:cubicBezTo>
                      <a:pt x="34" y="31"/>
                      <a:pt x="34" y="32"/>
                      <a:pt x="34" y="32"/>
                    </a:cubicBezTo>
                    <a:cubicBezTo>
                      <a:pt x="34" y="32"/>
                      <a:pt x="34" y="32"/>
                      <a:pt x="34" y="32"/>
                    </a:cubicBezTo>
                    <a:cubicBezTo>
                      <a:pt x="34" y="32"/>
                      <a:pt x="34" y="32"/>
                      <a:pt x="34" y="32"/>
                    </a:cubicBezTo>
                    <a:cubicBezTo>
                      <a:pt x="34" y="32"/>
                      <a:pt x="34" y="32"/>
                      <a:pt x="34" y="32"/>
                    </a:cubicBezTo>
                    <a:cubicBezTo>
                      <a:pt x="34" y="32"/>
                      <a:pt x="34" y="32"/>
                      <a:pt x="34" y="32"/>
                    </a:cubicBezTo>
                    <a:cubicBezTo>
                      <a:pt x="34" y="32"/>
                      <a:pt x="34" y="32"/>
                      <a:pt x="34" y="32"/>
                    </a:cubicBezTo>
                    <a:cubicBezTo>
                      <a:pt x="34" y="32"/>
                      <a:pt x="34" y="32"/>
                      <a:pt x="34" y="32"/>
                    </a:cubicBezTo>
                    <a:cubicBezTo>
                      <a:pt x="34" y="32"/>
                      <a:pt x="34" y="32"/>
                      <a:pt x="34" y="32"/>
                    </a:cubicBezTo>
                    <a:cubicBezTo>
                      <a:pt x="34" y="32"/>
                      <a:pt x="34" y="32"/>
                      <a:pt x="34" y="32"/>
                    </a:cubicBezTo>
                    <a:cubicBezTo>
                      <a:pt x="34" y="32"/>
                      <a:pt x="34" y="32"/>
                      <a:pt x="34" y="32"/>
                    </a:cubicBezTo>
                    <a:cubicBezTo>
                      <a:pt x="34" y="32"/>
                      <a:pt x="34"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2"/>
                      <a:pt x="33" y="32"/>
                    </a:cubicBezTo>
                    <a:cubicBezTo>
                      <a:pt x="33" y="32"/>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4"/>
                      <a:pt x="33" y="34"/>
                      <a:pt x="33" y="34"/>
                    </a:cubicBezTo>
                    <a:cubicBezTo>
                      <a:pt x="33" y="34"/>
                      <a:pt x="33" y="34"/>
                      <a:pt x="33" y="34"/>
                    </a:cubicBezTo>
                    <a:cubicBezTo>
                      <a:pt x="33" y="34"/>
                      <a:pt x="33" y="34"/>
                      <a:pt x="33" y="34"/>
                    </a:cubicBezTo>
                    <a:cubicBezTo>
                      <a:pt x="32" y="34"/>
                      <a:pt x="32" y="34"/>
                      <a:pt x="32" y="34"/>
                    </a:cubicBezTo>
                    <a:cubicBezTo>
                      <a:pt x="32" y="34"/>
                      <a:pt x="32" y="34"/>
                      <a:pt x="32" y="35"/>
                    </a:cubicBezTo>
                    <a:cubicBezTo>
                      <a:pt x="32" y="35"/>
                      <a:pt x="32" y="35"/>
                      <a:pt x="32" y="35"/>
                    </a:cubicBezTo>
                    <a:cubicBezTo>
                      <a:pt x="32" y="35"/>
                      <a:pt x="32" y="35"/>
                      <a:pt x="32" y="35"/>
                    </a:cubicBezTo>
                    <a:cubicBezTo>
                      <a:pt x="32" y="35"/>
                      <a:pt x="32" y="35"/>
                      <a:pt x="32" y="35"/>
                    </a:cubicBezTo>
                    <a:cubicBezTo>
                      <a:pt x="32" y="35"/>
                      <a:pt x="32" y="35"/>
                      <a:pt x="32" y="35"/>
                    </a:cubicBezTo>
                    <a:cubicBezTo>
                      <a:pt x="32" y="35"/>
                      <a:pt x="32" y="35"/>
                      <a:pt x="32" y="35"/>
                    </a:cubicBezTo>
                    <a:cubicBezTo>
                      <a:pt x="32" y="35"/>
                      <a:pt x="32" y="35"/>
                      <a:pt x="32" y="35"/>
                    </a:cubicBezTo>
                    <a:cubicBezTo>
                      <a:pt x="33" y="35"/>
                      <a:pt x="33" y="35"/>
                      <a:pt x="33" y="35"/>
                    </a:cubicBezTo>
                    <a:cubicBezTo>
                      <a:pt x="33" y="35"/>
                      <a:pt x="33" y="35"/>
                      <a:pt x="33" y="35"/>
                    </a:cubicBezTo>
                    <a:cubicBezTo>
                      <a:pt x="33" y="35"/>
                      <a:pt x="33" y="34"/>
                      <a:pt x="33" y="34"/>
                    </a:cubicBezTo>
                    <a:cubicBezTo>
                      <a:pt x="33" y="34"/>
                      <a:pt x="33" y="34"/>
                      <a:pt x="33" y="34"/>
                    </a:cubicBezTo>
                    <a:cubicBezTo>
                      <a:pt x="33" y="34"/>
                      <a:pt x="33" y="34"/>
                      <a:pt x="33" y="34"/>
                    </a:cubicBezTo>
                    <a:cubicBezTo>
                      <a:pt x="33" y="34"/>
                      <a:pt x="33" y="34"/>
                      <a:pt x="33" y="34"/>
                    </a:cubicBezTo>
                    <a:cubicBezTo>
                      <a:pt x="33" y="34"/>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3" y="35"/>
                      <a:pt x="33" y="35"/>
                      <a:pt x="33" y="35"/>
                    </a:cubicBezTo>
                    <a:cubicBezTo>
                      <a:pt x="32" y="35"/>
                      <a:pt x="32" y="35"/>
                      <a:pt x="32" y="35"/>
                    </a:cubicBezTo>
                    <a:cubicBezTo>
                      <a:pt x="32" y="35"/>
                      <a:pt x="32" y="35"/>
                      <a:pt x="32" y="35"/>
                    </a:cubicBezTo>
                    <a:cubicBezTo>
                      <a:pt x="32" y="35"/>
                      <a:pt x="32" y="35"/>
                      <a:pt x="32" y="35"/>
                    </a:cubicBezTo>
                    <a:cubicBezTo>
                      <a:pt x="32" y="35"/>
                      <a:pt x="32" y="36"/>
                      <a:pt x="32" y="36"/>
                    </a:cubicBezTo>
                    <a:cubicBezTo>
                      <a:pt x="32" y="36"/>
                      <a:pt x="32" y="36"/>
                      <a:pt x="32" y="36"/>
                    </a:cubicBezTo>
                    <a:cubicBezTo>
                      <a:pt x="32" y="36"/>
                      <a:pt x="32" y="36"/>
                      <a:pt x="32" y="36"/>
                    </a:cubicBezTo>
                    <a:cubicBezTo>
                      <a:pt x="32" y="36"/>
                      <a:pt x="32" y="36"/>
                      <a:pt x="32" y="36"/>
                    </a:cubicBezTo>
                    <a:cubicBezTo>
                      <a:pt x="32" y="36"/>
                      <a:pt x="32" y="35"/>
                      <a:pt x="32" y="35"/>
                    </a:cubicBezTo>
                    <a:cubicBezTo>
                      <a:pt x="32" y="35"/>
                      <a:pt x="32" y="35"/>
                      <a:pt x="32" y="35"/>
                    </a:cubicBezTo>
                    <a:cubicBezTo>
                      <a:pt x="32" y="35"/>
                      <a:pt x="32" y="36"/>
                      <a:pt x="32" y="36"/>
                    </a:cubicBezTo>
                    <a:cubicBezTo>
                      <a:pt x="32" y="36"/>
                      <a:pt x="32" y="36"/>
                      <a:pt x="32" y="36"/>
                    </a:cubicBezTo>
                    <a:cubicBezTo>
                      <a:pt x="32" y="36"/>
                      <a:pt x="32" y="36"/>
                      <a:pt x="32" y="36"/>
                    </a:cubicBezTo>
                    <a:cubicBezTo>
                      <a:pt x="32" y="36"/>
                      <a:pt x="32" y="36"/>
                      <a:pt x="32" y="36"/>
                    </a:cubicBezTo>
                    <a:cubicBezTo>
                      <a:pt x="32" y="36"/>
                      <a:pt x="32" y="36"/>
                      <a:pt x="32" y="36"/>
                    </a:cubicBezTo>
                    <a:cubicBezTo>
                      <a:pt x="32" y="36"/>
                      <a:pt x="32" y="36"/>
                      <a:pt x="32" y="36"/>
                    </a:cubicBezTo>
                    <a:cubicBezTo>
                      <a:pt x="32" y="36"/>
                      <a:pt x="32" y="36"/>
                      <a:pt x="32" y="36"/>
                    </a:cubicBezTo>
                    <a:cubicBezTo>
                      <a:pt x="32" y="36"/>
                      <a:pt x="32" y="36"/>
                      <a:pt x="32" y="36"/>
                    </a:cubicBezTo>
                    <a:cubicBezTo>
                      <a:pt x="32" y="36"/>
                      <a:pt x="32" y="36"/>
                      <a:pt x="32" y="36"/>
                    </a:cubicBezTo>
                    <a:cubicBezTo>
                      <a:pt x="32" y="36"/>
                      <a:pt x="32" y="36"/>
                      <a:pt x="32" y="36"/>
                    </a:cubicBezTo>
                    <a:cubicBezTo>
                      <a:pt x="32" y="36"/>
                      <a:pt x="31" y="36"/>
                      <a:pt x="31" y="36"/>
                    </a:cubicBezTo>
                    <a:cubicBezTo>
                      <a:pt x="31" y="36"/>
                      <a:pt x="31" y="36"/>
                      <a:pt x="31" y="36"/>
                    </a:cubicBezTo>
                    <a:cubicBezTo>
                      <a:pt x="31" y="36"/>
                      <a:pt x="31" y="36"/>
                      <a:pt x="31" y="36"/>
                    </a:cubicBezTo>
                    <a:cubicBezTo>
                      <a:pt x="31" y="36"/>
                      <a:pt x="31" y="36"/>
                      <a:pt x="31" y="36"/>
                    </a:cubicBezTo>
                    <a:cubicBezTo>
                      <a:pt x="31" y="36"/>
                      <a:pt x="31" y="36"/>
                      <a:pt x="31" y="36"/>
                    </a:cubicBezTo>
                    <a:cubicBezTo>
                      <a:pt x="31" y="36"/>
                      <a:pt x="31" y="36"/>
                      <a:pt x="31" y="36"/>
                    </a:cubicBezTo>
                    <a:cubicBezTo>
                      <a:pt x="31" y="36"/>
                      <a:pt x="31" y="36"/>
                      <a:pt x="31" y="36"/>
                    </a:cubicBezTo>
                    <a:cubicBezTo>
                      <a:pt x="31" y="37"/>
                      <a:pt x="31" y="37"/>
                      <a:pt x="31" y="37"/>
                    </a:cubicBezTo>
                    <a:cubicBezTo>
                      <a:pt x="31" y="37"/>
                      <a:pt x="31" y="37"/>
                      <a:pt x="31" y="37"/>
                    </a:cubicBezTo>
                    <a:cubicBezTo>
                      <a:pt x="31" y="37"/>
                      <a:pt x="31" y="37"/>
                      <a:pt x="31" y="37"/>
                    </a:cubicBezTo>
                    <a:cubicBezTo>
                      <a:pt x="31" y="37"/>
                      <a:pt x="31" y="37"/>
                      <a:pt x="31" y="37"/>
                    </a:cubicBezTo>
                    <a:cubicBezTo>
                      <a:pt x="31" y="37"/>
                      <a:pt x="31" y="37"/>
                      <a:pt x="31" y="37"/>
                    </a:cubicBezTo>
                    <a:cubicBezTo>
                      <a:pt x="31" y="37"/>
                      <a:pt x="31" y="37"/>
                      <a:pt x="31" y="37"/>
                    </a:cubicBezTo>
                    <a:cubicBezTo>
                      <a:pt x="31" y="37"/>
                      <a:pt x="31" y="37"/>
                      <a:pt x="31" y="37"/>
                    </a:cubicBezTo>
                    <a:cubicBezTo>
                      <a:pt x="31" y="37"/>
                      <a:pt x="31" y="37"/>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7"/>
                      <a:pt x="31" y="37"/>
                    </a:cubicBezTo>
                    <a:cubicBezTo>
                      <a:pt x="31" y="37"/>
                      <a:pt x="31" y="37"/>
                      <a:pt x="31" y="37"/>
                    </a:cubicBezTo>
                    <a:cubicBezTo>
                      <a:pt x="31" y="37"/>
                      <a:pt x="31" y="37"/>
                      <a:pt x="31" y="37"/>
                    </a:cubicBezTo>
                    <a:cubicBezTo>
                      <a:pt x="31" y="37"/>
                      <a:pt x="31" y="37"/>
                      <a:pt x="31" y="37"/>
                    </a:cubicBezTo>
                    <a:cubicBezTo>
                      <a:pt x="31" y="37"/>
                      <a:pt x="31" y="37"/>
                      <a:pt x="32" y="37"/>
                    </a:cubicBezTo>
                    <a:cubicBezTo>
                      <a:pt x="32" y="37"/>
                      <a:pt x="32" y="37"/>
                      <a:pt x="32" y="37"/>
                    </a:cubicBezTo>
                    <a:cubicBezTo>
                      <a:pt x="32" y="37"/>
                      <a:pt x="32" y="37"/>
                      <a:pt x="32" y="37"/>
                    </a:cubicBezTo>
                    <a:cubicBezTo>
                      <a:pt x="32" y="37"/>
                      <a:pt x="32" y="37"/>
                      <a:pt x="32" y="37"/>
                    </a:cubicBezTo>
                    <a:cubicBezTo>
                      <a:pt x="32" y="37"/>
                      <a:pt x="32" y="37"/>
                      <a:pt x="32" y="37"/>
                    </a:cubicBezTo>
                    <a:cubicBezTo>
                      <a:pt x="32" y="37"/>
                      <a:pt x="32" y="37"/>
                      <a:pt x="32" y="37"/>
                    </a:cubicBezTo>
                    <a:cubicBezTo>
                      <a:pt x="32" y="37"/>
                      <a:pt x="32" y="37"/>
                      <a:pt x="32" y="37"/>
                    </a:cubicBezTo>
                    <a:cubicBezTo>
                      <a:pt x="32" y="37"/>
                      <a:pt x="32" y="37"/>
                      <a:pt x="32" y="37"/>
                    </a:cubicBezTo>
                    <a:cubicBezTo>
                      <a:pt x="32" y="37"/>
                      <a:pt x="32" y="37"/>
                      <a:pt x="32" y="37"/>
                    </a:cubicBezTo>
                    <a:cubicBezTo>
                      <a:pt x="32" y="37"/>
                      <a:pt x="32" y="37"/>
                      <a:pt x="32" y="37"/>
                    </a:cubicBezTo>
                    <a:cubicBezTo>
                      <a:pt x="32" y="37"/>
                      <a:pt x="32" y="38"/>
                      <a:pt x="31" y="38"/>
                    </a:cubicBezTo>
                    <a:cubicBezTo>
                      <a:pt x="31" y="38"/>
                      <a:pt x="31" y="38"/>
                      <a:pt x="31" y="38"/>
                    </a:cubicBezTo>
                    <a:cubicBezTo>
                      <a:pt x="31" y="38"/>
                      <a:pt x="32" y="38"/>
                      <a:pt x="32" y="38"/>
                    </a:cubicBezTo>
                    <a:cubicBezTo>
                      <a:pt x="32" y="38"/>
                      <a:pt x="32" y="38"/>
                      <a:pt x="32" y="38"/>
                    </a:cubicBezTo>
                    <a:cubicBezTo>
                      <a:pt x="32" y="38"/>
                      <a:pt x="32" y="38"/>
                      <a:pt x="32" y="38"/>
                    </a:cubicBezTo>
                    <a:cubicBezTo>
                      <a:pt x="32" y="38"/>
                      <a:pt x="32" y="38"/>
                      <a:pt x="32" y="38"/>
                    </a:cubicBezTo>
                    <a:cubicBezTo>
                      <a:pt x="32" y="38"/>
                      <a:pt x="32" y="38"/>
                      <a:pt x="32" y="38"/>
                    </a:cubicBezTo>
                    <a:cubicBezTo>
                      <a:pt x="32" y="38"/>
                      <a:pt x="32" y="38"/>
                      <a:pt x="32" y="38"/>
                    </a:cubicBezTo>
                    <a:cubicBezTo>
                      <a:pt x="32" y="38"/>
                      <a:pt x="32" y="38"/>
                      <a:pt x="32" y="39"/>
                    </a:cubicBezTo>
                    <a:cubicBezTo>
                      <a:pt x="32" y="39"/>
                      <a:pt x="32" y="39"/>
                      <a:pt x="32" y="39"/>
                    </a:cubicBezTo>
                    <a:cubicBezTo>
                      <a:pt x="32" y="39"/>
                      <a:pt x="32" y="39"/>
                      <a:pt x="32" y="38"/>
                    </a:cubicBezTo>
                    <a:cubicBezTo>
                      <a:pt x="32" y="38"/>
                      <a:pt x="32" y="38"/>
                      <a:pt x="32" y="38"/>
                    </a:cubicBezTo>
                    <a:cubicBezTo>
                      <a:pt x="32" y="38"/>
                      <a:pt x="32" y="38"/>
                      <a:pt x="32" y="38"/>
                    </a:cubicBezTo>
                    <a:cubicBezTo>
                      <a:pt x="32" y="38"/>
                      <a:pt x="31" y="38"/>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8"/>
                      <a:pt x="31" y="38"/>
                    </a:cubicBezTo>
                    <a:cubicBezTo>
                      <a:pt x="31" y="38"/>
                      <a:pt x="31" y="39"/>
                      <a:pt x="31" y="39"/>
                    </a:cubicBezTo>
                    <a:cubicBezTo>
                      <a:pt x="31" y="39"/>
                      <a:pt x="31" y="39"/>
                      <a:pt x="31" y="39"/>
                    </a:cubicBezTo>
                    <a:cubicBezTo>
                      <a:pt x="31" y="39"/>
                      <a:pt x="31" y="39"/>
                      <a:pt x="31" y="39"/>
                    </a:cubicBezTo>
                    <a:cubicBezTo>
                      <a:pt x="30" y="39"/>
                      <a:pt x="30" y="39"/>
                      <a:pt x="30" y="39"/>
                    </a:cubicBezTo>
                    <a:cubicBezTo>
                      <a:pt x="30" y="39"/>
                      <a:pt x="30" y="39"/>
                      <a:pt x="30" y="39"/>
                    </a:cubicBezTo>
                    <a:cubicBezTo>
                      <a:pt x="30" y="39"/>
                      <a:pt x="30" y="39"/>
                      <a:pt x="30" y="39"/>
                    </a:cubicBezTo>
                    <a:cubicBezTo>
                      <a:pt x="30" y="39"/>
                      <a:pt x="30" y="39"/>
                      <a:pt x="30" y="39"/>
                    </a:cubicBezTo>
                    <a:cubicBezTo>
                      <a:pt x="30" y="39"/>
                      <a:pt x="30" y="39"/>
                      <a:pt x="30" y="39"/>
                    </a:cubicBezTo>
                    <a:cubicBezTo>
                      <a:pt x="30" y="39"/>
                      <a:pt x="30" y="39"/>
                      <a:pt x="30" y="39"/>
                    </a:cubicBezTo>
                    <a:cubicBezTo>
                      <a:pt x="30" y="39"/>
                      <a:pt x="30" y="39"/>
                      <a:pt x="30" y="39"/>
                    </a:cubicBezTo>
                    <a:cubicBezTo>
                      <a:pt x="30" y="39"/>
                      <a:pt x="30" y="39"/>
                      <a:pt x="30" y="39"/>
                    </a:cubicBezTo>
                    <a:cubicBezTo>
                      <a:pt x="30" y="39"/>
                      <a:pt x="30" y="39"/>
                      <a:pt x="30" y="39"/>
                    </a:cubicBezTo>
                    <a:cubicBezTo>
                      <a:pt x="30" y="39"/>
                      <a:pt x="31"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29" y="40"/>
                    </a:cubicBezTo>
                    <a:cubicBezTo>
                      <a:pt x="29" y="40"/>
                      <a:pt x="29" y="40"/>
                      <a:pt x="29" y="40"/>
                    </a:cubicBezTo>
                    <a:cubicBezTo>
                      <a:pt x="29" y="40"/>
                      <a:pt x="29" y="40"/>
                      <a:pt x="29" y="40"/>
                    </a:cubicBezTo>
                    <a:cubicBezTo>
                      <a:pt x="29" y="40"/>
                      <a:pt x="29" y="40"/>
                      <a:pt x="29"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0" y="40"/>
                    </a:cubicBezTo>
                    <a:cubicBezTo>
                      <a:pt x="30" y="40"/>
                      <a:pt x="30"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0"/>
                      <a:pt x="31" y="40"/>
                      <a:pt x="31" y="40"/>
                    </a:cubicBezTo>
                    <a:cubicBezTo>
                      <a:pt x="31" y="41"/>
                      <a:pt x="31" y="41"/>
                      <a:pt x="31" y="41"/>
                    </a:cubicBezTo>
                    <a:cubicBezTo>
                      <a:pt x="31" y="41"/>
                      <a:pt x="31" y="41"/>
                      <a:pt x="31" y="41"/>
                    </a:cubicBezTo>
                    <a:cubicBezTo>
                      <a:pt x="31" y="41"/>
                      <a:pt x="31" y="41"/>
                      <a:pt x="31" y="41"/>
                    </a:cubicBezTo>
                    <a:cubicBezTo>
                      <a:pt x="31" y="41"/>
                      <a:pt x="31" y="41"/>
                      <a:pt x="31" y="41"/>
                    </a:cubicBezTo>
                    <a:cubicBezTo>
                      <a:pt x="31" y="41"/>
                      <a:pt x="31" y="41"/>
                      <a:pt x="31" y="41"/>
                    </a:cubicBezTo>
                    <a:cubicBezTo>
                      <a:pt x="31" y="41"/>
                      <a:pt x="31" y="41"/>
                      <a:pt x="31" y="41"/>
                    </a:cubicBezTo>
                    <a:cubicBezTo>
                      <a:pt x="31" y="41"/>
                      <a:pt x="31" y="41"/>
                      <a:pt x="31" y="41"/>
                    </a:cubicBezTo>
                    <a:cubicBezTo>
                      <a:pt x="31" y="41"/>
                      <a:pt x="31" y="41"/>
                      <a:pt x="31" y="41"/>
                    </a:cubicBezTo>
                    <a:cubicBezTo>
                      <a:pt x="30" y="41"/>
                      <a:pt x="30" y="41"/>
                      <a:pt x="30" y="41"/>
                    </a:cubicBezTo>
                    <a:cubicBezTo>
                      <a:pt x="30" y="41"/>
                      <a:pt x="31" y="41"/>
                      <a:pt x="31" y="41"/>
                    </a:cubicBezTo>
                    <a:cubicBezTo>
                      <a:pt x="31" y="41"/>
                      <a:pt x="31" y="41"/>
                      <a:pt x="31" y="41"/>
                    </a:cubicBezTo>
                    <a:cubicBezTo>
                      <a:pt x="31" y="41"/>
                      <a:pt x="31" y="41"/>
                      <a:pt x="31" y="41"/>
                    </a:cubicBezTo>
                    <a:cubicBezTo>
                      <a:pt x="31" y="41"/>
                      <a:pt x="31" y="41"/>
                      <a:pt x="31" y="41"/>
                    </a:cubicBezTo>
                    <a:cubicBezTo>
                      <a:pt x="31" y="41"/>
                      <a:pt x="31" y="41"/>
                      <a:pt x="31" y="41"/>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30" y="41"/>
                      <a:pt x="30" y="41"/>
                    </a:cubicBezTo>
                    <a:cubicBezTo>
                      <a:pt x="30"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29" y="41"/>
                      <a:pt x="29" y="41"/>
                      <a:pt x="29" y="41"/>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30" y="42"/>
                      <a:pt x="30" y="42"/>
                      <a:pt x="30" y="42"/>
                    </a:cubicBezTo>
                    <a:cubicBezTo>
                      <a:pt x="30" y="42"/>
                      <a:pt x="30" y="42"/>
                      <a:pt x="30" y="42"/>
                    </a:cubicBezTo>
                    <a:cubicBezTo>
                      <a:pt x="30" y="42"/>
                      <a:pt x="30" y="42"/>
                      <a:pt x="30" y="42"/>
                    </a:cubicBezTo>
                    <a:cubicBezTo>
                      <a:pt x="30" y="42"/>
                      <a:pt x="30" y="42"/>
                      <a:pt x="30" y="42"/>
                    </a:cubicBezTo>
                    <a:cubicBezTo>
                      <a:pt x="30" y="42"/>
                      <a:pt x="30" y="42"/>
                      <a:pt x="30" y="42"/>
                    </a:cubicBezTo>
                    <a:cubicBezTo>
                      <a:pt x="30" y="42"/>
                      <a:pt x="30" y="42"/>
                      <a:pt x="30" y="42"/>
                    </a:cubicBezTo>
                    <a:cubicBezTo>
                      <a:pt x="30" y="42"/>
                      <a:pt x="30" y="42"/>
                      <a:pt x="30" y="42"/>
                    </a:cubicBezTo>
                    <a:cubicBezTo>
                      <a:pt x="30" y="42"/>
                      <a:pt x="30"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8" y="42"/>
                      <a:pt x="28" y="42"/>
                    </a:cubicBezTo>
                    <a:cubicBezTo>
                      <a:pt x="28" y="42"/>
                      <a:pt x="28" y="42"/>
                      <a:pt x="28" y="42"/>
                    </a:cubicBezTo>
                    <a:cubicBezTo>
                      <a:pt x="28" y="42"/>
                      <a:pt x="28" y="42"/>
                      <a:pt x="28" y="42"/>
                    </a:cubicBezTo>
                    <a:cubicBezTo>
                      <a:pt x="28" y="42"/>
                      <a:pt x="28" y="42"/>
                      <a:pt x="28" y="42"/>
                    </a:cubicBezTo>
                    <a:cubicBezTo>
                      <a:pt x="28" y="42"/>
                      <a:pt x="28" y="42"/>
                      <a:pt x="28"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9" y="42"/>
                      <a:pt x="29" y="42"/>
                      <a:pt x="29" y="42"/>
                    </a:cubicBezTo>
                    <a:cubicBezTo>
                      <a:pt x="28" y="42"/>
                      <a:pt x="28" y="42"/>
                      <a:pt x="28" y="42"/>
                    </a:cubicBezTo>
                    <a:cubicBezTo>
                      <a:pt x="28" y="42"/>
                      <a:pt x="28" y="42"/>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8" y="43"/>
                      <a:pt x="28" y="43"/>
                      <a:pt x="28" y="43"/>
                    </a:cubicBezTo>
                    <a:cubicBezTo>
                      <a:pt x="29" y="43"/>
                      <a:pt x="29" y="43"/>
                      <a:pt x="29" y="43"/>
                    </a:cubicBezTo>
                    <a:cubicBezTo>
                      <a:pt x="29" y="43"/>
                      <a:pt x="29" y="43"/>
                      <a:pt x="29" y="43"/>
                    </a:cubicBezTo>
                    <a:cubicBezTo>
                      <a:pt x="29" y="43"/>
                      <a:pt x="29" y="43"/>
                      <a:pt x="29" y="43"/>
                    </a:cubicBezTo>
                    <a:cubicBezTo>
                      <a:pt x="29" y="43"/>
                      <a:pt x="29" y="43"/>
                      <a:pt x="29" y="43"/>
                    </a:cubicBezTo>
                    <a:cubicBezTo>
                      <a:pt x="29" y="43"/>
                      <a:pt x="29" y="43"/>
                      <a:pt x="29" y="43"/>
                    </a:cubicBezTo>
                    <a:cubicBezTo>
                      <a:pt x="29" y="43"/>
                      <a:pt x="29" y="43"/>
                      <a:pt x="29" y="43"/>
                    </a:cubicBezTo>
                    <a:cubicBezTo>
                      <a:pt x="29" y="43"/>
                      <a:pt x="29" y="43"/>
                      <a:pt x="29" y="43"/>
                    </a:cubicBezTo>
                    <a:cubicBezTo>
                      <a:pt x="29" y="44"/>
                      <a:pt x="29" y="44"/>
                      <a:pt x="29" y="44"/>
                    </a:cubicBezTo>
                    <a:cubicBezTo>
                      <a:pt x="29" y="44"/>
                      <a:pt x="29" y="44"/>
                      <a:pt x="29" y="44"/>
                    </a:cubicBezTo>
                    <a:cubicBezTo>
                      <a:pt x="29" y="44"/>
                      <a:pt x="29" y="44"/>
                      <a:pt x="29" y="44"/>
                    </a:cubicBezTo>
                    <a:cubicBezTo>
                      <a:pt x="29" y="44"/>
                      <a:pt x="29" y="44"/>
                      <a:pt x="29" y="43"/>
                    </a:cubicBezTo>
                    <a:cubicBezTo>
                      <a:pt x="29" y="43"/>
                      <a:pt x="29" y="43"/>
                      <a:pt x="29" y="43"/>
                    </a:cubicBezTo>
                    <a:cubicBezTo>
                      <a:pt x="30" y="43"/>
                      <a:pt x="30" y="43"/>
                      <a:pt x="30" y="43"/>
                    </a:cubicBezTo>
                    <a:cubicBezTo>
                      <a:pt x="30" y="43"/>
                      <a:pt x="30" y="43"/>
                      <a:pt x="30" y="43"/>
                    </a:cubicBezTo>
                    <a:cubicBezTo>
                      <a:pt x="30" y="43"/>
                      <a:pt x="30" y="43"/>
                      <a:pt x="30" y="43"/>
                    </a:cubicBezTo>
                    <a:cubicBezTo>
                      <a:pt x="30" y="43"/>
                      <a:pt x="30" y="43"/>
                      <a:pt x="30" y="43"/>
                    </a:cubicBezTo>
                    <a:cubicBezTo>
                      <a:pt x="30" y="43"/>
                      <a:pt x="30" y="43"/>
                      <a:pt x="30" y="43"/>
                    </a:cubicBezTo>
                    <a:cubicBezTo>
                      <a:pt x="30" y="43"/>
                      <a:pt x="30" y="43"/>
                      <a:pt x="30" y="43"/>
                    </a:cubicBezTo>
                    <a:cubicBezTo>
                      <a:pt x="30" y="43"/>
                      <a:pt x="30" y="43"/>
                      <a:pt x="30" y="43"/>
                    </a:cubicBezTo>
                    <a:cubicBezTo>
                      <a:pt x="30" y="43"/>
                      <a:pt x="30" y="43"/>
                      <a:pt x="30" y="43"/>
                    </a:cubicBezTo>
                    <a:cubicBezTo>
                      <a:pt x="30" y="43"/>
                      <a:pt x="30" y="43"/>
                      <a:pt x="30" y="44"/>
                    </a:cubicBezTo>
                    <a:cubicBezTo>
                      <a:pt x="30" y="44"/>
                      <a:pt x="30" y="44"/>
                      <a:pt x="30" y="44"/>
                    </a:cubicBezTo>
                    <a:cubicBezTo>
                      <a:pt x="30" y="44"/>
                      <a:pt x="30" y="44"/>
                      <a:pt x="30"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29" y="44"/>
                    </a:cubicBezTo>
                    <a:cubicBezTo>
                      <a:pt x="29" y="44"/>
                      <a:pt x="29"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4"/>
                      <a:pt x="30" y="44"/>
                      <a:pt x="30" y="44"/>
                    </a:cubicBezTo>
                    <a:cubicBezTo>
                      <a:pt x="30" y="45"/>
                      <a:pt x="30" y="45"/>
                      <a:pt x="30" y="45"/>
                    </a:cubicBezTo>
                    <a:cubicBezTo>
                      <a:pt x="30" y="45"/>
                      <a:pt x="30" y="45"/>
                      <a:pt x="30" y="45"/>
                    </a:cubicBezTo>
                    <a:cubicBezTo>
                      <a:pt x="30" y="45"/>
                      <a:pt x="30" y="45"/>
                      <a:pt x="30" y="44"/>
                    </a:cubicBezTo>
                    <a:cubicBezTo>
                      <a:pt x="30" y="44"/>
                      <a:pt x="30" y="44"/>
                      <a:pt x="30" y="44"/>
                    </a:cubicBezTo>
                    <a:cubicBezTo>
                      <a:pt x="30" y="44"/>
                      <a:pt x="30" y="44"/>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5"/>
                      <a:pt x="29" y="45"/>
                    </a:cubicBezTo>
                    <a:cubicBezTo>
                      <a:pt x="29" y="45"/>
                      <a:pt x="29" y="46"/>
                      <a:pt x="29" y="46"/>
                    </a:cubicBezTo>
                    <a:cubicBezTo>
                      <a:pt x="29" y="46"/>
                      <a:pt x="29" y="46"/>
                      <a:pt x="29" y="46"/>
                    </a:cubicBezTo>
                    <a:cubicBezTo>
                      <a:pt x="29" y="46"/>
                      <a:pt x="29" y="46"/>
                      <a:pt x="29" y="46"/>
                    </a:cubicBezTo>
                    <a:cubicBezTo>
                      <a:pt x="30" y="46"/>
                      <a:pt x="30" y="46"/>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5"/>
                      <a:pt x="30" y="45"/>
                    </a:cubicBezTo>
                    <a:cubicBezTo>
                      <a:pt x="30" y="45"/>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29" y="46"/>
                      <a:pt x="29" y="46"/>
                    </a:cubicBezTo>
                    <a:cubicBezTo>
                      <a:pt x="29" y="46"/>
                      <a:pt x="29" y="46"/>
                      <a:pt x="29" y="46"/>
                    </a:cubicBezTo>
                    <a:cubicBezTo>
                      <a:pt x="29" y="46"/>
                      <a:pt x="29" y="46"/>
                      <a:pt x="29" y="46"/>
                    </a:cubicBezTo>
                    <a:cubicBezTo>
                      <a:pt x="29" y="46"/>
                      <a:pt x="29" y="46"/>
                      <a:pt x="29" y="46"/>
                    </a:cubicBezTo>
                    <a:cubicBezTo>
                      <a:pt x="29" y="46"/>
                      <a:pt x="29" y="46"/>
                      <a:pt x="29"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6"/>
                    </a:cubicBezTo>
                    <a:cubicBezTo>
                      <a:pt x="30" y="46"/>
                      <a:pt x="30" y="46"/>
                      <a:pt x="30" y="47"/>
                    </a:cubicBezTo>
                    <a:cubicBezTo>
                      <a:pt x="30" y="47"/>
                      <a:pt x="30" y="47"/>
                      <a:pt x="30" y="47"/>
                    </a:cubicBezTo>
                    <a:cubicBezTo>
                      <a:pt x="30" y="47"/>
                      <a:pt x="30" y="47"/>
                      <a:pt x="30" y="47"/>
                    </a:cubicBezTo>
                    <a:cubicBezTo>
                      <a:pt x="30" y="47"/>
                      <a:pt x="30" y="47"/>
                      <a:pt x="30" y="47"/>
                    </a:cubicBezTo>
                    <a:cubicBezTo>
                      <a:pt x="30" y="47"/>
                      <a:pt x="30" y="47"/>
                      <a:pt x="30" y="47"/>
                    </a:cubicBezTo>
                    <a:cubicBezTo>
                      <a:pt x="30" y="47"/>
                      <a:pt x="30" y="47"/>
                      <a:pt x="30" y="47"/>
                    </a:cubicBezTo>
                    <a:cubicBezTo>
                      <a:pt x="30" y="47"/>
                      <a:pt x="30" y="47"/>
                      <a:pt x="30" y="47"/>
                    </a:cubicBezTo>
                    <a:cubicBezTo>
                      <a:pt x="30" y="47"/>
                      <a:pt x="30" y="47"/>
                      <a:pt x="30" y="47"/>
                    </a:cubicBezTo>
                    <a:cubicBezTo>
                      <a:pt x="30" y="47"/>
                      <a:pt x="30" y="48"/>
                      <a:pt x="30" y="48"/>
                    </a:cubicBezTo>
                    <a:cubicBezTo>
                      <a:pt x="30" y="48"/>
                      <a:pt x="30" y="48"/>
                      <a:pt x="30" y="48"/>
                    </a:cubicBezTo>
                    <a:cubicBezTo>
                      <a:pt x="30" y="48"/>
                      <a:pt x="30" y="48"/>
                      <a:pt x="29" y="48"/>
                    </a:cubicBezTo>
                    <a:cubicBezTo>
                      <a:pt x="29" y="48"/>
                      <a:pt x="29" y="48"/>
                      <a:pt x="29" y="48"/>
                    </a:cubicBezTo>
                    <a:cubicBezTo>
                      <a:pt x="29" y="48"/>
                      <a:pt x="29" y="48"/>
                      <a:pt x="29" y="48"/>
                    </a:cubicBezTo>
                    <a:cubicBezTo>
                      <a:pt x="29" y="48"/>
                      <a:pt x="29" y="48"/>
                      <a:pt x="29" y="48"/>
                    </a:cubicBezTo>
                    <a:cubicBezTo>
                      <a:pt x="29" y="48"/>
                      <a:pt x="29" y="48"/>
                      <a:pt x="29" y="48"/>
                    </a:cubicBezTo>
                    <a:cubicBezTo>
                      <a:pt x="29" y="48"/>
                      <a:pt x="29" y="48"/>
                      <a:pt x="29" y="48"/>
                    </a:cubicBezTo>
                    <a:cubicBezTo>
                      <a:pt x="29" y="48"/>
                      <a:pt x="29" y="48"/>
                      <a:pt x="29" y="48"/>
                    </a:cubicBezTo>
                    <a:cubicBezTo>
                      <a:pt x="29" y="48"/>
                      <a:pt x="29" y="48"/>
                      <a:pt x="29" y="48"/>
                    </a:cubicBezTo>
                    <a:cubicBezTo>
                      <a:pt x="29" y="48"/>
                      <a:pt x="29" y="48"/>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49"/>
                      <a:pt x="29" y="49"/>
                    </a:cubicBezTo>
                    <a:cubicBezTo>
                      <a:pt x="29" y="49"/>
                      <a:pt x="29" y="50"/>
                      <a:pt x="29"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1"/>
                    </a:cubicBezTo>
                    <a:cubicBezTo>
                      <a:pt x="28" y="51"/>
                      <a:pt x="28" y="51"/>
                      <a:pt x="28" y="51"/>
                    </a:cubicBezTo>
                    <a:cubicBezTo>
                      <a:pt x="28" y="51"/>
                      <a:pt x="28"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1"/>
                      <a:pt x="27" y="51"/>
                    </a:cubicBezTo>
                    <a:cubicBezTo>
                      <a:pt x="27" y="51"/>
                      <a:pt x="27" y="50"/>
                      <a:pt x="27" y="50"/>
                    </a:cubicBezTo>
                    <a:cubicBezTo>
                      <a:pt x="27" y="50"/>
                      <a:pt x="27" y="50"/>
                      <a:pt x="27"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8" y="50"/>
                      <a:pt x="28" y="50"/>
                    </a:cubicBezTo>
                    <a:cubicBezTo>
                      <a:pt x="28" y="50"/>
                      <a:pt x="27" y="50"/>
                      <a:pt x="27" y="50"/>
                    </a:cubicBezTo>
                    <a:cubicBezTo>
                      <a:pt x="27" y="50"/>
                      <a:pt x="27" y="50"/>
                      <a:pt x="27" y="50"/>
                    </a:cubicBezTo>
                    <a:cubicBezTo>
                      <a:pt x="27" y="50"/>
                      <a:pt x="27" y="50"/>
                      <a:pt x="27" y="50"/>
                    </a:cubicBezTo>
                    <a:cubicBezTo>
                      <a:pt x="27" y="50"/>
                      <a:pt x="28" y="50"/>
                      <a:pt x="28" y="50"/>
                    </a:cubicBezTo>
                    <a:cubicBezTo>
                      <a:pt x="28" y="50"/>
                      <a:pt x="28" y="50"/>
                      <a:pt x="28" y="50"/>
                    </a:cubicBezTo>
                    <a:cubicBezTo>
                      <a:pt x="28" y="50"/>
                      <a:pt x="28" y="50"/>
                      <a:pt x="28" y="50"/>
                    </a:cubicBezTo>
                    <a:cubicBezTo>
                      <a:pt x="28" y="50"/>
                      <a:pt x="28" y="50"/>
                      <a:pt x="28" y="50"/>
                    </a:cubicBezTo>
                    <a:cubicBezTo>
                      <a:pt x="28" y="50"/>
                      <a:pt x="28" y="50"/>
                      <a:pt x="28" y="49"/>
                    </a:cubicBezTo>
                    <a:cubicBezTo>
                      <a:pt x="28" y="49"/>
                      <a:pt x="28" y="49"/>
                      <a:pt x="28" y="49"/>
                    </a:cubicBezTo>
                    <a:cubicBezTo>
                      <a:pt x="28" y="49"/>
                      <a:pt x="28" y="49"/>
                      <a:pt x="28" y="49"/>
                    </a:cubicBezTo>
                    <a:cubicBezTo>
                      <a:pt x="28" y="49"/>
                      <a:pt x="28" y="49"/>
                      <a:pt x="28" y="49"/>
                    </a:cubicBezTo>
                    <a:cubicBezTo>
                      <a:pt x="28" y="49"/>
                      <a:pt x="28" y="49"/>
                      <a:pt x="28" y="49"/>
                    </a:cubicBezTo>
                    <a:cubicBezTo>
                      <a:pt x="28" y="49"/>
                      <a:pt x="28" y="49"/>
                      <a:pt x="28" y="49"/>
                    </a:cubicBezTo>
                    <a:cubicBezTo>
                      <a:pt x="28" y="49"/>
                      <a:pt x="28" y="49"/>
                      <a:pt x="28" y="49"/>
                    </a:cubicBezTo>
                    <a:cubicBezTo>
                      <a:pt x="28" y="49"/>
                      <a:pt x="27" y="49"/>
                      <a:pt x="27" y="49"/>
                    </a:cubicBezTo>
                    <a:cubicBezTo>
                      <a:pt x="27" y="49"/>
                      <a:pt x="27" y="49"/>
                      <a:pt x="27" y="49"/>
                    </a:cubicBezTo>
                    <a:cubicBezTo>
                      <a:pt x="27" y="49"/>
                      <a:pt x="27" y="49"/>
                      <a:pt x="27" y="49"/>
                    </a:cubicBezTo>
                    <a:cubicBezTo>
                      <a:pt x="27" y="49"/>
                      <a:pt x="27" y="49"/>
                      <a:pt x="27" y="49"/>
                    </a:cubicBezTo>
                    <a:cubicBezTo>
                      <a:pt x="27" y="49"/>
                      <a:pt x="27" y="49"/>
                      <a:pt x="27" y="49"/>
                    </a:cubicBezTo>
                    <a:cubicBezTo>
                      <a:pt x="27" y="48"/>
                      <a:pt x="27" y="48"/>
                      <a:pt x="27" y="48"/>
                    </a:cubicBezTo>
                    <a:cubicBezTo>
                      <a:pt x="27" y="48"/>
                      <a:pt x="27" y="48"/>
                      <a:pt x="27" y="48"/>
                    </a:cubicBezTo>
                    <a:cubicBezTo>
                      <a:pt x="27" y="48"/>
                      <a:pt x="27" y="48"/>
                      <a:pt x="27" y="48"/>
                    </a:cubicBezTo>
                    <a:cubicBezTo>
                      <a:pt x="27" y="48"/>
                      <a:pt x="27" y="48"/>
                      <a:pt x="27" y="48"/>
                    </a:cubicBezTo>
                    <a:cubicBezTo>
                      <a:pt x="26" y="48"/>
                      <a:pt x="26" y="48"/>
                      <a:pt x="26" y="48"/>
                    </a:cubicBezTo>
                    <a:cubicBezTo>
                      <a:pt x="26" y="48"/>
                      <a:pt x="26" y="48"/>
                      <a:pt x="26" y="48"/>
                    </a:cubicBezTo>
                    <a:cubicBezTo>
                      <a:pt x="26" y="48"/>
                      <a:pt x="26" y="49"/>
                      <a:pt x="26" y="49"/>
                    </a:cubicBezTo>
                    <a:cubicBezTo>
                      <a:pt x="26" y="49"/>
                      <a:pt x="26" y="49"/>
                      <a:pt x="26" y="49"/>
                    </a:cubicBezTo>
                    <a:cubicBezTo>
                      <a:pt x="26" y="49"/>
                      <a:pt x="26" y="49"/>
                      <a:pt x="26" y="49"/>
                    </a:cubicBezTo>
                    <a:cubicBezTo>
                      <a:pt x="26" y="49"/>
                      <a:pt x="26" y="49"/>
                      <a:pt x="26" y="49"/>
                    </a:cubicBezTo>
                    <a:cubicBezTo>
                      <a:pt x="26" y="49"/>
                      <a:pt x="26" y="49"/>
                      <a:pt x="26" y="49"/>
                    </a:cubicBezTo>
                    <a:cubicBezTo>
                      <a:pt x="26" y="49"/>
                      <a:pt x="26" y="49"/>
                      <a:pt x="26" y="49"/>
                    </a:cubicBezTo>
                    <a:cubicBezTo>
                      <a:pt x="26" y="49"/>
                      <a:pt x="26" y="49"/>
                      <a:pt x="26" y="49"/>
                    </a:cubicBezTo>
                    <a:cubicBezTo>
                      <a:pt x="26" y="49"/>
                      <a:pt x="26" y="49"/>
                      <a:pt x="26" y="49"/>
                    </a:cubicBezTo>
                    <a:cubicBezTo>
                      <a:pt x="26" y="49"/>
                      <a:pt x="26" y="49"/>
                      <a:pt x="26" y="49"/>
                    </a:cubicBezTo>
                    <a:cubicBezTo>
                      <a:pt x="26" y="49"/>
                      <a:pt x="26" y="49"/>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6" y="50"/>
                      <a:pt x="26" y="50"/>
                    </a:cubicBezTo>
                    <a:cubicBezTo>
                      <a:pt x="26"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0"/>
                    </a:cubicBezTo>
                    <a:cubicBezTo>
                      <a:pt x="25" y="50"/>
                      <a:pt x="25" y="50"/>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1"/>
                      <a:pt x="25" y="51"/>
                    </a:cubicBezTo>
                    <a:cubicBezTo>
                      <a:pt x="25" y="51"/>
                      <a:pt x="25" y="52"/>
                      <a:pt x="25" y="52"/>
                    </a:cubicBezTo>
                    <a:cubicBezTo>
                      <a:pt x="25" y="52"/>
                      <a:pt x="25" y="52"/>
                      <a:pt x="25" y="52"/>
                    </a:cubicBezTo>
                    <a:cubicBezTo>
                      <a:pt x="25" y="52"/>
                      <a:pt x="25" y="52"/>
                      <a:pt x="25" y="52"/>
                    </a:cubicBezTo>
                    <a:cubicBezTo>
                      <a:pt x="25" y="52"/>
                      <a:pt x="25" y="52"/>
                      <a:pt x="25" y="52"/>
                    </a:cubicBezTo>
                    <a:cubicBezTo>
                      <a:pt x="25" y="52"/>
                      <a:pt x="25" y="52"/>
                      <a:pt x="25" y="52"/>
                    </a:cubicBezTo>
                    <a:cubicBezTo>
                      <a:pt x="25" y="52"/>
                      <a:pt x="25" y="52"/>
                      <a:pt x="25" y="52"/>
                    </a:cubicBezTo>
                    <a:cubicBezTo>
                      <a:pt x="25" y="52"/>
                      <a:pt x="25" y="52"/>
                      <a:pt x="25" y="52"/>
                    </a:cubicBezTo>
                    <a:cubicBezTo>
                      <a:pt x="25" y="52"/>
                      <a:pt x="25" y="52"/>
                      <a:pt x="25"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3"/>
                      <a:pt x="24" y="53"/>
                      <a:pt x="24" y="53"/>
                    </a:cubicBezTo>
                    <a:cubicBezTo>
                      <a:pt x="24" y="53"/>
                      <a:pt x="24" y="53"/>
                      <a:pt x="24" y="53"/>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2"/>
                      <a:pt x="24" y="52"/>
                      <a:pt x="24" y="52"/>
                    </a:cubicBezTo>
                    <a:cubicBezTo>
                      <a:pt x="24" y="53"/>
                      <a:pt x="24" y="53"/>
                      <a:pt x="24" y="53"/>
                    </a:cubicBezTo>
                    <a:cubicBezTo>
                      <a:pt x="24" y="53"/>
                      <a:pt x="24" y="53"/>
                      <a:pt x="24"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3"/>
                      <a:pt x="23" y="53"/>
                      <a:pt x="23" y="53"/>
                    </a:cubicBezTo>
                    <a:cubicBezTo>
                      <a:pt x="23" y="54"/>
                      <a:pt x="23" y="54"/>
                      <a:pt x="23" y="54"/>
                    </a:cubicBezTo>
                    <a:cubicBezTo>
                      <a:pt x="23" y="54"/>
                      <a:pt x="23" y="54"/>
                      <a:pt x="23" y="54"/>
                    </a:cubicBezTo>
                    <a:cubicBezTo>
                      <a:pt x="23" y="54"/>
                      <a:pt x="23" y="54"/>
                      <a:pt x="23" y="54"/>
                    </a:cubicBezTo>
                    <a:cubicBezTo>
                      <a:pt x="23" y="54"/>
                      <a:pt x="23" y="54"/>
                      <a:pt x="23" y="54"/>
                    </a:cubicBezTo>
                    <a:cubicBezTo>
                      <a:pt x="23" y="54"/>
                      <a:pt x="23" y="54"/>
                      <a:pt x="23" y="54"/>
                    </a:cubicBezTo>
                    <a:cubicBezTo>
                      <a:pt x="23" y="54"/>
                      <a:pt x="23" y="54"/>
                      <a:pt x="23" y="54"/>
                    </a:cubicBezTo>
                    <a:cubicBezTo>
                      <a:pt x="23" y="54"/>
                      <a:pt x="23" y="54"/>
                      <a:pt x="23" y="54"/>
                    </a:cubicBezTo>
                    <a:cubicBezTo>
                      <a:pt x="23" y="54"/>
                      <a:pt x="23" y="54"/>
                      <a:pt x="23" y="54"/>
                    </a:cubicBezTo>
                    <a:cubicBezTo>
                      <a:pt x="23" y="54"/>
                      <a:pt x="23" y="54"/>
                      <a:pt x="23" y="54"/>
                    </a:cubicBezTo>
                    <a:cubicBezTo>
                      <a:pt x="22" y="54"/>
                      <a:pt x="22" y="54"/>
                      <a:pt x="22" y="54"/>
                    </a:cubicBezTo>
                    <a:cubicBezTo>
                      <a:pt x="22" y="54"/>
                      <a:pt x="22" y="54"/>
                      <a:pt x="22" y="54"/>
                    </a:cubicBezTo>
                    <a:cubicBezTo>
                      <a:pt x="22" y="54"/>
                      <a:pt x="22" y="54"/>
                      <a:pt x="22" y="54"/>
                    </a:cubicBezTo>
                    <a:cubicBezTo>
                      <a:pt x="22" y="54"/>
                      <a:pt x="22" y="54"/>
                      <a:pt x="22" y="54"/>
                    </a:cubicBezTo>
                    <a:cubicBezTo>
                      <a:pt x="22" y="54"/>
                      <a:pt x="22" y="54"/>
                      <a:pt x="22" y="54"/>
                    </a:cubicBezTo>
                    <a:cubicBezTo>
                      <a:pt x="22" y="54"/>
                      <a:pt x="22" y="54"/>
                      <a:pt x="22" y="54"/>
                    </a:cubicBezTo>
                    <a:cubicBezTo>
                      <a:pt x="22" y="54"/>
                      <a:pt x="22" y="54"/>
                      <a:pt x="22" y="54"/>
                    </a:cubicBezTo>
                    <a:cubicBezTo>
                      <a:pt x="22" y="55"/>
                      <a:pt x="22" y="55"/>
                      <a:pt x="22" y="55"/>
                    </a:cubicBezTo>
                    <a:cubicBezTo>
                      <a:pt x="22" y="55"/>
                      <a:pt x="22" y="55"/>
                      <a:pt x="22" y="55"/>
                    </a:cubicBezTo>
                    <a:cubicBezTo>
                      <a:pt x="22" y="55"/>
                      <a:pt x="22" y="55"/>
                      <a:pt x="22" y="55"/>
                    </a:cubicBezTo>
                    <a:cubicBezTo>
                      <a:pt x="22" y="55"/>
                      <a:pt x="22" y="55"/>
                      <a:pt x="22" y="55"/>
                    </a:cubicBezTo>
                    <a:cubicBezTo>
                      <a:pt x="22" y="55"/>
                      <a:pt x="22" y="55"/>
                      <a:pt x="22" y="55"/>
                    </a:cubicBezTo>
                    <a:cubicBezTo>
                      <a:pt x="22" y="55"/>
                      <a:pt x="22" y="55"/>
                      <a:pt x="22" y="55"/>
                    </a:cubicBezTo>
                    <a:cubicBezTo>
                      <a:pt x="22" y="55"/>
                      <a:pt x="22" y="55"/>
                      <a:pt x="22" y="55"/>
                    </a:cubicBezTo>
                    <a:cubicBezTo>
                      <a:pt x="22" y="55"/>
                      <a:pt x="22" y="55"/>
                      <a:pt x="22" y="55"/>
                    </a:cubicBezTo>
                    <a:cubicBezTo>
                      <a:pt x="22" y="55"/>
                      <a:pt x="22" y="55"/>
                      <a:pt x="22" y="55"/>
                    </a:cubicBezTo>
                    <a:cubicBezTo>
                      <a:pt x="22" y="55"/>
                      <a:pt x="22" y="55"/>
                      <a:pt x="22" y="55"/>
                    </a:cubicBezTo>
                    <a:cubicBezTo>
                      <a:pt x="22" y="55"/>
                      <a:pt x="21" y="55"/>
                      <a:pt x="21" y="55"/>
                    </a:cubicBezTo>
                    <a:cubicBezTo>
                      <a:pt x="21" y="55"/>
                      <a:pt x="21" y="55"/>
                      <a:pt x="21" y="55"/>
                    </a:cubicBezTo>
                    <a:cubicBezTo>
                      <a:pt x="21" y="55"/>
                      <a:pt x="21" y="55"/>
                      <a:pt x="21" y="55"/>
                    </a:cubicBezTo>
                    <a:cubicBezTo>
                      <a:pt x="21" y="55"/>
                      <a:pt x="21" y="55"/>
                      <a:pt x="21" y="55"/>
                    </a:cubicBezTo>
                    <a:cubicBezTo>
                      <a:pt x="21" y="55"/>
                      <a:pt x="21" y="55"/>
                      <a:pt x="21" y="55"/>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1" y="56"/>
                      <a:pt x="21" y="56"/>
                    </a:cubicBezTo>
                    <a:cubicBezTo>
                      <a:pt x="21" y="56"/>
                      <a:pt x="20" y="56"/>
                      <a:pt x="20" y="56"/>
                    </a:cubicBezTo>
                    <a:cubicBezTo>
                      <a:pt x="20" y="56"/>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20" y="57"/>
                      <a:pt x="20" y="57"/>
                    </a:cubicBezTo>
                    <a:cubicBezTo>
                      <a:pt x="20" y="57"/>
                      <a:pt x="19" y="57"/>
                      <a:pt x="19" y="57"/>
                    </a:cubicBezTo>
                    <a:cubicBezTo>
                      <a:pt x="19" y="57"/>
                      <a:pt x="19" y="57"/>
                      <a:pt x="19" y="57"/>
                    </a:cubicBezTo>
                    <a:cubicBezTo>
                      <a:pt x="19" y="57"/>
                      <a:pt x="19" y="57"/>
                      <a:pt x="19" y="57"/>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9" y="58"/>
                      <a:pt x="19" y="58"/>
                    </a:cubicBezTo>
                    <a:cubicBezTo>
                      <a:pt x="19" y="58"/>
                      <a:pt x="18" y="58"/>
                      <a:pt x="18" y="58"/>
                    </a:cubicBezTo>
                    <a:cubicBezTo>
                      <a:pt x="18" y="58"/>
                      <a:pt x="18" y="58"/>
                      <a:pt x="18" y="58"/>
                    </a:cubicBezTo>
                    <a:cubicBezTo>
                      <a:pt x="18" y="59"/>
                      <a:pt x="18" y="59"/>
                      <a:pt x="18" y="59"/>
                    </a:cubicBezTo>
                    <a:cubicBezTo>
                      <a:pt x="18" y="59"/>
                      <a:pt x="18" y="59"/>
                      <a:pt x="18" y="59"/>
                    </a:cubicBezTo>
                    <a:cubicBezTo>
                      <a:pt x="18" y="59"/>
                      <a:pt x="18" y="59"/>
                      <a:pt x="18" y="59"/>
                    </a:cubicBezTo>
                    <a:cubicBezTo>
                      <a:pt x="18" y="59"/>
                      <a:pt x="18" y="59"/>
                      <a:pt x="18" y="59"/>
                    </a:cubicBezTo>
                    <a:cubicBezTo>
                      <a:pt x="18" y="59"/>
                      <a:pt x="18" y="59"/>
                      <a:pt x="18" y="59"/>
                    </a:cubicBezTo>
                    <a:cubicBezTo>
                      <a:pt x="18" y="59"/>
                      <a:pt x="18" y="59"/>
                      <a:pt x="18" y="59"/>
                    </a:cubicBezTo>
                    <a:cubicBezTo>
                      <a:pt x="18" y="59"/>
                      <a:pt x="18" y="59"/>
                      <a:pt x="18" y="59"/>
                    </a:cubicBezTo>
                    <a:cubicBezTo>
                      <a:pt x="18" y="59"/>
                      <a:pt x="18" y="60"/>
                      <a:pt x="18" y="60"/>
                    </a:cubicBezTo>
                    <a:cubicBezTo>
                      <a:pt x="18" y="60"/>
                      <a:pt x="18" y="60"/>
                      <a:pt x="18" y="60"/>
                    </a:cubicBezTo>
                    <a:cubicBezTo>
                      <a:pt x="18" y="60"/>
                      <a:pt x="18" y="60"/>
                      <a:pt x="18" y="60"/>
                    </a:cubicBezTo>
                    <a:cubicBezTo>
                      <a:pt x="18" y="60"/>
                      <a:pt x="18" y="60"/>
                      <a:pt x="18" y="60"/>
                    </a:cubicBezTo>
                    <a:cubicBezTo>
                      <a:pt x="18" y="60"/>
                      <a:pt x="18" y="60"/>
                      <a:pt x="18" y="60"/>
                    </a:cubicBezTo>
                    <a:cubicBezTo>
                      <a:pt x="18" y="60"/>
                      <a:pt x="18" y="60"/>
                      <a:pt x="18" y="60"/>
                    </a:cubicBezTo>
                    <a:cubicBezTo>
                      <a:pt x="17" y="60"/>
                      <a:pt x="17" y="60"/>
                      <a:pt x="17" y="60"/>
                    </a:cubicBezTo>
                    <a:cubicBezTo>
                      <a:pt x="17" y="60"/>
                      <a:pt x="17" y="60"/>
                      <a:pt x="17" y="60"/>
                    </a:cubicBezTo>
                    <a:cubicBezTo>
                      <a:pt x="17" y="60"/>
                      <a:pt x="17" y="60"/>
                      <a:pt x="17" y="60"/>
                    </a:cubicBezTo>
                    <a:cubicBezTo>
                      <a:pt x="17" y="60"/>
                      <a:pt x="17" y="60"/>
                      <a:pt x="17" y="60"/>
                    </a:cubicBezTo>
                    <a:cubicBezTo>
                      <a:pt x="17" y="61"/>
                      <a:pt x="17" y="61"/>
                      <a:pt x="17" y="61"/>
                    </a:cubicBezTo>
                    <a:cubicBezTo>
                      <a:pt x="17" y="61"/>
                      <a:pt x="17" y="61"/>
                      <a:pt x="17" y="61"/>
                    </a:cubicBezTo>
                    <a:cubicBezTo>
                      <a:pt x="17" y="61"/>
                      <a:pt x="17" y="61"/>
                      <a:pt x="17" y="61"/>
                    </a:cubicBezTo>
                    <a:cubicBezTo>
                      <a:pt x="17" y="61"/>
                      <a:pt x="17" y="61"/>
                      <a:pt x="17" y="61"/>
                    </a:cubicBezTo>
                    <a:cubicBezTo>
                      <a:pt x="17" y="61"/>
                      <a:pt x="17" y="61"/>
                      <a:pt x="17" y="61"/>
                    </a:cubicBezTo>
                    <a:cubicBezTo>
                      <a:pt x="17" y="61"/>
                      <a:pt x="17" y="61"/>
                      <a:pt x="17" y="61"/>
                    </a:cubicBezTo>
                    <a:cubicBezTo>
                      <a:pt x="17" y="61"/>
                      <a:pt x="17" y="61"/>
                      <a:pt x="17" y="61"/>
                    </a:cubicBezTo>
                    <a:cubicBezTo>
                      <a:pt x="17" y="61"/>
                      <a:pt x="17" y="62"/>
                      <a:pt x="17" y="62"/>
                    </a:cubicBezTo>
                    <a:cubicBezTo>
                      <a:pt x="17"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2"/>
                      <a:pt x="16" y="62"/>
                      <a:pt x="16" y="62"/>
                    </a:cubicBezTo>
                    <a:cubicBezTo>
                      <a:pt x="16" y="63"/>
                      <a:pt x="16" y="63"/>
                      <a:pt x="16" y="63"/>
                    </a:cubicBezTo>
                    <a:cubicBezTo>
                      <a:pt x="16" y="63"/>
                      <a:pt x="16" y="63"/>
                      <a:pt x="16" y="62"/>
                    </a:cubicBezTo>
                    <a:cubicBezTo>
                      <a:pt x="16" y="62"/>
                      <a:pt x="16" y="62"/>
                      <a:pt x="16" y="62"/>
                    </a:cubicBezTo>
                    <a:cubicBezTo>
                      <a:pt x="16" y="62"/>
                      <a:pt x="16" y="62"/>
                      <a:pt x="16" y="62"/>
                    </a:cubicBezTo>
                    <a:cubicBezTo>
                      <a:pt x="16" y="62"/>
                      <a:pt x="16" y="62"/>
                      <a:pt x="16" y="63"/>
                    </a:cubicBezTo>
                    <a:cubicBezTo>
                      <a:pt x="16" y="63"/>
                      <a:pt x="16" y="63"/>
                      <a:pt x="16" y="63"/>
                    </a:cubicBezTo>
                    <a:cubicBezTo>
                      <a:pt x="16" y="63"/>
                      <a:pt x="16" y="63"/>
                      <a:pt x="16" y="63"/>
                    </a:cubicBezTo>
                    <a:cubicBezTo>
                      <a:pt x="16" y="63"/>
                      <a:pt x="16" y="63"/>
                      <a:pt x="16" y="63"/>
                    </a:cubicBezTo>
                    <a:cubicBezTo>
                      <a:pt x="16" y="63"/>
                      <a:pt x="16" y="63"/>
                      <a:pt x="16" y="63"/>
                    </a:cubicBezTo>
                    <a:cubicBezTo>
                      <a:pt x="16" y="63"/>
                      <a:pt x="16"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3"/>
                      <a:pt x="15" y="63"/>
                      <a:pt x="15" y="63"/>
                    </a:cubicBezTo>
                    <a:cubicBezTo>
                      <a:pt x="15" y="64"/>
                      <a:pt x="15" y="64"/>
                      <a:pt x="15" y="64"/>
                    </a:cubicBezTo>
                    <a:cubicBezTo>
                      <a:pt x="15" y="64"/>
                      <a:pt x="15" y="64"/>
                      <a:pt x="15" y="64"/>
                    </a:cubicBezTo>
                    <a:cubicBezTo>
                      <a:pt x="15" y="64"/>
                      <a:pt x="15" y="64"/>
                      <a:pt x="15" y="64"/>
                    </a:cubicBezTo>
                    <a:cubicBezTo>
                      <a:pt x="15" y="64"/>
                      <a:pt x="15" y="64"/>
                      <a:pt x="15" y="64"/>
                    </a:cubicBezTo>
                    <a:cubicBezTo>
                      <a:pt x="15" y="64"/>
                      <a:pt x="15" y="64"/>
                      <a:pt x="15" y="64"/>
                    </a:cubicBezTo>
                    <a:cubicBezTo>
                      <a:pt x="15" y="64"/>
                      <a:pt x="15" y="64"/>
                      <a:pt x="15" y="64"/>
                    </a:cubicBezTo>
                    <a:cubicBezTo>
                      <a:pt x="15" y="64"/>
                      <a:pt x="15" y="64"/>
                      <a:pt x="15" y="64"/>
                    </a:cubicBezTo>
                    <a:cubicBezTo>
                      <a:pt x="15" y="64"/>
                      <a:pt x="15" y="64"/>
                      <a:pt x="15" y="64"/>
                    </a:cubicBezTo>
                    <a:cubicBezTo>
                      <a:pt x="15" y="64"/>
                      <a:pt x="15" y="65"/>
                      <a:pt x="15" y="65"/>
                    </a:cubicBezTo>
                    <a:cubicBezTo>
                      <a:pt x="15" y="65"/>
                      <a:pt x="15" y="65"/>
                      <a:pt x="15" y="65"/>
                    </a:cubicBezTo>
                    <a:cubicBezTo>
                      <a:pt x="15" y="65"/>
                      <a:pt x="15" y="65"/>
                      <a:pt x="15" y="65"/>
                    </a:cubicBezTo>
                    <a:cubicBezTo>
                      <a:pt x="15" y="65"/>
                      <a:pt x="15" y="65"/>
                      <a:pt x="15" y="65"/>
                    </a:cubicBezTo>
                    <a:cubicBezTo>
                      <a:pt x="15" y="65"/>
                      <a:pt x="15" y="65"/>
                      <a:pt x="15" y="65"/>
                    </a:cubicBezTo>
                    <a:cubicBezTo>
                      <a:pt x="15" y="65"/>
                      <a:pt x="15" y="65"/>
                      <a:pt x="15" y="65"/>
                    </a:cubicBezTo>
                    <a:cubicBezTo>
                      <a:pt x="15" y="65"/>
                      <a:pt x="15" y="65"/>
                      <a:pt x="15" y="65"/>
                    </a:cubicBezTo>
                    <a:cubicBezTo>
                      <a:pt x="15" y="65"/>
                      <a:pt x="15" y="65"/>
                      <a:pt x="15" y="65"/>
                    </a:cubicBezTo>
                    <a:cubicBezTo>
                      <a:pt x="15" y="65"/>
                      <a:pt x="15" y="65"/>
                      <a:pt x="15" y="65"/>
                    </a:cubicBezTo>
                    <a:cubicBezTo>
                      <a:pt x="15" y="65"/>
                      <a:pt x="15" y="65"/>
                      <a:pt x="15" y="65"/>
                    </a:cubicBezTo>
                    <a:cubicBezTo>
                      <a:pt x="15" y="65"/>
                      <a:pt x="14" y="65"/>
                      <a:pt x="14" y="65"/>
                    </a:cubicBezTo>
                    <a:cubicBezTo>
                      <a:pt x="14" y="65"/>
                      <a:pt x="14" y="65"/>
                      <a:pt x="15" y="65"/>
                    </a:cubicBezTo>
                    <a:cubicBezTo>
                      <a:pt x="15" y="65"/>
                      <a:pt x="15" y="65"/>
                      <a:pt x="15" y="65"/>
                    </a:cubicBezTo>
                    <a:cubicBezTo>
                      <a:pt x="15" y="65"/>
                      <a:pt x="15" y="65"/>
                      <a:pt x="15" y="65"/>
                    </a:cubicBezTo>
                    <a:cubicBezTo>
                      <a:pt x="15" y="66"/>
                      <a:pt x="15" y="66"/>
                      <a:pt x="15" y="66"/>
                    </a:cubicBezTo>
                    <a:cubicBezTo>
                      <a:pt x="15" y="66"/>
                      <a:pt x="15" y="66"/>
                      <a:pt x="15" y="66"/>
                    </a:cubicBezTo>
                    <a:cubicBezTo>
                      <a:pt x="15" y="66"/>
                      <a:pt x="14" y="66"/>
                      <a:pt x="14" y="66"/>
                    </a:cubicBezTo>
                    <a:cubicBezTo>
                      <a:pt x="14" y="66"/>
                      <a:pt x="14" y="66"/>
                      <a:pt x="14" y="66"/>
                    </a:cubicBezTo>
                    <a:cubicBezTo>
                      <a:pt x="14" y="66"/>
                      <a:pt x="14" y="66"/>
                      <a:pt x="14" y="66"/>
                    </a:cubicBezTo>
                    <a:cubicBezTo>
                      <a:pt x="14" y="66"/>
                      <a:pt x="14" y="66"/>
                      <a:pt x="14" y="66"/>
                    </a:cubicBezTo>
                    <a:cubicBezTo>
                      <a:pt x="14" y="66"/>
                      <a:pt x="14" y="66"/>
                      <a:pt x="14" y="66"/>
                    </a:cubicBezTo>
                    <a:cubicBezTo>
                      <a:pt x="14" y="66"/>
                      <a:pt x="14" y="66"/>
                      <a:pt x="14" y="66"/>
                    </a:cubicBezTo>
                    <a:cubicBezTo>
                      <a:pt x="14" y="66"/>
                      <a:pt x="14" y="66"/>
                      <a:pt x="14" y="66"/>
                    </a:cubicBezTo>
                    <a:cubicBezTo>
                      <a:pt x="14" y="66"/>
                      <a:pt x="14" y="66"/>
                      <a:pt x="14" y="66"/>
                    </a:cubicBezTo>
                    <a:cubicBezTo>
                      <a:pt x="14" y="66"/>
                      <a:pt x="14" y="66"/>
                      <a:pt x="14" y="66"/>
                    </a:cubicBezTo>
                    <a:cubicBezTo>
                      <a:pt x="14" y="66"/>
                      <a:pt x="14" y="66"/>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7"/>
                      <a:pt x="14" y="67"/>
                      <a:pt x="14" y="67"/>
                    </a:cubicBezTo>
                    <a:cubicBezTo>
                      <a:pt x="14" y="68"/>
                      <a:pt x="14" y="68"/>
                      <a:pt x="14" y="68"/>
                    </a:cubicBezTo>
                    <a:cubicBezTo>
                      <a:pt x="14" y="68"/>
                      <a:pt x="14" y="68"/>
                      <a:pt x="14" y="68"/>
                    </a:cubicBezTo>
                    <a:cubicBezTo>
                      <a:pt x="14" y="68"/>
                      <a:pt x="14" y="68"/>
                      <a:pt x="14" y="68"/>
                    </a:cubicBezTo>
                    <a:cubicBezTo>
                      <a:pt x="14" y="68"/>
                      <a:pt x="14" y="68"/>
                      <a:pt x="14" y="68"/>
                    </a:cubicBezTo>
                    <a:cubicBezTo>
                      <a:pt x="14" y="68"/>
                      <a:pt x="14" y="68"/>
                      <a:pt x="14" y="68"/>
                    </a:cubicBezTo>
                    <a:cubicBezTo>
                      <a:pt x="14" y="68"/>
                      <a:pt x="14" y="68"/>
                      <a:pt x="14" y="68"/>
                    </a:cubicBezTo>
                    <a:cubicBezTo>
                      <a:pt x="14" y="68"/>
                      <a:pt x="14" y="68"/>
                      <a:pt x="14" y="68"/>
                    </a:cubicBezTo>
                    <a:cubicBezTo>
                      <a:pt x="14" y="68"/>
                      <a:pt x="14" y="68"/>
                      <a:pt x="14" y="68"/>
                    </a:cubicBezTo>
                    <a:cubicBezTo>
                      <a:pt x="14" y="68"/>
                      <a:pt x="14" y="68"/>
                      <a:pt x="14" y="68"/>
                    </a:cubicBezTo>
                    <a:cubicBezTo>
                      <a:pt x="14" y="68"/>
                      <a:pt x="14" y="68"/>
                      <a:pt x="14" y="68"/>
                    </a:cubicBezTo>
                    <a:cubicBezTo>
                      <a:pt x="14" y="68"/>
                      <a:pt x="14" y="68"/>
                      <a:pt x="14" y="69"/>
                    </a:cubicBezTo>
                    <a:cubicBezTo>
                      <a:pt x="14" y="69"/>
                      <a:pt x="14" y="69"/>
                      <a:pt x="14" y="69"/>
                    </a:cubicBezTo>
                    <a:cubicBezTo>
                      <a:pt x="14" y="69"/>
                      <a:pt x="14" y="69"/>
                      <a:pt x="14" y="69"/>
                    </a:cubicBezTo>
                    <a:cubicBezTo>
                      <a:pt x="14" y="69"/>
                      <a:pt x="14" y="69"/>
                      <a:pt x="14" y="69"/>
                    </a:cubicBezTo>
                    <a:cubicBezTo>
                      <a:pt x="14" y="69"/>
                      <a:pt x="14" y="69"/>
                      <a:pt x="14" y="69"/>
                    </a:cubicBezTo>
                    <a:cubicBezTo>
                      <a:pt x="14" y="69"/>
                      <a:pt x="14" y="69"/>
                      <a:pt x="14" y="69"/>
                    </a:cubicBezTo>
                    <a:cubicBezTo>
                      <a:pt x="14" y="69"/>
                      <a:pt x="14" y="69"/>
                      <a:pt x="14" y="69"/>
                    </a:cubicBezTo>
                    <a:cubicBezTo>
                      <a:pt x="14" y="69"/>
                      <a:pt x="14" y="69"/>
                      <a:pt x="14" y="69"/>
                    </a:cubicBezTo>
                    <a:cubicBezTo>
                      <a:pt x="14" y="69"/>
                      <a:pt x="14" y="69"/>
                      <a:pt x="14" y="70"/>
                    </a:cubicBezTo>
                    <a:cubicBezTo>
                      <a:pt x="14" y="70"/>
                      <a:pt x="13" y="70"/>
                      <a:pt x="14" y="70"/>
                    </a:cubicBezTo>
                    <a:cubicBezTo>
                      <a:pt x="14" y="70"/>
                      <a:pt x="14" y="70"/>
                      <a:pt x="14" y="70"/>
                    </a:cubicBezTo>
                    <a:cubicBezTo>
                      <a:pt x="14" y="70"/>
                      <a:pt x="14" y="70"/>
                      <a:pt x="14" y="70"/>
                    </a:cubicBezTo>
                    <a:cubicBezTo>
                      <a:pt x="14" y="70"/>
                      <a:pt x="14" y="70"/>
                      <a:pt x="14" y="70"/>
                    </a:cubicBezTo>
                    <a:cubicBezTo>
                      <a:pt x="14" y="70"/>
                      <a:pt x="14" y="70"/>
                      <a:pt x="14" y="70"/>
                    </a:cubicBezTo>
                    <a:cubicBezTo>
                      <a:pt x="14" y="70"/>
                      <a:pt x="14" y="70"/>
                      <a:pt x="14" y="70"/>
                    </a:cubicBezTo>
                    <a:cubicBezTo>
                      <a:pt x="14" y="70"/>
                      <a:pt x="14" y="70"/>
                      <a:pt x="14" y="70"/>
                    </a:cubicBezTo>
                    <a:cubicBezTo>
                      <a:pt x="14" y="70"/>
                      <a:pt x="14" y="70"/>
                      <a:pt x="14" y="70"/>
                    </a:cubicBezTo>
                    <a:cubicBezTo>
                      <a:pt x="14" y="70"/>
                      <a:pt x="14" y="70"/>
                      <a:pt x="14" y="70"/>
                    </a:cubicBezTo>
                    <a:cubicBezTo>
                      <a:pt x="14" y="70"/>
                      <a:pt x="14" y="71"/>
                      <a:pt x="14" y="71"/>
                    </a:cubicBezTo>
                    <a:cubicBezTo>
                      <a:pt x="14" y="71"/>
                      <a:pt x="14" y="71"/>
                      <a:pt x="14" y="71"/>
                    </a:cubicBezTo>
                    <a:cubicBezTo>
                      <a:pt x="14" y="71"/>
                      <a:pt x="14" y="71"/>
                      <a:pt x="14" y="71"/>
                    </a:cubicBezTo>
                    <a:cubicBezTo>
                      <a:pt x="14" y="71"/>
                      <a:pt x="14" y="71"/>
                      <a:pt x="14" y="71"/>
                    </a:cubicBezTo>
                    <a:cubicBezTo>
                      <a:pt x="14" y="71"/>
                      <a:pt x="14" y="71"/>
                      <a:pt x="14" y="71"/>
                    </a:cubicBezTo>
                    <a:cubicBezTo>
                      <a:pt x="14" y="71"/>
                      <a:pt x="14" y="71"/>
                      <a:pt x="13" y="71"/>
                    </a:cubicBezTo>
                    <a:cubicBezTo>
                      <a:pt x="13" y="71"/>
                      <a:pt x="13" y="71"/>
                      <a:pt x="13" y="71"/>
                    </a:cubicBezTo>
                    <a:cubicBezTo>
                      <a:pt x="13" y="71"/>
                      <a:pt x="13" y="71"/>
                      <a:pt x="13" y="71"/>
                    </a:cubicBezTo>
                    <a:cubicBezTo>
                      <a:pt x="13" y="71"/>
                      <a:pt x="13" y="71"/>
                      <a:pt x="13" y="71"/>
                    </a:cubicBezTo>
                    <a:cubicBezTo>
                      <a:pt x="13" y="71"/>
                      <a:pt x="13" y="71"/>
                      <a:pt x="13" y="71"/>
                    </a:cubicBezTo>
                    <a:cubicBezTo>
                      <a:pt x="13" y="71"/>
                      <a:pt x="13" y="71"/>
                      <a:pt x="13" y="71"/>
                    </a:cubicBezTo>
                    <a:cubicBezTo>
                      <a:pt x="13" y="71"/>
                      <a:pt x="13" y="71"/>
                      <a:pt x="13" y="71"/>
                    </a:cubicBezTo>
                    <a:cubicBezTo>
                      <a:pt x="13" y="71"/>
                      <a:pt x="13" y="71"/>
                      <a:pt x="13" y="71"/>
                    </a:cubicBezTo>
                    <a:cubicBezTo>
                      <a:pt x="13" y="71"/>
                      <a:pt x="13" y="71"/>
                      <a:pt x="13" y="71"/>
                    </a:cubicBezTo>
                    <a:cubicBezTo>
                      <a:pt x="13" y="72"/>
                      <a:pt x="13" y="72"/>
                      <a:pt x="13" y="72"/>
                    </a:cubicBezTo>
                    <a:cubicBezTo>
                      <a:pt x="13" y="72"/>
                      <a:pt x="13" y="72"/>
                      <a:pt x="13" y="72"/>
                    </a:cubicBezTo>
                    <a:cubicBezTo>
                      <a:pt x="13" y="72"/>
                      <a:pt x="13" y="72"/>
                      <a:pt x="13" y="72"/>
                    </a:cubicBezTo>
                    <a:cubicBezTo>
                      <a:pt x="13" y="72"/>
                      <a:pt x="13" y="72"/>
                      <a:pt x="13" y="72"/>
                    </a:cubicBezTo>
                    <a:cubicBezTo>
                      <a:pt x="13" y="72"/>
                      <a:pt x="13" y="72"/>
                      <a:pt x="13" y="72"/>
                    </a:cubicBezTo>
                    <a:cubicBezTo>
                      <a:pt x="13" y="72"/>
                      <a:pt x="13" y="72"/>
                      <a:pt x="13" y="72"/>
                    </a:cubicBezTo>
                    <a:cubicBezTo>
                      <a:pt x="13" y="72"/>
                      <a:pt x="13" y="72"/>
                      <a:pt x="13" y="72"/>
                    </a:cubicBezTo>
                    <a:cubicBezTo>
                      <a:pt x="13" y="72"/>
                      <a:pt x="13" y="72"/>
                      <a:pt x="13" y="73"/>
                    </a:cubicBezTo>
                    <a:cubicBezTo>
                      <a:pt x="13" y="73"/>
                      <a:pt x="13" y="73"/>
                      <a:pt x="13" y="73"/>
                    </a:cubicBezTo>
                    <a:cubicBezTo>
                      <a:pt x="13" y="73"/>
                      <a:pt x="13" y="73"/>
                      <a:pt x="13" y="73"/>
                    </a:cubicBezTo>
                    <a:cubicBezTo>
                      <a:pt x="13" y="73"/>
                      <a:pt x="13" y="73"/>
                      <a:pt x="13" y="73"/>
                    </a:cubicBezTo>
                    <a:cubicBezTo>
                      <a:pt x="13" y="73"/>
                      <a:pt x="13" y="73"/>
                      <a:pt x="13" y="73"/>
                    </a:cubicBezTo>
                    <a:cubicBezTo>
                      <a:pt x="13" y="73"/>
                      <a:pt x="13" y="73"/>
                      <a:pt x="13" y="73"/>
                    </a:cubicBezTo>
                    <a:cubicBezTo>
                      <a:pt x="13" y="73"/>
                      <a:pt x="13" y="73"/>
                      <a:pt x="13" y="73"/>
                    </a:cubicBezTo>
                    <a:cubicBezTo>
                      <a:pt x="13" y="73"/>
                      <a:pt x="13" y="73"/>
                      <a:pt x="13" y="73"/>
                    </a:cubicBezTo>
                    <a:cubicBezTo>
                      <a:pt x="13" y="73"/>
                      <a:pt x="13" y="73"/>
                      <a:pt x="13" y="73"/>
                    </a:cubicBezTo>
                    <a:cubicBezTo>
                      <a:pt x="13" y="73"/>
                      <a:pt x="13" y="73"/>
                      <a:pt x="13" y="73"/>
                    </a:cubicBezTo>
                    <a:cubicBezTo>
                      <a:pt x="13" y="74"/>
                      <a:pt x="13" y="74"/>
                      <a:pt x="13" y="74"/>
                    </a:cubicBezTo>
                    <a:cubicBezTo>
                      <a:pt x="13" y="74"/>
                      <a:pt x="13" y="74"/>
                      <a:pt x="13" y="74"/>
                    </a:cubicBezTo>
                    <a:cubicBezTo>
                      <a:pt x="13" y="74"/>
                      <a:pt x="13" y="74"/>
                      <a:pt x="13" y="74"/>
                    </a:cubicBezTo>
                    <a:cubicBezTo>
                      <a:pt x="13" y="74"/>
                      <a:pt x="13" y="74"/>
                      <a:pt x="13" y="74"/>
                    </a:cubicBezTo>
                    <a:cubicBezTo>
                      <a:pt x="13" y="74"/>
                      <a:pt x="13" y="74"/>
                      <a:pt x="13" y="74"/>
                    </a:cubicBezTo>
                    <a:cubicBezTo>
                      <a:pt x="13" y="74"/>
                      <a:pt x="13" y="74"/>
                      <a:pt x="13" y="74"/>
                    </a:cubicBezTo>
                    <a:cubicBezTo>
                      <a:pt x="13" y="74"/>
                      <a:pt x="13" y="74"/>
                      <a:pt x="13" y="74"/>
                    </a:cubicBezTo>
                    <a:cubicBezTo>
                      <a:pt x="13" y="74"/>
                      <a:pt x="13" y="74"/>
                      <a:pt x="13" y="74"/>
                    </a:cubicBezTo>
                    <a:cubicBezTo>
                      <a:pt x="13" y="74"/>
                      <a:pt x="13" y="74"/>
                      <a:pt x="13" y="74"/>
                    </a:cubicBezTo>
                    <a:cubicBezTo>
                      <a:pt x="13" y="74"/>
                      <a:pt x="13" y="74"/>
                      <a:pt x="13" y="74"/>
                    </a:cubicBezTo>
                    <a:cubicBezTo>
                      <a:pt x="13" y="74"/>
                      <a:pt x="13" y="74"/>
                      <a:pt x="13" y="74"/>
                    </a:cubicBezTo>
                    <a:cubicBezTo>
                      <a:pt x="13" y="75"/>
                      <a:pt x="13" y="75"/>
                      <a:pt x="13" y="75"/>
                    </a:cubicBezTo>
                    <a:cubicBezTo>
                      <a:pt x="13" y="75"/>
                      <a:pt x="13" y="75"/>
                      <a:pt x="13" y="75"/>
                    </a:cubicBezTo>
                    <a:cubicBezTo>
                      <a:pt x="13" y="75"/>
                      <a:pt x="13" y="75"/>
                      <a:pt x="13" y="75"/>
                    </a:cubicBezTo>
                    <a:cubicBezTo>
                      <a:pt x="13" y="75"/>
                      <a:pt x="13" y="75"/>
                      <a:pt x="13" y="75"/>
                    </a:cubicBezTo>
                    <a:cubicBezTo>
                      <a:pt x="13" y="75"/>
                      <a:pt x="13" y="75"/>
                      <a:pt x="13" y="75"/>
                    </a:cubicBezTo>
                    <a:cubicBezTo>
                      <a:pt x="13" y="75"/>
                      <a:pt x="13" y="75"/>
                      <a:pt x="13" y="75"/>
                    </a:cubicBezTo>
                    <a:cubicBezTo>
                      <a:pt x="13" y="75"/>
                      <a:pt x="13" y="75"/>
                      <a:pt x="13" y="75"/>
                    </a:cubicBezTo>
                    <a:cubicBezTo>
                      <a:pt x="13" y="75"/>
                      <a:pt x="13" y="75"/>
                      <a:pt x="13" y="75"/>
                    </a:cubicBezTo>
                    <a:cubicBezTo>
                      <a:pt x="13" y="75"/>
                      <a:pt x="13" y="75"/>
                      <a:pt x="13" y="75"/>
                    </a:cubicBezTo>
                    <a:cubicBezTo>
                      <a:pt x="13" y="75"/>
                      <a:pt x="13" y="75"/>
                      <a:pt x="13" y="75"/>
                    </a:cubicBezTo>
                    <a:cubicBezTo>
                      <a:pt x="14" y="75"/>
                      <a:pt x="14" y="75"/>
                      <a:pt x="14" y="75"/>
                    </a:cubicBezTo>
                    <a:cubicBezTo>
                      <a:pt x="14" y="75"/>
                      <a:pt x="14" y="75"/>
                      <a:pt x="14" y="75"/>
                    </a:cubicBezTo>
                    <a:cubicBezTo>
                      <a:pt x="14" y="75"/>
                      <a:pt x="14" y="75"/>
                      <a:pt x="14" y="76"/>
                    </a:cubicBezTo>
                    <a:cubicBezTo>
                      <a:pt x="14" y="76"/>
                      <a:pt x="14" y="76"/>
                      <a:pt x="14" y="76"/>
                    </a:cubicBezTo>
                    <a:cubicBezTo>
                      <a:pt x="14" y="76"/>
                      <a:pt x="14" y="76"/>
                      <a:pt x="14" y="76"/>
                    </a:cubicBezTo>
                    <a:cubicBezTo>
                      <a:pt x="14" y="76"/>
                      <a:pt x="14" y="76"/>
                      <a:pt x="14" y="76"/>
                    </a:cubicBezTo>
                    <a:cubicBezTo>
                      <a:pt x="14" y="76"/>
                      <a:pt x="14" y="76"/>
                      <a:pt x="14" y="76"/>
                    </a:cubicBezTo>
                    <a:cubicBezTo>
                      <a:pt x="14" y="76"/>
                      <a:pt x="14" y="76"/>
                      <a:pt x="14" y="76"/>
                    </a:cubicBezTo>
                    <a:cubicBezTo>
                      <a:pt x="14" y="76"/>
                      <a:pt x="14" y="76"/>
                      <a:pt x="14" y="76"/>
                    </a:cubicBezTo>
                    <a:cubicBezTo>
                      <a:pt x="14" y="76"/>
                      <a:pt x="14" y="76"/>
                      <a:pt x="14" y="76"/>
                    </a:cubicBezTo>
                    <a:cubicBezTo>
                      <a:pt x="14" y="76"/>
                      <a:pt x="14" y="76"/>
                      <a:pt x="14" y="76"/>
                    </a:cubicBezTo>
                    <a:cubicBezTo>
                      <a:pt x="14" y="76"/>
                      <a:pt x="14" y="76"/>
                      <a:pt x="14" y="76"/>
                    </a:cubicBezTo>
                    <a:cubicBezTo>
                      <a:pt x="14" y="76"/>
                      <a:pt x="14" y="76"/>
                      <a:pt x="14" y="76"/>
                    </a:cubicBezTo>
                    <a:cubicBezTo>
                      <a:pt x="14" y="76"/>
                      <a:pt x="14" y="76"/>
                      <a:pt x="15" y="76"/>
                    </a:cubicBezTo>
                    <a:cubicBezTo>
                      <a:pt x="15" y="76"/>
                      <a:pt x="15" y="76"/>
                      <a:pt x="15" y="76"/>
                    </a:cubicBezTo>
                    <a:cubicBezTo>
                      <a:pt x="15" y="76"/>
                      <a:pt x="15" y="76"/>
                      <a:pt x="15" y="76"/>
                    </a:cubicBezTo>
                    <a:cubicBezTo>
                      <a:pt x="15" y="76"/>
                      <a:pt x="15" y="76"/>
                      <a:pt x="15" y="76"/>
                    </a:cubicBezTo>
                    <a:cubicBezTo>
                      <a:pt x="15" y="76"/>
                      <a:pt x="15" y="76"/>
                      <a:pt x="15" y="76"/>
                    </a:cubicBezTo>
                    <a:cubicBezTo>
                      <a:pt x="15" y="76"/>
                      <a:pt x="15" y="76"/>
                      <a:pt x="15" y="77"/>
                    </a:cubicBezTo>
                    <a:cubicBezTo>
                      <a:pt x="14" y="77"/>
                      <a:pt x="14" y="77"/>
                      <a:pt x="14" y="77"/>
                    </a:cubicBezTo>
                    <a:cubicBezTo>
                      <a:pt x="15" y="77"/>
                      <a:pt x="15" y="77"/>
                      <a:pt x="15" y="77"/>
                    </a:cubicBezTo>
                    <a:cubicBezTo>
                      <a:pt x="15" y="77"/>
                      <a:pt x="15" y="77"/>
                      <a:pt x="15" y="77"/>
                    </a:cubicBezTo>
                    <a:cubicBezTo>
                      <a:pt x="15" y="77"/>
                      <a:pt x="15" y="77"/>
                      <a:pt x="15" y="77"/>
                    </a:cubicBezTo>
                    <a:cubicBezTo>
                      <a:pt x="15" y="77"/>
                      <a:pt x="15" y="77"/>
                      <a:pt x="15" y="77"/>
                    </a:cubicBezTo>
                    <a:cubicBezTo>
                      <a:pt x="15" y="77"/>
                      <a:pt x="15" y="77"/>
                      <a:pt x="15" y="77"/>
                    </a:cubicBezTo>
                    <a:cubicBezTo>
                      <a:pt x="15" y="78"/>
                      <a:pt x="15" y="78"/>
                      <a:pt x="15" y="78"/>
                    </a:cubicBezTo>
                    <a:cubicBezTo>
                      <a:pt x="15" y="78"/>
                      <a:pt x="15" y="78"/>
                      <a:pt x="15" y="78"/>
                    </a:cubicBezTo>
                    <a:cubicBezTo>
                      <a:pt x="15" y="78"/>
                      <a:pt x="15" y="78"/>
                      <a:pt x="15" y="78"/>
                    </a:cubicBezTo>
                    <a:cubicBezTo>
                      <a:pt x="15" y="78"/>
                      <a:pt x="15" y="78"/>
                      <a:pt x="15" y="79"/>
                    </a:cubicBezTo>
                    <a:cubicBezTo>
                      <a:pt x="15" y="79"/>
                      <a:pt x="15" y="79"/>
                      <a:pt x="15" y="79"/>
                    </a:cubicBezTo>
                    <a:cubicBezTo>
                      <a:pt x="15" y="79"/>
                      <a:pt x="15" y="79"/>
                      <a:pt x="15" y="79"/>
                    </a:cubicBezTo>
                    <a:cubicBezTo>
                      <a:pt x="15" y="79"/>
                      <a:pt x="15" y="79"/>
                      <a:pt x="15" y="79"/>
                    </a:cubicBezTo>
                    <a:cubicBezTo>
                      <a:pt x="15" y="79"/>
                      <a:pt x="15" y="79"/>
                      <a:pt x="15" y="79"/>
                    </a:cubicBezTo>
                    <a:cubicBezTo>
                      <a:pt x="15" y="79"/>
                      <a:pt x="15" y="79"/>
                      <a:pt x="15" y="79"/>
                    </a:cubicBezTo>
                    <a:cubicBezTo>
                      <a:pt x="15" y="79"/>
                      <a:pt x="15" y="79"/>
                      <a:pt x="15" y="79"/>
                    </a:cubicBezTo>
                    <a:cubicBezTo>
                      <a:pt x="15" y="80"/>
                      <a:pt x="15" y="80"/>
                      <a:pt x="15" y="80"/>
                    </a:cubicBezTo>
                    <a:cubicBezTo>
                      <a:pt x="15" y="80"/>
                      <a:pt x="15" y="80"/>
                      <a:pt x="14" y="80"/>
                    </a:cubicBezTo>
                    <a:cubicBezTo>
                      <a:pt x="14" y="80"/>
                      <a:pt x="14" y="80"/>
                      <a:pt x="14" y="80"/>
                    </a:cubicBezTo>
                    <a:cubicBezTo>
                      <a:pt x="14" y="80"/>
                      <a:pt x="14" y="80"/>
                      <a:pt x="14" y="80"/>
                    </a:cubicBezTo>
                    <a:cubicBezTo>
                      <a:pt x="14" y="80"/>
                      <a:pt x="14" y="80"/>
                      <a:pt x="14" y="80"/>
                    </a:cubicBezTo>
                    <a:cubicBezTo>
                      <a:pt x="15" y="80"/>
                      <a:pt x="15" y="81"/>
                      <a:pt x="15" y="81"/>
                    </a:cubicBezTo>
                    <a:cubicBezTo>
                      <a:pt x="15" y="81"/>
                      <a:pt x="14" y="81"/>
                      <a:pt x="14" y="81"/>
                    </a:cubicBezTo>
                    <a:cubicBezTo>
                      <a:pt x="14" y="81"/>
                      <a:pt x="14" y="81"/>
                      <a:pt x="14" y="81"/>
                    </a:cubicBezTo>
                    <a:cubicBezTo>
                      <a:pt x="14" y="81"/>
                      <a:pt x="14" y="81"/>
                      <a:pt x="14" y="81"/>
                    </a:cubicBezTo>
                    <a:cubicBezTo>
                      <a:pt x="14" y="81"/>
                      <a:pt x="14" y="81"/>
                      <a:pt x="14" y="81"/>
                    </a:cubicBezTo>
                    <a:cubicBezTo>
                      <a:pt x="14" y="81"/>
                      <a:pt x="14" y="81"/>
                      <a:pt x="14" y="81"/>
                    </a:cubicBezTo>
                    <a:cubicBezTo>
                      <a:pt x="14" y="81"/>
                      <a:pt x="14" y="81"/>
                      <a:pt x="14" y="81"/>
                    </a:cubicBezTo>
                    <a:cubicBezTo>
                      <a:pt x="14" y="81"/>
                      <a:pt x="14" y="81"/>
                      <a:pt x="14" y="81"/>
                    </a:cubicBezTo>
                    <a:cubicBezTo>
                      <a:pt x="15" y="82"/>
                      <a:pt x="15" y="82"/>
                      <a:pt x="15" y="82"/>
                    </a:cubicBezTo>
                    <a:cubicBezTo>
                      <a:pt x="15" y="82"/>
                      <a:pt x="15" y="82"/>
                      <a:pt x="15" y="82"/>
                    </a:cubicBezTo>
                    <a:cubicBezTo>
                      <a:pt x="15" y="82"/>
                      <a:pt x="15" y="82"/>
                      <a:pt x="14" y="82"/>
                    </a:cubicBezTo>
                    <a:cubicBezTo>
                      <a:pt x="14" y="82"/>
                      <a:pt x="14" y="82"/>
                      <a:pt x="14" y="82"/>
                    </a:cubicBezTo>
                    <a:cubicBezTo>
                      <a:pt x="14" y="82"/>
                      <a:pt x="14" y="82"/>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3"/>
                      <a:pt x="14" y="83"/>
                      <a:pt x="14" y="83"/>
                    </a:cubicBezTo>
                    <a:cubicBezTo>
                      <a:pt x="14" y="84"/>
                      <a:pt x="14" y="84"/>
                      <a:pt x="14" y="84"/>
                    </a:cubicBezTo>
                    <a:cubicBezTo>
                      <a:pt x="14" y="84"/>
                      <a:pt x="14" y="84"/>
                      <a:pt x="14" y="84"/>
                    </a:cubicBezTo>
                    <a:cubicBezTo>
                      <a:pt x="14" y="84"/>
                      <a:pt x="14" y="84"/>
                      <a:pt x="14" y="84"/>
                    </a:cubicBezTo>
                    <a:cubicBezTo>
                      <a:pt x="14" y="84"/>
                      <a:pt x="14" y="84"/>
                      <a:pt x="14" y="84"/>
                    </a:cubicBezTo>
                    <a:cubicBezTo>
                      <a:pt x="14" y="84"/>
                      <a:pt x="14" y="84"/>
                      <a:pt x="14" y="84"/>
                    </a:cubicBezTo>
                    <a:cubicBezTo>
                      <a:pt x="14" y="84"/>
                      <a:pt x="14" y="84"/>
                      <a:pt x="14" y="84"/>
                    </a:cubicBezTo>
                    <a:cubicBezTo>
                      <a:pt x="14" y="84"/>
                      <a:pt x="14" y="84"/>
                      <a:pt x="14" y="85"/>
                    </a:cubicBezTo>
                    <a:cubicBezTo>
                      <a:pt x="14" y="85"/>
                      <a:pt x="14" y="85"/>
                      <a:pt x="14" y="85"/>
                    </a:cubicBezTo>
                    <a:cubicBezTo>
                      <a:pt x="14" y="85"/>
                      <a:pt x="14" y="85"/>
                      <a:pt x="14" y="85"/>
                    </a:cubicBezTo>
                    <a:cubicBezTo>
                      <a:pt x="14" y="85"/>
                      <a:pt x="14" y="85"/>
                      <a:pt x="14" y="85"/>
                    </a:cubicBezTo>
                    <a:cubicBezTo>
                      <a:pt x="14" y="85"/>
                      <a:pt x="14" y="85"/>
                      <a:pt x="14" y="85"/>
                    </a:cubicBezTo>
                    <a:cubicBezTo>
                      <a:pt x="14" y="85"/>
                      <a:pt x="14" y="85"/>
                      <a:pt x="14" y="85"/>
                    </a:cubicBezTo>
                    <a:cubicBezTo>
                      <a:pt x="14" y="85"/>
                      <a:pt x="14" y="85"/>
                      <a:pt x="14" y="85"/>
                    </a:cubicBezTo>
                    <a:cubicBezTo>
                      <a:pt x="14" y="85"/>
                      <a:pt x="14" y="85"/>
                      <a:pt x="14" y="85"/>
                    </a:cubicBezTo>
                    <a:cubicBezTo>
                      <a:pt x="15" y="85"/>
                      <a:pt x="15" y="86"/>
                      <a:pt x="15" y="86"/>
                    </a:cubicBezTo>
                    <a:cubicBezTo>
                      <a:pt x="15" y="86"/>
                      <a:pt x="15" y="86"/>
                      <a:pt x="15" y="86"/>
                    </a:cubicBezTo>
                    <a:cubicBezTo>
                      <a:pt x="15" y="86"/>
                      <a:pt x="15" y="86"/>
                      <a:pt x="15" y="86"/>
                    </a:cubicBezTo>
                    <a:cubicBezTo>
                      <a:pt x="15" y="86"/>
                      <a:pt x="15" y="86"/>
                      <a:pt x="15" y="86"/>
                    </a:cubicBezTo>
                    <a:cubicBezTo>
                      <a:pt x="15" y="86"/>
                      <a:pt x="15" y="86"/>
                      <a:pt x="15" y="86"/>
                    </a:cubicBezTo>
                    <a:cubicBezTo>
                      <a:pt x="15" y="86"/>
                      <a:pt x="15" y="86"/>
                      <a:pt x="15" y="86"/>
                    </a:cubicBezTo>
                    <a:cubicBezTo>
                      <a:pt x="15" y="86"/>
                      <a:pt x="15" y="86"/>
                      <a:pt x="15" y="86"/>
                    </a:cubicBezTo>
                    <a:cubicBezTo>
                      <a:pt x="15" y="86"/>
                      <a:pt x="15" y="86"/>
                      <a:pt x="15" y="86"/>
                    </a:cubicBezTo>
                    <a:cubicBezTo>
                      <a:pt x="15" y="87"/>
                      <a:pt x="15" y="87"/>
                      <a:pt x="15" y="87"/>
                    </a:cubicBezTo>
                    <a:cubicBezTo>
                      <a:pt x="15" y="87"/>
                      <a:pt x="15" y="87"/>
                      <a:pt x="15" y="87"/>
                    </a:cubicBezTo>
                    <a:cubicBezTo>
                      <a:pt x="15" y="87"/>
                      <a:pt x="15" y="87"/>
                      <a:pt x="15" y="87"/>
                    </a:cubicBezTo>
                    <a:cubicBezTo>
                      <a:pt x="15" y="87"/>
                      <a:pt x="15" y="87"/>
                      <a:pt x="15" y="87"/>
                    </a:cubicBezTo>
                    <a:cubicBezTo>
                      <a:pt x="15" y="87"/>
                      <a:pt x="15" y="87"/>
                      <a:pt x="15" y="87"/>
                    </a:cubicBezTo>
                    <a:cubicBezTo>
                      <a:pt x="15" y="88"/>
                      <a:pt x="15" y="88"/>
                      <a:pt x="15" y="88"/>
                    </a:cubicBezTo>
                    <a:cubicBezTo>
                      <a:pt x="15" y="88"/>
                      <a:pt x="15" y="88"/>
                      <a:pt x="15" y="88"/>
                    </a:cubicBezTo>
                    <a:cubicBezTo>
                      <a:pt x="15" y="88"/>
                      <a:pt x="15" y="88"/>
                      <a:pt x="15" y="88"/>
                    </a:cubicBezTo>
                    <a:cubicBezTo>
                      <a:pt x="15" y="88"/>
                      <a:pt x="15" y="88"/>
                      <a:pt x="14" y="88"/>
                    </a:cubicBezTo>
                    <a:cubicBezTo>
                      <a:pt x="14" y="88"/>
                      <a:pt x="14" y="88"/>
                      <a:pt x="14" y="88"/>
                    </a:cubicBezTo>
                    <a:cubicBezTo>
                      <a:pt x="14" y="88"/>
                      <a:pt x="14" y="88"/>
                      <a:pt x="14" y="88"/>
                    </a:cubicBezTo>
                    <a:cubicBezTo>
                      <a:pt x="14" y="88"/>
                      <a:pt x="14" y="88"/>
                      <a:pt x="14" y="88"/>
                    </a:cubicBezTo>
                    <a:cubicBezTo>
                      <a:pt x="14" y="88"/>
                      <a:pt x="14" y="88"/>
                      <a:pt x="14" y="88"/>
                    </a:cubicBezTo>
                    <a:cubicBezTo>
                      <a:pt x="14" y="88"/>
                      <a:pt x="14" y="89"/>
                      <a:pt x="14" y="89"/>
                    </a:cubicBezTo>
                    <a:cubicBezTo>
                      <a:pt x="14" y="89"/>
                      <a:pt x="14" y="89"/>
                      <a:pt x="14" y="89"/>
                    </a:cubicBezTo>
                    <a:cubicBezTo>
                      <a:pt x="14" y="89"/>
                      <a:pt x="14" y="89"/>
                      <a:pt x="14" y="89"/>
                    </a:cubicBezTo>
                    <a:cubicBezTo>
                      <a:pt x="14" y="89"/>
                      <a:pt x="14" y="89"/>
                      <a:pt x="14" y="89"/>
                    </a:cubicBezTo>
                    <a:cubicBezTo>
                      <a:pt x="14" y="89"/>
                      <a:pt x="14" y="89"/>
                      <a:pt x="14" y="89"/>
                    </a:cubicBezTo>
                    <a:cubicBezTo>
                      <a:pt x="14" y="89"/>
                      <a:pt x="14" y="89"/>
                      <a:pt x="14" y="89"/>
                    </a:cubicBezTo>
                    <a:cubicBezTo>
                      <a:pt x="14" y="89"/>
                      <a:pt x="14" y="89"/>
                      <a:pt x="14" y="89"/>
                    </a:cubicBezTo>
                    <a:cubicBezTo>
                      <a:pt x="14" y="89"/>
                      <a:pt x="14" y="89"/>
                      <a:pt x="14" y="89"/>
                    </a:cubicBezTo>
                    <a:cubicBezTo>
                      <a:pt x="14" y="89"/>
                      <a:pt x="14" y="89"/>
                      <a:pt x="14" y="89"/>
                    </a:cubicBezTo>
                    <a:cubicBezTo>
                      <a:pt x="14" y="89"/>
                      <a:pt x="14" y="89"/>
                      <a:pt x="14" y="89"/>
                    </a:cubicBezTo>
                    <a:cubicBezTo>
                      <a:pt x="14" y="88"/>
                      <a:pt x="14" y="88"/>
                      <a:pt x="14" y="88"/>
                    </a:cubicBezTo>
                    <a:cubicBezTo>
                      <a:pt x="14" y="88"/>
                      <a:pt x="14" y="88"/>
                      <a:pt x="14" y="88"/>
                    </a:cubicBezTo>
                    <a:cubicBezTo>
                      <a:pt x="14" y="88"/>
                      <a:pt x="14" y="88"/>
                      <a:pt x="14" y="88"/>
                    </a:cubicBezTo>
                    <a:cubicBezTo>
                      <a:pt x="14" y="88"/>
                      <a:pt x="14" y="88"/>
                      <a:pt x="14" y="88"/>
                    </a:cubicBezTo>
                    <a:cubicBezTo>
                      <a:pt x="14" y="88"/>
                      <a:pt x="14" y="88"/>
                      <a:pt x="14" y="88"/>
                    </a:cubicBezTo>
                    <a:cubicBezTo>
                      <a:pt x="14" y="88"/>
                      <a:pt x="14" y="88"/>
                      <a:pt x="14" y="88"/>
                    </a:cubicBezTo>
                    <a:cubicBezTo>
                      <a:pt x="13" y="88"/>
                      <a:pt x="13" y="88"/>
                      <a:pt x="13" y="88"/>
                    </a:cubicBezTo>
                    <a:cubicBezTo>
                      <a:pt x="13" y="88"/>
                      <a:pt x="13" y="88"/>
                      <a:pt x="13" y="88"/>
                    </a:cubicBezTo>
                    <a:cubicBezTo>
                      <a:pt x="13" y="88"/>
                      <a:pt x="13" y="88"/>
                      <a:pt x="13" y="88"/>
                    </a:cubicBezTo>
                    <a:cubicBezTo>
                      <a:pt x="13" y="88"/>
                      <a:pt x="13" y="89"/>
                      <a:pt x="13" y="89"/>
                    </a:cubicBezTo>
                    <a:cubicBezTo>
                      <a:pt x="13" y="89"/>
                      <a:pt x="13" y="89"/>
                      <a:pt x="13" y="89"/>
                    </a:cubicBezTo>
                    <a:cubicBezTo>
                      <a:pt x="13" y="89"/>
                      <a:pt x="13" y="89"/>
                      <a:pt x="13" y="89"/>
                    </a:cubicBezTo>
                    <a:cubicBezTo>
                      <a:pt x="14" y="89"/>
                      <a:pt x="14" y="89"/>
                      <a:pt x="13" y="89"/>
                    </a:cubicBezTo>
                    <a:cubicBezTo>
                      <a:pt x="13" y="89"/>
                      <a:pt x="13" y="89"/>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0"/>
                    </a:cubicBezTo>
                    <a:cubicBezTo>
                      <a:pt x="14" y="90"/>
                      <a:pt x="14" y="90"/>
                      <a:pt x="14" y="91"/>
                    </a:cubicBezTo>
                    <a:cubicBezTo>
                      <a:pt x="14" y="91"/>
                      <a:pt x="14" y="91"/>
                      <a:pt x="14" y="91"/>
                    </a:cubicBezTo>
                    <a:cubicBezTo>
                      <a:pt x="14" y="91"/>
                      <a:pt x="14" y="91"/>
                      <a:pt x="14" y="91"/>
                    </a:cubicBezTo>
                    <a:cubicBezTo>
                      <a:pt x="14" y="91"/>
                      <a:pt x="14" y="91"/>
                      <a:pt x="14" y="91"/>
                    </a:cubicBezTo>
                    <a:cubicBezTo>
                      <a:pt x="14" y="91"/>
                      <a:pt x="14" y="91"/>
                      <a:pt x="14" y="91"/>
                    </a:cubicBezTo>
                    <a:cubicBezTo>
                      <a:pt x="14" y="91"/>
                      <a:pt x="14" y="91"/>
                      <a:pt x="14" y="91"/>
                    </a:cubicBezTo>
                    <a:cubicBezTo>
                      <a:pt x="15" y="91"/>
                      <a:pt x="15" y="91"/>
                      <a:pt x="15" y="90"/>
                    </a:cubicBezTo>
                    <a:cubicBezTo>
                      <a:pt x="15" y="90"/>
                      <a:pt x="15" y="90"/>
                      <a:pt x="15" y="90"/>
                    </a:cubicBezTo>
                    <a:cubicBezTo>
                      <a:pt x="15" y="90"/>
                      <a:pt x="15" y="90"/>
                      <a:pt x="15" y="90"/>
                    </a:cubicBezTo>
                    <a:cubicBezTo>
                      <a:pt x="15" y="90"/>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1"/>
                      <a:pt x="15" y="91"/>
                      <a:pt x="15" y="91"/>
                    </a:cubicBezTo>
                    <a:cubicBezTo>
                      <a:pt x="15" y="92"/>
                      <a:pt x="15" y="92"/>
                      <a:pt x="15" y="92"/>
                    </a:cubicBezTo>
                    <a:cubicBezTo>
                      <a:pt x="15" y="92"/>
                      <a:pt x="15" y="92"/>
                      <a:pt x="15" y="92"/>
                    </a:cubicBezTo>
                    <a:cubicBezTo>
                      <a:pt x="15" y="92"/>
                      <a:pt x="15" y="92"/>
                      <a:pt x="15" y="92"/>
                    </a:cubicBezTo>
                    <a:cubicBezTo>
                      <a:pt x="15" y="92"/>
                      <a:pt x="15" y="92"/>
                      <a:pt x="15" y="92"/>
                    </a:cubicBezTo>
                    <a:cubicBezTo>
                      <a:pt x="15" y="92"/>
                      <a:pt x="15" y="92"/>
                      <a:pt x="15" y="92"/>
                    </a:cubicBezTo>
                    <a:cubicBezTo>
                      <a:pt x="15" y="93"/>
                      <a:pt x="15" y="93"/>
                      <a:pt x="15" y="93"/>
                    </a:cubicBezTo>
                    <a:cubicBezTo>
                      <a:pt x="15" y="93"/>
                      <a:pt x="15" y="93"/>
                      <a:pt x="15" y="93"/>
                    </a:cubicBezTo>
                    <a:cubicBezTo>
                      <a:pt x="15" y="93"/>
                      <a:pt x="15" y="93"/>
                      <a:pt x="15" y="93"/>
                    </a:cubicBezTo>
                    <a:cubicBezTo>
                      <a:pt x="15" y="93"/>
                      <a:pt x="15" y="93"/>
                      <a:pt x="15" y="93"/>
                    </a:cubicBezTo>
                    <a:cubicBezTo>
                      <a:pt x="15" y="93"/>
                      <a:pt x="15" y="93"/>
                      <a:pt x="15" y="93"/>
                    </a:cubicBezTo>
                    <a:cubicBezTo>
                      <a:pt x="15" y="93"/>
                      <a:pt x="15" y="93"/>
                      <a:pt x="15" y="93"/>
                    </a:cubicBezTo>
                    <a:cubicBezTo>
                      <a:pt x="15" y="93"/>
                      <a:pt x="15" y="93"/>
                      <a:pt x="15" y="93"/>
                    </a:cubicBezTo>
                    <a:cubicBezTo>
                      <a:pt x="15" y="93"/>
                      <a:pt x="15" y="93"/>
                      <a:pt x="15" y="94"/>
                    </a:cubicBezTo>
                    <a:cubicBezTo>
                      <a:pt x="15" y="94"/>
                      <a:pt x="15" y="94"/>
                      <a:pt x="15" y="94"/>
                    </a:cubicBezTo>
                    <a:cubicBezTo>
                      <a:pt x="15" y="94"/>
                      <a:pt x="14" y="94"/>
                      <a:pt x="14" y="94"/>
                    </a:cubicBezTo>
                    <a:cubicBezTo>
                      <a:pt x="14" y="94"/>
                      <a:pt x="14" y="94"/>
                      <a:pt x="15" y="94"/>
                    </a:cubicBezTo>
                    <a:cubicBezTo>
                      <a:pt x="15" y="94"/>
                      <a:pt x="15" y="94"/>
                      <a:pt x="15" y="94"/>
                    </a:cubicBezTo>
                    <a:cubicBezTo>
                      <a:pt x="15" y="94"/>
                      <a:pt x="15" y="94"/>
                      <a:pt x="15" y="94"/>
                    </a:cubicBezTo>
                    <a:cubicBezTo>
                      <a:pt x="15" y="94"/>
                      <a:pt x="14"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5"/>
                      <a:pt x="15" y="95"/>
                      <a:pt x="15" y="95"/>
                    </a:cubicBezTo>
                    <a:cubicBezTo>
                      <a:pt x="15" y="96"/>
                      <a:pt x="15" y="96"/>
                      <a:pt x="15" y="96"/>
                    </a:cubicBezTo>
                    <a:cubicBezTo>
                      <a:pt x="15" y="96"/>
                      <a:pt x="15" y="96"/>
                      <a:pt x="15" y="96"/>
                    </a:cubicBezTo>
                    <a:cubicBezTo>
                      <a:pt x="15" y="96"/>
                      <a:pt x="15" y="96"/>
                      <a:pt x="15" y="96"/>
                    </a:cubicBezTo>
                    <a:cubicBezTo>
                      <a:pt x="15" y="96"/>
                      <a:pt x="15" y="96"/>
                      <a:pt x="15" y="96"/>
                    </a:cubicBezTo>
                    <a:cubicBezTo>
                      <a:pt x="15" y="96"/>
                      <a:pt x="15" y="96"/>
                      <a:pt x="15" y="96"/>
                    </a:cubicBezTo>
                    <a:cubicBezTo>
                      <a:pt x="15" y="96"/>
                      <a:pt x="15" y="96"/>
                      <a:pt x="15" y="96"/>
                    </a:cubicBezTo>
                    <a:cubicBezTo>
                      <a:pt x="15" y="96"/>
                      <a:pt x="15" y="96"/>
                      <a:pt x="15" y="96"/>
                    </a:cubicBezTo>
                    <a:cubicBezTo>
                      <a:pt x="15" y="96"/>
                      <a:pt x="15" y="96"/>
                      <a:pt x="15" y="96"/>
                    </a:cubicBezTo>
                    <a:cubicBezTo>
                      <a:pt x="15" y="96"/>
                      <a:pt x="15" y="96"/>
                      <a:pt x="15" y="96"/>
                    </a:cubicBezTo>
                    <a:cubicBezTo>
                      <a:pt x="15" y="97"/>
                      <a:pt x="15" y="97"/>
                      <a:pt x="15" y="97"/>
                    </a:cubicBezTo>
                    <a:cubicBezTo>
                      <a:pt x="15" y="97"/>
                      <a:pt x="15" y="97"/>
                      <a:pt x="15" y="97"/>
                    </a:cubicBezTo>
                    <a:cubicBezTo>
                      <a:pt x="15" y="97"/>
                      <a:pt x="15" y="97"/>
                      <a:pt x="15" y="97"/>
                    </a:cubicBezTo>
                    <a:cubicBezTo>
                      <a:pt x="15" y="97"/>
                      <a:pt x="15" y="97"/>
                      <a:pt x="16" y="97"/>
                    </a:cubicBezTo>
                    <a:cubicBezTo>
                      <a:pt x="16" y="97"/>
                      <a:pt x="16" y="97"/>
                      <a:pt x="16" y="97"/>
                    </a:cubicBezTo>
                    <a:cubicBezTo>
                      <a:pt x="16" y="97"/>
                      <a:pt x="16" y="97"/>
                      <a:pt x="16" y="97"/>
                    </a:cubicBezTo>
                    <a:cubicBezTo>
                      <a:pt x="16" y="97"/>
                      <a:pt x="16" y="97"/>
                      <a:pt x="16" y="97"/>
                    </a:cubicBezTo>
                    <a:cubicBezTo>
                      <a:pt x="16" y="97"/>
                      <a:pt x="16" y="97"/>
                      <a:pt x="16" y="97"/>
                    </a:cubicBezTo>
                    <a:cubicBezTo>
                      <a:pt x="16" y="97"/>
                      <a:pt x="16" y="98"/>
                      <a:pt x="16" y="98"/>
                    </a:cubicBezTo>
                    <a:cubicBezTo>
                      <a:pt x="16" y="98"/>
                      <a:pt x="16" y="98"/>
                      <a:pt x="16" y="98"/>
                    </a:cubicBezTo>
                    <a:cubicBezTo>
                      <a:pt x="16" y="98"/>
                      <a:pt x="16" y="98"/>
                      <a:pt x="16" y="98"/>
                    </a:cubicBezTo>
                    <a:cubicBezTo>
                      <a:pt x="16" y="98"/>
                      <a:pt x="16" y="98"/>
                      <a:pt x="16" y="98"/>
                    </a:cubicBezTo>
                    <a:cubicBezTo>
                      <a:pt x="16" y="98"/>
                      <a:pt x="16" y="98"/>
                      <a:pt x="16" y="98"/>
                    </a:cubicBezTo>
                    <a:cubicBezTo>
                      <a:pt x="16" y="98"/>
                      <a:pt x="16" y="98"/>
                      <a:pt x="16" y="98"/>
                    </a:cubicBezTo>
                    <a:cubicBezTo>
                      <a:pt x="16" y="98"/>
                      <a:pt x="16" y="98"/>
                      <a:pt x="16" y="98"/>
                    </a:cubicBezTo>
                    <a:cubicBezTo>
                      <a:pt x="16" y="98"/>
                      <a:pt x="16" y="98"/>
                      <a:pt x="16" y="98"/>
                    </a:cubicBezTo>
                    <a:cubicBezTo>
                      <a:pt x="16" y="98"/>
                      <a:pt x="17" y="97"/>
                      <a:pt x="17" y="97"/>
                    </a:cubicBezTo>
                    <a:cubicBezTo>
                      <a:pt x="17" y="97"/>
                      <a:pt x="17" y="97"/>
                      <a:pt x="17" y="97"/>
                    </a:cubicBezTo>
                    <a:cubicBezTo>
                      <a:pt x="17" y="97"/>
                      <a:pt x="17" y="97"/>
                      <a:pt x="17" y="97"/>
                    </a:cubicBezTo>
                    <a:cubicBezTo>
                      <a:pt x="17" y="97"/>
                      <a:pt x="17" y="97"/>
                      <a:pt x="17" y="97"/>
                    </a:cubicBezTo>
                    <a:cubicBezTo>
                      <a:pt x="17" y="97"/>
                      <a:pt x="17" y="97"/>
                      <a:pt x="17" y="97"/>
                    </a:cubicBezTo>
                    <a:cubicBezTo>
                      <a:pt x="17" y="97"/>
                      <a:pt x="17" y="97"/>
                      <a:pt x="17" y="97"/>
                    </a:cubicBezTo>
                    <a:cubicBezTo>
                      <a:pt x="17" y="96"/>
                      <a:pt x="17" y="96"/>
                      <a:pt x="17" y="96"/>
                    </a:cubicBezTo>
                    <a:cubicBezTo>
                      <a:pt x="17" y="96"/>
                      <a:pt x="17" y="96"/>
                      <a:pt x="17" y="96"/>
                    </a:cubicBezTo>
                    <a:cubicBezTo>
                      <a:pt x="17" y="96"/>
                      <a:pt x="17" y="96"/>
                      <a:pt x="17"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6"/>
                    </a:cubicBezTo>
                    <a:cubicBezTo>
                      <a:pt x="16" y="96"/>
                      <a:pt x="16" y="96"/>
                      <a:pt x="16" y="95"/>
                    </a:cubicBezTo>
                    <a:cubicBezTo>
                      <a:pt x="16" y="95"/>
                      <a:pt x="16" y="95"/>
                      <a:pt x="16" y="95"/>
                    </a:cubicBezTo>
                    <a:cubicBezTo>
                      <a:pt x="16" y="95"/>
                      <a:pt x="16" y="95"/>
                      <a:pt x="16" y="95"/>
                    </a:cubicBezTo>
                    <a:cubicBezTo>
                      <a:pt x="16" y="95"/>
                      <a:pt x="16" y="95"/>
                      <a:pt x="16" y="95"/>
                    </a:cubicBezTo>
                    <a:cubicBezTo>
                      <a:pt x="16" y="95"/>
                      <a:pt x="16" y="95"/>
                      <a:pt x="16" y="95"/>
                    </a:cubicBezTo>
                    <a:cubicBezTo>
                      <a:pt x="16" y="95"/>
                      <a:pt x="16" y="95"/>
                      <a:pt x="16" y="95"/>
                    </a:cubicBezTo>
                    <a:cubicBezTo>
                      <a:pt x="16" y="95"/>
                      <a:pt x="16" y="95"/>
                      <a:pt x="16" y="94"/>
                    </a:cubicBezTo>
                    <a:cubicBezTo>
                      <a:pt x="16" y="94"/>
                      <a:pt x="16" y="94"/>
                      <a:pt x="16" y="94"/>
                    </a:cubicBezTo>
                    <a:cubicBezTo>
                      <a:pt x="16" y="94"/>
                      <a:pt x="16" y="94"/>
                      <a:pt x="16" y="94"/>
                    </a:cubicBezTo>
                    <a:cubicBezTo>
                      <a:pt x="16" y="94"/>
                      <a:pt x="16" y="94"/>
                      <a:pt x="16" y="94"/>
                    </a:cubicBezTo>
                    <a:cubicBezTo>
                      <a:pt x="16" y="94"/>
                      <a:pt x="16" y="94"/>
                      <a:pt x="16" y="94"/>
                    </a:cubicBezTo>
                    <a:cubicBezTo>
                      <a:pt x="16" y="93"/>
                      <a:pt x="16" y="93"/>
                      <a:pt x="16" y="93"/>
                    </a:cubicBezTo>
                    <a:cubicBezTo>
                      <a:pt x="16" y="93"/>
                      <a:pt x="16" y="93"/>
                      <a:pt x="16" y="93"/>
                    </a:cubicBezTo>
                    <a:cubicBezTo>
                      <a:pt x="16" y="93"/>
                      <a:pt x="16" y="93"/>
                      <a:pt x="16" y="93"/>
                    </a:cubicBezTo>
                    <a:cubicBezTo>
                      <a:pt x="16" y="93"/>
                      <a:pt x="16" y="93"/>
                      <a:pt x="16" y="93"/>
                    </a:cubicBezTo>
                    <a:cubicBezTo>
                      <a:pt x="16" y="92"/>
                      <a:pt x="16" y="92"/>
                      <a:pt x="16" y="92"/>
                    </a:cubicBezTo>
                    <a:cubicBezTo>
                      <a:pt x="16" y="92"/>
                      <a:pt x="16" y="92"/>
                      <a:pt x="16" y="92"/>
                    </a:cubicBezTo>
                    <a:cubicBezTo>
                      <a:pt x="16" y="92"/>
                      <a:pt x="16" y="92"/>
                      <a:pt x="16" y="92"/>
                    </a:cubicBezTo>
                    <a:cubicBezTo>
                      <a:pt x="17" y="92"/>
                      <a:pt x="17" y="91"/>
                      <a:pt x="17" y="91"/>
                    </a:cubicBezTo>
                    <a:cubicBezTo>
                      <a:pt x="17" y="91"/>
                      <a:pt x="16" y="91"/>
                      <a:pt x="16" y="91"/>
                    </a:cubicBezTo>
                    <a:cubicBezTo>
                      <a:pt x="16" y="91"/>
                      <a:pt x="16" y="91"/>
                      <a:pt x="16" y="91"/>
                    </a:cubicBezTo>
                    <a:cubicBezTo>
                      <a:pt x="16" y="91"/>
                      <a:pt x="16" y="91"/>
                      <a:pt x="16" y="91"/>
                    </a:cubicBezTo>
                    <a:cubicBezTo>
                      <a:pt x="16" y="91"/>
                      <a:pt x="17" y="90"/>
                      <a:pt x="16" y="90"/>
                    </a:cubicBezTo>
                    <a:cubicBezTo>
                      <a:pt x="16" y="90"/>
                      <a:pt x="16" y="90"/>
                      <a:pt x="16" y="90"/>
                    </a:cubicBezTo>
                    <a:cubicBezTo>
                      <a:pt x="16" y="90"/>
                      <a:pt x="16" y="91"/>
                      <a:pt x="16" y="91"/>
                    </a:cubicBezTo>
                    <a:cubicBezTo>
                      <a:pt x="16" y="91"/>
                      <a:pt x="16" y="91"/>
                      <a:pt x="16" y="91"/>
                    </a:cubicBezTo>
                    <a:cubicBezTo>
                      <a:pt x="16" y="91"/>
                      <a:pt x="16" y="91"/>
                      <a:pt x="16" y="91"/>
                    </a:cubicBezTo>
                    <a:cubicBezTo>
                      <a:pt x="16" y="91"/>
                      <a:pt x="16" y="91"/>
                      <a:pt x="16" y="91"/>
                    </a:cubicBezTo>
                    <a:cubicBezTo>
                      <a:pt x="16" y="91"/>
                      <a:pt x="16" y="91"/>
                      <a:pt x="16" y="91"/>
                    </a:cubicBezTo>
                    <a:cubicBezTo>
                      <a:pt x="16" y="91"/>
                      <a:pt x="16" y="91"/>
                      <a:pt x="16" y="91"/>
                    </a:cubicBezTo>
                    <a:cubicBezTo>
                      <a:pt x="16" y="91"/>
                      <a:pt x="16" y="90"/>
                      <a:pt x="16" y="90"/>
                    </a:cubicBezTo>
                    <a:cubicBezTo>
                      <a:pt x="16" y="90"/>
                      <a:pt x="16" y="90"/>
                      <a:pt x="16" y="90"/>
                    </a:cubicBezTo>
                    <a:cubicBezTo>
                      <a:pt x="16" y="90"/>
                      <a:pt x="16" y="90"/>
                      <a:pt x="16" y="90"/>
                    </a:cubicBezTo>
                    <a:cubicBezTo>
                      <a:pt x="16" y="90"/>
                      <a:pt x="16" y="90"/>
                      <a:pt x="16" y="90"/>
                    </a:cubicBezTo>
                    <a:cubicBezTo>
                      <a:pt x="16" y="90"/>
                      <a:pt x="16" y="90"/>
                      <a:pt x="16" y="90"/>
                    </a:cubicBezTo>
                    <a:cubicBezTo>
                      <a:pt x="16" y="90"/>
                      <a:pt x="16" y="90"/>
                      <a:pt x="16" y="90"/>
                    </a:cubicBezTo>
                    <a:cubicBezTo>
                      <a:pt x="16" y="90"/>
                      <a:pt x="16" y="89"/>
                      <a:pt x="16" y="89"/>
                    </a:cubicBezTo>
                    <a:cubicBezTo>
                      <a:pt x="16" y="89"/>
                      <a:pt x="16" y="89"/>
                      <a:pt x="16" y="89"/>
                    </a:cubicBezTo>
                    <a:cubicBezTo>
                      <a:pt x="16" y="89"/>
                      <a:pt x="16" y="89"/>
                      <a:pt x="16" y="89"/>
                    </a:cubicBezTo>
                    <a:cubicBezTo>
                      <a:pt x="16" y="89"/>
                      <a:pt x="16" y="89"/>
                      <a:pt x="16" y="89"/>
                    </a:cubicBezTo>
                    <a:cubicBezTo>
                      <a:pt x="16" y="88"/>
                      <a:pt x="16" y="88"/>
                      <a:pt x="16" y="88"/>
                    </a:cubicBezTo>
                    <a:cubicBezTo>
                      <a:pt x="16" y="88"/>
                      <a:pt x="16" y="88"/>
                      <a:pt x="16" y="88"/>
                    </a:cubicBezTo>
                    <a:cubicBezTo>
                      <a:pt x="16" y="88"/>
                      <a:pt x="16" y="88"/>
                      <a:pt x="16" y="88"/>
                    </a:cubicBezTo>
                    <a:cubicBezTo>
                      <a:pt x="16" y="88"/>
                      <a:pt x="16" y="88"/>
                      <a:pt x="16" y="88"/>
                    </a:cubicBezTo>
                    <a:cubicBezTo>
                      <a:pt x="16" y="88"/>
                      <a:pt x="16" y="88"/>
                      <a:pt x="16" y="88"/>
                    </a:cubicBezTo>
                    <a:cubicBezTo>
                      <a:pt x="16" y="87"/>
                      <a:pt x="16" y="87"/>
                      <a:pt x="16" y="87"/>
                    </a:cubicBezTo>
                    <a:cubicBezTo>
                      <a:pt x="16" y="87"/>
                      <a:pt x="16" y="87"/>
                      <a:pt x="16" y="87"/>
                    </a:cubicBezTo>
                    <a:cubicBezTo>
                      <a:pt x="16" y="87"/>
                      <a:pt x="16" y="87"/>
                      <a:pt x="16" y="87"/>
                    </a:cubicBezTo>
                    <a:cubicBezTo>
                      <a:pt x="16" y="87"/>
                      <a:pt x="16" y="87"/>
                      <a:pt x="16" y="87"/>
                    </a:cubicBezTo>
                    <a:cubicBezTo>
                      <a:pt x="16" y="87"/>
                      <a:pt x="16" y="86"/>
                      <a:pt x="16" y="86"/>
                    </a:cubicBezTo>
                    <a:cubicBezTo>
                      <a:pt x="16" y="86"/>
                      <a:pt x="16" y="86"/>
                      <a:pt x="16" y="86"/>
                    </a:cubicBezTo>
                    <a:cubicBezTo>
                      <a:pt x="16" y="86"/>
                      <a:pt x="16" y="86"/>
                      <a:pt x="16" y="86"/>
                    </a:cubicBezTo>
                    <a:cubicBezTo>
                      <a:pt x="16" y="86"/>
                      <a:pt x="16" y="86"/>
                      <a:pt x="16" y="86"/>
                    </a:cubicBezTo>
                    <a:cubicBezTo>
                      <a:pt x="16" y="86"/>
                      <a:pt x="16" y="86"/>
                      <a:pt x="16" y="86"/>
                    </a:cubicBezTo>
                    <a:cubicBezTo>
                      <a:pt x="16" y="86"/>
                      <a:pt x="16" y="86"/>
                      <a:pt x="16" y="86"/>
                    </a:cubicBezTo>
                    <a:cubicBezTo>
                      <a:pt x="16" y="86"/>
                      <a:pt x="16" y="86"/>
                      <a:pt x="16" y="86"/>
                    </a:cubicBezTo>
                    <a:cubicBezTo>
                      <a:pt x="16" y="85"/>
                      <a:pt x="16" y="85"/>
                      <a:pt x="16" y="85"/>
                    </a:cubicBezTo>
                    <a:cubicBezTo>
                      <a:pt x="16" y="85"/>
                      <a:pt x="16" y="85"/>
                      <a:pt x="16" y="85"/>
                    </a:cubicBezTo>
                    <a:cubicBezTo>
                      <a:pt x="16" y="85"/>
                      <a:pt x="16" y="85"/>
                      <a:pt x="16" y="85"/>
                    </a:cubicBezTo>
                    <a:cubicBezTo>
                      <a:pt x="16" y="85"/>
                      <a:pt x="16" y="85"/>
                      <a:pt x="16" y="85"/>
                    </a:cubicBezTo>
                    <a:cubicBezTo>
                      <a:pt x="16" y="85"/>
                      <a:pt x="16" y="85"/>
                      <a:pt x="16" y="85"/>
                    </a:cubicBezTo>
                    <a:cubicBezTo>
                      <a:pt x="16" y="85"/>
                      <a:pt x="16" y="85"/>
                      <a:pt x="16" y="85"/>
                    </a:cubicBezTo>
                    <a:cubicBezTo>
                      <a:pt x="16" y="85"/>
                      <a:pt x="16" y="84"/>
                      <a:pt x="16" y="84"/>
                    </a:cubicBezTo>
                    <a:cubicBezTo>
                      <a:pt x="16" y="84"/>
                      <a:pt x="16" y="84"/>
                      <a:pt x="16" y="84"/>
                    </a:cubicBezTo>
                    <a:cubicBezTo>
                      <a:pt x="16" y="84"/>
                      <a:pt x="16" y="84"/>
                      <a:pt x="16" y="84"/>
                    </a:cubicBezTo>
                    <a:cubicBezTo>
                      <a:pt x="16" y="84"/>
                      <a:pt x="16" y="84"/>
                      <a:pt x="16" y="84"/>
                    </a:cubicBezTo>
                    <a:cubicBezTo>
                      <a:pt x="16" y="84"/>
                      <a:pt x="16" y="84"/>
                      <a:pt x="16" y="84"/>
                    </a:cubicBezTo>
                    <a:cubicBezTo>
                      <a:pt x="16" y="84"/>
                      <a:pt x="16" y="84"/>
                      <a:pt x="16" y="84"/>
                    </a:cubicBezTo>
                    <a:cubicBezTo>
                      <a:pt x="16" y="83"/>
                      <a:pt x="16" y="83"/>
                      <a:pt x="16" y="83"/>
                    </a:cubicBezTo>
                    <a:cubicBezTo>
                      <a:pt x="16" y="83"/>
                      <a:pt x="16" y="83"/>
                      <a:pt x="16" y="83"/>
                    </a:cubicBezTo>
                    <a:cubicBezTo>
                      <a:pt x="16" y="83"/>
                      <a:pt x="16" y="83"/>
                      <a:pt x="16" y="83"/>
                    </a:cubicBezTo>
                    <a:cubicBezTo>
                      <a:pt x="16" y="83"/>
                      <a:pt x="16" y="83"/>
                      <a:pt x="16" y="83"/>
                    </a:cubicBezTo>
                    <a:cubicBezTo>
                      <a:pt x="16" y="83"/>
                      <a:pt x="16" y="83"/>
                      <a:pt x="16" y="83"/>
                    </a:cubicBezTo>
                    <a:cubicBezTo>
                      <a:pt x="16" y="83"/>
                      <a:pt x="16" y="83"/>
                      <a:pt x="16" y="82"/>
                    </a:cubicBezTo>
                    <a:cubicBezTo>
                      <a:pt x="16" y="82"/>
                      <a:pt x="16" y="82"/>
                      <a:pt x="16" y="82"/>
                    </a:cubicBezTo>
                    <a:cubicBezTo>
                      <a:pt x="16" y="82"/>
                      <a:pt x="16" y="82"/>
                      <a:pt x="16" y="82"/>
                    </a:cubicBezTo>
                    <a:cubicBezTo>
                      <a:pt x="16" y="82"/>
                      <a:pt x="16" y="82"/>
                      <a:pt x="16" y="82"/>
                    </a:cubicBezTo>
                    <a:cubicBezTo>
                      <a:pt x="16" y="82"/>
                      <a:pt x="16" y="82"/>
                      <a:pt x="16" y="82"/>
                    </a:cubicBezTo>
                    <a:cubicBezTo>
                      <a:pt x="16" y="82"/>
                      <a:pt x="16" y="82"/>
                      <a:pt x="17" y="82"/>
                    </a:cubicBezTo>
                    <a:cubicBezTo>
                      <a:pt x="17" y="82"/>
                      <a:pt x="17" y="82"/>
                      <a:pt x="17" y="82"/>
                    </a:cubicBezTo>
                    <a:cubicBezTo>
                      <a:pt x="17" y="82"/>
                      <a:pt x="17" y="82"/>
                      <a:pt x="17" y="82"/>
                    </a:cubicBezTo>
                    <a:cubicBezTo>
                      <a:pt x="17" y="82"/>
                      <a:pt x="17" y="82"/>
                      <a:pt x="16" y="82"/>
                    </a:cubicBezTo>
                    <a:cubicBezTo>
                      <a:pt x="16" y="82"/>
                      <a:pt x="16" y="82"/>
                      <a:pt x="16" y="81"/>
                    </a:cubicBezTo>
                    <a:cubicBezTo>
                      <a:pt x="16" y="81"/>
                      <a:pt x="16" y="81"/>
                      <a:pt x="16" y="81"/>
                    </a:cubicBezTo>
                    <a:cubicBezTo>
                      <a:pt x="16" y="81"/>
                      <a:pt x="16" y="81"/>
                      <a:pt x="16" y="81"/>
                    </a:cubicBezTo>
                    <a:cubicBezTo>
                      <a:pt x="16"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1"/>
                    </a:cubicBezTo>
                    <a:cubicBezTo>
                      <a:pt x="17" y="81"/>
                      <a:pt x="17" y="81"/>
                      <a:pt x="17" y="82"/>
                    </a:cubicBezTo>
                    <a:cubicBezTo>
                      <a:pt x="17" y="82"/>
                      <a:pt x="17" y="82"/>
                      <a:pt x="17" y="82"/>
                    </a:cubicBezTo>
                    <a:cubicBezTo>
                      <a:pt x="17" y="82"/>
                      <a:pt x="17" y="82"/>
                      <a:pt x="18" y="81"/>
                    </a:cubicBezTo>
                    <a:cubicBezTo>
                      <a:pt x="18" y="81"/>
                      <a:pt x="18" y="81"/>
                      <a:pt x="18" y="81"/>
                    </a:cubicBezTo>
                    <a:cubicBezTo>
                      <a:pt x="18" y="81"/>
                      <a:pt x="18" y="81"/>
                      <a:pt x="18" y="81"/>
                    </a:cubicBezTo>
                    <a:cubicBezTo>
                      <a:pt x="18" y="81"/>
                      <a:pt x="18" y="82"/>
                      <a:pt x="18" y="82"/>
                    </a:cubicBezTo>
                    <a:cubicBezTo>
                      <a:pt x="18" y="82"/>
                      <a:pt x="18" y="82"/>
                      <a:pt x="18" y="82"/>
                    </a:cubicBezTo>
                    <a:cubicBezTo>
                      <a:pt x="18" y="82"/>
                      <a:pt x="18" y="82"/>
                      <a:pt x="18" y="82"/>
                    </a:cubicBezTo>
                    <a:cubicBezTo>
                      <a:pt x="18" y="82"/>
                      <a:pt x="18" y="82"/>
                      <a:pt x="18" y="82"/>
                    </a:cubicBezTo>
                    <a:cubicBezTo>
                      <a:pt x="18" y="82"/>
                      <a:pt x="18" y="82"/>
                      <a:pt x="18" y="82"/>
                    </a:cubicBezTo>
                    <a:cubicBezTo>
                      <a:pt x="18" y="82"/>
                      <a:pt x="18" y="82"/>
                      <a:pt x="18" y="82"/>
                    </a:cubicBezTo>
                    <a:cubicBezTo>
                      <a:pt x="18" y="82"/>
                      <a:pt x="18" y="82"/>
                      <a:pt x="18" y="82"/>
                    </a:cubicBezTo>
                    <a:cubicBezTo>
                      <a:pt x="18" y="82"/>
                      <a:pt x="18" y="82"/>
                      <a:pt x="18" y="82"/>
                    </a:cubicBezTo>
                    <a:cubicBezTo>
                      <a:pt x="18" y="82"/>
                      <a:pt x="18" y="82"/>
                      <a:pt x="18" y="82"/>
                    </a:cubicBezTo>
                    <a:cubicBezTo>
                      <a:pt x="18" y="82"/>
                      <a:pt x="18" y="82"/>
                      <a:pt x="18" y="82"/>
                    </a:cubicBezTo>
                    <a:cubicBezTo>
                      <a:pt x="18" y="82"/>
                      <a:pt x="18" y="83"/>
                      <a:pt x="18" y="83"/>
                    </a:cubicBezTo>
                    <a:cubicBezTo>
                      <a:pt x="18" y="83"/>
                      <a:pt x="18" y="83"/>
                      <a:pt x="18" y="83"/>
                    </a:cubicBezTo>
                    <a:cubicBezTo>
                      <a:pt x="18" y="83"/>
                      <a:pt x="18" y="83"/>
                      <a:pt x="18" y="83"/>
                    </a:cubicBezTo>
                    <a:cubicBezTo>
                      <a:pt x="18" y="83"/>
                      <a:pt x="18" y="83"/>
                      <a:pt x="18" y="83"/>
                    </a:cubicBezTo>
                    <a:cubicBezTo>
                      <a:pt x="18" y="83"/>
                      <a:pt x="18" y="83"/>
                      <a:pt x="18" y="83"/>
                    </a:cubicBezTo>
                    <a:cubicBezTo>
                      <a:pt x="18" y="84"/>
                      <a:pt x="18" y="84"/>
                      <a:pt x="18" y="84"/>
                    </a:cubicBezTo>
                    <a:cubicBezTo>
                      <a:pt x="18" y="84"/>
                      <a:pt x="18" y="84"/>
                      <a:pt x="18" y="84"/>
                    </a:cubicBezTo>
                    <a:cubicBezTo>
                      <a:pt x="18" y="84"/>
                      <a:pt x="18" y="84"/>
                      <a:pt x="18" y="84"/>
                    </a:cubicBezTo>
                    <a:cubicBezTo>
                      <a:pt x="18" y="84"/>
                      <a:pt x="18" y="84"/>
                      <a:pt x="18" y="84"/>
                    </a:cubicBezTo>
                    <a:cubicBezTo>
                      <a:pt x="18" y="84"/>
                      <a:pt x="18" y="84"/>
                      <a:pt x="18" y="84"/>
                    </a:cubicBezTo>
                    <a:cubicBezTo>
                      <a:pt x="18" y="84"/>
                      <a:pt x="18" y="85"/>
                      <a:pt x="18" y="85"/>
                    </a:cubicBezTo>
                    <a:cubicBezTo>
                      <a:pt x="18" y="85"/>
                      <a:pt x="18" y="85"/>
                      <a:pt x="18" y="85"/>
                    </a:cubicBezTo>
                    <a:cubicBezTo>
                      <a:pt x="18" y="85"/>
                      <a:pt x="18" y="85"/>
                      <a:pt x="18" y="85"/>
                    </a:cubicBezTo>
                    <a:cubicBezTo>
                      <a:pt x="18" y="85"/>
                      <a:pt x="18" y="85"/>
                      <a:pt x="18" y="86"/>
                    </a:cubicBezTo>
                    <a:cubicBezTo>
                      <a:pt x="18" y="86"/>
                      <a:pt x="18" y="86"/>
                      <a:pt x="18" y="86"/>
                    </a:cubicBezTo>
                    <a:cubicBezTo>
                      <a:pt x="17" y="86"/>
                      <a:pt x="17" y="86"/>
                      <a:pt x="17" y="86"/>
                    </a:cubicBezTo>
                    <a:cubicBezTo>
                      <a:pt x="17" y="86"/>
                      <a:pt x="17" y="86"/>
                      <a:pt x="18" y="86"/>
                    </a:cubicBezTo>
                    <a:cubicBezTo>
                      <a:pt x="18" y="86"/>
                      <a:pt x="18" y="86"/>
                      <a:pt x="18" y="86"/>
                    </a:cubicBezTo>
                    <a:cubicBezTo>
                      <a:pt x="18" y="86"/>
                      <a:pt x="18" y="86"/>
                      <a:pt x="18" y="86"/>
                    </a:cubicBezTo>
                    <a:cubicBezTo>
                      <a:pt x="18" y="86"/>
                      <a:pt x="18" y="86"/>
                      <a:pt x="18" y="86"/>
                    </a:cubicBezTo>
                    <a:cubicBezTo>
                      <a:pt x="18" y="87"/>
                      <a:pt x="18" y="87"/>
                      <a:pt x="18" y="87"/>
                    </a:cubicBezTo>
                    <a:cubicBezTo>
                      <a:pt x="18" y="87"/>
                      <a:pt x="18" y="87"/>
                      <a:pt x="18" y="87"/>
                    </a:cubicBezTo>
                    <a:cubicBezTo>
                      <a:pt x="18" y="87"/>
                      <a:pt x="18" y="87"/>
                      <a:pt x="18" y="87"/>
                    </a:cubicBezTo>
                    <a:cubicBezTo>
                      <a:pt x="18" y="87"/>
                      <a:pt x="18" y="87"/>
                      <a:pt x="18" y="87"/>
                    </a:cubicBezTo>
                    <a:cubicBezTo>
                      <a:pt x="18" y="87"/>
                      <a:pt x="18" y="87"/>
                      <a:pt x="18" y="87"/>
                    </a:cubicBezTo>
                    <a:cubicBezTo>
                      <a:pt x="18" y="87"/>
                      <a:pt x="18" y="87"/>
                      <a:pt x="18" y="87"/>
                    </a:cubicBezTo>
                    <a:cubicBezTo>
                      <a:pt x="18" y="87"/>
                      <a:pt x="18" y="87"/>
                      <a:pt x="18" y="87"/>
                    </a:cubicBezTo>
                    <a:cubicBezTo>
                      <a:pt x="18" y="87"/>
                      <a:pt x="18" y="87"/>
                      <a:pt x="18" y="87"/>
                    </a:cubicBezTo>
                    <a:cubicBezTo>
                      <a:pt x="18" y="87"/>
                      <a:pt x="18" y="87"/>
                      <a:pt x="18" y="87"/>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8"/>
                    </a:cubicBezTo>
                    <a:cubicBezTo>
                      <a:pt x="18" y="88"/>
                      <a:pt x="18" y="88"/>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89"/>
                    </a:cubicBezTo>
                    <a:cubicBezTo>
                      <a:pt x="18" y="89"/>
                      <a:pt x="18" y="89"/>
                      <a:pt x="18" y="90"/>
                    </a:cubicBezTo>
                    <a:cubicBezTo>
                      <a:pt x="18" y="90"/>
                      <a:pt x="18" y="90"/>
                      <a:pt x="18" y="90"/>
                    </a:cubicBezTo>
                    <a:cubicBezTo>
                      <a:pt x="18" y="90"/>
                      <a:pt x="18" y="90"/>
                      <a:pt x="18" y="90"/>
                    </a:cubicBezTo>
                    <a:cubicBezTo>
                      <a:pt x="18" y="90"/>
                      <a:pt x="18" y="90"/>
                      <a:pt x="18" y="90"/>
                    </a:cubicBezTo>
                    <a:cubicBezTo>
                      <a:pt x="18" y="90"/>
                      <a:pt x="18" y="90"/>
                      <a:pt x="18" y="90"/>
                    </a:cubicBezTo>
                    <a:cubicBezTo>
                      <a:pt x="18" y="90"/>
                      <a:pt x="18" y="90"/>
                      <a:pt x="18" y="90"/>
                    </a:cubicBezTo>
                    <a:cubicBezTo>
                      <a:pt x="18" y="90"/>
                      <a:pt x="18" y="90"/>
                      <a:pt x="18" y="90"/>
                    </a:cubicBezTo>
                    <a:cubicBezTo>
                      <a:pt x="18" y="90"/>
                      <a:pt x="18" y="90"/>
                      <a:pt x="19" y="90"/>
                    </a:cubicBezTo>
                    <a:cubicBezTo>
                      <a:pt x="19" y="91"/>
                      <a:pt x="19" y="91"/>
                      <a:pt x="19" y="91"/>
                    </a:cubicBezTo>
                    <a:cubicBezTo>
                      <a:pt x="19" y="91"/>
                      <a:pt x="19" y="91"/>
                      <a:pt x="19" y="91"/>
                    </a:cubicBezTo>
                    <a:cubicBezTo>
                      <a:pt x="18" y="91"/>
                      <a:pt x="18" y="91"/>
                      <a:pt x="18" y="91"/>
                    </a:cubicBezTo>
                    <a:cubicBezTo>
                      <a:pt x="18" y="91"/>
                      <a:pt x="18" y="91"/>
                      <a:pt x="19" y="91"/>
                    </a:cubicBezTo>
                    <a:cubicBezTo>
                      <a:pt x="19" y="91"/>
                      <a:pt x="19" y="91"/>
                      <a:pt x="19" y="91"/>
                    </a:cubicBezTo>
                    <a:cubicBezTo>
                      <a:pt x="19" y="91"/>
                      <a:pt x="19" y="91"/>
                      <a:pt x="19" y="91"/>
                    </a:cubicBezTo>
                    <a:cubicBezTo>
                      <a:pt x="19" y="91"/>
                      <a:pt x="19" y="91"/>
                      <a:pt x="19" y="91"/>
                    </a:cubicBezTo>
                    <a:cubicBezTo>
                      <a:pt x="19" y="91"/>
                      <a:pt x="19" y="91"/>
                      <a:pt x="19" y="91"/>
                    </a:cubicBezTo>
                    <a:cubicBezTo>
                      <a:pt x="19" y="91"/>
                      <a:pt x="19" y="91"/>
                      <a:pt x="19" y="91"/>
                    </a:cubicBezTo>
                    <a:cubicBezTo>
                      <a:pt x="19" y="91"/>
                      <a:pt x="19" y="91"/>
                      <a:pt x="19" y="91"/>
                    </a:cubicBezTo>
                    <a:cubicBezTo>
                      <a:pt x="19" y="91"/>
                      <a:pt x="19" y="91"/>
                      <a:pt x="19" y="91"/>
                    </a:cubicBezTo>
                    <a:cubicBezTo>
                      <a:pt x="19" y="91"/>
                      <a:pt x="19" y="91"/>
                      <a:pt x="19" y="91"/>
                    </a:cubicBezTo>
                    <a:cubicBezTo>
                      <a:pt x="19" y="91"/>
                      <a:pt x="19" y="91"/>
                      <a:pt x="19" y="91"/>
                    </a:cubicBezTo>
                    <a:cubicBezTo>
                      <a:pt x="19" y="91"/>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9" y="92"/>
                      <a:pt x="19" y="92"/>
                      <a:pt x="19" y="92"/>
                    </a:cubicBezTo>
                    <a:cubicBezTo>
                      <a:pt x="18" y="92"/>
                      <a:pt x="18" y="93"/>
                      <a:pt x="18" y="93"/>
                    </a:cubicBezTo>
                    <a:cubicBezTo>
                      <a:pt x="18" y="93"/>
                      <a:pt x="18" y="93"/>
                      <a:pt x="18" y="93"/>
                    </a:cubicBezTo>
                    <a:cubicBezTo>
                      <a:pt x="18" y="93"/>
                      <a:pt x="18" y="93"/>
                      <a:pt x="18" y="93"/>
                    </a:cubicBezTo>
                    <a:cubicBezTo>
                      <a:pt x="18" y="93"/>
                      <a:pt x="18" y="93"/>
                      <a:pt x="18" y="93"/>
                    </a:cubicBezTo>
                    <a:cubicBezTo>
                      <a:pt x="18" y="93"/>
                      <a:pt x="18" y="93"/>
                      <a:pt x="18" y="93"/>
                    </a:cubicBezTo>
                    <a:cubicBezTo>
                      <a:pt x="19" y="93"/>
                      <a:pt x="19" y="93"/>
                      <a:pt x="19" y="93"/>
                    </a:cubicBezTo>
                    <a:cubicBezTo>
                      <a:pt x="19" y="93"/>
                      <a:pt x="19" y="93"/>
                      <a:pt x="19" y="93"/>
                    </a:cubicBezTo>
                    <a:cubicBezTo>
                      <a:pt x="19" y="93"/>
                      <a:pt x="19" y="93"/>
                      <a:pt x="19" y="93"/>
                    </a:cubicBezTo>
                    <a:cubicBezTo>
                      <a:pt x="19" y="93"/>
                      <a:pt x="19" y="93"/>
                      <a:pt x="19" y="93"/>
                    </a:cubicBezTo>
                    <a:cubicBezTo>
                      <a:pt x="19" y="93"/>
                      <a:pt x="19" y="93"/>
                      <a:pt x="19" y="93"/>
                    </a:cubicBezTo>
                    <a:cubicBezTo>
                      <a:pt x="19" y="93"/>
                      <a:pt x="19" y="93"/>
                      <a:pt x="19" y="93"/>
                    </a:cubicBezTo>
                    <a:cubicBezTo>
                      <a:pt x="19" y="93"/>
                      <a:pt x="19" y="93"/>
                      <a:pt x="19" y="93"/>
                    </a:cubicBezTo>
                    <a:cubicBezTo>
                      <a:pt x="19" y="93"/>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4"/>
                      <a:pt x="19" y="94"/>
                    </a:cubicBezTo>
                    <a:cubicBezTo>
                      <a:pt x="19" y="94"/>
                      <a:pt x="19" y="95"/>
                      <a:pt x="19" y="95"/>
                    </a:cubicBezTo>
                    <a:cubicBezTo>
                      <a:pt x="19" y="95"/>
                      <a:pt x="19" y="95"/>
                      <a:pt x="19" y="95"/>
                    </a:cubicBezTo>
                    <a:cubicBezTo>
                      <a:pt x="19" y="95"/>
                      <a:pt x="19" y="95"/>
                      <a:pt x="19" y="95"/>
                    </a:cubicBezTo>
                    <a:cubicBezTo>
                      <a:pt x="19" y="95"/>
                      <a:pt x="19" y="95"/>
                      <a:pt x="19" y="95"/>
                    </a:cubicBezTo>
                    <a:cubicBezTo>
                      <a:pt x="19" y="95"/>
                      <a:pt x="19" y="95"/>
                      <a:pt x="19" y="95"/>
                    </a:cubicBezTo>
                    <a:cubicBezTo>
                      <a:pt x="19" y="96"/>
                      <a:pt x="19" y="96"/>
                      <a:pt x="19" y="96"/>
                    </a:cubicBezTo>
                    <a:cubicBezTo>
                      <a:pt x="19" y="96"/>
                      <a:pt x="19" y="96"/>
                      <a:pt x="19" y="96"/>
                    </a:cubicBezTo>
                    <a:cubicBezTo>
                      <a:pt x="19" y="96"/>
                      <a:pt x="19" y="96"/>
                      <a:pt x="19" y="96"/>
                    </a:cubicBezTo>
                    <a:cubicBezTo>
                      <a:pt x="19" y="95"/>
                      <a:pt x="19" y="95"/>
                      <a:pt x="19" y="95"/>
                    </a:cubicBezTo>
                    <a:cubicBezTo>
                      <a:pt x="20" y="95"/>
                      <a:pt x="20" y="95"/>
                      <a:pt x="20" y="96"/>
                    </a:cubicBezTo>
                    <a:cubicBezTo>
                      <a:pt x="20" y="96"/>
                      <a:pt x="20" y="96"/>
                      <a:pt x="20" y="96"/>
                    </a:cubicBezTo>
                    <a:cubicBezTo>
                      <a:pt x="20" y="96"/>
                      <a:pt x="20" y="96"/>
                      <a:pt x="20" y="96"/>
                    </a:cubicBezTo>
                    <a:cubicBezTo>
                      <a:pt x="20" y="96"/>
                      <a:pt x="20" y="96"/>
                      <a:pt x="20" y="96"/>
                    </a:cubicBezTo>
                    <a:cubicBezTo>
                      <a:pt x="20" y="96"/>
                      <a:pt x="20" y="96"/>
                      <a:pt x="20" y="96"/>
                    </a:cubicBezTo>
                    <a:cubicBezTo>
                      <a:pt x="20" y="96"/>
                      <a:pt x="20" y="96"/>
                      <a:pt x="20" y="96"/>
                    </a:cubicBezTo>
                    <a:cubicBezTo>
                      <a:pt x="19" y="96"/>
                      <a:pt x="19" y="96"/>
                      <a:pt x="19" y="96"/>
                    </a:cubicBezTo>
                    <a:cubicBezTo>
                      <a:pt x="19" y="96"/>
                      <a:pt x="19" y="96"/>
                      <a:pt x="19" y="96"/>
                    </a:cubicBezTo>
                    <a:cubicBezTo>
                      <a:pt x="19" y="96"/>
                      <a:pt x="19" y="96"/>
                      <a:pt x="19" y="96"/>
                    </a:cubicBezTo>
                    <a:cubicBezTo>
                      <a:pt x="19" y="96"/>
                      <a:pt x="19" y="96"/>
                      <a:pt x="20" y="96"/>
                    </a:cubicBezTo>
                    <a:cubicBezTo>
                      <a:pt x="20" y="96"/>
                      <a:pt x="20" y="96"/>
                      <a:pt x="20" y="96"/>
                    </a:cubicBezTo>
                    <a:cubicBezTo>
                      <a:pt x="20" y="96"/>
                      <a:pt x="20" y="97"/>
                      <a:pt x="20" y="97"/>
                    </a:cubicBezTo>
                    <a:cubicBezTo>
                      <a:pt x="20" y="97"/>
                      <a:pt x="20" y="97"/>
                      <a:pt x="20" y="97"/>
                    </a:cubicBezTo>
                    <a:cubicBezTo>
                      <a:pt x="20" y="97"/>
                      <a:pt x="20" y="97"/>
                      <a:pt x="20" y="97"/>
                    </a:cubicBezTo>
                    <a:cubicBezTo>
                      <a:pt x="20" y="97"/>
                      <a:pt x="20" y="97"/>
                      <a:pt x="20" y="97"/>
                    </a:cubicBezTo>
                    <a:cubicBezTo>
                      <a:pt x="20" y="97"/>
                      <a:pt x="20" y="97"/>
                      <a:pt x="20" y="97"/>
                    </a:cubicBezTo>
                    <a:cubicBezTo>
                      <a:pt x="20" y="97"/>
                      <a:pt x="20" y="97"/>
                      <a:pt x="20" y="97"/>
                    </a:cubicBezTo>
                    <a:cubicBezTo>
                      <a:pt x="20" y="97"/>
                      <a:pt x="20" y="97"/>
                      <a:pt x="20" y="98"/>
                    </a:cubicBezTo>
                    <a:cubicBezTo>
                      <a:pt x="20" y="98"/>
                      <a:pt x="20" y="98"/>
                      <a:pt x="20" y="98"/>
                    </a:cubicBezTo>
                    <a:cubicBezTo>
                      <a:pt x="20" y="98"/>
                      <a:pt x="20" y="98"/>
                      <a:pt x="20" y="98"/>
                    </a:cubicBezTo>
                    <a:cubicBezTo>
                      <a:pt x="20" y="98"/>
                      <a:pt x="20" y="98"/>
                      <a:pt x="20" y="98"/>
                    </a:cubicBezTo>
                    <a:cubicBezTo>
                      <a:pt x="20" y="98"/>
                      <a:pt x="20" y="98"/>
                      <a:pt x="20" y="98"/>
                    </a:cubicBezTo>
                    <a:cubicBezTo>
                      <a:pt x="20" y="98"/>
                      <a:pt x="20" y="98"/>
                      <a:pt x="20" y="98"/>
                    </a:cubicBezTo>
                    <a:cubicBezTo>
                      <a:pt x="20" y="98"/>
                      <a:pt x="20" y="98"/>
                      <a:pt x="20" y="98"/>
                    </a:cubicBezTo>
                    <a:cubicBezTo>
                      <a:pt x="20" y="98"/>
                      <a:pt x="20" y="98"/>
                      <a:pt x="20" y="98"/>
                    </a:cubicBezTo>
                    <a:cubicBezTo>
                      <a:pt x="20" y="98"/>
                      <a:pt x="20" y="98"/>
                      <a:pt x="20" y="98"/>
                    </a:cubicBezTo>
                    <a:cubicBezTo>
                      <a:pt x="20" y="98"/>
                      <a:pt x="20" y="98"/>
                      <a:pt x="20" y="99"/>
                    </a:cubicBezTo>
                    <a:cubicBezTo>
                      <a:pt x="20" y="99"/>
                      <a:pt x="20" y="99"/>
                      <a:pt x="20" y="99"/>
                    </a:cubicBezTo>
                    <a:cubicBezTo>
                      <a:pt x="20" y="99"/>
                      <a:pt x="20" y="99"/>
                      <a:pt x="20" y="99"/>
                    </a:cubicBezTo>
                    <a:cubicBezTo>
                      <a:pt x="20" y="99"/>
                      <a:pt x="20" y="99"/>
                      <a:pt x="20" y="99"/>
                    </a:cubicBezTo>
                    <a:cubicBezTo>
                      <a:pt x="20" y="99"/>
                      <a:pt x="20" y="99"/>
                      <a:pt x="20" y="99"/>
                    </a:cubicBezTo>
                    <a:cubicBezTo>
                      <a:pt x="20" y="99"/>
                      <a:pt x="21" y="99"/>
                      <a:pt x="21" y="99"/>
                    </a:cubicBezTo>
                    <a:cubicBezTo>
                      <a:pt x="21" y="99"/>
                      <a:pt x="21" y="99"/>
                      <a:pt x="21" y="99"/>
                    </a:cubicBezTo>
                    <a:cubicBezTo>
                      <a:pt x="21" y="99"/>
                      <a:pt x="21" y="99"/>
                      <a:pt x="21" y="99"/>
                    </a:cubicBezTo>
                    <a:cubicBezTo>
                      <a:pt x="21" y="99"/>
                      <a:pt x="21" y="99"/>
                      <a:pt x="21" y="99"/>
                    </a:cubicBezTo>
                    <a:cubicBezTo>
                      <a:pt x="21" y="99"/>
                      <a:pt x="21" y="99"/>
                      <a:pt x="21" y="99"/>
                    </a:cubicBezTo>
                    <a:cubicBezTo>
                      <a:pt x="21" y="99"/>
                      <a:pt x="21" y="99"/>
                      <a:pt x="21" y="99"/>
                    </a:cubicBezTo>
                    <a:cubicBezTo>
                      <a:pt x="21" y="99"/>
                      <a:pt x="21" y="99"/>
                      <a:pt x="21" y="100"/>
                    </a:cubicBezTo>
                    <a:cubicBezTo>
                      <a:pt x="21" y="100"/>
                      <a:pt x="21" y="100"/>
                      <a:pt x="21" y="100"/>
                    </a:cubicBezTo>
                    <a:cubicBezTo>
                      <a:pt x="20" y="100"/>
                      <a:pt x="20" y="100"/>
                      <a:pt x="20" y="100"/>
                    </a:cubicBezTo>
                    <a:cubicBezTo>
                      <a:pt x="20" y="100"/>
                      <a:pt x="20" y="100"/>
                      <a:pt x="20" y="100"/>
                    </a:cubicBezTo>
                    <a:cubicBezTo>
                      <a:pt x="20" y="100"/>
                      <a:pt x="20" y="100"/>
                      <a:pt x="20" y="100"/>
                    </a:cubicBezTo>
                    <a:cubicBezTo>
                      <a:pt x="20" y="100"/>
                      <a:pt x="20" y="100"/>
                      <a:pt x="20" y="100"/>
                    </a:cubicBezTo>
                    <a:cubicBezTo>
                      <a:pt x="20" y="100"/>
                      <a:pt x="20" y="100"/>
                      <a:pt x="20" y="100"/>
                    </a:cubicBezTo>
                    <a:cubicBezTo>
                      <a:pt x="20" y="100"/>
                      <a:pt x="20" y="101"/>
                      <a:pt x="20" y="101"/>
                    </a:cubicBezTo>
                    <a:cubicBezTo>
                      <a:pt x="20" y="101"/>
                      <a:pt x="20" y="101"/>
                      <a:pt x="20" y="101"/>
                    </a:cubicBezTo>
                    <a:cubicBezTo>
                      <a:pt x="20" y="101"/>
                      <a:pt x="20" y="101"/>
                      <a:pt x="20" y="101"/>
                    </a:cubicBezTo>
                    <a:cubicBezTo>
                      <a:pt x="20" y="101"/>
                      <a:pt x="20" y="101"/>
                      <a:pt x="20" y="101"/>
                    </a:cubicBezTo>
                    <a:cubicBezTo>
                      <a:pt x="20" y="102"/>
                      <a:pt x="20" y="102"/>
                      <a:pt x="20" y="102"/>
                    </a:cubicBezTo>
                    <a:cubicBezTo>
                      <a:pt x="20" y="102"/>
                      <a:pt x="20" y="102"/>
                      <a:pt x="20" y="102"/>
                    </a:cubicBezTo>
                    <a:cubicBezTo>
                      <a:pt x="20" y="102"/>
                      <a:pt x="20" y="102"/>
                      <a:pt x="20" y="102"/>
                    </a:cubicBezTo>
                    <a:cubicBezTo>
                      <a:pt x="20" y="102"/>
                      <a:pt x="20" y="102"/>
                      <a:pt x="20" y="102"/>
                    </a:cubicBezTo>
                    <a:cubicBezTo>
                      <a:pt x="20" y="102"/>
                      <a:pt x="20" y="102"/>
                      <a:pt x="20" y="102"/>
                    </a:cubicBezTo>
                    <a:cubicBezTo>
                      <a:pt x="20" y="102"/>
                      <a:pt x="20" y="103"/>
                      <a:pt x="20" y="103"/>
                    </a:cubicBezTo>
                    <a:cubicBezTo>
                      <a:pt x="20" y="103"/>
                      <a:pt x="20" y="103"/>
                      <a:pt x="20" y="103"/>
                    </a:cubicBezTo>
                    <a:cubicBezTo>
                      <a:pt x="20" y="103"/>
                      <a:pt x="20" y="103"/>
                      <a:pt x="20" y="103"/>
                    </a:cubicBezTo>
                    <a:cubicBezTo>
                      <a:pt x="20" y="103"/>
                      <a:pt x="20" y="103"/>
                      <a:pt x="20" y="103"/>
                    </a:cubicBezTo>
                    <a:cubicBezTo>
                      <a:pt x="20" y="103"/>
                      <a:pt x="20" y="103"/>
                      <a:pt x="20" y="103"/>
                    </a:cubicBezTo>
                    <a:cubicBezTo>
                      <a:pt x="20" y="103"/>
                      <a:pt x="20" y="103"/>
                      <a:pt x="20" y="103"/>
                    </a:cubicBezTo>
                    <a:cubicBezTo>
                      <a:pt x="20" y="103"/>
                      <a:pt x="20" y="103"/>
                      <a:pt x="20" y="103"/>
                    </a:cubicBezTo>
                    <a:cubicBezTo>
                      <a:pt x="20" y="103"/>
                      <a:pt x="20" y="103"/>
                      <a:pt x="20" y="103"/>
                    </a:cubicBezTo>
                    <a:cubicBezTo>
                      <a:pt x="20" y="103"/>
                      <a:pt x="20" y="103"/>
                      <a:pt x="20" y="103"/>
                    </a:cubicBezTo>
                    <a:cubicBezTo>
                      <a:pt x="20" y="103"/>
                      <a:pt x="20" y="103"/>
                      <a:pt x="20" y="103"/>
                    </a:cubicBezTo>
                    <a:cubicBezTo>
                      <a:pt x="19" y="103"/>
                      <a:pt x="19" y="103"/>
                      <a:pt x="19" y="103"/>
                    </a:cubicBezTo>
                    <a:cubicBezTo>
                      <a:pt x="19" y="103"/>
                      <a:pt x="19" y="103"/>
                      <a:pt x="19" y="103"/>
                    </a:cubicBezTo>
                    <a:cubicBezTo>
                      <a:pt x="19" y="103"/>
                      <a:pt x="19" y="103"/>
                      <a:pt x="19" y="104"/>
                    </a:cubicBezTo>
                    <a:cubicBezTo>
                      <a:pt x="19" y="104"/>
                      <a:pt x="19" y="104"/>
                      <a:pt x="19" y="104"/>
                    </a:cubicBezTo>
                    <a:cubicBezTo>
                      <a:pt x="19" y="104"/>
                      <a:pt x="19" y="104"/>
                      <a:pt x="19" y="104"/>
                    </a:cubicBezTo>
                    <a:cubicBezTo>
                      <a:pt x="20" y="104"/>
                      <a:pt x="20" y="104"/>
                      <a:pt x="20" y="104"/>
                    </a:cubicBezTo>
                    <a:cubicBezTo>
                      <a:pt x="20" y="104"/>
                      <a:pt x="20" y="104"/>
                      <a:pt x="20" y="105"/>
                    </a:cubicBezTo>
                    <a:cubicBezTo>
                      <a:pt x="20" y="105"/>
                      <a:pt x="20" y="105"/>
                      <a:pt x="20" y="105"/>
                    </a:cubicBezTo>
                    <a:cubicBezTo>
                      <a:pt x="20" y="105"/>
                      <a:pt x="20" y="105"/>
                      <a:pt x="20" y="105"/>
                    </a:cubicBezTo>
                    <a:cubicBezTo>
                      <a:pt x="20" y="105"/>
                      <a:pt x="20" y="105"/>
                      <a:pt x="20" y="105"/>
                    </a:cubicBezTo>
                    <a:cubicBezTo>
                      <a:pt x="20" y="105"/>
                      <a:pt x="20" y="105"/>
                      <a:pt x="20" y="106"/>
                    </a:cubicBezTo>
                    <a:cubicBezTo>
                      <a:pt x="20" y="106"/>
                      <a:pt x="20" y="106"/>
                      <a:pt x="20" y="106"/>
                    </a:cubicBezTo>
                    <a:cubicBezTo>
                      <a:pt x="20" y="106"/>
                      <a:pt x="20" y="106"/>
                      <a:pt x="20" y="106"/>
                    </a:cubicBezTo>
                    <a:cubicBezTo>
                      <a:pt x="20" y="106"/>
                      <a:pt x="20" y="106"/>
                      <a:pt x="20" y="106"/>
                    </a:cubicBezTo>
                    <a:cubicBezTo>
                      <a:pt x="20" y="106"/>
                      <a:pt x="20" y="106"/>
                      <a:pt x="20" y="106"/>
                    </a:cubicBezTo>
                    <a:cubicBezTo>
                      <a:pt x="21" y="106"/>
                      <a:pt x="21" y="106"/>
                      <a:pt x="21" y="106"/>
                    </a:cubicBezTo>
                    <a:cubicBezTo>
                      <a:pt x="21" y="106"/>
                      <a:pt x="21" y="106"/>
                      <a:pt x="21" y="106"/>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7"/>
                      <a:pt x="21" y="107"/>
                    </a:cubicBezTo>
                    <a:cubicBezTo>
                      <a:pt x="21" y="107"/>
                      <a:pt x="21" y="108"/>
                      <a:pt x="21" y="108"/>
                    </a:cubicBezTo>
                    <a:cubicBezTo>
                      <a:pt x="21" y="108"/>
                      <a:pt x="21" y="108"/>
                      <a:pt x="22" y="108"/>
                    </a:cubicBezTo>
                    <a:cubicBezTo>
                      <a:pt x="22" y="108"/>
                      <a:pt x="22" y="108"/>
                      <a:pt x="22" y="108"/>
                    </a:cubicBezTo>
                    <a:cubicBezTo>
                      <a:pt x="22" y="108"/>
                      <a:pt x="22" y="108"/>
                      <a:pt x="22" y="108"/>
                    </a:cubicBezTo>
                    <a:cubicBezTo>
                      <a:pt x="22" y="108"/>
                      <a:pt x="22" y="108"/>
                      <a:pt x="22" y="108"/>
                    </a:cubicBezTo>
                    <a:cubicBezTo>
                      <a:pt x="22" y="108"/>
                      <a:pt x="22" y="108"/>
                      <a:pt x="22" y="108"/>
                    </a:cubicBezTo>
                    <a:cubicBezTo>
                      <a:pt x="22" y="108"/>
                      <a:pt x="22" y="108"/>
                      <a:pt x="22" y="108"/>
                    </a:cubicBezTo>
                    <a:cubicBezTo>
                      <a:pt x="22" y="108"/>
                      <a:pt x="22" y="108"/>
                      <a:pt x="22" y="108"/>
                    </a:cubicBezTo>
                    <a:cubicBezTo>
                      <a:pt x="22" y="108"/>
                      <a:pt x="22" y="108"/>
                      <a:pt x="22" y="108"/>
                    </a:cubicBezTo>
                    <a:cubicBezTo>
                      <a:pt x="22" y="108"/>
                      <a:pt x="23" y="108"/>
                      <a:pt x="23" y="108"/>
                    </a:cubicBezTo>
                    <a:cubicBezTo>
                      <a:pt x="23" y="108"/>
                      <a:pt x="23" y="108"/>
                      <a:pt x="23" y="108"/>
                    </a:cubicBezTo>
                    <a:cubicBezTo>
                      <a:pt x="23" y="108"/>
                      <a:pt x="23" y="108"/>
                      <a:pt x="23" y="108"/>
                    </a:cubicBezTo>
                    <a:cubicBezTo>
                      <a:pt x="23" y="108"/>
                      <a:pt x="23" y="108"/>
                      <a:pt x="23" y="108"/>
                    </a:cubicBezTo>
                    <a:cubicBezTo>
                      <a:pt x="23" y="108"/>
                      <a:pt x="23" y="108"/>
                      <a:pt x="23" y="108"/>
                    </a:cubicBezTo>
                    <a:cubicBezTo>
                      <a:pt x="23" y="108"/>
                      <a:pt x="23" y="108"/>
                      <a:pt x="23" y="108"/>
                    </a:cubicBezTo>
                    <a:cubicBezTo>
                      <a:pt x="23" y="108"/>
                      <a:pt x="23" y="108"/>
                      <a:pt x="23" y="108"/>
                    </a:cubicBezTo>
                    <a:cubicBezTo>
                      <a:pt x="23" y="108"/>
                      <a:pt x="23" y="108"/>
                      <a:pt x="23" y="109"/>
                    </a:cubicBezTo>
                    <a:cubicBezTo>
                      <a:pt x="23" y="109"/>
                      <a:pt x="23" y="109"/>
                      <a:pt x="23" y="109"/>
                    </a:cubicBezTo>
                    <a:cubicBezTo>
                      <a:pt x="23" y="109"/>
                      <a:pt x="23" y="109"/>
                      <a:pt x="23" y="109"/>
                    </a:cubicBezTo>
                    <a:cubicBezTo>
                      <a:pt x="23" y="109"/>
                      <a:pt x="23" y="109"/>
                      <a:pt x="23" y="109"/>
                    </a:cubicBezTo>
                    <a:cubicBezTo>
                      <a:pt x="23" y="109"/>
                      <a:pt x="23" y="109"/>
                      <a:pt x="23" y="109"/>
                    </a:cubicBezTo>
                    <a:cubicBezTo>
                      <a:pt x="23" y="109"/>
                      <a:pt x="23" y="109"/>
                      <a:pt x="23" y="109"/>
                    </a:cubicBezTo>
                    <a:cubicBezTo>
                      <a:pt x="24" y="109"/>
                      <a:pt x="24" y="109"/>
                      <a:pt x="24" y="109"/>
                    </a:cubicBezTo>
                    <a:cubicBezTo>
                      <a:pt x="24" y="109"/>
                      <a:pt x="24" y="109"/>
                      <a:pt x="24" y="109"/>
                    </a:cubicBezTo>
                    <a:cubicBezTo>
                      <a:pt x="24" y="109"/>
                      <a:pt x="24" y="110"/>
                      <a:pt x="24" y="110"/>
                    </a:cubicBezTo>
                    <a:cubicBezTo>
                      <a:pt x="24" y="110"/>
                      <a:pt x="24" y="110"/>
                      <a:pt x="24" y="110"/>
                    </a:cubicBezTo>
                    <a:cubicBezTo>
                      <a:pt x="24" y="110"/>
                      <a:pt x="24" y="110"/>
                      <a:pt x="24" y="110"/>
                    </a:cubicBezTo>
                    <a:cubicBezTo>
                      <a:pt x="24" y="110"/>
                      <a:pt x="25" y="110"/>
                      <a:pt x="25" y="110"/>
                    </a:cubicBezTo>
                    <a:cubicBezTo>
                      <a:pt x="25" y="110"/>
                      <a:pt x="25" y="110"/>
                      <a:pt x="25" y="110"/>
                    </a:cubicBezTo>
                    <a:cubicBezTo>
                      <a:pt x="25" y="110"/>
                      <a:pt x="25" y="110"/>
                      <a:pt x="25" y="110"/>
                    </a:cubicBezTo>
                    <a:cubicBezTo>
                      <a:pt x="25" y="110"/>
                      <a:pt x="25" y="110"/>
                      <a:pt x="25" y="110"/>
                    </a:cubicBezTo>
                    <a:cubicBezTo>
                      <a:pt x="25" y="110"/>
                      <a:pt x="25" y="110"/>
                      <a:pt x="25" y="110"/>
                    </a:cubicBezTo>
                    <a:cubicBezTo>
                      <a:pt x="25" y="110"/>
                      <a:pt x="25" y="110"/>
                      <a:pt x="25" y="110"/>
                    </a:cubicBezTo>
                    <a:cubicBezTo>
                      <a:pt x="25" y="110"/>
                      <a:pt x="25" y="110"/>
                      <a:pt x="25" y="110"/>
                    </a:cubicBezTo>
                    <a:cubicBezTo>
                      <a:pt x="25" y="110"/>
                      <a:pt x="25" y="111"/>
                      <a:pt x="25" y="111"/>
                    </a:cubicBezTo>
                    <a:cubicBezTo>
                      <a:pt x="26" y="111"/>
                      <a:pt x="26" y="111"/>
                      <a:pt x="26" y="111"/>
                    </a:cubicBezTo>
                    <a:cubicBezTo>
                      <a:pt x="26" y="111"/>
                      <a:pt x="26" y="111"/>
                      <a:pt x="26" y="111"/>
                    </a:cubicBezTo>
                    <a:cubicBezTo>
                      <a:pt x="26" y="111"/>
                      <a:pt x="26" y="111"/>
                      <a:pt x="26" y="111"/>
                    </a:cubicBezTo>
                    <a:cubicBezTo>
                      <a:pt x="26" y="111"/>
                      <a:pt x="26" y="111"/>
                      <a:pt x="26" y="111"/>
                    </a:cubicBezTo>
                    <a:cubicBezTo>
                      <a:pt x="26" y="111"/>
                      <a:pt x="26" y="111"/>
                      <a:pt x="26" y="111"/>
                    </a:cubicBezTo>
                    <a:cubicBezTo>
                      <a:pt x="26" y="111"/>
                      <a:pt x="26" y="111"/>
                      <a:pt x="26" y="111"/>
                    </a:cubicBezTo>
                    <a:cubicBezTo>
                      <a:pt x="26" y="111"/>
                      <a:pt x="26" y="111"/>
                      <a:pt x="26" y="111"/>
                    </a:cubicBezTo>
                    <a:cubicBezTo>
                      <a:pt x="26" y="111"/>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7" y="112"/>
                      <a:pt x="27" y="112"/>
                      <a:pt x="27" y="112"/>
                    </a:cubicBezTo>
                    <a:cubicBezTo>
                      <a:pt x="28" y="112"/>
                      <a:pt x="28" y="112"/>
                      <a:pt x="28" y="112"/>
                    </a:cubicBezTo>
                    <a:cubicBezTo>
                      <a:pt x="28" y="112"/>
                      <a:pt x="28" y="112"/>
                      <a:pt x="28" y="112"/>
                    </a:cubicBezTo>
                    <a:cubicBezTo>
                      <a:pt x="28" y="112"/>
                      <a:pt x="28" y="112"/>
                      <a:pt x="28" y="112"/>
                    </a:cubicBezTo>
                    <a:cubicBezTo>
                      <a:pt x="28" y="112"/>
                      <a:pt x="28" y="112"/>
                      <a:pt x="28" y="112"/>
                    </a:cubicBezTo>
                    <a:cubicBezTo>
                      <a:pt x="28" y="112"/>
                      <a:pt x="28" y="112"/>
                      <a:pt x="28" y="112"/>
                    </a:cubicBezTo>
                    <a:cubicBezTo>
                      <a:pt x="28" y="112"/>
                      <a:pt x="28" y="112"/>
                      <a:pt x="28" y="112"/>
                    </a:cubicBezTo>
                    <a:cubicBezTo>
                      <a:pt x="28" y="112"/>
                      <a:pt x="28" y="112"/>
                      <a:pt x="28" y="112"/>
                    </a:cubicBezTo>
                    <a:cubicBezTo>
                      <a:pt x="28" y="112"/>
                      <a:pt x="28" y="112"/>
                      <a:pt x="28" y="112"/>
                    </a:cubicBezTo>
                    <a:cubicBezTo>
                      <a:pt x="28" y="112"/>
                      <a:pt x="28" y="113"/>
                      <a:pt x="28" y="113"/>
                    </a:cubicBezTo>
                    <a:cubicBezTo>
                      <a:pt x="28" y="113"/>
                      <a:pt x="28" y="113"/>
                      <a:pt x="28" y="113"/>
                    </a:cubicBezTo>
                    <a:cubicBezTo>
                      <a:pt x="28" y="113"/>
                      <a:pt x="28" y="113"/>
                      <a:pt x="28" y="113"/>
                    </a:cubicBezTo>
                    <a:cubicBezTo>
                      <a:pt x="28" y="113"/>
                      <a:pt x="28" y="113"/>
                      <a:pt x="28" y="113"/>
                    </a:cubicBezTo>
                    <a:cubicBezTo>
                      <a:pt x="28" y="113"/>
                      <a:pt x="28" y="113"/>
                      <a:pt x="28" y="113"/>
                    </a:cubicBezTo>
                    <a:cubicBezTo>
                      <a:pt x="28" y="113"/>
                      <a:pt x="28" y="113"/>
                      <a:pt x="28" y="113"/>
                    </a:cubicBezTo>
                    <a:cubicBezTo>
                      <a:pt x="29" y="113"/>
                      <a:pt x="29" y="113"/>
                      <a:pt x="29" y="113"/>
                    </a:cubicBezTo>
                    <a:cubicBezTo>
                      <a:pt x="29" y="113"/>
                      <a:pt x="29" y="113"/>
                      <a:pt x="29" y="113"/>
                    </a:cubicBezTo>
                    <a:cubicBezTo>
                      <a:pt x="29" y="113"/>
                      <a:pt x="29" y="113"/>
                      <a:pt x="29" y="113"/>
                    </a:cubicBezTo>
                    <a:cubicBezTo>
                      <a:pt x="29" y="113"/>
                      <a:pt x="29" y="113"/>
                      <a:pt x="29" y="113"/>
                    </a:cubicBezTo>
                    <a:cubicBezTo>
                      <a:pt x="29" y="113"/>
                      <a:pt x="29" y="113"/>
                      <a:pt x="29" y="113"/>
                    </a:cubicBezTo>
                    <a:cubicBezTo>
                      <a:pt x="29" y="113"/>
                      <a:pt x="29" y="113"/>
                      <a:pt x="29" y="113"/>
                    </a:cubicBezTo>
                    <a:cubicBezTo>
                      <a:pt x="29" y="113"/>
                      <a:pt x="29" y="112"/>
                      <a:pt x="29" y="112"/>
                    </a:cubicBezTo>
                    <a:cubicBezTo>
                      <a:pt x="29" y="112"/>
                      <a:pt x="29" y="112"/>
                      <a:pt x="30" y="112"/>
                    </a:cubicBezTo>
                    <a:cubicBezTo>
                      <a:pt x="30" y="112"/>
                      <a:pt x="30" y="112"/>
                      <a:pt x="30" y="112"/>
                    </a:cubicBezTo>
                    <a:cubicBezTo>
                      <a:pt x="30" y="112"/>
                      <a:pt x="30" y="112"/>
                      <a:pt x="30" y="112"/>
                    </a:cubicBezTo>
                    <a:cubicBezTo>
                      <a:pt x="30" y="112"/>
                      <a:pt x="30" y="112"/>
                      <a:pt x="30" y="112"/>
                    </a:cubicBezTo>
                    <a:cubicBezTo>
                      <a:pt x="30" y="112"/>
                      <a:pt x="30" y="112"/>
                      <a:pt x="30" y="112"/>
                    </a:cubicBezTo>
                    <a:cubicBezTo>
                      <a:pt x="30" y="112"/>
                      <a:pt x="30" y="112"/>
                      <a:pt x="30" y="112"/>
                    </a:cubicBezTo>
                    <a:cubicBezTo>
                      <a:pt x="30" y="112"/>
                      <a:pt x="30" y="112"/>
                      <a:pt x="30" y="112"/>
                    </a:cubicBezTo>
                    <a:cubicBezTo>
                      <a:pt x="30" y="112"/>
                      <a:pt x="30" y="112"/>
                      <a:pt x="30" y="112"/>
                    </a:cubicBezTo>
                    <a:cubicBezTo>
                      <a:pt x="30" y="112"/>
                      <a:pt x="30" y="112"/>
                      <a:pt x="30"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1" y="112"/>
                    </a:cubicBezTo>
                    <a:cubicBezTo>
                      <a:pt x="31" y="112"/>
                      <a:pt x="31"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2"/>
                      <a:pt x="32" y="112"/>
                    </a:cubicBezTo>
                    <a:cubicBezTo>
                      <a:pt x="32" y="112"/>
                      <a:pt x="32" y="113"/>
                      <a:pt x="32" y="113"/>
                    </a:cubicBezTo>
                    <a:cubicBezTo>
                      <a:pt x="32" y="113"/>
                      <a:pt x="32" y="113"/>
                      <a:pt x="32" y="113"/>
                    </a:cubicBezTo>
                    <a:cubicBezTo>
                      <a:pt x="32" y="113"/>
                      <a:pt x="32" y="113"/>
                      <a:pt x="32" y="113"/>
                    </a:cubicBezTo>
                    <a:cubicBezTo>
                      <a:pt x="32" y="113"/>
                      <a:pt x="33" y="113"/>
                      <a:pt x="33" y="113"/>
                    </a:cubicBezTo>
                    <a:cubicBezTo>
                      <a:pt x="33" y="113"/>
                      <a:pt x="33" y="113"/>
                      <a:pt x="33" y="113"/>
                    </a:cubicBezTo>
                    <a:cubicBezTo>
                      <a:pt x="33" y="113"/>
                      <a:pt x="33" y="113"/>
                      <a:pt x="33" y="113"/>
                    </a:cubicBezTo>
                    <a:cubicBezTo>
                      <a:pt x="33" y="114"/>
                      <a:pt x="33" y="114"/>
                      <a:pt x="33" y="114"/>
                    </a:cubicBezTo>
                    <a:cubicBezTo>
                      <a:pt x="33" y="114"/>
                      <a:pt x="33" y="114"/>
                      <a:pt x="33" y="114"/>
                    </a:cubicBezTo>
                    <a:cubicBezTo>
                      <a:pt x="33" y="114"/>
                      <a:pt x="33" y="114"/>
                      <a:pt x="33" y="114"/>
                    </a:cubicBezTo>
                    <a:cubicBezTo>
                      <a:pt x="33" y="114"/>
                      <a:pt x="33" y="114"/>
                      <a:pt x="33" y="114"/>
                    </a:cubicBezTo>
                    <a:cubicBezTo>
                      <a:pt x="33" y="114"/>
                      <a:pt x="33" y="114"/>
                      <a:pt x="33" y="114"/>
                    </a:cubicBezTo>
                    <a:cubicBezTo>
                      <a:pt x="33" y="114"/>
                      <a:pt x="34" y="114"/>
                      <a:pt x="34" y="114"/>
                    </a:cubicBezTo>
                    <a:cubicBezTo>
                      <a:pt x="34" y="114"/>
                      <a:pt x="34" y="114"/>
                      <a:pt x="34" y="114"/>
                    </a:cubicBezTo>
                    <a:cubicBezTo>
                      <a:pt x="34" y="114"/>
                      <a:pt x="34" y="114"/>
                      <a:pt x="34" y="114"/>
                    </a:cubicBezTo>
                    <a:cubicBezTo>
                      <a:pt x="34" y="115"/>
                      <a:pt x="34" y="115"/>
                      <a:pt x="34" y="115"/>
                    </a:cubicBezTo>
                    <a:cubicBezTo>
                      <a:pt x="34" y="115"/>
                      <a:pt x="34" y="115"/>
                      <a:pt x="34" y="115"/>
                    </a:cubicBezTo>
                    <a:cubicBezTo>
                      <a:pt x="34" y="115"/>
                      <a:pt x="34" y="115"/>
                      <a:pt x="34" y="115"/>
                    </a:cubicBezTo>
                    <a:cubicBezTo>
                      <a:pt x="34" y="115"/>
                      <a:pt x="34" y="115"/>
                      <a:pt x="34" y="115"/>
                    </a:cubicBezTo>
                    <a:cubicBezTo>
                      <a:pt x="34" y="115"/>
                      <a:pt x="34" y="115"/>
                      <a:pt x="34" y="115"/>
                    </a:cubicBezTo>
                    <a:cubicBezTo>
                      <a:pt x="34" y="115"/>
                      <a:pt x="34" y="115"/>
                      <a:pt x="34" y="115"/>
                    </a:cubicBezTo>
                    <a:cubicBezTo>
                      <a:pt x="34" y="115"/>
                      <a:pt x="34" y="115"/>
                      <a:pt x="34" y="115"/>
                    </a:cubicBezTo>
                    <a:cubicBezTo>
                      <a:pt x="34" y="115"/>
                      <a:pt x="34" y="116"/>
                      <a:pt x="34" y="116"/>
                    </a:cubicBezTo>
                    <a:cubicBezTo>
                      <a:pt x="34" y="116"/>
                      <a:pt x="34" y="116"/>
                      <a:pt x="34" y="116"/>
                    </a:cubicBezTo>
                    <a:cubicBezTo>
                      <a:pt x="34" y="116"/>
                      <a:pt x="34" y="116"/>
                      <a:pt x="34" y="116"/>
                    </a:cubicBezTo>
                    <a:cubicBezTo>
                      <a:pt x="34" y="116"/>
                      <a:pt x="34" y="116"/>
                      <a:pt x="34" y="116"/>
                    </a:cubicBezTo>
                    <a:cubicBezTo>
                      <a:pt x="34" y="116"/>
                      <a:pt x="34" y="116"/>
                      <a:pt x="34" y="116"/>
                    </a:cubicBezTo>
                    <a:cubicBezTo>
                      <a:pt x="34" y="116"/>
                      <a:pt x="34" y="116"/>
                      <a:pt x="34" y="116"/>
                    </a:cubicBezTo>
                    <a:cubicBezTo>
                      <a:pt x="34" y="116"/>
                      <a:pt x="35" y="116"/>
                      <a:pt x="35" y="116"/>
                    </a:cubicBezTo>
                    <a:cubicBezTo>
                      <a:pt x="35" y="116"/>
                      <a:pt x="35" y="116"/>
                      <a:pt x="35" y="116"/>
                    </a:cubicBezTo>
                    <a:cubicBezTo>
                      <a:pt x="35" y="116"/>
                      <a:pt x="35" y="116"/>
                      <a:pt x="35" y="116"/>
                    </a:cubicBezTo>
                    <a:cubicBezTo>
                      <a:pt x="35" y="116"/>
                      <a:pt x="35" y="116"/>
                      <a:pt x="35" y="116"/>
                    </a:cubicBezTo>
                    <a:cubicBezTo>
                      <a:pt x="35" y="116"/>
                      <a:pt x="35" y="116"/>
                      <a:pt x="35" y="116"/>
                    </a:cubicBezTo>
                    <a:cubicBezTo>
                      <a:pt x="35" y="116"/>
                      <a:pt x="35" y="116"/>
                      <a:pt x="35" y="116"/>
                    </a:cubicBezTo>
                    <a:cubicBezTo>
                      <a:pt x="35" y="116"/>
                      <a:pt x="35" y="116"/>
                      <a:pt x="35" y="116"/>
                    </a:cubicBezTo>
                    <a:cubicBezTo>
                      <a:pt x="35" y="116"/>
                      <a:pt x="35" y="116"/>
                      <a:pt x="35" y="116"/>
                    </a:cubicBezTo>
                    <a:cubicBezTo>
                      <a:pt x="35" y="116"/>
                      <a:pt x="35" y="116"/>
                      <a:pt x="35" y="116"/>
                    </a:cubicBezTo>
                    <a:cubicBezTo>
                      <a:pt x="35" y="116"/>
                      <a:pt x="35" y="116"/>
                      <a:pt x="36" y="116"/>
                    </a:cubicBezTo>
                    <a:cubicBezTo>
                      <a:pt x="36" y="116"/>
                      <a:pt x="36" y="116"/>
                      <a:pt x="36" y="116"/>
                    </a:cubicBezTo>
                    <a:cubicBezTo>
                      <a:pt x="36" y="116"/>
                      <a:pt x="36" y="116"/>
                      <a:pt x="36" y="116"/>
                    </a:cubicBezTo>
                    <a:cubicBezTo>
                      <a:pt x="36" y="116"/>
                      <a:pt x="36" y="116"/>
                      <a:pt x="36" y="116"/>
                    </a:cubicBezTo>
                    <a:cubicBezTo>
                      <a:pt x="36" y="116"/>
                      <a:pt x="36" y="116"/>
                      <a:pt x="36" y="116"/>
                    </a:cubicBezTo>
                    <a:cubicBezTo>
                      <a:pt x="36" y="116"/>
                      <a:pt x="36" y="116"/>
                      <a:pt x="36" y="116"/>
                    </a:cubicBezTo>
                    <a:cubicBezTo>
                      <a:pt x="36" y="116"/>
                      <a:pt x="36" y="116"/>
                      <a:pt x="36" y="116"/>
                    </a:cubicBezTo>
                    <a:cubicBezTo>
                      <a:pt x="36" y="116"/>
                      <a:pt x="36" y="116"/>
                      <a:pt x="36" y="116"/>
                    </a:cubicBezTo>
                    <a:cubicBezTo>
                      <a:pt x="36" y="116"/>
                      <a:pt x="36" y="116"/>
                      <a:pt x="36" y="116"/>
                    </a:cubicBezTo>
                    <a:cubicBezTo>
                      <a:pt x="36" y="116"/>
                      <a:pt x="36" y="116"/>
                      <a:pt x="36" y="116"/>
                    </a:cubicBezTo>
                    <a:cubicBezTo>
                      <a:pt x="36" y="116"/>
                      <a:pt x="36" y="116"/>
                      <a:pt x="36" y="116"/>
                    </a:cubicBezTo>
                    <a:cubicBezTo>
                      <a:pt x="36" y="117"/>
                      <a:pt x="36" y="117"/>
                      <a:pt x="36" y="117"/>
                    </a:cubicBezTo>
                    <a:cubicBezTo>
                      <a:pt x="36" y="117"/>
                      <a:pt x="36" y="117"/>
                      <a:pt x="36" y="117"/>
                    </a:cubicBezTo>
                    <a:cubicBezTo>
                      <a:pt x="36" y="117"/>
                      <a:pt x="36" y="117"/>
                      <a:pt x="36" y="117"/>
                    </a:cubicBezTo>
                    <a:cubicBezTo>
                      <a:pt x="36" y="117"/>
                      <a:pt x="36" y="117"/>
                      <a:pt x="36" y="117"/>
                    </a:cubicBezTo>
                    <a:cubicBezTo>
                      <a:pt x="36" y="117"/>
                      <a:pt x="36" y="117"/>
                      <a:pt x="36" y="117"/>
                    </a:cubicBezTo>
                    <a:cubicBezTo>
                      <a:pt x="36" y="117"/>
                      <a:pt x="36" y="117"/>
                      <a:pt x="36" y="117"/>
                    </a:cubicBezTo>
                    <a:cubicBezTo>
                      <a:pt x="36" y="117"/>
                      <a:pt x="37" y="117"/>
                      <a:pt x="37" y="117"/>
                    </a:cubicBezTo>
                    <a:cubicBezTo>
                      <a:pt x="37" y="117"/>
                      <a:pt x="37" y="117"/>
                      <a:pt x="37" y="117"/>
                    </a:cubicBezTo>
                    <a:cubicBezTo>
                      <a:pt x="37" y="117"/>
                      <a:pt x="37" y="117"/>
                      <a:pt x="37" y="117"/>
                    </a:cubicBezTo>
                    <a:cubicBezTo>
                      <a:pt x="37" y="117"/>
                      <a:pt x="37" y="117"/>
                      <a:pt x="37" y="117"/>
                    </a:cubicBezTo>
                    <a:cubicBezTo>
                      <a:pt x="37" y="117"/>
                      <a:pt x="37" y="117"/>
                      <a:pt x="37" y="117"/>
                    </a:cubicBezTo>
                    <a:cubicBezTo>
                      <a:pt x="37" y="117"/>
                      <a:pt x="37" y="117"/>
                      <a:pt x="37" y="117"/>
                    </a:cubicBezTo>
                    <a:cubicBezTo>
                      <a:pt x="37" y="117"/>
                      <a:pt x="38" y="117"/>
                      <a:pt x="37" y="117"/>
                    </a:cubicBezTo>
                    <a:cubicBezTo>
                      <a:pt x="37" y="117"/>
                      <a:pt x="37" y="117"/>
                      <a:pt x="37" y="117"/>
                    </a:cubicBezTo>
                    <a:cubicBezTo>
                      <a:pt x="37" y="117"/>
                      <a:pt x="37" y="117"/>
                      <a:pt x="37" y="117"/>
                    </a:cubicBezTo>
                    <a:cubicBezTo>
                      <a:pt x="37" y="117"/>
                      <a:pt x="37" y="117"/>
                      <a:pt x="37" y="117"/>
                    </a:cubicBezTo>
                    <a:cubicBezTo>
                      <a:pt x="37" y="117"/>
                      <a:pt x="37" y="117"/>
                      <a:pt x="37" y="117"/>
                    </a:cubicBezTo>
                    <a:cubicBezTo>
                      <a:pt x="37" y="117"/>
                      <a:pt x="37" y="117"/>
                      <a:pt x="37" y="117"/>
                    </a:cubicBezTo>
                    <a:cubicBezTo>
                      <a:pt x="37" y="117"/>
                      <a:pt x="37" y="117"/>
                      <a:pt x="37" y="117"/>
                    </a:cubicBezTo>
                    <a:cubicBezTo>
                      <a:pt x="37" y="117"/>
                      <a:pt x="37" y="117"/>
                      <a:pt x="37" y="117"/>
                    </a:cubicBezTo>
                    <a:cubicBezTo>
                      <a:pt x="37" y="117"/>
                      <a:pt x="38" y="117"/>
                      <a:pt x="38" y="117"/>
                    </a:cubicBezTo>
                    <a:cubicBezTo>
                      <a:pt x="38" y="117"/>
                      <a:pt x="38" y="117"/>
                      <a:pt x="38" y="117"/>
                    </a:cubicBezTo>
                    <a:cubicBezTo>
                      <a:pt x="38" y="117"/>
                      <a:pt x="38" y="117"/>
                      <a:pt x="38" y="118"/>
                    </a:cubicBezTo>
                    <a:cubicBezTo>
                      <a:pt x="38" y="118"/>
                      <a:pt x="38" y="118"/>
                      <a:pt x="38" y="118"/>
                    </a:cubicBezTo>
                    <a:cubicBezTo>
                      <a:pt x="38" y="118"/>
                      <a:pt x="38" y="118"/>
                      <a:pt x="38" y="118"/>
                    </a:cubicBezTo>
                    <a:cubicBezTo>
                      <a:pt x="38" y="118"/>
                      <a:pt x="38" y="118"/>
                      <a:pt x="38" y="118"/>
                    </a:cubicBezTo>
                    <a:cubicBezTo>
                      <a:pt x="38" y="118"/>
                      <a:pt x="38" y="118"/>
                      <a:pt x="38" y="118"/>
                    </a:cubicBezTo>
                    <a:cubicBezTo>
                      <a:pt x="38" y="117"/>
                      <a:pt x="38" y="117"/>
                      <a:pt x="38" y="117"/>
                    </a:cubicBezTo>
                    <a:cubicBezTo>
                      <a:pt x="38" y="117"/>
                      <a:pt x="38" y="117"/>
                      <a:pt x="38" y="117"/>
                    </a:cubicBezTo>
                    <a:cubicBezTo>
                      <a:pt x="38" y="117"/>
                      <a:pt x="38" y="117"/>
                      <a:pt x="38" y="117"/>
                    </a:cubicBezTo>
                    <a:cubicBezTo>
                      <a:pt x="38" y="117"/>
                      <a:pt x="38" y="117"/>
                      <a:pt x="38" y="117"/>
                    </a:cubicBezTo>
                    <a:cubicBezTo>
                      <a:pt x="38" y="117"/>
                      <a:pt x="38" y="117"/>
                      <a:pt x="38" y="117"/>
                    </a:cubicBezTo>
                    <a:cubicBezTo>
                      <a:pt x="38" y="117"/>
                      <a:pt x="38" y="118"/>
                      <a:pt x="38" y="118"/>
                    </a:cubicBezTo>
                    <a:cubicBezTo>
                      <a:pt x="38" y="118"/>
                      <a:pt x="38" y="118"/>
                      <a:pt x="38" y="118"/>
                    </a:cubicBezTo>
                    <a:cubicBezTo>
                      <a:pt x="38" y="118"/>
                      <a:pt x="38" y="118"/>
                      <a:pt x="38" y="118"/>
                    </a:cubicBezTo>
                    <a:cubicBezTo>
                      <a:pt x="38" y="118"/>
                      <a:pt x="38" y="118"/>
                      <a:pt x="38" y="118"/>
                    </a:cubicBezTo>
                    <a:cubicBezTo>
                      <a:pt x="38" y="118"/>
                      <a:pt x="38" y="118"/>
                      <a:pt x="38" y="118"/>
                    </a:cubicBezTo>
                    <a:cubicBezTo>
                      <a:pt x="38" y="118"/>
                      <a:pt x="38" y="118"/>
                      <a:pt x="38"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7"/>
                      <a:pt x="39" y="117"/>
                      <a:pt x="39" y="117"/>
                    </a:cubicBezTo>
                    <a:cubicBezTo>
                      <a:pt x="39" y="117"/>
                      <a:pt x="39" y="117"/>
                      <a:pt x="39" y="117"/>
                    </a:cubicBezTo>
                    <a:cubicBezTo>
                      <a:pt x="39" y="117"/>
                      <a:pt x="39" y="117"/>
                      <a:pt x="39" y="117"/>
                    </a:cubicBezTo>
                    <a:cubicBezTo>
                      <a:pt x="39" y="117"/>
                      <a:pt x="39" y="117"/>
                      <a:pt x="39" y="117"/>
                    </a:cubicBezTo>
                    <a:cubicBezTo>
                      <a:pt x="39" y="117"/>
                      <a:pt x="39" y="117"/>
                      <a:pt x="39" y="117"/>
                    </a:cubicBezTo>
                    <a:cubicBezTo>
                      <a:pt x="39" y="117"/>
                      <a:pt x="39" y="117"/>
                      <a:pt x="39" y="117"/>
                    </a:cubicBezTo>
                    <a:cubicBezTo>
                      <a:pt x="39" y="117"/>
                      <a:pt x="39" y="117"/>
                      <a:pt x="39" y="117"/>
                    </a:cubicBezTo>
                    <a:cubicBezTo>
                      <a:pt x="39" y="117"/>
                      <a:pt x="39" y="117"/>
                      <a:pt x="39" y="117"/>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8"/>
                      <a:pt x="39" y="118"/>
                      <a:pt x="39" y="118"/>
                    </a:cubicBezTo>
                    <a:cubicBezTo>
                      <a:pt x="39" y="119"/>
                      <a:pt x="39" y="119"/>
                      <a:pt x="39" y="119"/>
                    </a:cubicBezTo>
                    <a:cubicBezTo>
                      <a:pt x="39" y="119"/>
                      <a:pt x="39" y="119"/>
                      <a:pt x="39" y="119"/>
                    </a:cubicBezTo>
                    <a:cubicBezTo>
                      <a:pt x="39" y="119"/>
                      <a:pt x="40" y="119"/>
                      <a:pt x="40" y="119"/>
                    </a:cubicBezTo>
                    <a:cubicBezTo>
                      <a:pt x="40" y="119"/>
                      <a:pt x="40" y="119"/>
                      <a:pt x="40" y="119"/>
                    </a:cubicBezTo>
                    <a:cubicBezTo>
                      <a:pt x="40" y="119"/>
                      <a:pt x="40" y="120"/>
                      <a:pt x="40" y="120"/>
                    </a:cubicBezTo>
                    <a:cubicBezTo>
                      <a:pt x="40" y="120"/>
                      <a:pt x="40" y="120"/>
                      <a:pt x="40" y="120"/>
                    </a:cubicBezTo>
                    <a:cubicBezTo>
                      <a:pt x="40" y="120"/>
                      <a:pt x="40" y="120"/>
                      <a:pt x="40" y="120"/>
                    </a:cubicBezTo>
                    <a:cubicBezTo>
                      <a:pt x="40" y="120"/>
                      <a:pt x="40" y="120"/>
                      <a:pt x="40" y="120"/>
                    </a:cubicBezTo>
                    <a:cubicBezTo>
                      <a:pt x="40" y="120"/>
                      <a:pt x="40" y="120"/>
                      <a:pt x="40" y="120"/>
                    </a:cubicBezTo>
                    <a:cubicBezTo>
                      <a:pt x="40" y="120"/>
                      <a:pt x="40" y="120"/>
                      <a:pt x="40" y="120"/>
                    </a:cubicBezTo>
                    <a:cubicBezTo>
                      <a:pt x="40" y="121"/>
                      <a:pt x="40" y="121"/>
                      <a:pt x="40" y="121"/>
                    </a:cubicBezTo>
                    <a:cubicBezTo>
                      <a:pt x="40" y="121"/>
                      <a:pt x="40" y="121"/>
                      <a:pt x="40" y="121"/>
                    </a:cubicBezTo>
                    <a:cubicBezTo>
                      <a:pt x="40" y="121"/>
                      <a:pt x="40" y="121"/>
                      <a:pt x="40" y="121"/>
                    </a:cubicBezTo>
                    <a:cubicBezTo>
                      <a:pt x="40" y="121"/>
                      <a:pt x="40" y="121"/>
                      <a:pt x="40" y="121"/>
                    </a:cubicBezTo>
                    <a:cubicBezTo>
                      <a:pt x="40" y="121"/>
                      <a:pt x="40" y="121"/>
                      <a:pt x="41" y="121"/>
                    </a:cubicBezTo>
                    <a:cubicBezTo>
                      <a:pt x="41" y="121"/>
                      <a:pt x="41" y="121"/>
                      <a:pt x="41" y="121"/>
                    </a:cubicBezTo>
                    <a:cubicBezTo>
                      <a:pt x="41" y="121"/>
                      <a:pt x="41" y="121"/>
                      <a:pt x="41" y="121"/>
                    </a:cubicBezTo>
                    <a:cubicBezTo>
                      <a:pt x="41" y="121"/>
                      <a:pt x="41" y="121"/>
                      <a:pt x="41" y="121"/>
                    </a:cubicBezTo>
                    <a:cubicBezTo>
                      <a:pt x="41" y="121"/>
                      <a:pt x="41" y="122"/>
                      <a:pt x="41" y="122"/>
                    </a:cubicBezTo>
                    <a:cubicBezTo>
                      <a:pt x="41" y="122"/>
                      <a:pt x="41" y="122"/>
                      <a:pt x="41" y="122"/>
                    </a:cubicBezTo>
                    <a:cubicBezTo>
                      <a:pt x="41" y="122"/>
                      <a:pt x="41" y="122"/>
                      <a:pt x="41" y="122"/>
                    </a:cubicBezTo>
                    <a:cubicBezTo>
                      <a:pt x="41" y="122"/>
                      <a:pt x="41" y="122"/>
                      <a:pt x="41" y="122"/>
                    </a:cubicBezTo>
                    <a:cubicBezTo>
                      <a:pt x="41" y="122"/>
                      <a:pt x="41" y="122"/>
                      <a:pt x="41" y="122"/>
                    </a:cubicBezTo>
                    <a:cubicBezTo>
                      <a:pt x="41" y="122"/>
                      <a:pt x="41" y="122"/>
                      <a:pt x="41" y="122"/>
                    </a:cubicBezTo>
                    <a:cubicBezTo>
                      <a:pt x="41" y="122"/>
                      <a:pt x="41" y="122"/>
                      <a:pt x="41" y="122"/>
                    </a:cubicBezTo>
                    <a:cubicBezTo>
                      <a:pt x="41" y="123"/>
                      <a:pt x="41" y="123"/>
                      <a:pt x="41" y="123"/>
                    </a:cubicBezTo>
                    <a:cubicBezTo>
                      <a:pt x="41" y="123"/>
                      <a:pt x="41" y="123"/>
                      <a:pt x="41" y="123"/>
                    </a:cubicBezTo>
                    <a:cubicBezTo>
                      <a:pt x="41" y="123"/>
                      <a:pt x="41" y="123"/>
                      <a:pt x="41" y="123"/>
                    </a:cubicBezTo>
                    <a:cubicBezTo>
                      <a:pt x="41" y="123"/>
                      <a:pt x="41" y="123"/>
                      <a:pt x="41" y="123"/>
                    </a:cubicBezTo>
                    <a:cubicBezTo>
                      <a:pt x="41" y="123"/>
                      <a:pt x="41" y="123"/>
                      <a:pt x="41" y="123"/>
                    </a:cubicBezTo>
                    <a:cubicBezTo>
                      <a:pt x="41" y="123"/>
                      <a:pt x="41" y="123"/>
                      <a:pt x="41" y="123"/>
                    </a:cubicBezTo>
                    <a:cubicBezTo>
                      <a:pt x="41" y="123"/>
                      <a:pt x="41" y="123"/>
                      <a:pt x="41" y="123"/>
                    </a:cubicBezTo>
                    <a:cubicBezTo>
                      <a:pt x="41" y="123"/>
                      <a:pt x="41" y="123"/>
                      <a:pt x="41" y="123"/>
                    </a:cubicBezTo>
                    <a:cubicBezTo>
                      <a:pt x="41" y="123"/>
                      <a:pt x="41" y="124"/>
                      <a:pt x="41" y="124"/>
                    </a:cubicBezTo>
                    <a:cubicBezTo>
                      <a:pt x="41" y="124"/>
                      <a:pt x="41" y="124"/>
                      <a:pt x="41" y="124"/>
                    </a:cubicBezTo>
                    <a:cubicBezTo>
                      <a:pt x="41" y="124"/>
                      <a:pt x="41" y="124"/>
                      <a:pt x="41" y="124"/>
                    </a:cubicBezTo>
                    <a:cubicBezTo>
                      <a:pt x="41" y="124"/>
                      <a:pt x="41" y="124"/>
                      <a:pt x="41" y="124"/>
                    </a:cubicBezTo>
                    <a:cubicBezTo>
                      <a:pt x="41" y="124"/>
                      <a:pt x="41" y="124"/>
                      <a:pt x="41" y="124"/>
                    </a:cubicBezTo>
                    <a:cubicBezTo>
                      <a:pt x="41" y="124"/>
                      <a:pt x="41" y="124"/>
                      <a:pt x="41" y="124"/>
                    </a:cubicBezTo>
                    <a:cubicBezTo>
                      <a:pt x="41" y="124"/>
                      <a:pt x="41" y="124"/>
                      <a:pt x="41" y="124"/>
                    </a:cubicBezTo>
                    <a:cubicBezTo>
                      <a:pt x="41" y="124"/>
                      <a:pt x="41" y="124"/>
                      <a:pt x="41" y="124"/>
                    </a:cubicBezTo>
                    <a:cubicBezTo>
                      <a:pt x="42" y="124"/>
                      <a:pt x="42" y="124"/>
                      <a:pt x="42" y="124"/>
                    </a:cubicBezTo>
                    <a:cubicBezTo>
                      <a:pt x="42" y="124"/>
                      <a:pt x="42" y="124"/>
                      <a:pt x="42" y="124"/>
                    </a:cubicBezTo>
                    <a:cubicBezTo>
                      <a:pt x="42" y="124"/>
                      <a:pt x="42" y="123"/>
                      <a:pt x="42" y="123"/>
                    </a:cubicBezTo>
                    <a:cubicBezTo>
                      <a:pt x="42" y="123"/>
                      <a:pt x="42" y="123"/>
                      <a:pt x="42" y="123"/>
                    </a:cubicBezTo>
                    <a:cubicBezTo>
                      <a:pt x="41" y="123"/>
                      <a:pt x="41" y="123"/>
                      <a:pt x="41" y="123"/>
                    </a:cubicBezTo>
                    <a:cubicBezTo>
                      <a:pt x="41" y="123"/>
                      <a:pt x="41" y="123"/>
                      <a:pt x="41" y="123"/>
                    </a:cubicBezTo>
                    <a:cubicBezTo>
                      <a:pt x="41" y="123"/>
                      <a:pt x="41" y="123"/>
                      <a:pt x="41" y="123"/>
                    </a:cubicBezTo>
                    <a:cubicBezTo>
                      <a:pt x="41" y="123"/>
                      <a:pt x="41" y="123"/>
                      <a:pt x="41" y="123"/>
                    </a:cubicBezTo>
                    <a:cubicBezTo>
                      <a:pt x="41" y="123"/>
                      <a:pt x="41" y="123"/>
                      <a:pt x="41" y="123"/>
                    </a:cubicBezTo>
                    <a:cubicBezTo>
                      <a:pt x="42" y="123"/>
                      <a:pt x="42" y="123"/>
                      <a:pt x="42" y="123"/>
                    </a:cubicBezTo>
                    <a:cubicBezTo>
                      <a:pt x="42" y="123"/>
                      <a:pt x="42" y="123"/>
                      <a:pt x="42" y="123"/>
                    </a:cubicBezTo>
                    <a:cubicBezTo>
                      <a:pt x="42" y="123"/>
                      <a:pt x="42" y="123"/>
                      <a:pt x="42" y="123"/>
                    </a:cubicBezTo>
                    <a:cubicBezTo>
                      <a:pt x="42" y="123"/>
                      <a:pt x="42" y="123"/>
                      <a:pt x="42" y="123"/>
                    </a:cubicBezTo>
                    <a:cubicBezTo>
                      <a:pt x="42" y="123"/>
                      <a:pt x="42" y="123"/>
                      <a:pt x="42" y="123"/>
                    </a:cubicBezTo>
                    <a:cubicBezTo>
                      <a:pt x="42" y="123"/>
                      <a:pt x="42" y="123"/>
                      <a:pt x="42" y="123"/>
                    </a:cubicBezTo>
                    <a:cubicBezTo>
                      <a:pt x="42" y="123"/>
                      <a:pt x="42" y="123"/>
                      <a:pt x="42" y="123"/>
                    </a:cubicBezTo>
                    <a:cubicBezTo>
                      <a:pt x="42" y="123"/>
                      <a:pt x="42" y="123"/>
                      <a:pt x="42" y="123"/>
                    </a:cubicBezTo>
                    <a:cubicBezTo>
                      <a:pt x="42" y="123"/>
                      <a:pt x="42" y="123"/>
                      <a:pt x="42" y="123"/>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4"/>
                    </a:cubicBezTo>
                    <a:cubicBezTo>
                      <a:pt x="42" y="124"/>
                      <a:pt x="42" y="124"/>
                      <a:pt x="42" y="125"/>
                    </a:cubicBezTo>
                    <a:cubicBezTo>
                      <a:pt x="43" y="125"/>
                      <a:pt x="43" y="125"/>
                      <a:pt x="43" y="125"/>
                    </a:cubicBezTo>
                    <a:cubicBezTo>
                      <a:pt x="43" y="125"/>
                      <a:pt x="43" y="125"/>
                      <a:pt x="43" y="125"/>
                    </a:cubicBezTo>
                    <a:cubicBezTo>
                      <a:pt x="43" y="125"/>
                      <a:pt x="43" y="125"/>
                      <a:pt x="43" y="125"/>
                    </a:cubicBezTo>
                    <a:cubicBezTo>
                      <a:pt x="43" y="125"/>
                      <a:pt x="43" y="125"/>
                      <a:pt x="43" y="125"/>
                    </a:cubicBezTo>
                    <a:cubicBezTo>
                      <a:pt x="43" y="125"/>
                      <a:pt x="43" y="125"/>
                      <a:pt x="43" y="125"/>
                    </a:cubicBezTo>
                    <a:cubicBezTo>
                      <a:pt x="43" y="125"/>
                      <a:pt x="43" y="126"/>
                      <a:pt x="43" y="126"/>
                    </a:cubicBezTo>
                    <a:cubicBezTo>
                      <a:pt x="43" y="126"/>
                      <a:pt x="43" y="126"/>
                      <a:pt x="43" y="126"/>
                    </a:cubicBezTo>
                    <a:cubicBezTo>
                      <a:pt x="43" y="126"/>
                      <a:pt x="43" y="126"/>
                      <a:pt x="43" y="126"/>
                    </a:cubicBezTo>
                    <a:cubicBezTo>
                      <a:pt x="43" y="126"/>
                      <a:pt x="43" y="126"/>
                      <a:pt x="43" y="126"/>
                    </a:cubicBezTo>
                    <a:cubicBezTo>
                      <a:pt x="43" y="126"/>
                      <a:pt x="43" y="126"/>
                      <a:pt x="43" y="126"/>
                    </a:cubicBezTo>
                    <a:cubicBezTo>
                      <a:pt x="43" y="126"/>
                      <a:pt x="43" y="126"/>
                      <a:pt x="43" y="126"/>
                    </a:cubicBezTo>
                    <a:cubicBezTo>
                      <a:pt x="43" y="127"/>
                      <a:pt x="43" y="127"/>
                      <a:pt x="43" y="127"/>
                    </a:cubicBezTo>
                    <a:cubicBezTo>
                      <a:pt x="43" y="127"/>
                      <a:pt x="43" y="127"/>
                      <a:pt x="43" y="126"/>
                    </a:cubicBezTo>
                    <a:cubicBezTo>
                      <a:pt x="44" y="126"/>
                      <a:pt x="43" y="126"/>
                      <a:pt x="43" y="126"/>
                    </a:cubicBezTo>
                    <a:cubicBezTo>
                      <a:pt x="43" y="126"/>
                      <a:pt x="43" y="126"/>
                      <a:pt x="43" y="126"/>
                    </a:cubicBezTo>
                    <a:cubicBezTo>
                      <a:pt x="43" y="126"/>
                      <a:pt x="43" y="126"/>
                      <a:pt x="43" y="126"/>
                    </a:cubicBezTo>
                    <a:cubicBezTo>
                      <a:pt x="43" y="126"/>
                      <a:pt x="43" y="126"/>
                      <a:pt x="43" y="126"/>
                    </a:cubicBezTo>
                    <a:cubicBezTo>
                      <a:pt x="43" y="126"/>
                      <a:pt x="43" y="126"/>
                      <a:pt x="43" y="126"/>
                    </a:cubicBezTo>
                    <a:cubicBezTo>
                      <a:pt x="43" y="126"/>
                      <a:pt x="44" y="126"/>
                      <a:pt x="44" y="126"/>
                    </a:cubicBezTo>
                    <a:cubicBezTo>
                      <a:pt x="44" y="126"/>
                      <a:pt x="44" y="126"/>
                      <a:pt x="44" y="126"/>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4" y="127"/>
                      <a:pt x="44" y="127"/>
                      <a:pt x="44" y="127"/>
                    </a:cubicBezTo>
                    <a:cubicBezTo>
                      <a:pt x="45" y="127"/>
                      <a:pt x="45" y="127"/>
                      <a:pt x="45" y="127"/>
                    </a:cubicBezTo>
                    <a:cubicBezTo>
                      <a:pt x="45" y="127"/>
                      <a:pt x="45" y="127"/>
                      <a:pt x="45" y="127"/>
                    </a:cubicBezTo>
                    <a:cubicBezTo>
                      <a:pt x="45" y="127"/>
                      <a:pt x="45" y="127"/>
                      <a:pt x="45" y="127"/>
                    </a:cubicBezTo>
                    <a:cubicBezTo>
                      <a:pt x="45" y="127"/>
                      <a:pt x="45" y="127"/>
                      <a:pt x="45" y="127"/>
                    </a:cubicBezTo>
                    <a:cubicBezTo>
                      <a:pt x="45" y="127"/>
                      <a:pt x="45" y="127"/>
                      <a:pt x="45" y="127"/>
                    </a:cubicBezTo>
                    <a:cubicBezTo>
                      <a:pt x="45" y="127"/>
                      <a:pt x="45" y="127"/>
                      <a:pt x="45" y="127"/>
                    </a:cubicBezTo>
                    <a:cubicBezTo>
                      <a:pt x="45" y="127"/>
                      <a:pt x="45" y="127"/>
                      <a:pt x="45" y="127"/>
                    </a:cubicBezTo>
                    <a:cubicBezTo>
                      <a:pt x="45" y="127"/>
                      <a:pt x="45" y="127"/>
                      <a:pt x="45" y="127"/>
                    </a:cubicBezTo>
                    <a:cubicBezTo>
                      <a:pt x="45" y="127"/>
                      <a:pt x="45" y="127"/>
                      <a:pt x="45" y="127"/>
                    </a:cubicBezTo>
                    <a:cubicBezTo>
                      <a:pt x="45" y="127"/>
                      <a:pt x="45" y="127"/>
                      <a:pt x="45" y="127"/>
                    </a:cubicBezTo>
                    <a:cubicBezTo>
                      <a:pt x="45" y="127"/>
                      <a:pt x="46" y="127"/>
                      <a:pt x="46" y="127"/>
                    </a:cubicBezTo>
                    <a:cubicBezTo>
                      <a:pt x="45" y="127"/>
                      <a:pt x="45" y="128"/>
                      <a:pt x="46" y="128"/>
                    </a:cubicBezTo>
                    <a:cubicBezTo>
                      <a:pt x="46" y="128"/>
                      <a:pt x="46" y="128"/>
                      <a:pt x="46" y="128"/>
                    </a:cubicBezTo>
                    <a:cubicBezTo>
                      <a:pt x="46" y="128"/>
                      <a:pt x="46" y="128"/>
                      <a:pt x="46" y="128"/>
                    </a:cubicBezTo>
                    <a:cubicBezTo>
                      <a:pt x="46" y="128"/>
                      <a:pt x="46" y="128"/>
                      <a:pt x="46" y="128"/>
                    </a:cubicBezTo>
                    <a:cubicBezTo>
                      <a:pt x="46" y="128"/>
                      <a:pt x="46" y="128"/>
                      <a:pt x="46" y="128"/>
                    </a:cubicBezTo>
                    <a:cubicBezTo>
                      <a:pt x="46" y="128"/>
                      <a:pt x="46" y="128"/>
                      <a:pt x="46" y="127"/>
                    </a:cubicBezTo>
                    <a:cubicBezTo>
                      <a:pt x="46" y="128"/>
                      <a:pt x="46" y="128"/>
                      <a:pt x="46" y="128"/>
                    </a:cubicBezTo>
                    <a:cubicBezTo>
                      <a:pt x="46" y="128"/>
                      <a:pt x="46" y="128"/>
                      <a:pt x="46" y="128"/>
                    </a:cubicBezTo>
                    <a:cubicBezTo>
                      <a:pt x="46" y="128"/>
                      <a:pt x="46" y="128"/>
                      <a:pt x="46" y="128"/>
                    </a:cubicBezTo>
                    <a:cubicBezTo>
                      <a:pt x="46" y="128"/>
                      <a:pt x="46" y="128"/>
                      <a:pt x="46" y="128"/>
                    </a:cubicBezTo>
                    <a:cubicBezTo>
                      <a:pt x="46" y="128"/>
                      <a:pt x="46" y="128"/>
                      <a:pt x="46" y="128"/>
                    </a:cubicBezTo>
                    <a:cubicBezTo>
                      <a:pt x="46" y="128"/>
                      <a:pt x="46" y="129"/>
                      <a:pt x="46" y="129"/>
                    </a:cubicBezTo>
                    <a:cubicBezTo>
                      <a:pt x="47" y="129"/>
                      <a:pt x="47" y="129"/>
                      <a:pt x="47" y="129"/>
                    </a:cubicBezTo>
                    <a:cubicBezTo>
                      <a:pt x="47" y="129"/>
                      <a:pt x="47" y="129"/>
                      <a:pt x="47" y="129"/>
                    </a:cubicBezTo>
                    <a:cubicBezTo>
                      <a:pt x="47" y="129"/>
                      <a:pt x="47" y="129"/>
                      <a:pt x="47" y="129"/>
                    </a:cubicBezTo>
                    <a:cubicBezTo>
                      <a:pt x="47" y="129"/>
                      <a:pt x="47" y="128"/>
                      <a:pt x="47" y="128"/>
                    </a:cubicBezTo>
                    <a:cubicBezTo>
                      <a:pt x="47" y="128"/>
                      <a:pt x="47" y="128"/>
                      <a:pt x="47" y="128"/>
                    </a:cubicBezTo>
                    <a:cubicBezTo>
                      <a:pt x="47" y="128"/>
                      <a:pt x="47" y="128"/>
                      <a:pt x="47" y="128"/>
                    </a:cubicBezTo>
                    <a:cubicBezTo>
                      <a:pt x="47" y="128"/>
                      <a:pt x="47" y="128"/>
                      <a:pt x="47" y="128"/>
                    </a:cubicBezTo>
                    <a:cubicBezTo>
                      <a:pt x="47" y="128"/>
                      <a:pt x="47" y="128"/>
                      <a:pt x="47" y="128"/>
                    </a:cubicBezTo>
                    <a:cubicBezTo>
                      <a:pt x="47" y="128"/>
                      <a:pt x="47" y="128"/>
                      <a:pt x="47" y="128"/>
                    </a:cubicBezTo>
                    <a:cubicBezTo>
                      <a:pt x="47" y="128"/>
                      <a:pt x="47" y="128"/>
                      <a:pt x="47" y="128"/>
                    </a:cubicBezTo>
                    <a:cubicBezTo>
                      <a:pt x="48" y="128"/>
                      <a:pt x="48" y="128"/>
                      <a:pt x="48" y="128"/>
                    </a:cubicBezTo>
                    <a:cubicBezTo>
                      <a:pt x="48" y="128"/>
                      <a:pt x="48" y="128"/>
                      <a:pt x="48" y="128"/>
                    </a:cubicBezTo>
                    <a:cubicBezTo>
                      <a:pt x="48" y="128"/>
                      <a:pt x="48" y="128"/>
                      <a:pt x="48" y="128"/>
                    </a:cubicBezTo>
                    <a:cubicBezTo>
                      <a:pt x="48" y="128"/>
                      <a:pt x="48" y="128"/>
                      <a:pt x="48" y="128"/>
                    </a:cubicBezTo>
                    <a:cubicBezTo>
                      <a:pt x="48" y="128"/>
                      <a:pt x="48" y="128"/>
                      <a:pt x="48" y="128"/>
                    </a:cubicBezTo>
                    <a:cubicBezTo>
                      <a:pt x="48" y="128"/>
                      <a:pt x="48" y="128"/>
                      <a:pt x="47" y="128"/>
                    </a:cubicBezTo>
                    <a:cubicBezTo>
                      <a:pt x="47" y="128"/>
                      <a:pt x="47" y="128"/>
                      <a:pt x="47" y="128"/>
                    </a:cubicBezTo>
                    <a:cubicBezTo>
                      <a:pt x="47" y="128"/>
                      <a:pt x="47" y="128"/>
                      <a:pt x="47" y="128"/>
                    </a:cubicBezTo>
                    <a:cubicBezTo>
                      <a:pt x="47" y="127"/>
                      <a:pt x="47" y="127"/>
                      <a:pt x="47" y="127"/>
                    </a:cubicBezTo>
                    <a:cubicBezTo>
                      <a:pt x="47" y="127"/>
                      <a:pt x="47" y="127"/>
                      <a:pt x="47" y="127"/>
                    </a:cubicBezTo>
                    <a:cubicBezTo>
                      <a:pt x="47" y="127"/>
                      <a:pt x="47" y="127"/>
                      <a:pt x="47" y="127"/>
                    </a:cubicBezTo>
                    <a:cubicBezTo>
                      <a:pt x="47" y="127"/>
                      <a:pt x="47" y="127"/>
                      <a:pt x="47" y="127"/>
                    </a:cubicBezTo>
                    <a:cubicBezTo>
                      <a:pt x="47" y="127"/>
                      <a:pt x="47" y="127"/>
                      <a:pt x="47" y="127"/>
                    </a:cubicBezTo>
                    <a:cubicBezTo>
                      <a:pt x="47" y="127"/>
                      <a:pt x="47" y="127"/>
                      <a:pt x="48" y="127"/>
                    </a:cubicBezTo>
                    <a:cubicBezTo>
                      <a:pt x="48" y="127"/>
                      <a:pt x="48" y="127"/>
                      <a:pt x="48" y="127"/>
                    </a:cubicBezTo>
                    <a:cubicBezTo>
                      <a:pt x="48" y="127"/>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8" y="126"/>
                      <a:pt x="48" y="126"/>
                    </a:cubicBezTo>
                    <a:cubicBezTo>
                      <a:pt x="48" y="126"/>
                      <a:pt x="49" y="125"/>
                      <a:pt x="49" y="125"/>
                    </a:cubicBezTo>
                    <a:cubicBezTo>
                      <a:pt x="49" y="125"/>
                      <a:pt x="49" y="125"/>
                      <a:pt x="49" y="125"/>
                    </a:cubicBezTo>
                    <a:cubicBezTo>
                      <a:pt x="49" y="125"/>
                      <a:pt x="49" y="125"/>
                      <a:pt x="49" y="125"/>
                    </a:cubicBezTo>
                    <a:cubicBezTo>
                      <a:pt x="49" y="125"/>
                      <a:pt x="49" y="125"/>
                      <a:pt x="49" y="125"/>
                    </a:cubicBezTo>
                    <a:cubicBezTo>
                      <a:pt x="49" y="125"/>
                      <a:pt x="49" y="125"/>
                      <a:pt x="49" y="125"/>
                    </a:cubicBezTo>
                    <a:cubicBezTo>
                      <a:pt x="49" y="125"/>
                      <a:pt x="49" y="125"/>
                      <a:pt x="49" y="125"/>
                    </a:cubicBezTo>
                    <a:cubicBezTo>
                      <a:pt x="49" y="125"/>
                      <a:pt x="49" y="125"/>
                      <a:pt x="49" y="125"/>
                    </a:cubicBezTo>
                    <a:cubicBezTo>
                      <a:pt x="49" y="125"/>
                      <a:pt x="49" y="126"/>
                      <a:pt x="49" y="126"/>
                    </a:cubicBezTo>
                    <a:cubicBezTo>
                      <a:pt x="49" y="126"/>
                      <a:pt x="49" y="126"/>
                      <a:pt x="49" y="126"/>
                    </a:cubicBezTo>
                    <a:cubicBezTo>
                      <a:pt x="49" y="126"/>
                      <a:pt x="49" y="126"/>
                      <a:pt x="49" y="126"/>
                    </a:cubicBezTo>
                    <a:cubicBezTo>
                      <a:pt x="49" y="126"/>
                      <a:pt x="49" y="126"/>
                      <a:pt x="49" y="126"/>
                    </a:cubicBezTo>
                    <a:cubicBezTo>
                      <a:pt x="50" y="126"/>
                      <a:pt x="50" y="126"/>
                      <a:pt x="50" y="126"/>
                    </a:cubicBezTo>
                    <a:cubicBezTo>
                      <a:pt x="50" y="126"/>
                      <a:pt x="50" y="126"/>
                      <a:pt x="50" y="126"/>
                    </a:cubicBezTo>
                    <a:cubicBezTo>
                      <a:pt x="50" y="126"/>
                      <a:pt x="50" y="126"/>
                      <a:pt x="50" y="126"/>
                    </a:cubicBezTo>
                    <a:cubicBezTo>
                      <a:pt x="50" y="126"/>
                      <a:pt x="50" y="126"/>
                      <a:pt x="50" y="127"/>
                    </a:cubicBezTo>
                    <a:cubicBezTo>
                      <a:pt x="50" y="127"/>
                      <a:pt x="50" y="127"/>
                      <a:pt x="50" y="127"/>
                    </a:cubicBezTo>
                    <a:cubicBezTo>
                      <a:pt x="50" y="127"/>
                      <a:pt x="50" y="127"/>
                      <a:pt x="50" y="127"/>
                    </a:cubicBezTo>
                    <a:cubicBezTo>
                      <a:pt x="50" y="127"/>
                      <a:pt x="50" y="127"/>
                      <a:pt x="50" y="127"/>
                    </a:cubicBezTo>
                    <a:cubicBezTo>
                      <a:pt x="50" y="127"/>
                      <a:pt x="50" y="127"/>
                      <a:pt x="50" y="127"/>
                    </a:cubicBezTo>
                    <a:cubicBezTo>
                      <a:pt x="50" y="127"/>
                      <a:pt x="50" y="127"/>
                      <a:pt x="50" y="127"/>
                    </a:cubicBezTo>
                    <a:cubicBezTo>
                      <a:pt x="50" y="127"/>
                      <a:pt x="50" y="127"/>
                      <a:pt x="50" y="127"/>
                    </a:cubicBezTo>
                    <a:cubicBezTo>
                      <a:pt x="50" y="127"/>
                      <a:pt x="50" y="127"/>
                      <a:pt x="50" y="127"/>
                    </a:cubicBezTo>
                    <a:cubicBezTo>
                      <a:pt x="50" y="127"/>
                      <a:pt x="50" y="128"/>
                      <a:pt x="50" y="128"/>
                    </a:cubicBezTo>
                    <a:cubicBezTo>
                      <a:pt x="50" y="128"/>
                      <a:pt x="50" y="128"/>
                      <a:pt x="50" y="128"/>
                    </a:cubicBezTo>
                    <a:cubicBezTo>
                      <a:pt x="50" y="128"/>
                      <a:pt x="50" y="128"/>
                      <a:pt x="50" y="128"/>
                    </a:cubicBezTo>
                    <a:cubicBezTo>
                      <a:pt x="50" y="128"/>
                      <a:pt x="50" y="128"/>
                      <a:pt x="50" y="128"/>
                    </a:cubicBezTo>
                    <a:cubicBezTo>
                      <a:pt x="50" y="128"/>
                      <a:pt x="50" y="128"/>
                      <a:pt x="50" y="128"/>
                    </a:cubicBezTo>
                    <a:cubicBezTo>
                      <a:pt x="50" y="128"/>
                      <a:pt x="50" y="128"/>
                      <a:pt x="50" y="128"/>
                    </a:cubicBezTo>
                    <a:cubicBezTo>
                      <a:pt x="50" y="128"/>
                      <a:pt x="50" y="128"/>
                      <a:pt x="50" y="128"/>
                    </a:cubicBezTo>
                    <a:cubicBezTo>
                      <a:pt x="50" y="128"/>
                      <a:pt x="50" y="128"/>
                      <a:pt x="50" y="128"/>
                    </a:cubicBezTo>
                    <a:cubicBezTo>
                      <a:pt x="50" y="128"/>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29"/>
                      <a:pt x="50" y="129"/>
                      <a:pt x="50" y="129"/>
                    </a:cubicBezTo>
                    <a:cubicBezTo>
                      <a:pt x="50" y="130"/>
                      <a:pt x="50" y="130"/>
                      <a:pt x="51" y="130"/>
                    </a:cubicBezTo>
                    <a:cubicBezTo>
                      <a:pt x="51" y="130"/>
                      <a:pt x="51" y="130"/>
                      <a:pt x="51" y="130"/>
                    </a:cubicBezTo>
                    <a:cubicBezTo>
                      <a:pt x="51" y="130"/>
                      <a:pt x="51" y="130"/>
                      <a:pt x="51" y="130"/>
                    </a:cubicBezTo>
                    <a:cubicBezTo>
                      <a:pt x="50" y="130"/>
                      <a:pt x="50" y="130"/>
                      <a:pt x="50" y="130"/>
                    </a:cubicBezTo>
                    <a:cubicBezTo>
                      <a:pt x="50" y="130"/>
                      <a:pt x="50" y="130"/>
                      <a:pt x="50" y="131"/>
                    </a:cubicBezTo>
                    <a:cubicBezTo>
                      <a:pt x="50" y="131"/>
                      <a:pt x="50" y="131"/>
                      <a:pt x="50" y="131"/>
                    </a:cubicBezTo>
                    <a:cubicBezTo>
                      <a:pt x="51" y="131"/>
                      <a:pt x="51" y="131"/>
                      <a:pt x="51" y="131"/>
                    </a:cubicBezTo>
                    <a:cubicBezTo>
                      <a:pt x="50" y="131"/>
                      <a:pt x="50" y="131"/>
                      <a:pt x="50" y="131"/>
                    </a:cubicBezTo>
                    <a:cubicBezTo>
                      <a:pt x="50" y="131"/>
                      <a:pt x="50" y="131"/>
                      <a:pt x="50" y="132"/>
                    </a:cubicBezTo>
                    <a:cubicBezTo>
                      <a:pt x="50" y="132"/>
                      <a:pt x="50" y="132"/>
                      <a:pt x="50" y="132"/>
                    </a:cubicBezTo>
                    <a:cubicBezTo>
                      <a:pt x="50" y="132"/>
                      <a:pt x="50" y="132"/>
                      <a:pt x="50" y="132"/>
                    </a:cubicBezTo>
                    <a:cubicBezTo>
                      <a:pt x="50" y="132"/>
                      <a:pt x="50" y="132"/>
                      <a:pt x="50" y="132"/>
                    </a:cubicBezTo>
                    <a:cubicBezTo>
                      <a:pt x="50" y="132"/>
                      <a:pt x="50" y="132"/>
                      <a:pt x="50" y="132"/>
                    </a:cubicBezTo>
                    <a:cubicBezTo>
                      <a:pt x="50" y="133"/>
                      <a:pt x="50" y="133"/>
                      <a:pt x="50" y="133"/>
                    </a:cubicBezTo>
                    <a:cubicBezTo>
                      <a:pt x="50" y="133"/>
                      <a:pt x="50" y="133"/>
                      <a:pt x="50" y="133"/>
                    </a:cubicBezTo>
                    <a:cubicBezTo>
                      <a:pt x="50" y="133"/>
                      <a:pt x="50" y="133"/>
                      <a:pt x="50" y="133"/>
                    </a:cubicBezTo>
                    <a:cubicBezTo>
                      <a:pt x="50" y="133"/>
                      <a:pt x="50" y="134"/>
                      <a:pt x="50" y="134"/>
                    </a:cubicBezTo>
                    <a:cubicBezTo>
                      <a:pt x="50" y="134"/>
                      <a:pt x="50" y="134"/>
                      <a:pt x="50" y="134"/>
                    </a:cubicBezTo>
                    <a:cubicBezTo>
                      <a:pt x="50" y="134"/>
                      <a:pt x="50" y="134"/>
                      <a:pt x="50" y="134"/>
                    </a:cubicBezTo>
                    <a:cubicBezTo>
                      <a:pt x="50" y="134"/>
                      <a:pt x="50" y="134"/>
                      <a:pt x="50" y="134"/>
                    </a:cubicBezTo>
                    <a:cubicBezTo>
                      <a:pt x="50" y="134"/>
                      <a:pt x="50" y="134"/>
                      <a:pt x="50" y="134"/>
                    </a:cubicBezTo>
                    <a:cubicBezTo>
                      <a:pt x="50" y="134"/>
                      <a:pt x="50" y="134"/>
                      <a:pt x="50" y="134"/>
                    </a:cubicBezTo>
                    <a:cubicBezTo>
                      <a:pt x="50" y="134"/>
                      <a:pt x="50" y="134"/>
                      <a:pt x="50" y="134"/>
                    </a:cubicBezTo>
                    <a:cubicBezTo>
                      <a:pt x="50" y="134"/>
                      <a:pt x="50" y="134"/>
                      <a:pt x="51" y="134"/>
                    </a:cubicBezTo>
                    <a:cubicBezTo>
                      <a:pt x="51" y="134"/>
                      <a:pt x="51" y="134"/>
                      <a:pt x="51" y="134"/>
                    </a:cubicBezTo>
                    <a:cubicBezTo>
                      <a:pt x="51" y="134"/>
                      <a:pt x="51" y="134"/>
                      <a:pt x="51" y="134"/>
                    </a:cubicBezTo>
                    <a:cubicBezTo>
                      <a:pt x="51" y="134"/>
                      <a:pt x="51" y="134"/>
                      <a:pt x="51" y="134"/>
                    </a:cubicBezTo>
                    <a:cubicBezTo>
                      <a:pt x="51" y="134"/>
                      <a:pt x="51" y="135"/>
                      <a:pt x="51" y="135"/>
                    </a:cubicBezTo>
                    <a:cubicBezTo>
                      <a:pt x="51" y="135"/>
                      <a:pt x="51" y="135"/>
                      <a:pt x="51" y="135"/>
                    </a:cubicBezTo>
                    <a:cubicBezTo>
                      <a:pt x="51" y="135"/>
                      <a:pt x="51" y="135"/>
                      <a:pt x="51" y="135"/>
                    </a:cubicBezTo>
                    <a:cubicBezTo>
                      <a:pt x="51" y="135"/>
                      <a:pt x="51" y="135"/>
                      <a:pt x="51" y="135"/>
                    </a:cubicBezTo>
                    <a:cubicBezTo>
                      <a:pt x="51" y="135"/>
                      <a:pt x="51" y="135"/>
                      <a:pt x="51" y="135"/>
                    </a:cubicBezTo>
                    <a:cubicBezTo>
                      <a:pt x="51" y="135"/>
                      <a:pt x="51" y="135"/>
                      <a:pt x="51" y="135"/>
                    </a:cubicBezTo>
                    <a:cubicBezTo>
                      <a:pt x="51" y="135"/>
                      <a:pt x="51" y="135"/>
                      <a:pt x="51" y="135"/>
                    </a:cubicBezTo>
                    <a:cubicBezTo>
                      <a:pt x="51" y="135"/>
                      <a:pt x="51" y="135"/>
                      <a:pt x="51" y="135"/>
                    </a:cubicBezTo>
                    <a:cubicBezTo>
                      <a:pt x="51" y="135"/>
                      <a:pt x="51" y="135"/>
                      <a:pt x="51" y="135"/>
                    </a:cubicBezTo>
                    <a:cubicBezTo>
                      <a:pt x="50" y="135"/>
                      <a:pt x="50" y="135"/>
                      <a:pt x="50" y="135"/>
                    </a:cubicBezTo>
                    <a:cubicBezTo>
                      <a:pt x="50" y="135"/>
                      <a:pt x="50" y="135"/>
                      <a:pt x="50" y="135"/>
                    </a:cubicBezTo>
                    <a:cubicBezTo>
                      <a:pt x="50" y="135"/>
                      <a:pt x="50" y="135"/>
                      <a:pt x="50" y="136"/>
                    </a:cubicBezTo>
                    <a:cubicBezTo>
                      <a:pt x="50" y="136"/>
                      <a:pt x="50" y="136"/>
                      <a:pt x="50" y="136"/>
                    </a:cubicBezTo>
                    <a:cubicBezTo>
                      <a:pt x="50" y="136"/>
                      <a:pt x="50" y="136"/>
                      <a:pt x="50" y="136"/>
                    </a:cubicBezTo>
                    <a:cubicBezTo>
                      <a:pt x="50" y="136"/>
                      <a:pt x="50" y="136"/>
                      <a:pt x="50" y="136"/>
                    </a:cubicBezTo>
                    <a:cubicBezTo>
                      <a:pt x="50" y="136"/>
                      <a:pt x="50" y="136"/>
                      <a:pt x="50" y="136"/>
                    </a:cubicBezTo>
                    <a:cubicBezTo>
                      <a:pt x="50" y="136"/>
                      <a:pt x="50" y="136"/>
                      <a:pt x="50" y="137"/>
                    </a:cubicBezTo>
                    <a:cubicBezTo>
                      <a:pt x="50" y="137"/>
                      <a:pt x="50" y="137"/>
                      <a:pt x="49" y="137"/>
                    </a:cubicBezTo>
                    <a:cubicBezTo>
                      <a:pt x="49" y="137"/>
                      <a:pt x="49" y="137"/>
                      <a:pt x="49" y="137"/>
                    </a:cubicBezTo>
                    <a:cubicBezTo>
                      <a:pt x="49" y="137"/>
                      <a:pt x="49" y="137"/>
                      <a:pt x="49" y="137"/>
                    </a:cubicBezTo>
                    <a:cubicBezTo>
                      <a:pt x="49" y="137"/>
                      <a:pt x="49" y="137"/>
                      <a:pt x="49" y="137"/>
                    </a:cubicBezTo>
                    <a:cubicBezTo>
                      <a:pt x="49" y="137"/>
                      <a:pt x="49" y="138"/>
                      <a:pt x="49" y="138"/>
                    </a:cubicBezTo>
                    <a:cubicBezTo>
                      <a:pt x="49" y="138"/>
                      <a:pt x="49" y="138"/>
                      <a:pt x="49" y="138"/>
                    </a:cubicBezTo>
                    <a:cubicBezTo>
                      <a:pt x="49" y="138"/>
                      <a:pt x="49" y="138"/>
                      <a:pt x="49" y="138"/>
                    </a:cubicBezTo>
                    <a:cubicBezTo>
                      <a:pt x="49" y="138"/>
                      <a:pt x="49" y="138"/>
                      <a:pt x="49" y="138"/>
                    </a:cubicBezTo>
                    <a:cubicBezTo>
                      <a:pt x="49" y="138"/>
                      <a:pt x="49" y="138"/>
                      <a:pt x="49" y="138"/>
                    </a:cubicBezTo>
                    <a:cubicBezTo>
                      <a:pt x="48" y="138"/>
                      <a:pt x="48" y="138"/>
                      <a:pt x="48" y="138"/>
                    </a:cubicBezTo>
                    <a:cubicBezTo>
                      <a:pt x="48" y="138"/>
                      <a:pt x="48" y="138"/>
                      <a:pt x="48" y="138"/>
                    </a:cubicBezTo>
                    <a:cubicBezTo>
                      <a:pt x="48" y="138"/>
                      <a:pt x="48" y="138"/>
                      <a:pt x="48" y="138"/>
                    </a:cubicBezTo>
                    <a:cubicBezTo>
                      <a:pt x="48" y="138"/>
                      <a:pt x="48" y="139"/>
                      <a:pt x="48" y="139"/>
                    </a:cubicBezTo>
                    <a:cubicBezTo>
                      <a:pt x="48" y="139"/>
                      <a:pt x="48" y="139"/>
                      <a:pt x="48" y="139"/>
                    </a:cubicBezTo>
                    <a:cubicBezTo>
                      <a:pt x="48" y="139"/>
                      <a:pt x="48" y="139"/>
                      <a:pt x="48" y="139"/>
                    </a:cubicBezTo>
                    <a:cubicBezTo>
                      <a:pt x="48" y="139"/>
                      <a:pt x="48" y="139"/>
                      <a:pt x="48" y="139"/>
                    </a:cubicBezTo>
                    <a:cubicBezTo>
                      <a:pt x="48" y="139"/>
                      <a:pt x="48" y="139"/>
                      <a:pt x="48" y="139"/>
                    </a:cubicBezTo>
                    <a:cubicBezTo>
                      <a:pt x="48" y="139"/>
                      <a:pt x="48" y="139"/>
                      <a:pt x="48" y="139"/>
                    </a:cubicBezTo>
                    <a:cubicBezTo>
                      <a:pt x="48" y="139"/>
                      <a:pt x="48" y="139"/>
                      <a:pt x="48" y="139"/>
                    </a:cubicBezTo>
                    <a:cubicBezTo>
                      <a:pt x="48" y="139"/>
                      <a:pt x="48" y="139"/>
                      <a:pt x="48" y="139"/>
                    </a:cubicBezTo>
                    <a:cubicBezTo>
                      <a:pt x="48" y="139"/>
                      <a:pt x="48" y="139"/>
                      <a:pt x="48" y="139"/>
                    </a:cubicBezTo>
                    <a:cubicBezTo>
                      <a:pt x="48" y="139"/>
                      <a:pt x="48" y="139"/>
                      <a:pt x="48" y="139"/>
                    </a:cubicBezTo>
                    <a:cubicBezTo>
                      <a:pt x="48" y="139"/>
                      <a:pt x="48" y="139"/>
                      <a:pt x="48" y="139"/>
                    </a:cubicBezTo>
                    <a:cubicBezTo>
                      <a:pt x="47" y="139"/>
                      <a:pt x="47" y="139"/>
                      <a:pt x="47" y="139"/>
                    </a:cubicBezTo>
                    <a:cubicBezTo>
                      <a:pt x="47" y="139"/>
                      <a:pt x="47" y="139"/>
                      <a:pt x="47" y="139"/>
                    </a:cubicBezTo>
                    <a:cubicBezTo>
                      <a:pt x="47" y="139"/>
                      <a:pt x="47" y="140"/>
                      <a:pt x="47" y="140"/>
                    </a:cubicBezTo>
                    <a:cubicBezTo>
                      <a:pt x="47" y="140"/>
                      <a:pt x="47" y="140"/>
                      <a:pt x="47" y="140"/>
                    </a:cubicBezTo>
                    <a:cubicBezTo>
                      <a:pt x="47" y="140"/>
                      <a:pt x="47" y="140"/>
                      <a:pt x="47" y="140"/>
                    </a:cubicBezTo>
                    <a:cubicBezTo>
                      <a:pt x="47" y="140"/>
                      <a:pt x="47" y="140"/>
                      <a:pt x="47" y="140"/>
                    </a:cubicBezTo>
                    <a:cubicBezTo>
                      <a:pt x="47" y="140"/>
                      <a:pt x="47" y="140"/>
                      <a:pt x="47" y="140"/>
                    </a:cubicBezTo>
                    <a:cubicBezTo>
                      <a:pt x="47" y="140"/>
                      <a:pt x="47" y="140"/>
                      <a:pt x="47" y="140"/>
                    </a:cubicBezTo>
                    <a:cubicBezTo>
                      <a:pt x="47" y="140"/>
                      <a:pt x="47" y="140"/>
                      <a:pt x="47" y="141"/>
                    </a:cubicBezTo>
                    <a:cubicBezTo>
                      <a:pt x="47" y="141"/>
                      <a:pt x="47" y="141"/>
                      <a:pt x="47" y="141"/>
                    </a:cubicBezTo>
                    <a:cubicBezTo>
                      <a:pt x="47" y="141"/>
                      <a:pt x="47" y="141"/>
                      <a:pt x="47" y="141"/>
                    </a:cubicBezTo>
                    <a:cubicBezTo>
                      <a:pt x="47" y="141"/>
                      <a:pt x="47" y="141"/>
                      <a:pt x="47" y="142"/>
                    </a:cubicBezTo>
                    <a:cubicBezTo>
                      <a:pt x="47" y="142"/>
                      <a:pt x="47" y="142"/>
                      <a:pt x="47" y="142"/>
                    </a:cubicBezTo>
                    <a:cubicBezTo>
                      <a:pt x="47" y="142"/>
                      <a:pt x="47" y="142"/>
                      <a:pt x="47" y="142"/>
                    </a:cubicBezTo>
                    <a:cubicBezTo>
                      <a:pt x="47" y="142"/>
                      <a:pt x="46" y="142"/>
                      <a:pt x="46" y="142"/>
                    </a:cubicBezTo>
                    <a:cubicBezTo>
                      <a:pt x="46" y="143"/>
                      <a:pt x="46" y="143"/>
                      <a:pt x="46" y="143"/>
                    </a:cubicBezTo>
                    <a:cubicBezTo>
                      <a:pt x="46" y="143"/>
                      <a:pt x="46" y="143"/>
                      <a:pt x="46" y="143"/>
                    </a:cubicBezTo>
                    <a:cubicBezTo>
                      <a:pt x="46" y="143"/>
                      <a:pt x="46" y="143"/>
                      <a:pt x="46" y="143"/>
                    </a:cubicBezTo>
                    <a:cubicBezTo>
                      <a:pt x="46" y="143"/>
                      <a:pt x="46" y="143"/>
                      <a:pt x="46" y="143"/>
                    </a:cubicBezTo>
                    <a:cubicBezTo>
                      <a:pt x="46" y="143"/>
                      <a:pt x="46" y="143"/>
                      <a:pt x="46" y="143"/>
                    </a:cubicBezTo>
                    <a:cubicBezTo>
                      <a:pt x="46" y="143"/>
                      <a:pt x="46" y="143"/>
                      <a:pt x="46" y="143"/>
                    </a:cubicBezTo>
                    <a:cubicBezTo>
                      <a:pt x="46" y="143"/>
                      <a:pt x="46" y="143"/>
                      <a:pt x="46" y="143"/>
                    </a:cubicBezTo>
                    <a:cubicBezTo>
                      <a:pt x="46" y="143"/>
                      <a:pt x="46" y="143"/>
                      <a:pt x="46" y="143"/>
                    </a:cubicBezTo>
                    <a:cubicBezTo>
                      <a:pt x="46" y="143"/>
                      <a:pt x="46" y="143"/>
                      <a:pt x="46" y="143"/>
                    </a:cubicBezTo>
                    <a:cubicBezTo>
                      <a:pt x="46" y="143"/>
                      <a:pt x="46" y="143"/>
                      <a:pt x="46" y="144"/>
                    </a:cubicBezTo>
                    <a:cubicBezTo>
                      <a:pt x="46" y="144"/>
                      <a:pt x="46" y="144"/>
                      <a:pt x="46" y="144"/>
                    </a:cubicBezTo>
                    <a:cubicBezTo>
                      <a:pt x="46" y="144"/>
                      <a:pt x="46" y="144"/>
                      <a:pt x="46" y="144"/>
                    </a:cubicBezTo>
                    <a:cubicBezTo>
                      <a:pt x="46" y="144"/>
                      <a:pt x="46" y="144"/>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5"/>
                    </a:cubicBezTo>
                    <a:cubicBezTo>
                      <a:pt x="46" y="145"/>
                      <a:pt x="46" y="145"/>
                      <a:pt x="46" y="146"/>
                    </a:cubicBezTo>
                    <a:cubicBezTo>
                      <a:pt x="46" y="146"/>
                      <a:pt x="46" y="146"/>
                      <a:pt x="46" y="146"/>
                    </a:cubicBezTo>
                    <a:cubicBezTo>
                      <a:pt x="46" y="146"/>
                      <a:pt x="46" y="146"/>
                      <a:pt x="46" y="146"/>
                    </a:cubicBezTo>
                    <a:cubicBezTo>
                      <a:pt x="46" y="146"/>
                      <a:pt x="46" y="146"/>
                      <a:pt x="46" y="146"/>
                    </a:cubicBezTo>
                    <a:cubicBezTo>
                      <a:pt x="46" y="146"/>
                      <a:pt x="46" y="146"/>
                      <a:pt x="46" y="146"/>
                    </a:cubicBezTo>
                    <a:cubicBezTo>
                      <a:pt x="46" y="146"/>
                      <a:pt x="46" y="146"/>
                      <a:pt x="47" y="146"/>
                    </a:cubicBezTo>
                    <a:cubicBezTo>
                      <a:pt x="47" y="146"/>
                      <a:pt x="47" y="146"/>
                      <a:pt x="47" y="146"/>
                    </a:cubicBezTo>
                    <a:cubicBezTo>
                      <a:pt x="47" y="146"/>
                      <a:pt x="47" y="146"/>
                      <a:pt x="47" y="146"/>
                    </a:cubicBezTo>
                    <a:cubicBezTo>
                      <a:pt x="47" y="145"/>
                      <a:pt x="47" y="145"/>
                      <a:pt x="47" y="145"/>
                    </a:cubicBezTo>
                    <a:cubicBezTo>
                      <a:pt x="47" y="145"/>
                      <a:pt x="47" y="145"/>
                      <a:pt x="47" y="145"/>
                    </a:cubicBezTo>
                    <a:cubicBezTo>
                      <a:pt x="47" y="146"/>
                      <a:pt x="47" y="146"/>
                      <a:pt x="47" y="146"/>
                    </a:cubicBezTo>
                    <a:cubicBezTo>
                      <a:pt x="47" y="146"/>
                      <a:pt x="47" y="146"/>
                      <a:pt x="47" y="146"/>
                    </a:cubicBezTo>
                    <a:cubicBezTo>
                      <a:pt x="47" y="146"/>
                      <a:pt x="47" y="145"/>
                      <a:pt x="47" y="145"/>
                    </a:cubicBezTo>
                    <a:cubicBezTo>
                      <a:pt x="47" y="145"/>
                      <a:pt x="47" y="145"/>
                      <a:pt x="47" y="145"/>
                    </a:cubicBezTo>
                    <a:cubicBezTo>
                      <a:pt x="47" y="145"/>
                      <a:pt x="47" y="145"/>
                      <a:pt x="47" y="145"/>
                    </a:cubicBezTo>
                    <a:cubicBezTo>
                      <a:pt x="47" y="145"/>
                      <a:pt x="47" y="145"/>
                      <a:pt x="47" y="145"/>
                    </a:cubicBezTo>
                    <a:cubicBezTo>
                      <a:pt x="47" y="145"/>
                      <a:pt x="47" y="145"/>
                      <a:pt x="47" y="145"/>
                    </a:cubicBezTo>
                    <a:cubicBezTo>
                      <a:pt x="47" y="145"/>
                      <a:pt x="47" y="145"/>
                      <a:pt x="47" y="145"/>
                    </a:cubicBezTo>
                    <a:cubicBezTo>
                      <a:pt x="48" y="146"/>
                      <a:pt x="48" y="146"/>
                      <a:pt x="48" y="146"/>
                    </a:cubicBezTo>
                    <a:cubicBezTo>
                      <a:pt x="48" y="146"/>
                      <a:pt x="48" y="146"/>
                      <a:pt x="48" y="146"/>
                    </a:cubicBezTo>
                    <a:cubicBezTo>
                      <a:pt x="48" y="146"/>
                      <a:pt x="48" y="146"/>
                      <a:pt x="48" y="146"/>
                    </a:cubicBezTo>
                    <a:cubicBezTo>
                      <a:pt x="48" y="146"/>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7" y="147"/>
                      <a:pt x="47" y="147"/>
                      <a:pt x="47" y="147"/>
                    </a:cubicBezTo>
                    <a:cubicBezTo>
                      <a:pt x="46" y="147"/>
                      <a:pt x="46" y="147"/>
                      <a:pt x="46" y="147"/>
                    </a:cubicBezTo>
                    <a:cubicBezTo>
                      <a:pt x="46" y="147"/>
                      <a:pt x="46" y="147"/>
                      <a:pt x="46" y="147"/>
                    </a:cubicBezTo>
                    <a:cubicBezTo>
                      <a:pt x="46" y="148"/>
                      <a:pt x="46" y="148"/>
                      <a:pt x="46" y="148"/>
                    </a:cubicBezTo>
                    <a:cubicBezTo>
                      <a:pt x="46" y="148"/>
                      <a:pt x="46" y="148"/>
                      <a:pt x="46" y="148"/>
                    </a:cubicBezTo>
                    <a:cubicBezTo>
                      <a:pt x="46" y="148"/>
                      <a:pt x="46" y="148"/>
                      <a:pt x="46" y="148"/>
                    </a:cubicBezTo>
                    <a:cubicBezTo>
                      <a:pt x="46" y="148"/>
                      <a:pt x="46" y="148"/>
                      <a:pt x="46" y="148"/>
                    </a:cubicBezTo>
                    <a:cubicBezTo>
                      <a:pt x="46" y="148"/>
                      <a:pt x="46" y="148"/>
                      <a:pt x="46" y="148"/>
                    </a:cubicBezTo>
                    <a:cubicBezTo>
                      <a:pt x="46" y="148"/>
                      <a:pt x="46" y="148"/>
                      <a:pt x="46" y="148"/>
                    </a:cubicBezTo>
                    <a:cubicBezTo>
                      <a:pt x="46" y="148"/>
                      <a:pt x="46" y="148"/>
                      <a:pt x="46" y="148"/>
                    </a:cubicBezTo>
                    <a:cubicBezTo>
                      <a:pt x="46" y="148"/>
                      <a:pt x="46" y="148"/>
                      <a:pt x="46" y="148"/>
                    </a:cubicBezTo>
                    <a:cubicBezTo>
                      <a:pt x="46" y="148"/>
                      <a:pt x="46" y="148"/>
                      <a:pt x="46" y="149"/>
                    </a:cubicBezTo>
                    <a:cubicBezTo>
                      <a:pt x="46" y="149"/>
                      <a:pt x="46" y="149"/>
                      <a:pt x="46" y="149"/>
                    </a:cubicBezTo>
                    <a:cubicBezTo>
                      <a:pt x="46" y="149"/>
                      <a:pt x="46" y="149"/>
                      <a:pt x="46" y="149"/>
                    </a:cubicBezTo>
                    <a:cubicBezTo>
                      <a:pt x="46" y="149"/>
                      <a:pt x="46" y="149"/>
                      <a:pt x="46" y="149"/>
                    </a:cubicBezTo>
                    <a:cubicBezTo>
                      <a:pt x="46" y="149"/>
                      <a:pt x="46" y="149"/>
                      <a:pt x="46" y="149"/>
                    </a:cubicBezTo>
                    <a:cubicBezTo>
                      <a:pt x="46" y="149"/>
                      <a:pt x="46" y="149"/>
                      <a:pt x="46" y="149"/>
                    </a:cubicBezTo>
                    <a:cubicBezTo>
                      <a:pt x="46" y="149"/>
                      <a:pt x="46" y="149"/>
                      <a:pt x="46" y="149"/>
                    </a:cubicBezTo>
                    <a:cubicBezTo>
                      <a:pt x="46" y="149"/>
                      <a:pt x="46" y="149"/>
                      <a:pt x="46" y="149"/>
                    </a:cubicBezTo>
                    <a:cubicBezTo>
                      <a:pt x="46" y="149"/>
                      <a:pt x="46" y="149"/>
                      <a:pt x="46" y="149"/>
                    </a:cubicBezTo>
                    <a:cubicBezTo>
                      <a:pt x="46" y="149"/>
                      <a:pt x="45" y="149"/>
                      <a:pt x="45" y="149"/>
                    </a:cubicBezTo>
                    <a:cubicBezTo>
                      <a:pt x="45" y="150"/>
                      <a:pt x="46" y="150"/>
                      <a:pt x="46" y="150"/>
                    </a:cubicBezTo>
                    <a:cubicBezTo>
                      <a:pt x="46" y="150"/>
                      <a:pt x="46" y="150"/>
                      <a:pt x="46" y="150"/>
                    </a:cubicBezTo>
                    <a:cubicBezTo>
                      <a:pt x="46" y="150"/>
                      <a:pt x="46" y="150"/>
                      <a:pt x="46" y="150"/>
                    </a:cubicBezTo>
                    <a:cubicBezTo>
                      <a:pt x="46" y="150"/>
                      <a:pt x="46" y="150"/>
                      <a:pt x="46" y="150"/>
                    </a:cubicBezTo>
                    <a:cubicBezTo>
                      <a:pt x="46" y="150"/>
                      <a:pt x="46" y="150"/>
                      <a:pt x="46" y="151"/>
                    </a:cubicBezTo>
                    <a:cubicBezTo>
                      <a:pt x="46" y="151"/>
                      <a:pt x="46" y="151"/>
                      <a:pt x="46" y="151"/>
                    </a:cubicBezTo>
                    <a:cubicBezTo>
                      <a:pt x="46" y="151"/>
                      <a:pt x="46" y="151"/>
                      <a:pt x="46" y="151"/>
                    </a:cubicBezTo>
                    <a:cubicBezTo>
                      <a:pt x="46" y="151"/>
                      <a:pt x="46" y="151"/>
                      <a:pt x="46" y="151"/>
                    </a:cubicBezTo>
                    <a:cubicBezTo>
                      <a:pt x="46" y="151"/>
                      <a:pt x="46" y="151"/>
                      <a:pt x="46" y="151"/>
                    </a:cubicBezTo>
                    <a:cubicBezTo>
                      <a:pt x="46" y="152"/>
                      <a:pt x="46" y="152"/>
                      <a:pt x="46" y="152"/>
                    </a:cubicBezTo>
                    <a:cubicBezTo>
                      <a:pt x="46" y="152"/>
                      <a:pt x="46" y="152"/>
                      <a:pt x="46" y="152"/>
                    </a:cubicBezTo>
                    <a:cubicBezTo>
                      <a:pt x="46" y="152"/>
                      <a:pt x="46" y="152"/>
                      <a:pt x="46" y="152"/>
                    </a:cubicBezTo>
                    <a:cubicBezTo>
                      <a:pt x="46" y="152"/>
                      <a:pt x="46" y="152"/>
                      <a:pt x="47" y="152"/>
                    </a:cubicBezTo>
                    <a:cubicBezTo>
                      <a:pt x="47" y="152"/>
                      <a:pt x="47" y="153"/>
                      <a:pt x="47" y="153"/>
                    </a:cubicBezTo>
                    <a:cubicBezTo>
                      <a:pt x="47" y="153"/>
                      <a:pt x="47" y="153"/>
                      <a:pt x="47" y="153"/>
                    </a:cubicBezTo>
                    <a:cubicBezTo>
                      <a:pt x="47" y="153"/>
                      <a:pt x="48" y="154"/>
                      <a:pt x="48" y="154"/>
                    </a:cubicBezTo>
                    <a:cubicBezTo>
                      <a:pt x="48" y="154"/>
                      <a:pt x="48" y="154"/>
                      <a:pt x="48" y="154"/>
                    </a:cubicBezTo>
                    <a:cubicBezTo>
                      <a:pt x="48" y="154"/>
                      <a:pt x="48" y="154"/>
                      <a:pt x="48" y="154"/>
                    </a:cubicBezTo>
                    <a:cubicBezTo>
                      <a:pt x="48" y="154"/>
                      <a:pt x="48" y="155"/>
                      <a:pt x="48" y="155"/>
                    </a:cubicBezTo>
                    <a:cubicBezTo>
                      <a:pt x="48" y="155"/>
                      <a:pt x="48" y="155"/>
                      <a:pt x="48" y="155"/>
                    </a:cubicBezTo>
                    <a:cubicBezTo>
                      <a:pt x="48" y="155"/>
                      <a:pt x="48" y="155"/>
                      <a:pt x="48" y="155"/>
                    </a:cubicBezTo>
                    <a:cubicBezTo>
                      <a:pt x="48" y="155"/>
                      <a:pt x="49" y="155"/>
                      <a:pt x="49" y="155"/>
                    </a:cubicBezTo>
                    <a:cubicBezTo>
                      <a:pt x="49" y="155"/>
                      <a:pt x="49" y="155"/>
                      <a:pt x="49" y="156"/>
                    </a:cubicBezTo>
                    <a:cubicBezTo>
                      <a:pt x="49" y="156"/>
                      <a:pt x="49" y="156"/>
                      <a:pt x="49" y="156"/>
                    </a:cubicBezTo>
                    <a:cubicBezTo>
                      <a:pt x="49" y="156"/>
                      <a:pt x="49" y="156"/>
                      <a:pt x="49" y="156"/>
                    </a:cubicBezTo>
                    <a:cubicBezTo>
                      <a:pt x="49" y="156"/>
                      <a:pt x="49" y="156"/>
                      <a:pt x="49" y="156"/>
                    </a:cubicBezTo>
                    <a:cubicBezTo>
                      <a:pt x="49" y="156"/>
                      <a:pt x="49" y="156"/>
                      <a:pt x="49" y="156"/>
                    </a:cubicBezTo>
                    <a:cubicBezTo>
                      <a:pt x="49" y="157"/>
                      <a:pt x="49" y="157"/>
                      <a:pt x="50" y="157"/>
                    </a:cubicBezTo>
                    <a:cubicBezTo>
                      <a:pt x="50" y="158"/>
                      <a:pt x="50" y="158"/>
                      <a:pt x="50" y="158"/>
                    </a:cubicBezTo>
                    <a:cubicBezTo>
                      <a:pt x="50" y="158"/>
                      <a:pt x="50" y="158"/>
                      <a:pt x="50" y="158"/>
                    </a:cubicBezTo>
                    <a:cubicBezTo>
                      <a:pt x="50" y="158"/>
                      <a:pt x="50" y="158"/>
                      <a:pt x="50" y="158"/>
                    </a:cubicBezTo>
                    <a:cubicBezTo>
                      <a:pt x="50" y="158"/>
                      <a:pt x="50" y="158"/>
                      <a:pt x="50" y="158"/>
                    </a:cubicBezTo>
                    <a:cubicBezTo>
                      <a:pt x="50" y="158"/>
                      <a:pt x="50" y="159"/>
                      <a:pt x="50" y="159"/>
                    </a:cubicBezTo>
                    <a:cubicBezTo>
                      <a:pt x="50" y="159"/>
                      <a:pt x="50" y="159"/>
                      <a:pt x="50" y="159"/>
                    </a:cubicBezTo>
                    <a:cubicBezTo>
                      <a:pt x="50" y="159"/>
                      <a:pt x="50" y="159"/>
                      <a:pt x="50" y="159"/>
                    </a:cubicBezTo>
                    <a:cubicBezTo>
                      <a:pt x="50" y="159"/>
                      <a:pt x="50" y="159"/>
                      <a:pt x="51" y="159"/>
                    </a:cubicBezTo>
                    <a:cubicBezTo>
                      <a:pt x="51" y="159"/>
                      <a:pt x="51" y="159"/>
                      <a:pt x="51" y="159"/>
                    </a:cubicBezTo>
                    <a:cubicBezTo>
                      <a:pt x="51" y="160"/>
                      <a:pt x="51" y="160"/>
                      <a:pt x="51" y="160"/>
                    </a:cubicBezTo>
                    <a:cubicBezTo>
                      <a:pt x="51" y="160"/>
                      <a:pt x="51" y="160"/>
                      <a:pt x="51" y="160"/>
                    </a:cubicBezTo>
                    <a:cubicBezTo>
                      <a:pt x="51" y="160"/>
                      <a:pt x="51" y="160"/>
                      <a:pt x="51" y="160"/>
                    </a:cubicBezTo>
                    <a:cubicBezTo>
                      <a:pt x="51" y="160"/>
                      <a:pt x="51" y="160"/>
                      <a:pt x="51" y="160"/>
                    </a:cubicBezTo>
                    <a:cubicBezTo>
                      <a:pt x="51" y="160"/>
                      <a:pt x="51" y="160"/>
                      <a:pt x="51" y="160"/>
                    </a:cubicBezTo>
                    <a:cubicBezTo>
                      <a:pt x="51" y="160"/>
                      <a:pt x="51" y="161"/>
                      <a:pt x="51" y="161"/>
                    </a:cubicBezTo>
                    <a:cubicBezTo>
                      <a:pt x="51" y="161"/>
                      <a:pt x="51" y="161"/>
                      <a:pt x="51" y="161"/>
                    </a:cubicBezTo>
                    <a:cubicBezTo>
                      <a:pt x="51" y="161"/>
                      <a:pt x="51" y="161"/>
                      <a:pt x="51" y="161"/>
                    </a:cubicBezTo>
                    <a:cubicBezTo>
                      <a:pt x="51" y="161"/>
                      <a:pt x="52" y="161"/>
                      <a:pt x="52" y="161"/>
                    </a:cubicBezTo>
                    <a:cubicBezTo>
                      <a:pt x="52" y="161"/>
                      <a:pt x="52" y="162"/>
                      <a:pt x="52" y="162"/>
                    </a:cubicBezTo>
                    <a:cubicBezTo>
                      <a:pt x="52" y="162"/>
                      <a:pt x="52" y="162"/>
                      <a:pt x="52" y="162"/>
                    </a:cubicBezTo>
                    <a:cubicBezTo>
                      <a:pt x="52" y="162"/>
                      <a:pt x="52" y="162"/>
                      <a:pt x="52" y="162"/>
                    </a:cubicBezTo>
                    <a:cubicBezTo>
                      <a:pt x="52" y="162"/>
                      <a:pt x="52" y="162"/>
                      <a:pt x="52" y="162"/>
                    </a:cubicBezTo>
                    <a:cubicBezTo>
                      <a:pt x="52" y="163"/>
                      <a:pt x="52" y="163"/>
                      <a:pt x="52" y="163"/>
                    </a:cubicBezTo>
                    <a:cubicBezTo>
                      <a:pt x="52" y="163"/>
                      <a:pt x="52" y="163"/>
                      <a:pt x="52" y="163"/>
                    </a:cubicBezTo>
                    <a:cubicBezTo>
                      <a:pt x="52" y="163"/>
                      <a:pt x="52" y="163"/>
                      <a:pt x="52" y="163"/>
                    </a:cubicBezTo>
                    <a:cubicBezTo>
                      <a:pt x="52" y="163"/>
                      <a:pt x="52" y="163"/>
                      <a:pt x="52" y="163"/>
                    </a:cubicBezTo>
                    <a:cubicBezTo>
                      <a:pt x="52" y="163"/>
                      <a:pt x="52" y="163"/>
                      <a:pt x="53" y="163"/>
                    </a:cubicBezTo>
                    <a:cubicBezTo>
                      <a:pt x="53" y="163"/>
                      <a:pt x="53" y="163"/>
                      <a:pt x="53" y="163"/>
                    </a:cubicBezTo>
                    <a:cubicBezTo>
                      <a:pt x="53" y="163"/>
                      <a:pt x="53" y="163"/>
                      <a:pt x="53" y="163"/>
                    </a:cubicBezTo>
                    <a:cubicBezTo>
                      <a:pt x="53" y="163"/>
                      <a:pt x="53" y="163"/>
                      <a:pt x="53" y="164"/>
                    </a:cubicBezTo>
                    <a:cubicBezTo>
                      <a:pt x="53" y="164"/>
                      <a:pt x="53" y="164"/>
                      <a:pt x="53" y="164"/>
                    </a:cubicBezTo>
                    <a:cubicBezTo>
                      <a:pt x="53" y="164"/>
                      <a:pt x="53" y="164"/>
                      <a:pt x="53" y="164"/>
                    </a:cubicBezTo>
                    <a:cubicBezTo>
                      <a:pt x="53" y="164"/>
                      <a:pt x="53" y="164"/>
                      <a:pt x="53" y="164"/>
                    </a:cubicBezTo>
                    <a:cubicBezTo>
                      <a:pt x="53" y="164"/>
                      <a:pt x="53" y="164"/>
                      <a:pt x="53" y="164"/>
                    </a:cubicBezTo>
                    <a:cubicBezTo>
                      <a:pt x="53" y="164"/>
                      <a:pt x="53" y="164"/>
                      <a:pt x="53" y="164"/>
                    </a:cubicBezTo>
                    <a:cubicBezTo>
                      <a:pt x="53" y="164"/>
                      <a:pt x="53" y="164"/>
                      <a:pt x="53" y="164"/>
                    </a:cubicBezTo>
                    <a:cubicBezTo>
                      <a:pt x="53" y="164"/>
                      <a:pt x="53" y="164"/>
                      <a:pt x="53" y="164"/>
                    </a:cubicBezTo>
                    <a:cubicBezTo>
                      <a:pt x="53" y="165"/>
                      <a:pt x="53" y="165"/>
                      <a:pt x="54" y="165"/>
                    </a:cubicBezTo>
                    <a:cubicBezTo>
                      <a:pt x="54" y="165"/>
                      <a:pt x="54" y="165"/>
                      <a:pt x="54" y="165"/>
                    </a:cubicBezTo>
                    <a:cubicBezTo>
                      <a:pt x="54" y="165"/>
                      <a:pt x="54" y="165"/>
                      <a:pt x="54" y="165"/>
                    </a:cubicBezTo>
                    <a:cubicBezTo>
                      <a:pt x="54" y="165"/>
                      <a:pt x="54" y="165"/>
                      <a:pt x="54" y="165"/>
                    </a:cubicBezTo>
                    <a:cubicBezTo>
                      <a:pt x="54" y="165"/>
                      <a:pt x="54" y="165"/>
                      <a:pt x="54" y="165"/>
                    </a:cubicBezTo>
                    <a:cubicBezTo>
                      <a:pt x="54" y="165"/>
                      <a:pt x="54" y="165"/>
                      <a:pt x="54" y="165"/>
                    </a:cubicBezTo>
                    <a:cubicBezTo>
                      <a:pt x="54" y="165"/>
                      <a:pt x="54" y="165"/>
                      <a:pt x="54" y="165"/>
                    </a:cubicBezTo>
                    <a:cubicBezTo>
                      <a:pt x="54" y="165"/>
                      <a:pt x="54" y="165"/>
                      <a:pt x="54" y="165"/>
                    </a:cubicBezTo>
                    <a:cubicBezTo>
                      <a:pt x="54" y="165"/>
                      <a:pt x="54" y="165"/>
                      <a:pt x="54" y="165"/>
                    </a:cubicBezTo>
                    <a:cubicBezTo>
                      <a:pt x="54" y="166"/>
                      <a:pt x="54" y="166"/>
                      <a:pt x="54" y="166"/>
                    </a:cubicBezTo>
                    <a:cubicBezTo>
                      <a:pt x="54" y="166"/>
                      <a:pt x="54" y="166"/>
                      <a:pt x="54" y="166"/>
                    </a:cubicBezTo>
                    <a:cubicBezTo>
                      <a:pt x="54" y="166"/>
                      <a:pt x="54" y="166"/>
                      <a:pt x="54" y="166"/>
                    </a:cubicBezTo>
                    <a:cubicBezTo>
                      <a:pt x="54" y="166"/>
                      <a:pt x="54" y="166"/>
                      <a:pt x="54" y="166"/>
                    </a:cubicBezTo>
                    <a:cubicBezTo>
                      <a:pt x="54" y="167"/>
                      <a:pt x="54" y="167"/>
                      <a:pt x="55" y="167"/>
                    </a:cubicBezTo>
                    <a:cubicBezTo>
                      <a:pt x="55" y="167"/>
                      <a:pt x="55" y="167"/>
                      <a:pt x="55" y="167"/>
                    </a:cubicBezTo>
                    <a:cubicBezTo>
                      <a:pt x="55" y="167"/>
                      <a:pt x="55" y="167"/>
                      <a:pt x="55" y="168"/>
                    </a:cubicBezTo>
                    <a:cubicBezTo>
                      <a:pt x="56" y="168"/>
                      <a:pt x="56" y="168"/>
                      <a:pt x="56" y="168"/>
                    </a:cubicBezTo>
                    <a:cubicBezTo>
                      <a:pt x="56" y="168"/>
                      <a:pt x="56" y="168"/>
                      <a:pt x="56" y="168"/>
                    </a:cubicBezTo>
                    <a:cubicBezTo>
                      <a:pt x="56" y="168"/>
                      <a:pt x="56" y="168"/>
                      <a:pt x="56" y="168"/>
                    </a:cubicBezTo>
                    <a:cubicBezTo>
                      <a:pt x="56" y="168"/>
                      <a:pt x="56" y="168"/>
                      <a:pt x="56" y="168"/>
                    </a:cubicBezTo>
                    <a:cubicBezTo>
                      <a:pt x="56" y="168"/>
                      <a:pt x="56" y="168"/>
                      <a:pt x="56" y="168"/>
                    </a:cubicBezTo>
                    <a:cubicBezTo>
                      <a:pt x="56" y="168"/>
                      <a:pt x="57" y="168"/>
                      <a:pt x="57" y="169"/>
                    </a:cubicBezTo>
                    <a:cubicBezTo>
                      <a:pt x="57" y="169"/>
                      <a:pt x="57" y="169"/>
                      <a:pt x="57" y="169"/>
                    </a:cubicBezTo>
                    <a:cubicBezTo>
                      <a:pt x="57" y="169"/>
                      <a:pt x="57" y="169"/>
                      <a:pt x="57" y="169"/>
                    </a:cubicBezTo>
                    <a:cubicBezTo>
                      <a:pt x="57" y="169"/>
                      <a:pt x="57" y="169"/>
                      <a:pt x="57" y="169"/>
                    </a:cubicBezTo>
                    <a:cubicBezTo>
                      <a:pt x="57" y="169"/>
                      <a:pt x="57" y="169"/>
                      <a:pt x="57" y="169"/>
                    </a:cubicBezTo>
                    <a:cubicBezTo>
                      <a:pt x="57" y="169"/>
                      <a:pt x="58" y="169"/>
                      <a:pt x="58" y="169"/>
                    </a:cubicBezTo>
                    <a:cubicBezTo>
                      <a:pt x="58" y="169"/>
                      <a:pt x="58" y="169"/>
                      <a:pt x="58" y="169"/>
                    </a:cubicBezTo>
                    <a:cubicBezTo>
                      <a:pt x="58" y="169"/>
                      <a:pt x="58" y="169"/>
                      <a:pt x="58" y="169"/>
                    </a:cubicBezTo>
                    <a:cubicBezTo>
                      <a:pt x="58" y="169"/>
                      <a:pt x="58" y="170"/>
                      <a:pt x="58" y="170"/>
                    </a:cubicBezTo>
                    <a:cubicBezTo>
                      <a:pt x="58" y="170"/>
                      <a:pt x="59" y="170"/>
                      <a:pt x="59" y="170"/>
                    </a:cubicBezTo>
                    <a:cubicBezTo>
                      <a:pt x="59" y="170"/>
                      <a:pt x="59" y="170"/>
                      <a:pt x="59" y="170"/>
                    </a:cubicBezTo>
                    <a:cubicBezTo>
                      <a:pt x="59" y="170"/>
                      <a:pt x="59" y="170"/>
                      <a:pt x="59" y="170"/>
                    </a:cubicBezTo>
                    <a:cubicBezTo>
                      <a:pt x="60" y="170"/>
                      <a:pt x="60" y="170"/>
                      <a:pt x="60" y="170"/>
                    </a:cubicBezTo>
                    <a:cubicBezTo>
                      <a:pt x="60" y="170"/>
                      <a:pt x="60" y="170"/>
                      <a:pt x="60" y="170"/>
                    </a:cubicBezTo>
                    <a:cubicBezTo>
                      <a:pt x="60" y="170"/>
                      <a:pt x="60" y="171"/>
                      <a:pt x="60" y="171"/>
                    </a:cubicBezTo>
                    <a:cubicBezTo>
                      <a:pt x="60" y="171"/>
                      <a:pt x="61" y="171"/>
                      <a:pt x="61" y="171"/>
                    </a:cubicBezTo>
                    <a:cubicBezTo>
                      <a:pt x="61" y="171"/>
                      <a:pt x="61" y="171"/>
                      <a:pt x="61" y="171"/>
                    </a:cubicBezTo>
                    <a:cubicBezTo>
                      <a:pt x="61" y="171"/>
                      <a:pt x="61" y="172"/>
                      <a:pt x="61" y="172"/>
                    </a:cubicBezTo>
                    <a:cubicBezTo>
                      <a:pt x="61" y="172"/>
                      <a:pt x="62" y="172"/>
                      <a:pt x="62" y="172"/>
                    </a:cubicBezTo>
                    <a:cubicBezTo>
                      <a:pt x="62" y="172"/>
                      <a:pt x="62" y="172"/>
                      <a:pt x="62" y="172"/>
                    </a:cubicBezTo>
                    <a:cubicBezTo>
                      <a:pt x="62" y="172"/>
                      <a:pt x="62" y="172"/>
                      <a:pt x="62" y="172"/>
                    </a:cubicBezTo>
                    <a:cubicBezTo>
                      <a:pt x="62" y="172"/>
                      <a:pt x="62" y="172"/>
                      <a:pt x="62" y="172"/>
                    </a:cubicBezTo>
                    <a:cubicBezTo>
                      <a:pt x="62" y="173"/>
                      <a:pt x="63" y="173"/>
                      <a:pt x="63" y="173"/>
                    </a:cubicBezTo>
                    <a:cubicBezTo>
                      <a:pt x="63" y="173"/>
                      <a:pt x="63" y="173"/>
                      <a:pt x="63" y="173"/>
                    </a:cubicBezTo>
                    <a:cubicBezTo>
                      <a:pt x="63" y="173"/>
                      <a:pt x="63" y="173"/>
                      <a:pt x="63" y="173"/>
                    </a:cubicBezTo>
                    <a:cubicBezTo>
                      <a:pt x="63" y="173"/>
                      <a:pt x="63" y="173"/>
                      <a:pt x="63" y="173"/>
                    </a:cubicBezTo>
                    <a:cubicBezTo>
                      <a:pt x="63" y="173"/>
                      <a:pt x="63" y="173"/>
                      <a:pt x="63" y="173"/>
                    </a:cubicBezTo>
                    <a:cubicBezTo>
                      <a:pt x="63" y="174"/>
                      <a:pt x="63" y="174"/>
                      <a:pt x="63" y="174"/>
                    </a:cubicBezTo>
                    <a:cubicBezTo>
                      <a:pt x="63" y="174"/>
                      <a:pt x="63" y="174"/>
                      <a:pt x="63" y="174"/>
                    </a:cubicBezTo>
                    <a:cubicBezTo>
                      <a:pt x="63" y="174"/>
                      <a:pt x="63" y="174"/>
                      <a:pt x="63" y="174"/>
                    </a:cubicBezTo>
                    <a:cubicBezTo>
                      <a:pt x="63" y="174"/>
                      <a:pt x="63" y="174"/>
                      <a:pt x="63" y="174"/>
                    </a:cubicBezTo>
                    <a:cubicBezTo>
                      <a:pt x="63" y="174"/>
                      <a:pt x="63" y="174"/>
                      <a:pt x="63" y="174"/>
                    </a:cubicBezTo>
                    <a:cubicBezTo>
                      <a:pt x="63" y="174"/>
                      <a:pt x="63" y="174"/>
                      <a:pt x="63" y="175"/>
                    </a:cubicBezTo>
                    <a:cubicBezTo>
                      <a:pt x="63" y="175"/>
                      <a:pt x="63" y="175"/>
                      <a:pt x="63" y="175"/>
                    </a:cubicBezTo>
                    <a:cubicBezTo>
                      <a:pt x="63" y="175"/>
                      <a:pt x="63" y="175"/>
                      <a:pt x="63" y="175"/>
                    </a:cubicBezTo>
                    <a:cubicBezTo>
                      <a:pt x="64" y="175"/>
                      <a:pt x="64" y="175"/>
                      <a:pt x="64" y="175"/>
                    </a:cubicBezTo>
                    <a:cubicBezTo>
                      <a:pt x="64" y="176"/>
                      <a:pt x="64" y="176"/>
                      <a:pt x="64" y="176"/>
                    </a:cubicBezTo>
                    <a:cubicBezTo>
                      <a:pt x="64" y="176"/>
                      <a:pt x="64" y="176"/>
                      <a:pt x="64" y="176"/>
                    </a:cubicBezTo>
                    <a:cubicBezTo>
                      <a:pt x="64" y="176"/>
                      <a:pt x="64" y="176"/>
                      <a:pt x="64" y="176"/>
                    </a:cubicBezTo>
                    <a:cubicBezTo>
                      <a:pt x="64" y="176"/>
                      <a:pt x="64" y="177"/>
                      <a:pt x="64" y="177"/>
                    </a:cubicBezTo>
                    <a:cubicBezTo>
                      <a:pt x="64" y="177"/>
                      <a:pt x="64" y="177"/>
                      <a:pt x="64" y="177"/>
                    </a:cubicBezTo>
                    <a:cubicBezTo>
                      <a:pt x="64" y="177"/>
                      <a:pt x="64" y="177"/>
                      <a:pt x="64" y="177"/>
                    </a:cubicBezTo>
                    <a:cubicBezTo>
                      <a:pt x="64" y="177"/>
                      <a:pt x="64" y="178"/>
                      <a:pt x="64" y="178"/>
                    </a:cubicBezTo>
                    <a:cubicBezTo>
                      <a:pt x="64" y="178"/>
                      <a:pt x="64" y="178"/>
                      <a:pt x="64" y="178"/>
                    </a:cubicBezTo>
                    <a:cubicBezTo>
                      <a:pt x="64" y="178"/>
                      <a:pt x="64" y="178"/>
                      <a:pt x="64" y="178"/>
                    </a:cubicBezTo>
                    <a:cubicBezTo>
                      <a:pt x="64" y="178"/>
                      <a:pt x="64" y="178"/>
                      <a:pt x="64" y="179"/>
                    </a:cubicBezTo>
                    <a:cubicBezTo>
                      <a:pt x="64" y="179"/>
                      <a:pt x="64" y="179"/>
                      <a:pt x="65" y="179"/>
                    </a:cubicBezTo>
                    <a:cubicBezTo>
                      <a:pt x="65" y="179"/>
                      <a:pt x="65" y="179"/>
                      <a:pt x="65" y="179"/>
                    </a:cubicBezTo>
                    <a:cubicBezTo>
                      <a:pt x="65" y="179"/>
                      <a:pt x="65" y="179"/>
                      <a:pt x="65" y="179"/>
                    </a:cubicBezTo>
                    <a:cubicBezTo>
                      <a:pt x="65" y="179"/>
                      <a:pt x="65" y="180"/>
                      <a:pt x="65" y="180"/>
                    </a:cubicBezTo>
                    <a:cubicBezTo>
                      <a:pt x="65" y="180"/>
                      <a:pt x="65" y="180"/>
                      <a:pt x="65" y="180"/>
                    </a:cubicBezTo>
                    <a:cubicBezTo>
                      <a:pt x="65" y="180"/>
                      <a:pt x="65" y="180"/>
                      <a:pt x="65" y="180"/>
                    </a:cubicBezTo>
                    <a:cubicBezTo>
                      <a:pt x="65" y="180"/>
                      <a:pt x="65" y="180"/>
                      <a:pt x="65" y="180"/>
                    </a:cubicBezTo>
                    <a:cubicBezTo>
                      <a:pt x="65" y="180"/>
                      <a:pt x="65" y="181"/>
                      <a:pt x="65" y="181"/>
                    </a:cubicBezTo>
                    <a:cubicBezTo>
                      <a:pt x="65" y="181"/>
                      <a:pt x="65" y="181"/>
                      <a:pt x="65" y="181"/>
                    </a:cubicBezTo>
                    <a:cubicBezTo>
                      <a:pt x="65" y="181"/>
                      <a:pt x="65" y="181"/>
                      <a:pt x="65" y="181"/>
                    </a:cubicBezTo>
                    <a:cubicBezTo>
                      <a:pt x="65" y="181"/>
                      <a:pt x="65" y="181"/>
                      <a:pt x="65" y="181"/>
                    </a:cubicBezTo>
                    <a:cubicBezTo>
                      <a:pt x="65" y="181"/>
                      <a:pt x="65" y="181"/>
                      <a:pt x="65" y="181"/>
                    </a:cubicBezTo>
                    <a:cubicBezTo>
                      <a:pt x="65" y="181"/>
                      <a:pt x="65" y="181"/>
                      <a:pt x="65" y="181"/>
                    </a:cubicBezTo>
                    <a:cubicBezTo>
                      <a:pt x="65" y="182"/>
                      <a:pt x="65" y="182"/>
                      <a:pt x="65" y="182"/>
                    </a:cubicBezTo>
                    <a:cubicBezTo>
                      <a:pt x="65" y="182"/>
                      <a:pt x="65" y="182"/>
                      <a:pt x="65" y="182"/>
                    </a:cubicBezTo>
                    <a:cubicBezTo>
                      <a:pt x="65" y="182"/>
                      <a:pt x="65" y="182"/>
                      <a:pt x="65" y="182"/>
                    </a:cubicBezTo>
                    <a:cubicBezTo>
                      <a:pt x="65" y="182"/>
                      <a:pt x="65" y="182"/>
                      <a:pt x="65" y="182"/>
                    </a:cubicBezTo>
                    <a:cubicBezTo>
                      <a:pt x="65" y="182"/>
                      <a:pt x="65" y="182"/>
                      <a:pt x="65" y="182"/>
                    </a:cubicBezTo>
                    <a:cubicBezTo>
                      <a:pt x="65" y="182"/>
                      <a:pt x="65" y="182"/>
                      <a:pt x="65" y="182"/>
                    </a:cubicBezTo>
                    <a:cubicBezTo>
                      <a:pt x="65" y="182"/>
                      <a:pt x="65" y="182"/>
                      <a:pt x="65" y="182"/>
                    </a:cubicBezTo>
                    <a:cubicBezTo>
                      <a:pt x="65" y="182"/>
                      <a:pt x="65" y="183"/>
                      <a:pt x="65" y="183"/>
                    </a:cubicBezTo>
                    <a:cubicBezTo>
                      <a:pt x="65" y="183"/>
                      <a:pt x="65" y="183"/>
                      <a:pt x="65" y="183"/>
                    </a:cubicBezTo>
                    <a:cubicBezTo>
                      <a:pt x="65" y="183"/>
                      <a:pt x="65" y="183"/>
                      <a:pt x="65" y="183"/>
                    </a:cubicBezTo>
                    <a:cubicBezTo>
                      <a:pt x="65" y="183"/>
                      <a:pt x="65" y="183"/>
                      <a:pt x="65" y="184"/>
                    </a:cubicBezTo>
                    <a:cubicBezTo>
                      <a:pt x="65" y="184"/>
                      <a:pt x="65" y="184"/>
                      <a:pt x="65" y="184"/>
                    </a:cubicBezTo>
                    <a:cubicBezTo>
                      <a:pt x="65" y="184"/>
                      <a:pt x="65" y="184"/>
                      <a:pt x="65" y="184"/>
                    </a:cubicBezTo>
                    <a:cubicBezTo>
                      <a:pt x="65" y="184"/>
                      <a:pt x="65" y="184"/>
                      <a:pt x="65" y="184"/>
                    </a:cubicBezTo>
                    <a:cubicBezTo>
                      <a:pt x="65" y="184"/>
                      <a:pt x="65" y="184"/>
                      <a:pt x="65" y="184"/>
                    </a:cubicBezTo>
                    <a:cubicBezTo>
                      <a:pt x="65" y="184"/>
                      <a:pt x="65" y="184"/>
                      <a:pt x="66" y="185"/>
                    </a:cubicBezTo>
                    <a:cubicBezTo>
                      <a:pt x="66" y="185"/>
                      <a:pt x="66" y="185"/>
                      <a:pt x="66" y="185"/>
                    </a:cubicBezTo>
                    <a:cubicBezTo>
                      <a:pt x="66" y="185"/>
                      <a:pt x="66" y="185"/>
                      <a:pt x="66" y="185"/>
                    </a:cubicBezTo>
                    <a:cubicBezTo>
                      <a:pt x="66" y="185"/>
                      <a:pt x="66" y="185"/>
                      <a:pt x="66" y="185"/>
                    </a:cubicBezTo>
                    <a:cubicBezTo>
                      <a:pt x="66" y="185"/>
                      <a:pt x="66" y="185"/>
                      <a:pt x="66" y="185"/>
                    </a:cubicBezTo>
                    <a:cubicBezTo>
                      <a:pt x="66" y="185"/>
                      <a:pt x="66" y="185"/>
                      <a:pt x="66" y="186"/>
                    </a:cubicBezTo>
                    <a:cubicBezTo>
                      <a:pt x="66" y="186"/>
                      <a:pt x="66" y="186"/>
                      <a:pt x="66" y="186"/>
                    </a:cubicBezTo>
                    <a:cubicBezTo>
                      <a:pt x="66" y="186"/>
                      <a:pt x="66" y="186"/>
                      <a:pt x="66" y="186"/>
                    </a:cubicBezTo>
                    <a:cubicBezTo>
                      <a:pt x="66" y="186"/>
                      <a:pt x="66" y="186"/>
                      <a:pt x="66" y="186"/>
                    </a:cubicBezTo>
                    <a:cubicBezTo>
                      <a:pt x="66" y="186"/>
                      <a:pt x="66" y="186"/>
                      <a:pt x="66" y="186"/>
                    </a:cubicBezTo>
                    <a:cubicBezTo>
                      <a:pt x="66" y="186"/>
                      <a:pt x="66" y="186"/>
                      <a:pt x="66" y="186"/>
                    </a:cubicBezTo>
                    <a:cubicBezTo>
                      <a:pt x="66" y="186"/>
                      <a:pt x="66" y="186"/>
                      <a:pt x="66" y="186"/>
                    </a:cubicBezTo>
                    <a:cubicBezTo>
                      <a:pt x="66" y="187"/>
                      <a:pt x="66" y="187"/>
                      <a:pt x="66" y="187"/>
                    </a:cubicBezTo>
                    <a:cubicBezTo>
                      <a:pt x="66" y="187"/>
                      <a:pt x="66" y="187"/>
                      <a:pt x="66" y="187"/>
                    </a:cubicBezTo>
                    <a:cubicBezTo>
                      <a:pt x="66" y="187"/>
                      <a:pt x="66" y="187"/>
                      <a:pt x="66" y="187"/>
                    </a:cubicBezTo>
                    <a:cubicBezTo>
                      <a:pt x="66" y="187"/>
                      <a:pt x="66" y="187"/>
                      <a:pt x="66" y="187"/>
                    </a:cubicBezTo>
                    <a:cubicBezTo>
                      <a:pt x="66" y="187"/>
                      <a:pt x="66" y="188"/>
                      <a:pt x="66" y="188"/>
                    </a:cubicBezTo>
                    <a:cubicBezTo>
                      <a:pt x="66" y="188"/>
                      <a:pt x="66" y="188"/>
                      <a:pt x="66" y="188"/>
                    </a:cubicBezTo>
                    <a:cubicBezTo>
                      <a:pt x="66" y="188"/>
                      <a:pt x="66" y="188"/>
                      <a:pt x="66" y="189"/>
                    </a:cubicBezTo>
                    <a:cubicBezTo>
                      <a:pt x="66" y="189"/>
                      <a:pt x="66" y="189"/>
                      <a:pt x="66" y="189"/>
                    </a:cubicBezTo>
                    <a:cubicBezTo>
                      <a:pt x="66" y="189"/>
                      <a:pt x="66" y="189"/>
                      <a:pt x="66" y="189"/>
                    </a:cubicBezTo>
                    <a:cubicBezTo>
                      <a:pt x="66" y="189"/>
                      <a:pt x="66" y="189"/>
                      <a:pt x="66" y="189"/>
                    </a:cubicBezTo>
                    <a:cubicBezTo>
                      <a:pt x="66" y="189"/>
                      <a:pt x="66" y="189"/>
                      <a:pt x="66" y="189"/>
                    </a:cubicBezTo>
                    <a:cubicBezTo>
                      <a:pt x="66" y="189"/>
                      <a:pt x="66" y="190"/>
                      <a:pt x="66" y="190"/>
                    </a:cubicBezTo>
                    <a:cubicBezTo>
                      <a:pt x="66" y="190"/>
                      <a:pt x="67" y="190"/>
                      <a:pt x="67" y="190"/>
                    </a:cubicBezTo>
                    <a:cubicBezTo>
                      <a:pt x="67" y="190"/>
                      <a:pt x="67" y="190"/>
                      <a:pt x="67" y="190"/>
                    </a:cubicBezTo>
                    <a:cubicBezTo>
                      <a:pt x="67" y="190"/>
                      <a:pt x="67" y="190"/>
                      <a:pt x="67" y="190"/>
                    </a:cubicBezTo>
                    <a:cubicBezTo>
                      <a:pt x="67" y="191"/>
                      <a:pt x="67" y="191"/>
                      <a:pt x="67" y="191"/>
                    </a:cubicBezTo>
                    <a:cubicBezTo>
                      <a:pt x="66" y="191"/>
                      <a:pt x="66" y="191"/>
                      <a:pt x="67" y="192"/>
                    </a:cubicBezTo>
                    <a:cubicBezTo>
                      <a:pt x="67" y="192"/>
                      <a:pt x="67" y="192"/>
                      <a:pt x="67" y="192"/>
                    </a:cubicBezTo>
                    <a:cubicBezTo>
                      <a:pt x="67" y="192"/>
                      <a:pt x="67" y="192"/>
                      <a:pt x="67" y="192"/>
                    </a:cubicBezTo>
                    <a:cubicBezTo>
                      <a:pt x="67" y="192"/>
                      <a:pt x="67" y="192"/>
                      <a:pt x="67" y="192"/>
                    </a:cubicBezTo>
                    <a:cubicBezTo>
                      <a:pt x="67" y="192"/>
                      <a:pt x="67" y="192"/>
                      <a:pt x="67" y="192"/>
                    </a:cubicBezTo>
                    <a:cubicBezTo>
                      <a:pt x="67" y="192"/>
                      <a:pt x="67" y="192"/>
                      <a:pt x="67" y="192"/>
                    </a:cubicBezTo>
                    <a:cubicBezTo>
                      <a:pt x="67" y="193"/>
                      <a:pt x="67" y="193"/>
                      <a:pt x="67" y="193"/>
                    </a:cubicBezTo>
                    <a:cubicBezTo>
                      <a:pt x="67" y="193"/>
                      <a:pt x="67" y="193"/>
                      <a:pt x="67" y="193"/>
                    </a:cubicBezTo>
                    <a:cubicBezTo>
                      <a:pt x="67" y="193"/>
                      <a:pt x="67" y="193"/>
                      <a:pt x="67" y="193"/>
                    </a:cubicBezTo>
                    <a:cubicBezTo>
                      <a:pt x="67" y="193"/>
                      <a:pt x="67" y="193"/>
                      <a:pt x="67" y="193"/>
                    </a:cubicBezTo>
                    <a:cubicBezTo>
                      <a:pt x="67" y="193"/>
                      <a:pt x="67" y="193"/>
                      <a:pt x="67" y="193"/>
                    </a:cubicBezTo>
                    <a:cubicBezTo>
                      <a:pt x="67" y="193"/>
                      <a:pt x="67" y="193"/>
                      <a:pt x="67" y="193"/>
                    </a:cubicBezTo>
                    <a:cubicBezTo>
                      <a:pt x="67" y="194"/>
                      <a:pt x="67" y="194"/>
                      <a:pt x="67" y="194"/>
                    </a:cubicBezTo>
                    <a:cubicBezTo>
                      <a:pt x="67" y="194"/>
                      <a:pt x="67" y="194"/>
                      <a:pt x="67" y="194"/>
                    </a:cubicBezTo>
                    <a:cubicBezTo>
                      <a:pt x="67" y="194"/>
                      <a:pt x="67" y="194"/>
                      <a:pt x="67" y="194"/>
                    </a:cubicBezTo>
                    <a:cubicBezTo>
                      <a:pt x="67" y="194"/>
                      <a:pt x="67" y="195"/>
                      <a:pt x="67" y="195"/>
                    </a:cubicBezTo>
                    <a:cubicBezTo>
                      <a:pt x="68" y="195"/>
                      <a:pt x="68" y="195"/>
                      <a:pt x="68" y="195"/>
                    </a:cubicBezTo>
                    <a:cubicBezTo>
                      <a:pt x="68" y="195"/>
                      <a:pt x="68" y="195"/>
                      <a:pt x="68" y="195"/>
                    </a:cubicBezTo>
                    <a:cubicBezTo>
                      <a:pt x="68" y="195"/>
                      <a:pt x="68" y="195"/>
                      <a:pt x="68" y="195"/>
                    </a:cubicBezTo>
                    <a:cubicBezTo>
                      <a:pt x="68" y="195"/>
                      <a:pt x="68" y="195"/>
                      <a:pt x="68" y="195"/>
                    </a:cubicBezTo>
                    <a:cubicBezTo>
                      <a:pt x="68" y="195"/>
                      <a:pt x="68" y="195"/>
                      <a:pt x="68" y="195"/>
                    </a:cubicBezTo>
                    <a:cubicBezTo>
                      <a:pt x="68" y="195"/>
                      <a:pt x="68" y="195"/>
                      <a:pt x="68" y="195"/>
                    </a:cubicBezTo>
                    <a:cubicBezTo>
                      <a:pt x="68" y="195"/>
                      <a:pt x="68" y="195"/>
                      <a:pt x="68" y="195"/>
                    </a:cubicBezTo>
                    <a:cubicBezTo>
                      <a:pt x="68" y="195"/>
                      <a:pt x="68" y="195"/>
                      <a:pt x="68" y="196"/>
                    </a:cubicBezTo>
                    <a:cubicBezTo>
                      <a:pt x="68" y="196"/>
                      <a:pt x="68" y="196"/>
                      <a:pt x="68" y="196"/>
                    </a:cubicBezTo>
                    <a:cubicBezTo>
                      <a:pt x="68" y="196"/>
                      <a:pt x="68" y="196"/>
                      <a:pt x="68" y="196"/>
                    </a:cubicBezTo>
                    <a:cubicBezTo>
                      <a:pt x="68" y="196"/>
                      <a:pt x="68" y="196"/>
                      <a:pt x="68" y="196"/>
                    </a:cubicBezTo>
                    <a:cubicBezTo>
                      <a:pt x="68" y="196"/>
                      <a:pt x="68" y="196"/>
                      <a:pt x="68" y="196"/>
                    </a:cubicBezTo>
                    <a:cubicBezTo>
                      <a:pt x="68" y="196"/>
                      <a:pt x="68" y="196"/>
                      <a:pt x="68" y="196"/>
                    </a:cubicBezTo>
                    <a:cubicBezTo>
                      <a:pt x="68" y="196"/>
                      <a:pt x="68" y="196"/>
                      <a:pt x="68" y="196"/>
                    </a:cubicBezTo>
                    <a:cubicBezTo>
                      <a:pt x="68" y="196"/>
                      <a:pt x="68" y="197"/>
                      <a:pt x="68" y="197"/>
                    </a:cubicBezTo>
                    <a:cubicBezTo>
                      <a:pt x="68" y="197"/>
                      <a:pt x="68" y="197"/>
                      <a:pt x="68" y="197"/>
                    </a:cubicBezTo>
                    <a:cubicBezTo>
                      <a:pt x="68" y="197"/>
                      <a:pt x="68" y="197"/>
                      <a:pt x="69" y="197"/>
                    </a:cubicBezTo>
                    <a:cubicBezTo>
                      <a:pt x="69" y="197"/>
                      <a:pt x="69" y="197"/>
                      <a:pt x="69" y="197"/>
                    </a:cubicBezTo>
                    <a:cubicBezTo>
                      <a:pt x="69" y="197"/>
                      <a:pt x="69" y="197"/>
                      <a:pt x="69" y="197"/>
                    </a:cubicBezTo>
                    <a:cubicBezTo>
                      <a:pt x="69" y="197"/>
                      <a:pt x="69" y="197"/>
                      <a:pt x="69" y="197"/>
                    </a:cubicBezTo>
                    <a:cubicBezTo>
                      <a:pt x="69" y="197"/>
                      <a:pt x="69" y="198"/>
                      <a:pt x="69" y="198"/>
                    </a:cubicBezTo>
                    <a:cubicBezTo>
                      <a:pt x="69" y="198"/>
                      <a:pt x="69" y="198"/>
                      <a:pt x="69" y="198"/>
                    </a:cubicBezTo>
                    <a:cubicBezTo>
                      <a:pt x="69" y="198"/>
                      <a:pt x="69" y="198"/>
                      <a:pt x="69" y="198"/>
                    </a:cubicBezTo>
                    <a:cubicBezTo>
                      <a:pt x="69" y="198"/>
                      <a:pt x="69" y="198"/>
                      <a:pt x="69" y="198"/>
                    </a:cubicBezTo>
                    <a:cubicBezTo>
                      <a:pt x="69" y="198"/>
                      <a:pt x="69" y="198"/>
                      <a:pt x="69" y="198"/>
                    </a:cubicBezTo>
                    <a:cubicBezTo>
                      <a:pt x="69" y="198"/>
                      <a:pt x="69" y="198"/>
                      <a:pt x="69" y="198"/>
                    </a:cubicBezTo>
                    <a:cubicBezTo>
                      <a:pt x="69" y="198"/>
                      <a:pt x="69" y="198"/>
                      <a:pt x="69" y="198"/>
                    </a:cubicBezTo>
                    <a:cubicBezTo>
                      <a:pt x="69" y="198"/>
                      <a:pt x="69" y="199"/>
                      <a:pt x="69" y="199"/>
                    </a:cubicBezTo>
                    <a:cubicBezTo>
                      <a:pt x="69" y="199"/>
                      <a:pt x="69" y="199"/>
                      <a:pt x="69" y="199"/>
                    </a:cubicBezTo>
                    <a:cubicBezTo>
                      <a:pt x="69" y="199"/>
                      <a:pt x="69" y="199"/>
                      <a:pt x="69" y="199"/>
                    </a:cubicBezTo>
                    <a:cubicBezTo>
                      <a:pt x="69" y="199"/>
                      <a:pt x="69" y="199"/>
                      <a:pt x="69" y="199"/>
                    </a:cubicBezTo>
                    <a:cubicBezTo>
                      <a:pt x="69" y="199"/>
                      <a:pt x="69" y="199"/>
                      <a:pt x="69" y="199"/>
                    </a:cubicBezTo>
                    <a:cubicBezTo>
                      <a:pt x="69" y="199"/>
                      <a:pt x="69" y="199"/>
                      <a:pt x="69" y="199"/>
                    </a:cubicBezTo>
                    <a:cubicBezTo>
                      <a:pt x="69" y="199"/>
                      <a:pt x="69" y="199"/>
                      <a:pt x="69" y="199"/>
                    </a:cubicBezTo>
                    <a:cubicBezTo>
                      <a:pt x="69" y="199"/>
                      <a:pt x="69" y="199"/>
                      <a:pt x="69" y="199"/>
                    </a:cubicBezTo>
                    <a:cubicBezTo>
                      <a:pt x="69" y="200"/>
                      <a:pt x="69" y="200"/>
                      <a:pt x="69" y="200"/>
                    </a:cubicBezTo>
                    <a:cubicBezTo>
                      <a:pt x="69" y="200"/>
                      <a:pt x="69" y="200"/>
                      <a:pt x="70" y="200"/>
                    </a:cubicBezTo>
                    <a:cubicBezTo>
                      <a:pt x="70" y="201"/>
                      <a:pt x="70" y="201"/>
                      <a:pt x="70" y="201"/>
                    </a:cubicBezTo>
                    <a:cubicBezTo>
                      <a:pt x="70" y="201"/>
                      <a:pt x="70" y="201"/>
                      <a:pt x="70" y="201"/>
                    </a:cubicBezTo>
                    <a:cubicBezTo>
                      <a:pt x="70" y="201"/>
                      <a:pt x="70" y="201"/>
                      <a:pt x="70" y="201"/>
                    </a:cubicBezTo>
                    <a:cubicBezTo>
                      <a:pt x="70" y="201"/>
                      <a:pt x="70" y="202"/>
                      <a:pt x="70" y="202"/>
                    </a:cubicBezTo>
                    <a:cubicBezTo>
                      <a:pt x="70" y="202"/>
                      <a:pt x="70" y="202"/>
                      <a:pt x="70" y="202"/>
                    </a:cubicBezTo>
                    <a:cubicBezTo>
                      <a:pt x="70" y="202"/>
                      <a:pt x="70" y="202"/>
                      <a:pt x="70" y="202"/>
                    </a:cubicBezTo>
                    <a:cubicBezTo>
                      <a:pt x="70" y="203"/>
                      <a:pt x="70" y="203"/>
                      <a:pt x="70" y="203"/>
                    </a:cubicBezTo>
                    <a:cubicBezTo>
                      <a:pt x="70" y="203"/>
                      <a:pt x="70" y="203"/>
                      <a:pt x="70" y="203"/>
                    </a:cubicBezTo>
                    <a:cubicBezTo>
                      <a:pt x="70" y="203"/>
                      <a:pt x="70" y="203"/>
                      <a:pt x="70" y="204"/>
                    </a:cubicBezTo>
                    <a:cubicBezTo>
                      <a:pt x="70" y="204"/>
                      <a:pt x="70" y="204"/>
                      <a:pt x="70" y="204"/>
                    </a:cubicBezTo>
                    <a:cubicBezTo>
                      <a:pt x="70" y="204"/>
                      <a:pt x="70" y="204"/>
                      <a:pt x="70" y="204"/>
                    </a:cubicBezTo>
                    <a:cubicBezTo>
                      <a:pt x="70" y="204"/>
                      <a:pt x="70" y="204"/>
                      <a:pt x="70" y="204"/>
                    </a:cubicBezTo>
                    <a:cubicBezTo>
                      <a:pt x="70" y="204"/>
                      <a:pt x="70" y="204"/>
                      <a:pt x="70" y="204"/>
                    </a:cubicBezTo>
                    <a:cubicBezTo>
                      <a:pt x="70" y="204"/>
                      <a:pt x="70" y="204"/>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5"/>
                      <a:pt x="70" y="205"/>
                      <a:pt x="70" y="205"/>
                    </a:cubicBezTo>
                    <a:cubicBezTo>
                      <a:pt x="70" y="206"/>
                      <a:pt x="70" y="206"/>
                      <a:pt x="70" y="206"/>
                    </a:cubicBezTo>
                    <a:cubicBezTo>
                      <a:pt x="70" y="206"/>
                      <a:pt x="70" y="206"/>
                      <a:pt x="70" y="206"/>
                    </a:cubicBezTo>
                    <a:cubicBezTo>
                      <a:pt x="70" y="206"/>
                      <a:pt x="70" y="206"/>
                      <a:pt x="70" y="206"/>
                    </a:cubicBezTo>
                    <a:cubicBezTo>
                      <a:pt x="70" y="206"/>
                      <a:pt x="70" y="206"/>
                      <a:pt x="70" y="206"/>
                    </a:cubicBezTo>
                    <a:cubicBezTo>
                      <a:pt x="70" y="206"/>
                      <a:pt x="70" y="206"/>
                      <a:pt x="70" y="207"/>
                    </a:cubicBezTo>
                    <a:cubicBezTo>
                      <a:pt x="70" y="207"/>
                      <a:pt x="70" y="207"/>
                      <a:pt x="70" y="207"/>
                    </a:cubicBezTo>
                    <a:cubicBezTo>
                      <a:pt x="70" y="207"/>
                      <a:pt x="71" y="207"/>
                      <a:pt x="71" y="207"/>
                    </a:cubicBezTo>
                    <a:cubicBezTo>
                      <a:pt x="71" y="207"/>
                      <a:pt x="71" y="207"/>
                      <a:pt x="71" y="207"/>
                    </a:cubicBezTo>
                    <a:cubicBezTo>
                      <a:pt x="71" y="208"/>
                      <a:pt x="71" y="208"/>
                      <a:pt x="71" y="208"/>
                    </a:cubicBezTo>
                    <a:cubicBezTo>
                      <a:pt x="71" y="208"/>
                      <a:pt x="71" y="208"/>
                      <a:pt x="71" y="208"/>
                    </a:cubicBezTo>
                    <a:cubicBezTo>
                      <a:pt x="71" y="208"/>
                      <a:pt x="71" y="208"/>
                      <a:pt x="71" y="208"/>
                    </a:cubicBezTo>
                    <a:cubicBezTo>
                      <a:pt x="71" y="208"/>
                      <a:pt x="71" y="208"/>
                      <a:pt x="71" y="208"/>
                    </a:cubicBezTo>
                    <a:cubicBezTo>
                      <a:pt x="71" y="208"/>
                      <a:pt x="71" y="208"/>
                      <a:pt x="71" y="208"/>
                    </a:cubicBezTo>
                    <a:cubicBezTo>
                      <a:pt x="71" y="208"/>
                      <a:pt x="71" y="208"/>
                      <a:pt x="71" y="208"/>
                    </a:cubicBezTo>
                    <a:cubicBezTo>
                      <a:pt x="71" y="209"/>
                      <a:pt x="71" y="209"/>
                      <a:pt x="71" y="209"/>
                    </a:cubicBezTo>
                    <a:cubicBezTo>
                      <a:pt x="71" y="209"/>
                      <a:pt x="72" y="209"/>
                      <a:pt x="72" y="209"/>
                    </a:cubicBezTo>
                    <a:cubicBezTo>
                      <a:pt x="72" y="209"/>
                      <a:pt x="72" y="209"/>
                      <a:pt x="72" y="209"/>
                    </a:cubicBezTo>
                    <a:cubicBezTo>
                      <a:pt x="72" y="209"/>
                      <a:pt x="72" y="209"/>
                      <a:pt x="72" y="209"/>
                    </a:cubicBezTo>
                    <a:cubicBezTo>
                      <a:pt x="72" y="209"/>
                      <a:pt x="72" y="209"/>
                      <a:pt x="72" y="209"/>
                    </a:cubicBezTo>
                    <a:cubicBezTo>
                      <a:pt x="72" y="209"/>
                      <a:pt x="72" y="209"/>
                      <a:pt x="72" y="209"/>
                    </a:cubicBezTo>
                    <a:cubicBezTo>
                      <a:pt x="72" y="209"/>
                      <a:pt x="72" y="209"/>
                      <a:pt x="72" y="209"/>
                    </a:cubicBezTo>
                    <a:cubicBezTo>
                      <a:pt x="72" y="210"/>
                      <a:pt x="72" y="210"/>
                      <a:pt x="72" y="210"/>
                    </a:cubicBezTo>
                    <a:cubicBezTo>
                      <a:pt x="72" y="210"/>
                      <a:pt x="72" y="210"/>
                      <a:pt x="72" y="210"/>
                    </a:cubicBezTo>
                    <a:cubicBezTo>
                      <a:pt x="72" y="210"/>
                      <a:pt x="72" y="210"/>
                      <a:pt x="72" y="210"/>
                    </a:cubicBezTo>
                    <a:cubicBezTo>
                      <a:pt x="72" y="210"/>
                      <a:pt x="72" y="210"/>
                      <a:pt x="72" y="210"/>
                    </a:cubicBezTo>
                    <a:cubicBezTo>
                      <a:pt x="72" y="210"/>
                      <a:pt x="72" y="210"/>
                      <a:pt x="72" y="210"/>
                    </a:cubicBezTo>
                    <a:cubicBezTo>
                      <a:pt x="72" y="210"/>
                      <a:pt x="72" y="210"/>
                      <a:pt x="72" y="210"/>
                    </a:cubicBezTo>
                    <a:cubicBezTo>
                      <a:pt x="72" y="210"/>
                      <a:pt x="72" y="210"/>
                      <a:pt x="72" y="211"/>
                    </a:cubicBezTo>
                    <a:cubicBezTo>
                      <a:pt x="72" y="211"/>
                      <a:pt x="72" y="211"/>
                      <a:pt x="72" y="211"/>
                    </a:cubicBezTo>
                    <a:cubicBezTo>
                      <a:pt x="72" y="211"/>
                      <a:pt x="72" y="211"/>
                      <a:pt x="73" y="211"/>
                    </a:cubicBezTo>
                    <a:cubicBezTo>
                      <a:pt x="73" y="212"/>
                      <a:pt x="73" y="212"/>
                      <a:pt x="73" y="212"/>
                    </a:cubicBezTo>
                    <a:cubicBezTo>
                      <a:pt x="73" y="212"/>
                      <a:pt x="73" y="212"/>
                      <a:pt x="73" y="212"/>
                    </a:cubicBezTo>
                    <a:cubicBezTo>
                      <a:pt x="73" y="212"/>
                      <a:pt x="73" y="212"/>
                      <a:pt x="73" y="212"/>
                    </a:cubicBezTo>
                    <a:cubicBezTo>
                      <a:pt x="73" y="212"/>
                      <a:pt x="73" y="213"/>
                      <a:pt x="73" y="213"/>
                    </a:cubicBezTo>
                    <a:cubicBezTo>
                      <a:pt x="73" y="213"/>
                      <a:pt x="73" y="213"/>
                      <a:pt x="73" y="213"/>
                    </a:cubicBezTo>
                    <a:cubicBezTo>
                      <a:pt x="73" y="213"/>
                      <a:pt x="73" y="213"/>
                      <a:pt x="73" y="213"/>
                    </a:cubicBezTo>
                    <a:cubicBezTo>
                      <a:pt x="73" y="213"/>
                      <a:pt x="73" y="213"/>
                      <a:pt x="73" y="213"/>
                    </a:cubicBezTo>
                    <a:cubicBezTo>
                      <a:pt x="73" y="213"/>
                      <a:pt x="73" y="213"/>
                      <a:pt x="73" y="213"/>
                    </a:cubicBezTo>
                    <a:cubicBezTo>
                      <a:pt x="73" y="213"/>
                      <a:pt x="73" y="213"/>
                      <a:pt x="73" y="213"/>
                    </a:cubicBezTo>
                    <a:cubicBezTo>
                      <a:pt x="73" y="213"/>
                      <a:pt x="73" y="213"/>
                      <a:pt x="73" y="213"/>
                    </a:cubicBezTo>
                    <a:cubicBezTo>
                      <a:pt x="73" y="213"/>
                      <a:pt x="73" y="213"/>
                      <a:pt x="73" y="213"/>
                    </a:cubicBezTo>
                    <a:cubicBezTo>
                      <a:pt x="73" y="213"/>
                      <a:pt x="73" y="213"/>
                      <a:pt x="73" y="213"/>
                    </a:cubicBezTo>
                    <a:cubicBezTo>
                      <a:pt x="73" y="213"/>
                      <a:pt x="74" y="213"/>
                      <a:pt x="74" y="213"/>
                    </a:cubicBezTo>
                    <a:cubicBezTo>
                      <a:pt x="74" y="213"/>
                      <a:pt x="74" y="213"/>
                      <a:pt x="74" y="213"/>
                    </a:cubicBezTo>
                    <a:cubicBezTo>
                      <a:pt x="74" y="213"/>
                      <a:pt x="74" y="214"/>
                      <a:pt x="74" y="214"/>
                    </a:cubicBezTo>
                    <a:cubicBezTo>
                      <a:pt x="74" y="214"/>
                      <a:pt x="74" y="214"/>
                      <a:pt x="74" y="214"/>
                    </a:cubicBezTo>
                    <a:cubicBezTo>
                      <a:pt x="74" y="214"/>
                      <a:pt x="74" y="214"/>
                      <a:pt x="74" y="214"/>
                    </a:cubicBezTo>
                    <a:cubicBezTo>
                      <a:pt x="74" y="214"/>
                      <a:pt x="74" y="214"/>
                      <a:pt x="74" y="214"/>
                    </a:cubicBezTo>
                    <a:cubicBezTo>
                      <a:pt x="74" y="214"/>
                      <a:pt x="74" y="214"/>
                      <a:pt x="74" y="214"/>
                    </a:cubicBezTo>
                    <a:cubicBezTo>
                      <a:pt x="74" y="214"/>
                      <a:pt x="74" y="214"/>
                      <a:pt x="74" y="214"/>
                    </a:cubicBezTo>
                    <a:cubicBezTo>
                      <a:pt x="74" y="214"/>
                      <a:pt x="74" y="214"/>
                      <a:pt x="75" y="214"/>
                    </a:cubicBezTo>
                    <a:cubicBezTo>
                      <a:pt x="75" y="214"/>
                      <a:pt x="75" y="214"/>
                      <a:pt x="75" y="214"/>
                    </a:cubicBezTo>
                    <a:cubicBezTo>
                      <a:pt x="75" y="214"/>
                      <a:pt x="75" y="214"/>
                      <a:pt x="75" y="214"/>
                    </a:cubicBezTo>
                    <a:cubicBezTo>
                      <a:pt x="75" y="214"/>
                      <a:pt x="75" y="214"/>
                      <a:pt x="75" y="214"/>
                    </a:cubicBezTo>
                    <a:cubicBezTo>
                      <a:pt x="75" y="213"/>
                      <a:pt x="75" y="213"/>
                      <a:pt x="75" y="213"/>
                    </a:cubicBezTo>
                    <a:cubicBezTo>
                      <a:pt x="75" y="213"/>
                      <a:pt x="75" y="213"/>
                      <a:pt x="75" y="213"/>
                    </a:cubicBezTo>
                    <a:cubicBezTo>
                      <a:pt x="75" y="213"/>
                      <a:pt x="75" y="213"/>
                      <a:pt x="75" y="213"/>
                    </a:cubicBezTo>
                    <a:cubicBezTo>
                      <a:pt x="75" y="213"/>
                      <a:pt x="75" y="213"/>
                      <a:pt x="75" y="214"/>
                    </a:cubicBezTo>
                    <a:cubicBezTo>
                      <a:pt x="75" y="214"/>
                      <a:pt x="75" y="214"/>
                      <a:pt x="75" y="214"/>
                    </a:cubicBezTo>
                    <a:cubicBezTo>
                      <a:pt x="75" y="214"/>
                      <a:pt x="75" y="213"/>
                      <a:pt x="75" y="213"/>
                    </a:cubicBezTo>
                    <a:cubicBezTo>
                      <a:pt x="75" y="213"/>
                      <a:pt x="75" y="213"/>
                      <a:pt x="75" y="213"/>
                    </a:cubicBezTo>
                    <a:cubicBezTo>
                      <a:pt x="75" y="213"/>
                      <a:pt x="75" y="213"/>
                      <a:pt x="75" y="213"/>
                    </a:cubicBezTo>
                    <a:cubicBezTo>
                      <a:pt x="75" y="213"/>
                      <a:pt x="75" y="213"/>
                      <a:pt x="75" y="213"/>
                    </a:cubicBezTo>
                    <a:cubicBezTo>
                      <a:pt x="75" y="213"/>
                      <a:pt x="75" y="213"/>
                      <a:pt x="75" y="213"/>
                    </a:cubicBezTo>
                    <a:cubicBezTo>
                      <a:pt x="75" y="213"/>
                      <a:pt x="75" y="213"/>
                      <a:pt x="75" y="213"/>
                    </a:cubicBezTo>
                    <a:cubicBezTo>
                      <a:pt x="75" y="213"/>
                      <a:pt x="75" y="213"/>
                      <a:pt x="75" y="213"/>
                    </a:cubicBezTo>
                    <a:cubicBezTo>
                      <a:pt x="75" y="213"/>
                      <a:pt x="75" y="214"/>
                      <a:pt x="75" y="214"/>
                    </a:cubicBezTo>
                    <a:cubicBezTo>
                      <a:pt x="75" y="214"/>
                      <a:pt x="75" y="214"/>
                      <a:pt x="75" y="214"/>
                    </a:cubicBezTo>
                    <a:cubicBezTo>
                      <a:pt x="75" y="214"/>
                      <a:pt x="75" y="214"/>
                      <a:pt x="75" y="214"/>
                    </a:cubicBezTo>
                    <a:cubicBezTo>
                      <a:pt x="75" y="214"/>
                      <a:pt x="75" y="214"/>
                      <a:pt x="75" y="214"/>
                    </a:cubicBezTo>
                    <a:cubicBezTo>
                      <a:pt x="75" y="214"/>
                      <a:pt x="75" y="214"/>
                      <a:pt x="75" y="214"/>
                    </a:cubicBezTo>
                    <a:cubicBezTo>
                      <a:pt x="75" y="214"/>
                      <a:pt x="75" y="214"/>
                      <a:pt x="75" y="214"/>
                    </a:cubicBezTo>
                    <a:cubicBezTo>
                      <a:pt x="76" y="214"/>
                      <a:pt x="76" y="214"/>
                      <a:pt x="76" y="214"/>
                    </a:cubicBezTo>
                    <a:cubicBezTo>
                      <a:pt x="76" y="214"/>
                      <a:pt x="76" y="214"/>
                      <a:pt x="76" y="214"/>
                    </a:cubicBezTo>
                    <a:cubicBezTo>
                      <a:pt x="76" y="215"/>
                      <a:pt x="76" y="215"/>
                      <a:pt x="76" y="215"/>
                    </a:cubicBezTo>
                    <a:cubicBezTo>
                      <a:pt x="76" y="215"/>
                      <a:pt x="76" y="215"/>
                      <a:pt x="76" y="215"/>
                    </a:cubicBezTo>
                    <a:cubicBezTo>
                      <a:pt x="76" y="215"/>
                      <a:pt x="76" y="215"/>
                      <a:pt x="76" y="215"/>
                    </a:cubicBezTo>
                    <a:cubicBezTo>
                      <a:pt x="76" y="215"/>
                      <a:pt x="76" y="215"/>
                      <a:pt x="76" y="215"/>
                    </a:cubicBezTo>
                    <a:cubicBezTo>
                      <a:pt x="76" y="215"/>
                      <a:pt x="76" y="215"/>
                      <a:pt x="76" y="215"/>
                    </a:cubicBezTo>
                    <a:cubicBezTo>
                      <a:pt x="76" y="215"/>
                      <a:pt x="76" y="215"/>
                      <a:pt x="76" y="215"/>
                    </a:cubicBezTo>
                    <a:cubicBezTo>
                      <a:pt x="76" y="215"/>
                      <a:pt x="75" y="215"/>
                      <a:pt x="75" y="215"/>
                    </a:cubicBezTo>
                    <a:cubicBezTo>
                      <a:pt x="75" y="215"/>
                      <a:pt x="75" y="215"/>
                      <a:pt x="75" y="215"/>
                    </a:cubicBezTo>
                    <a:cubicBezTo>
                      <a:pt x="75" y="215"/>
                      <a:pt x="76" y="215"/>
                      <a:pt x="76" y="215"/>
                    </a:cubicBezTo>
                    <a:cubicBezTo>
                      <a:pt x="76" y="215"/>
                      <a:pt x="76" y="215"/>
                      <a:pt x="76" y="215"/>
                    </a:cubicBezTo>
                    <a:cubicBezTo>
                      <a:pt x="76" y="215"/>
                      <a:pt x="76" y="215"/>
                      <a:pt x="76" y="215"/>
                    </a:cubicBezTo>
                    <a:cubicBezTo>
                      <a:pt x="76" y="215"/>
                      <a:pt x="76" y="215"/>
                      <a:pt x="76" y="215"/>
                    </a:cubicBezTo>
                    <a:cubicBezTo>
                      <a:pt x="76" y="215"/>
                      <a:pt x="76" y="215"/>
                      <a:pt x="76" y="215"/>
                    </a:cubicBezTo>
                    <a:cubicBezTo>
                      <a:pt x="76" y="215"/>
                      <a:pt x="76" y="215"/>
                      <a:pt x="76" y="215"/>
                    </a:cubicBezTo>
                    <a:cubicBezTo>
                      <a:pt x="76" y="215"/>
                      <a:pt x="76" y="215"/>
                      <a:pt x="76" y="215"/>
                    </a:cubicBezTo>
                    <a:cubicBezTo>
                      <a:pt x="76" y="215"/>
                      <a:pt x="76" y="215"/>
                      <a:pt x="76" y="215"/>
                    </a:cubicBezTo>
                    <a:cubicBezTo>
                      <a:pt x="76" y="215"/>
                      <a:pt x="76" y="215"/>
                      <a:pt x="76" y="216"/>
                    </a:cubicBezTo>
                    <a:cubicBezTo>
                      <a:pt x="76" y="216"/>
                      <a:pt x="76" y="216"/>
                      <a:pt x="76" y="216"/>
                    </a:cubicBezTo>
                    <a:cubicBezTo>
                      <a:pt x="76" y="216"/>
                      <a:pt x="76" y="216"/>
                      <a:pt x="76" y="216"/>
                    </a:cubicBezTo>
                    <a:cubicBezTo>
                      <a:pt x="76" y="216"/>
                      <a:pt x="76" y="216"/>
                      <a:pt x="76" y="216"/>
                    </a:cubicBezTo>
                    <a:cubicBezTo>
                      <a:pt x="76" y="216"/>
                      <a:pt x="76" y="216"/>
                      <a:pt x="76" y="217"/>
                    </a:cubicBezTo>
                    <a:cubicBezTo>
                      <a:pt x="76" y="217"/>
                      <a:pt x="76" y="217"/>
                      <a:pt x="76" y="217"/>
                    </a:cubicBezTo>
                    <a:cubicBezTo>
                      <a:pt x="76" y="217"/>
                      <a:pt x="76" y="217"/>
                      <a:pt x="76" y="217"/>
                    </a:cubicBezTo>
                    <a:cubicBezTo>
                      <a:pt x="76" y="217"/>
                      <a:pt x="76" y="217"/>
                      <a:pt x="76" y="217"/>
                    </a:cubicBezTo>
                    <a:cubicBezTo>
                      <a:pt x="77" y="217"/>
                      <a:pt x="77" y="217"/>
                      <a:pt x="77" y="217"/>
                    </a:cubicBezTo>
                    <a:cubicBezTo>
                      <a:pt x="77" y="217"/>
                      <a:pt x="77" y="218"/>
                      <a:pt x="77" y="218"/>
                    </a:cubicBezTo>
                    <a:cubicBezTo>
                      <a:pt x="77" y="218"/>
                      <a:pt x="77" y="218"/>
                      <a:pt x="77" y="218"/>
                    </a:cubicBezTo>
                    <a:cubicBezTo>
                      <a:pt x="77" y="218"/>
                      <a:pt x="77" y="218"/>
                      <a:pt x="77" y="218"/>
                    </a:cubicBezTo>
                    <a:cubicBezTo>
                      <a:pt x="77" y="218"/>
                      <a:pt x="77" y="218"/>
                      <a:pt x="77" y="218"/>
                    </a:cubicBezTo>
                    <a:cubicBezTo>
                      <a:pt x="77" y="218"/>
                      <a:pt x="77" y="218"/>
                      <a:pt x="77" y="218"/>
                    </a:cubicBezTo>
                    <a:cubicBezTo>
                      <a:pt x="77" y="218"/>
                      <a:pt x="77" y="218"/>
                      <a:pt x="77" y="218"/>
                    </a:cubicBezTo>
                    <a:cubicBezTo>
                      <a:pt x="77" y="218"/>
                      <a:pt x="77" y="218"/>
                      <a:pt x="77" y="218"/>
                    </a:cubicBezTo>
                    <a:cubicBezTo>
                      <a:pt x="77" y="218"/>
                      <a:pt x="77" y="218"/>
                      <a:pt x="77" y="218"/>
                    </a:cubicBezTo>
                    <a:cubicBezTo>
                      <a:pt x="78" y="218"/>
                      <a:pt x="78" y="218"/>
                      <a:pt x="78" y="218"/>
                    </a:cubicBezTo>
                    <a:cubicBezTo>
                      <a:pt x="78" y="218"/>
                      <a:pt x="78" y="218"/>
                      <a:pt x="78" y="218"/>
                    </a:cubicBezTo>
                    <a:cubicBezTo>
                      <a:pt x="78" y="218"/>
                      <a:pt x="78" y="218"/>
                      <a:pt x="78" y="218"/>
                    </a:cubicBezTo>
                    <a:cubicBezTo>
                      <a:pt x="78" y="218"/>
                      <a:pt x="78" y="218"/>
                      <a:pt x="78" y="218"/>
                    </a:cubicBezTo>
                    <a:cubicBezTo>
                      <a:pt x="78" y="218"/>
                      <a:pt x="78" y="218"/>
                      <a:pt x="78" y="218"/>
                    </a:cubicBezTo>
                    <a:cubicBezTo>
                      <a:pt x="78" y="218"/>
                      <a:pt x="78" y="218"/>
                      <a:pt x="78" y="218"/>
                    </a:cubicBezTo>
                    <a:cubicBezTo>
                      <a:pt x="78" y="218"/>
                      <a:pt x="78" y="218"/>
                      <a:pt x="78" y="218"/>
                    </a:cubicBezTo>
                    <a:cubicBezTo>
                      <a:pt x="78" y="218"/>
                      <a:pt x="78" y="218"/>
                      <a:pt x="78" y="218"/>
                    </a:cubicBezTo>
                    <a:cubicBezTo>
                      <a:pt x="78" y="218"/>
                      <a:pt x="78" y="218"/>
                      <a:pt x="78" y="218"/>
                    </a:cubicBezTo>
                    <a:cubicBezTo>
                      <a:pt x="78" y="218"/>
                      <a:pt x="78" y="218"/>
                      <a:pt x="78" y="219"/>
                    </a:cubicBezTo>
                    <a:cubicBezTo>
                      <a:pt x="78" y="219"/>
                      <a:pt x="78" y="219"/>
                      <a:pt x="78" y="219"/>
                    </a:cubicBezTo>
                    <a:cubicBezTo>
                      <a:pt x="78" y="219"/>
                      <a:pt x="78" y="219"/>
                      <a:pt x="78" y="219"/>
                    </a:cubicBezTo>
                    <a:cubicBezTo>
                      <a:pt x="78" y="219"/>
                      <a:pt x="78" y="219"/>
                      <a:pt x="78" y="219"/>
                    </a:cubicBezTo>
                    <a:cubicBezTo>
                      <a:pt x="78" y="219"/>
                      <a:pt x="78" y="219"/>
                      <a:pt x="78" y="219"/>
                    </a:cubicBezTo>
                    <a:cubicBezTo>
                      <a:pt x="77" y="219"/>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0"/>
                      <a:pt x="78" y="220"/>
                      <a:pt x="78" y="220"/>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9" y="221"/>
                    </a:cubicBezTo>
                    <a:cubicBezTo>
                      <a:pt x="79" y="221"/>
                      <a:pt x="79" y="221"/>
                      <a:pt x="79" y="221"/>
                    </a:cubicBezTo>
                    <a:cubicBezTo>
                      <a:pt x="79" y="221"/>
                      <a:pt x="79" y="221"/>
                      <a:pt x="79" y="221"/>
                    </a:cubicBezTo>
                    <a:cubicBezTo>
                      <a:pt x="78" y="221"/>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1"/>
                    </a:cubicBezTo>
                    <a:cubicBezTo>
                      <a:pt x="78" y="221"/>
                      <a:pt x="78" y="221"/>
                      <a:pt x="78" y="221"/>
                    </a:cubicBezTo>
                    <a:cubicBezTo>
                      <a:pt x="78" y="221"/>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2"/>
                    </a:cubicBezTo>
                    <a:cubicBezTo>
                      <a:pt x="78" y="222"/>
                      <a:pt x="78" y="222"/>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8" y="221"/>
                      <a:pt x="78" y="221"/>
                      <a:pt x="78"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1"/>
                      <a:pt x="77" y="221"/>
                    </a:cubicBezTo>
                    <a:cubicBezTo>
                      <a:pt x="77" y="221"/>
                      <a:pt x="77" y="222"/>
                      <a:pt x="77" y="222"/>
                    </a:cubicBezTo>
                    <a:cubicBezTo>
                      <a:pt x="77" y="222"/>
                      <a:pt x="77" y="222"/>
                      <a:pt x="77" y="222"/>
                    </a:cubicBezTo>
                    <a:cubicBezTo>
                      <a:pt x="77" y="222"/>
                      <a:pt x="77" y="222"/>
                      <a:pt x="77" y="222"/>
                    </a:cubicBezTo>
                    <a:cubicBezTo>
                      <a:pt x="77" y="222"/>
                      <a:pt x="77" y="222"/>
                      <a:pt x="77" y="222"/>
                    </a:cubicBezTo>
                    <a:cubicBezTo>
                      <a:pt x="77" y="222"/>
                      <a:pt x="77" y="222"/>
                      <a:pt x="77" y="222"/>
                    </a:cubicBezTo>
                    <a:cubicBezTo>
                      <a:pt x="77" y="222"/>
                      <a:pt x="77" y="221"/>
                      <a:pt x="77" y="221"/>
                    </a:cubicBezTo>
                    <a:cubicBezTo>
                      <a:pt x="77" y="221"/>
                      <a:pt x="77" y="221"/>
                      <a:pt x="77" y="222"/>
                    </a:cubicBezTo>
                    <a:cubicBezTo>
                      <a:pt x="77" y="222"/>
                      <a:pt x="77" y="222"/>
                      <a:pt x="77" y="222"/>
                    </a:cubicBezTo>
                    <a:cubicBezTo>
                      <a:pt x="77" y="222"/>
                      <a:pt x="77" y="222"/>
                      <a:pt x="77" y="222"/>
                    </a:cubicBezTo>
                    <a:cubicBezTo>
                      <a:pt x="77" y="222"/>
                      <a:pt x="77" y="222"/>
                      <a:pt x="77" y="222"/>
                    </a:cubicBezTo>
                    <a:cubicBezTo>
                      <a:pt x="77" y="222"/>
                      <a:pt x="77" y="222"/>
                      <a:pt x="77" y="222"/>
                    </a:cubicBezTo>
                    <a:cubicBezTo>
                      <a:pt x="77" y="222"/>
                      <a:pt x="77" y="222"/>
                      <a:pt x="77" y="222"/>
                    </a:cubicBezTo>
                    <a:cubicBezTo>
                      <a:pt x="77" y="222"/>
                      <a:pt x="77" y="222"/>
                      <a:pt x="77" y="223"/>
                    </a:cubicBezTo>
                    <a:cubicBezTo>
                      <a:pt x="77" y="223"/>
                      <a:pt x="77" y="223"/>
                      <a:pt x="77" y="223"/>
                    </a:cubicBezTo>
                    <a:cubicBezTo>
                      <a:pt x="77" y="223"/>
                      <a:pt x="77" y="223"/>
                      <a:pt x="77" y="223"/>
                    </a:cubicBezTo>
                    <a:cubicBezTo>
                      <a:pt x="77" y="223"/>
                      <a:pt x="77" y="223"/>
                      <a:pt x="77" y="223"/>
                    </a:cubicBezTo>
                    <a:cubicBezTo>
                      <a:pt x="77" y="223"/>
                      <a:pt x="77" y="223"/>
                      <a:pt x="77" y="223"/>
                    </a:cubicBezTo>
                    <a:cubicBezTo>
                      <a:pt x="77" y="223"/>
                      <a:pt x="77" y="223"/>
                      <a:pt x="77" y="223"/>
                    </a:cubicBezTo>
                    <a:cubicBezTo>
                      <a:pt x="77" y="223"/>
                      <a:pt x="77" y="223"/>
                      <a:pt x="77" y="223"/>
                    </a:cubicBezTo>
                    <a:cubicBezTo>
                      <a:pt x="77" y="223"/>
                      <a:pt x="77" y="223"/>
                      <a:pt x="77" y="223"/>
                    </a:cubicBezTo>
                    <a:cubicBezTo>
                      <a:pt x="77" y="223"/>
                      <a:pt x="77" y="223"/>
                      <a:pt x="77" y="223"/>
                    </a:cubicBezTo>
                    <a:cubicBezTo>
                      <a:pt x="77" y="223"/>
                      <a:pt x="77" y="223"/>
                      <a:pt x="77" y="223"/>
                    </a:cubicBezTo>
                    <a:cubicBezTo>
                      <a:pt x="77" y="223"/>
                      <a:pt x="77" y="223"/>
                      <a:pt x="77" y="223"/>
                    </a:cubicBezTo>
                    <a:cubicBezTo>
                      <a:pt x="77" y="223"/>
                      <a:pt x="77" y="222"/>
                      <a:pt x="77" y="222"/>
                    </a:cubicBezTo>
                    <a:cubicBezTo>
                      <a:pt x="77" y="222"/>
                      <a:pt x="77" y="222"/>
                      <a:pt x="77" y="222"/>
                    </a:cubicBezTo>
                    <a:cubicBezTo>
                      <a:pt x="77" y="222"/>
                      <a:pt x="77" y="222"/>
                      <a:pt x="77" y="222"/>
                    </a:cubicBezTo>
                    <a:cubicBezTo>
                      <a:pt x="77" y="222"/>
                      <a:pt x="77" y="222"/>
                      <a:pt x="77" y="222"/>
                    </a:cubicBezTo>
                    <a:cubicBezTo>
                      <a:pt x="77" y="222"/>
                      <a:pt x="77" y="222"/>
                      <a:pt x="77" y="223"/>
                    </a:cubicBezTo>
                    <a:cubicBezTo>
                      <a:pt x="77"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8" y="223"/>
                      <a:pt x="78" y="223"/>
                      <a:pt x="78" y="223"/>
                    </a:cubicBezTo>
                    <a:cubicBezTo>
                      <a:pt x="79" y="223"/>
                      <a:pt x="79" y="223"/>
                      <a:pt x="79" y="223"/>
                    </a:cubicBezTo>
                    <a:cubicBezTo>
                      <a:pt x="79" y="223"/>
                      <a:pt x="79" y="223"/>
                      <a:pt x="79" y="223"/>
                    </a:cubicBezTo>
                    <a:cubicBezTo>
                      <a:pt x="79" y="223"/>
                      <a:pt x="79" y="223"/>
                      <a:pt x="79" y="223"/>
                    </a:cubicBezTo>
                    <a:cubicBezTo>
                      <a:pt x="79" y="223"/>
                      <a:pt x="79" y="223"/>
                      <a:pt x="79" y="223"/>
                    </a:cubicBezTo>
                    <a:cubicBezTo>
                      <a:pt x="79" y="224"/>
                      <a:pt x="79" y="224"/>
                      <a:pt x="79" y="224"/>
                    </a:cubicBezTo>
                    <a:cubicBezTo>
                      <a:pt x="79" y="224"/>
                      <a:pt x="79" y="224"/>
                      <a:pt x="79" y="224"/>
                    </a:cubicBezTo>
                    <a:cubicBezTo>
                      <a:pt x="79" y="224"/>
                      <a:pt x="79" y="224"/>
                      <a:pt x="79" y="224"/>
                    </a:cubicBezTo>
                    <a:cubicBezTo>
                      <a:pt x="79" y="224"/>
                      <a:pt x="79" y="224"/>
                      <a:pt x="79" y="223"/>
                    </a:cubicBezTo>
                    <a:cubicBezTo>
                      <a:pt x="79" y="223"/>
                      <a:pt x="79" y="223"/>
                      <a:pt x="79" y="223"/>
                    </a:cubicBezTo>
                    <a:cubicBezTo>
                      <a:pt x="79" y="223"/>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4"/>
                      <a:pt x="79" y="224"/>
                    </a:cubicBezTo>
                    <a:cubicBezTo>
                      <a:pt x="79" y="224"/>
                      <a:pt x="79" y="225"/>
                      <a:pt x="79" y="225"/>
                    </a:cubicBezTo>
                    <a:cubicBezTo>
                      <a:pt x="79" y="225"/>
                      <a:pt x="79" y="225"/>
                      <a:pt x="79" y="224"/>
                    </a:cubicBezTo>
                    <a:cubicBezTo>
                      <a:pt x="79" y="224"/>
                      <a:pt x="79" y="224"/>
                      <a:pt x="79" y="224"/>
                    </a:cubicBezTo>
                    <a:cubicBezTo>
                      <a:pt x="79" y="224"/>
                      <a:pt x="79" y="224"/>
                      <a:pt x="79" y="224"/>
                    </a:cubicBezTo>
                    <a:cubicBezTo>
                      <a:pt x="80" y="224"/>
                      <a:pt x="80" y="224"/>
                      <a:pt x="80" y="224"/>
                    </a:cubicBezTo>
                    <a:cubicBezTo>
                      <a:pt x="80" y="224"/>
                      <a:pt x="80" y="224"/>
                      <a:pt x="80" y="224"/>
                    </a:cubicBezTo>
                    <a:cubicBezTo>
                      <a:pt x="80" y="224"/>
                      <a:pt x="80" y="224"/>
                      <a:pt x="80" y="224"/>
                    </a:cubicBezTo>
                    <a:cubicBezTo>
                      <a:pt x="80" y="224"/>
                      <a:pt x="80" y="224"/>
                      <a:pt x="80" y="224"/>
                    </a:cubicBezTo>
                    <a:cubicBezTo>
                      <a:pt x="80" y="224"/>
                      <a:pt x="80" y="224"/>
                      <a:pt x="80" y="224"/>
                    </a:cubicBezTo>
                    <a:cubicBezTo>
                      <a:pt x="80" y="224"/>
                      <a:pt x="80" y="224"/>
                      <a:pt x="80" y="224"/>
                    </a:cubicBezTo>
                    <a:cubicBezTo>
                      <a:pt x="80" y="224"/>
                      <a:pt x="80" y="224"/>
                      <a:pt x="80" y="224"/>
                    </a:cubicBezTo>
                    <a:cubicBezTo>
                      <a:pt x="80" y="224"/>
                      <a:pt x="80" y="224"/>
                      <a:pt x="80" y="224"/>
                    </a:cubicBezTo>
                    <a:cubicBezTo>
                      <a:pt x="80" y="224"/>
                      <a:pt x="80" y="224"/>
                      <a:pt x="80" y="224"/>
                    </a:cubicBezTo>
                    <a:cubicBezTo>
                      <a:pt x="80" y="224"/>
                      <a:pt x="80" y="224"/>
                      <a:pt x="80" y="224"/>
                    </a:cubicBezTo>
                    <a:cubicBezTo>
                      <a:pt x="80" y="224"/>
                      <a:pt x="80" y="225"/>
                      <a:pt x="80" y="225"/>
                    </a:cubicBezTo>
                    <a:cubicBezTo>
                      <a:pt x="80" y="225"/>
                      <a:pt x="80" y="225"/>
                      <a:pt x="80" y="225"/>
                    </a:cubicBezTo>
                    <a:cubicBezTo>
                      <a:pt x="80" y="225"/>
                      <a:pt x="81" y="225"/>
                      <a:pt x="81" y="225"/>
                    </a:cubicBezTo>
                    <a:cubicBezTo>
                      <a:pt x="81" y="225"/>
                      <a:pt x="81" y="225"/>
                      <a:pt x="81" y="225"/>
                    </a:cubicBezTo>
                    <a:cubicBezTo>
                      <a:pt x="81" y="225"/>
                      <a:pt x="81" y="225"/>
                      <a:pt x="81" y="225"/>
                    </a:cubicBezTo>
                    <a:cubicBezTo>
                      <a:pt x="81" y="225"/>
                      <a:pt x="81" y="225"/>
                      <a:pt x="81" y="225"/>
                    </a:cubicBezTo>
                    <a:cubicBezTo>
                      <a:pt x="81" y="225"/>
                      <a:pt x="81" y="225"/>
                      <a:pt x="81" y="225"/>
                    </a:cubicBezTo>
                    <a:cubicBezTo>
                      <a:pt x="81" y="225"/>
                      <a:pt x="81" y="225"/>
                      <a:pt x="81" y="225"/>
                    </a:cubicBezTo>
                    <a:cubicBezTo>
                      <a:pt x="81" y="225"/>
                      <a:pt x="81" y="225"/>
                      <a:pt x="81" y="225"/>
                    </a:cubicBezTo>
                    <a:cubicBezTo>
                      <a:pt x="81" y="225"/>
                      <a:pt x="81" y="225"/>
                      <a:pt x="81" y="225"/>
                    </a:cubicBezTo>
                    <a:cubicBezTo>
                      <a:pt x="81"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80" y="225"/>
                    </a:cubicBezTo>
                    <a:cubicBezTo>
                      <a:pt x="80" y="225"/>
                      <a:pt x="80" y="225"/>
                      <a:pt x="79" y="225"/>
                    </a:cubicBezTo>
                    <a:cubicBezTo>
                      <a:pt x="79" y="225"/>
                      <a:pt x="79" y="225"/>
                      <a:pt x="79" y="225"/>
                    </a:cubicBezTo>
                    <a:cubicBezTo>
                      <a:pt x="79" y="225"/>
                      <a:pt x="79" y="225"/>
                      <a:pt x="79" y="225"/>
                    </a:cubicBezTo>
                    <a:cubicBezTo>
                      <a:pt x="79" y="225"/>
                      <a:pt x="79" y="225"/>
                      <a:pt x="79" y="225"/>
                    </a:cubicBezTo>
                    <a:cubicBezTo>
                      <a:pt x="79" y="225"/>
                      <a:pt x="79" y="225"/>
                      <a:pt x="79" y="225"/>
                    </a:cubicBezTo>
                    <a:cubicBezTo>
                      <a:pt x="79" y="225"/>
                      <a:pt x="79" y="225"/>
                      <a:pt x="80" y="225"/>
                    </a:cubicBezTo>
                    <a:cubicBezTo>
                      <a:pt x="80" y="225"/>
                      <a:pt x="80" y="225"/>
                      <a:pt x="80" y="225"/>
                    </a:cubicBezTo>
                    <a:cubicBezTo>
                      <a:pt x="80" y="225"/>
                      <a:pt x="80" y="225"/>
                      <a:pt x="80" y="225"/>
                    </a:cubicBezTo>
                    <a:cubicBezTo>
                      <a:pt x="80" y="225"/>
                      <a:pt x="80" y="226"/>
                      <a:pt x="80" y="226"/>
                    </a:cubicBezTo>
                    <a:cubicBezTo>
                      <a:pt x="80" y="226"/>
                      <a:pt x="80" y="226"/>
                      <a:pt x="80" y="226"/>
                    </a:cubicBezTo>
                    <a:cubicBezTo>
                      <a:pt x="80" y="226"/>
                      <a:pt x="80" y="226"/>
                      <a:pt x="80" y="226"/>
                    </a:cubicBezTo>
                    <a:cubicBezTo>
                      <a:pt x="80" y="226"/>
                      <a:pt x="80" y="226"/>
                      <a:pt x="80" y="226"/>
                    </a:cubicBezTo>
                    <a:cubicBezTo>
                      <a:pt x="80" y="226"/>
                      <a:pt x="80" y="226"/>
                      <a:pt x="80" y="226"/>
                    </a:cubicBezTo>
                    <a:cubicBezTo>
                      <a:pt x="80" y="226"/>
                      <a:pt x="80" y="226"/>
                      <a:pt x="80" y="226"/>
                    </a:cubicBezTo>
                    <a:cubicBezTo>
                      <a:pt x="80" y="226"/>
                      <a:pt x="80" y="226"/>
                      <a:pt x="80" y="226"/>
                    </a:cubicBezTo>
                    <a:cubicBezTo>
                      <a:pt x="80" y="226"/>
                      <a:pt x="80" y="226"/>
                      <a:pt x="80" y="226"/>
                    </a:cubicBezTo>
                    <a:cubicBezTo>
                      <a:pt x="80" y="226"/>
                      <a:pt x="80" y="226"/>
                      <a:pt x="80" y="226"/>
                    </a:cubicBezTo>
                    <a:cubicBezTo>
                      <a:pt x="81" y="226"/>
                      <a:pt x="81" y="226"/>
                      <a:pt x="81" y="226"/>
                    </a:cubicBezTo>
                    <a:cubicBezTo>
                      <a:pt x="81" y="226"/>
                      <a:pt x="81" y="226"/>
                      <a:pt x="80" y="226"/>
                    </a:cubicBezTo>
                    <a:cubicBezTo>
                      <a:pt x="80" y="226"/>
                      <a:pt x="80" y="226"/>
                      <a:pt x="80" y="226"/>
                    </a:cubicBezTo>
                    <a:cubicBezTo>
                      <a:pt x="80" y="226"/>
                      <a:pt x="80" y="226"/>
                      <a:pt x="80" y="226"/>
                    </a:cubicBezTo>
                    <a:cubicBezTo>
                      <a:pt x="80" y="226"/>
                      <a:pt x="80" y="226"/>
                      <a:pt x="80" y="226"/>
                    </a:cubicBezTo>
                    <a:cubicBezTo>
                      <a:pt x="81" y="226"/>
                      <a:pt x="81" y="226"/>
                      <a:pt x="81" y="226"/>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1" y="227"/>
                      <a:pt x="81" y="227"/>
                      <a:pt x="81" y="227"/>
                    </a:cubicBezTo>
                    <a:cubicBezTo>
                      <a:pt x="82" y="227"/>
                      <a:pt x="82" y="227"/>
                      <a:pt x="82" y="227"/>
                    </a:cubicBezTo>
                    <a:cubicBezTo>
                      <a:pt x="82" y="227"/>
                      <a:pt x="82" y="227"/>
                      <a:pt x="82" y="227"/>
                    </a:cubicBezTo>
                    <a:cubicBezTo>
                      <a:pt x="82" y="227"/>
                      <a:pt x="82" y="227"/>
                      <a:pt x="82" y="227"/>
                    </a:cubicBezTo>
                    <a:cubicBezTo>
                      <a:pt x="82" y="227"/>
                      <a:pt x="82" y="227"/>
                      <a:pt x="82" y="227"/>
                    </a:cubicBezTo>
                    <a:cubicBezTo>
                      <a:pt x="82" y="227"/>
                      <a:pt x="82" y="227"/>
                      <a:pt x="82" y="227"/>
                    </a:cubicBezTo>
                    <a:cubicBezTo>
                      <a:pt x="81" y="228"/>
                      <a:pt x="81" y="228"/>
                      <a:pt x="81" y="228"/>
                    </a:cubicBezTo>
                    <a:cubicBezTo>
                      <a:pt x="81" y="228"/>
                      <a:pt x="81"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8"/>
                    </a:cubicBezTo>
                    <a:cubicBezTo>
                      <a:pt x="82" y="228"/>
                      <a:pt x="82" y="228"/>
                      <a:pt x="82" y="229"/>
                    </a:cubicBezTo>
                    <a:cubicBezTo>
                      <a:pt x="82" y="229"/>
                      <a:pt x="82" y="229"/>
                      <a:pt x="82" y="229"/>
                    </a:cubicBezTo>
                    <a:cubicBezTo>
                      <a:pt x="82" y="229"/>
                      <a:pt x="82" y="229"/>
                      <a:pt x="82" y="229"/>
                    </a:cubicBezTo>
                    <a:cubicBezTo>
                      <a:pt x="83" y="229"/>
                      <a:pt x="83" y="229"/>
                      <a:pt x="83" y="229"/>
                    </a:cubicBezTo>
                    <a:cubicBezTo>
                      <a:pt x="83" y="229"/>
                      <a:pt x="83" y="229"/>
                      <a:pt x="83" y="229"/>
                    </a:cubicBezTo>
                    <a:cubicBezTo>
                      <a:pt x="83" y="229"/>
                      <a:pt x="83" y="229"/>
                      <a:pt x="83" y="229"/>
                    </a:cubicBezTo>
                    <a:cubicBezTo>
                      <a:pt x="83" y="229"/>
                      <a:pt x="82" y="229"/>
                      <a:pt x="82" y="229"/>
                    </a:cubicBezTo>
                    <a:cubicBezTo>
                      <a:pt x="82" y="229"/>
                      <a:pt x="83" y="229"/>
                      <a:pt x="83" y="229"/>
                    </a:cubicBezTo>
                    <a:cubicBezTo>
                      <a:pt x="83" y="229"/>
                      <a:pt x="83" y="229"/>
                      <a:pt x="83" y="229"/>
                    </a:cubicBezTo>
                    <a:cubicBezTo>
                      <a:pt x="83" y="229"/>
                      <a:pt x="83" y="229"/>
                      <a:pt x="83" y="229"/>
                    </a:cubicBezTo>
                    <a:cubicBezTo>
                      <a:pt x="83" y="229"/>
                      <a:pt x="83" y="229"/>
                      <a:pt x="83" y="229"/>
                    </a:cubicBezTo>
                    <a:cubicBezTo>
                      <a:pt x="83" y="229"/>
                      <a:pt x="83" y="229"/>
                      <a:pt x="83" y="229"/>
                    </a:cubicBezTo>
                    <a:cubicBezTo>
                      <a:pt x="83" y="230"/>
                      <a:pt x="83" y="230"/>
                      <a:pt x="83" y="230"/>
                    </a:cubicBezTo>
                    <a:cubicBezTo>
                      <a:pt x="83" y="230"/>
                      <a:pt x="83" y="230"/>
                      <a:pt x="83" y="230"/>
                    </a:cubicBezTo>
                    <a:cubicBezTo>
                      <a:pt x="83" y="230"/>
                      <a:pt x="83" y="230"/>
                      <a:pt x="83" y="230"/>
                    </a:cubicBezTo>
                    <a:cubicBezTo>
                      <a:pt x="83" y="230"/>
                      <a:pt x="83" y="229"/>
                      <a:pt x="83" y="229"/>
                    </a:cubicBezTo>
                    <a:cubicBezTo>
                      <a:pt x="83" y="229"/>
                      <a:pt x="83" y="229"/>
                      <a:pt x="83" y="229"/>
                    </a:cubicBezTo>
                    <a:cubicBezTo>
                      <a:pt x="83" y="229"/>
                      <a:pt x="83" y="229"/>
                      <a:pt x="83" y="229"/>
                    </a:cubicBezTo>
                    <a:cubicBezTo>
                      <a:pt x="83" y="229"/>
                      <a:pt x="83" y="229"/>
                      <a:pt x="83" y="230"/>
                    </a:cubicBezTo>
                    <a:cubicBezTo>
                      <a:pt x="83" y="230"/>
                      <a:pt x="83" y="230"/>
                      <a:pt x="83" y="230"/>
                    </a:cubicBezTo>
                    <a:cubicBezTo>
                      <a:pt x="83" y="230"/>
                      <a:pt x="83" y="230"/>
                      <a:pt x="83" y="230"/>
                    </a:cubicBezTo>
                    <a:cubicBezTo>
                      <a:pt x="83" y="230"/>
                      <a:pt x="83" y="230"/>
                      <a:pt x="83" y="230"/>
                    </a:cubicBezTo>
                    <a:cubicBezTo>
                      <a:pt x="83" y="230"/>
                      <a:pt x="83" y="230"/>
                      <a:pt x="83" y="230"/>
                    </a:cubicBezTo>
                    <a:cubicBezTo>
                      <a:pt x="83" y="230"/>
                      <a:pt x="83" y="230"/>
                      <a:pt x="83" y="230"/>
                    </a:cubicBezTo>
                    <a:cubicBezTo>
                      <a:pt x="84" y="230"/>
                      <a:pt x="84" y="230"/>
                      <a:pt x="84" y="230"/>
                    </a:cubicBezTo>
                    <a:cubicBezTo>
                      <a:pt x="84" y="230"/>
                      <a:pt x="84" y="230"/>
                      <a:pt x="84" y="230"/>
                    </a:cubicBezTo>
                    <a:cubicBezTo>
                      <a:pt x="84" y="230"/>
                      <a:pt x="84" y="230"/>
                      <a:pt x="84" y="230"/>
                    </a:cubicBezTo>
                    <a:cubicBezTo>
                      <a:pt x="84" y="230"/>
                      <a:pt x="84" y="231"/>
                      <a:pt x="84" y="231"/>
                    </a:cubicBezTo>
                    <a:cubicBezTo>
                      <a:pt x="84" y="231"/>
                      <a:pt x="84" y="231"/>
                      <a:pt x="84" y="231"/>
                    </a:cubicBezTo>
                    <a:cubicBezTo>
                      <a:pt x="84" y="231"/>
                      <a:pt x="84" y="231"/>
                      <a:pt x="84" y="231"/>
                    </a:cubicBezTo>
                    <a:cubicBezTo>
                      <a:pt x="84" y="231"/>
                      <a:pt x="84" y="231"/>
                      <a:pt x="84" y="231"/>
                    </a:cubicBezTo>
                    <a:cubicBezTo>
                      <a:pt x="84" y="231"/>
                      <a:pt x="84" y="231"/>
                      <a:pt x="84" y="231"/>
                    </a:cubicBezTo>
                    <a:cubicBezTo>
                      <a:pt x="84" y="231"/>
                      <a:pt x="84" y="231"/>
                      <a:pt x="84" y="231"/>
                    </a:cubicBezTo>
                    <a:cubicBezTo>
                      <a:pt x="84" y="231"/>
                      <a:pt x="84" y="231"/>
                      <a:pt x="84" y="231"/>
                    </a:cubicBezTo>
                    <a:cubicBezTo>
                      <a:pt x="85" y="231"/>
                      <a:pt x="85" y="231"/>
                      <a:pt x="85" y="231"/>
                    </a:cubicBezTo>
                    <a:cubicBezTo>
                      <a:pt x="85" y="231"/>
                      <a:pt x="85" y="231"/>
                      <a:pt x="85" y="231"/>
                    </a:cubicBezTo>
                    <a:cubicBezTo>
                      <a:pt x="85" y="231"/>
                      <a:pt x="85" y="231"/>
                      <a:pt x="85" y="231"/>
                    </a:cubicBezTo>
                    <a:cubicBezTo>
                      <a:pt x="85" y="232"/>
                      <a:pt x="85" y="232"/>
                      <a:pt x="85" y="232"/>
                    </a:cubicBezTo>
                    <a:cubicBezTo>
                      <a:pt x="85" y="232"/>
                      <a:pt x="85" y="232"/>
                      <a:pt x="85" y="232"/>
                    </a:cubicBezTo>
                    <a:cubicBezTo>
                      <a:pt x="85" y="232"/>
                      <a:pt x="85" y="232"/>
                      <a:pt x="85" y="231"/>
                    </a:cubicBezTo>
                    <a:cubicBezTo>
                      <a:pt x="85" y="231"/>
                      <a:pt x="85" y="231"/>
                      <a:pt x="85" y="231"/>
                    </a:cubicBezTo>
                    <a:cubicBezTo>
                      <a:pt x="85" y="231"/>
                      <a:pt x="85" y="231"/>
                      <a:pt x="85" y="231"/>
                    </a:cubicBezTo>
                    <a:cubicBezTo>
                      <a:pt x="85" y="231"/>
                      <a:pt x="85" y="231"/>
                      <a:pt x="85" y="231"/>
                    </a:cubicBezTo>
                    <a:cubicBezTo>
                      <a:pt x="85" y="231"/>
                      <a:pt x="85" y="231"/>
                      <a:pt x="85" y="232"/>
                    </a:cubicBezTo>
                    <a:cubicBezTo>
                      <a:pt x="85" y="232"/>
                      <a:pt x="85" y="232"/>
                      <a:pt x="85" y="232"/>
                    </a:cubicBezTo>
                    <a:cubicBezTo>
                      <a:pt x="85" y="232"/>
                      <a:pt x="85" y="232"/>
                      <a:pt x="85" y="232"/>
                    </a:cubicBezTo>
                    <a:cubicBezTo>
                      <a:pt x="85" y="232"/>
                      <a:pt x="85" y="232"/>
                      <a:pt x="85" y="232"/>
                    </a:cubicBezTo>
                    <a:cubicBezTo>
                      <a:pt x="85" y="231"/>
                      <a:pt x="85" y="231"/>
                      <a:pt x="85" y="231"/>
                    </a:cubicBezTo>
                    <a:cubicBezTo>
                      <a:pt x="85" y="231"/>
                      <a:pt x="85" y="231"/>
                      <a:pt x="85" y="231"/>
                    </a:cubicBezTo>
                    <a:cubicBezTo>
                      <a:pt x="85" y="231"/>
                      <a:pt x="85" y="231"/>
                      <a:pt x="85" y="231"/>
                    </a:cubicBezTo>
                    <a:cubicBezTo>
                      <a:pt x="85" y="231"/>
                      <a:pt x="85" y="231"/>
                      <a:pt x="85" y="231"/>
                    </a:cubicBezTo>
                    <a:cubicBezTo>
                      <a:pt x="85" y="231"/>
                      <a:pt x="85" y="231"/>
                      <a:pt x="85" y="231"/>
                    </a:cubicBezTo>
                    <a:cubicBezTo>
                      <a:pt x="85" y="231"/>
                      <a:pt x="85" y="231"/>
                      <a:pt x="85" y="231"/>
                    </a:cubicBezTo>
                    <a:cubicBezTo>
                      <a:pt x="86" y="231"/>
                      <a:pt x="86" y="231"/>
                      <a:pt x="86" y="231"/>
                    </a:cubicBezTo>
                    <a:cubicBezTo>
                      <a:pt x="86" y="231"/>
                      <a:pt x="86" y="232"/>
                      <a:pt x="86" y="232"/>
                    </a:cubicBezTo>
                    <a:cubicBezTo>
                      <a:pt x="86" y="232"/>
                      <a:pt x="86" y="232"/>
                      <a:pt x="86" y="232"/>
                    </a:cubicBezTo>
                    <a:cubicBezTo>
                      <a:pt x="86" y="232"/>
                      <a:pt x="86" y="232"/>
                      <a:pt x="86" y="232"/>
                    </a:cubicBezTo>
                    <a:cubicBezTo>
                      <a:pt x="86" y="232"/>
                      <a:pt x="86" y="232"/>
                      <a:pt x="86" y="232"/>
                    </a:cubicBezTo>
                    <a:cubicBezTo>
                      <a:pt x="86" y="232"/>
                      <a:pt x="86" y="232"/>
                      <a:pt x="86" y="232"/>
                    </a:cubicBezTo>
                    <a:cubicBezTo>
                      <a:pt x="86" y="232"/>
                      <a:pt x="86" y="232"/>
                      <a:pt x="86" y="232"/>
                    </a:cubicBezTo>
                    <a:cubicBezTo>
                      <a:pt x="86" y="232"/>
                      <a:pt x="86" y="232"/>
                      <a:pt x="86" y="232"/>
                    </a:cubicBezTo>
                    <a:cubicBezTo>
                      <a:pt x="86" y="232"/>
                      <a:pt x="86" y="232"/>
                      <a:pt x="85" y="232"/>
                    </a:cubicBezTo>
                    <a:cubicBezTo>
                      <a:pt x="85" y="232"/>
                      <a:pt x="85" y="232"/>
                      <a:pt x="85" y="232"/>
                    </a:cubicBezTo>
                    <a:cubicBezTo>
                      <a:pt x="85" y="232"/>
                      <a:pt x="85" y="232"/>
                      <a:pt x="85" y="232"/>
                    </a:cubicBezTo>
                    <a:cubicBezTo>
                      <a:pt x="85" y="232"/>
                      <a:pt x="85" y="232"/>
                      <a:pt x="85" y="232"/>
                    </a:cubicBezTo>
                    <a:cubicBezTo>
                      <a:pt x="85" y="232"/>
                      <a:pt x="85" y="232"/>
                      <a:pt x="85" y="232"/>
                    </a:cubicBezTo>
                    <a:cubicBezTo>
                      <a:pt x="85" y="232"/>
                      <a:pt x="85" y="232"/>
                      <a:pt x="85" y="232"/>
                    </a:cubicBezTo>
                    <a:cubicBezTo>
                      <a:pt x="85" y="232"/>
                      <a:pt x="85" y="232"/>
                      <a:pt x="85" y="232"/>
                    </a:cubicBezTo>
                    <a:cubicBezTo>
                      <a:pt x="85" y="232"/>
                      <a:pt x="85" y="232"/>
                      <a:pt x="85" y="232"/>
                    </a:cubicBezTo>
                    <a:cubicBezTo>
                      <a:pt x="85" y="232"/>
                      <a:pt x="85" y="232"/>
                      <a:pt x="85" y="232"/>
                    </a:cubicBezTo>
                    <a:cubicBezTo>
                      <a:pt x="85" y="232"/>
                      <a:pt x="85" y="232"/>
                      <a:pt x="85" y="232"/>
                    </a:cubicBezTo>
                    <a:cubicBezTo>
                      <a:pt x="85" y="232"/>
                      <a:pt x="85" y="233"/>
                      <a:pt x="85" y="233"/>
                    </a:cubicBezTo>
                    <a:cubicBezTo>
                      <a:pt x="85" y="233"/>
                      <a:pt x="85" y="233"/>
                      <a:pt x="86" y="233"/>
                    </a:cubicBezTo>
                    <a:cubicBezTo>
                      <a:pt x="86" y="233"/>
                      <a:pt x="86" y="233"/>
                      <a:pt x="86" y="233"/>
                    </a:cubicBezTo>
                    <a:cubicBezTo>
                      <a:pt x="86" y="233"/>
                      <a:pt x="86" y="233"/>
                      <a:pt x="86" y="232"/>
                    </a:cubicBezTo>
                    <a:cubicBezTo>
                      <a:pt x="86" y="232"/>
                      <a:pt x="86" y="232"/>
                      <a:pt x="86" y="232"/>
                    </a:cubicBezTo>
                    <a:cubicBezTo>
                      <a:pt x="86" y="232"/>
                      <a:pt x="86" y="232"/>
                      <a:pt x="86" y="232"/>
                    </a:cubicBezTo>
                    <a:cubicBezTo>
                      <a:pt x="86" y="232"/>
                      <a:pt x="86" y="232"/>
                      <a:pt x="86" y="232"/>
                    </a:cubicBezTo>
                    <a:cubicBezTo>
                      <a:pt x="86" y="232"/>
                      <a:pt x="86" y="232"/>
                      <a:pt x="86" y="232"/>
                    </a:cubicBezTo>
                    <a:cubicBezTo>
                      <a:pt x="86" y="232"/>
                      <a:pt x="86" y="232"/>
                      <a:pt x="86" y="232"/>
                    </a:cubicBezTo>
                    <a:cubicBezTo>
                      <a:pt x="86" y="233"/>
                      <a:pt x="86" y="233"/>
                      <a:pt x="86" y="233"/>
                    </a:cubicBezTo>
                    <a:cubicBezTo>
                      <a:pt x="86" y="233"/>
                      <a:pt x="86" y="233"/>
                      <a:pt x="86" y="233"/>
                    </a:cubicBezTo>
                    <a:cubicBezTo>
                      <a:pt x="86" y="233"/>
                      <a:pt x="86" y="233"/>
                      <a:pt x="86" y="233"/>
                    </a:cubicBezTo>
                    <a:cubicBezTo>
                      <a:pt x="86" y="233"/>
                      <a:pt x="86" y="233"/>
                      <a:pt x="86" y="233"/>
                    </a:cubicBezTo>
                    <a:cubicBezTo>
                      <a:pt x="86" y="233"/>
                      <a:pt x="86" y="233"/>
                      <a:pt x="86" y="233"/>
                    </a:cubicBezTo>
                    <a:cubicBezTo>
                      <a:pt x="86" y="233"/>
                      <a:pt x="86" y="233"/>
                      <a:pt x="86" y="233"/>
                    </a:cubicBezTo>
                    <a:cubicBezTo>
                      <a:pt x="86" y="233"/>
                      <a:pt x="86" y="233"/>
                      <a:pt x="86" y="233"/>
                    </a:cubicBezTo>
                    <a:cubicBezTo>
                      <a:pt x="86" y="233"/>
                      <a:pt x="86" y="233"/>
                      <a:pt x="86" y="233"/>
                    </a:cubicBezTo>
                    <a:cubicBezTo>
                      <a:pt x="86" y="233"/>
                      <a:pt x="86" y="233"/>
                      <a:pt x="86" y="233"/>
                    </a:cubicBezTo>
                    <a:cubicBezTo>
                      <a:pt x="87" y="233"/>
                      <a:pt x="87" y="233"/>
                      <a:pt x="87" y="233"/>
                    </a:cubicBezTo>
                    <a:cubicBezTo>
                      <a:pt x="87" y="233"/>
                      <a:pt x="87" y="233"/>
                      <a:pt x="86" y="233"/>
                    </a:cubicBezTo>
                    <a:cubicBezTo>
                      <a:pt x="86" y="233"/>
                      <a:pt x="86" y="233"/>
                      <a:pt x="86" y="233"/>
                    </a:cubicBezTo>
                    <a:cubicBezTo>
                      <a:pt x="86" y="233"/>
                      <a:pt x="86" y="233"/>
                      <a:pt x="86" y="233"/>
                    </a:cubicBezTo>
                    <a:cubicBezTo>
                      <a:pt x="86" y="233"/>
                      <a:pt x="87" y="233"/>
                      <a:pt x="86" y="233"/>
                    </a:cubicBezTo>
                    <a:cubicBezTo>
                      <a:pt x="86" y="233"/>
                      <a:pt x="86" y="233"/>
                      <a:pt x="86" y="233"/>
                    </a:cubicBezTo>
                    <a:cubicBezTo>
                      <a:pt x="86" y="233"/>
                      <a:pt x="86" y="233"/>
                      <a:pt x="86" y="233"/>
                    </a:cubicBezTo>
                    <a:cubicBezTo>
                      <a:pt x="86" y="233"/>
                      <a:pt x="86" y="233"/>
                      <a:pt x="86" y="232"/>
                    </a:cubicBezTo>
                    <a:cubicBezTo>
                      <a:pt x="86" y="232"/>
                      <a:pt x="86" y="232"/>
                      <a:pt x="86" y="232"/>
                    </a:cubicBezTo>
                    <a:cubicBezTo>
                      <a:pt x="86" y="232"/>
                      <a:pt x="86" y="232"/>
                      <a:pt x="86" y="232"/>
                    </a:cubicBezTo>
                    <a:cubicBezTo>
                      <a:pt x="86" y="232"/>
                      <a:pt x="86" y="232"/>
                      <a:pt x="87" y="232"/>
                    </a:cubicBezTo>
                    <a:cubicBezTo>
                      <a:pt x="87" y="232"/>
                      <a:pt x="87" y="232"/>
                      <a:pt x="87" y="232"/>
                    </a:cubicBezTo>
                    <a:cubicBezTo>
                      <a:pt x="87" y="232"/>
                      <a:pt x="87" y="232"/>
                      <a:pt x="87" y="232"/>
                    </a:cubicBezTo>
                    <a:cubicBezTo>
                      <a:pt x="87" y="232"/>
                      <a:pt x="87" y="232"/>
                      <a:pt x="87" y="232"/>
                    </a:cubicBezTo>
                    <a:cubicBezTo>
                      <a:pt x="87" y="232"/>
                      <a:pt x="87" y="232"/>
                      <a:pt x="87" y="232"/>
                    </a:cubicBezTo>
                    <a:cubicBezTo>
                      <a:pt x="87" y="232"/>
                      <a:pt x="87" y="232"/>
                      <a:pt x="87" y="232"/>
                    </a:cubicBezTo>
                    <a:cubicBezTo>
                      <a:pt x="87" y="232"/>
                      <a:pt x="87" y="232"/>
                      <a:pt x="87" y="232"/>
                    </a:cubicBezTo>
                    <a:cubicBezTo>
                      <a:pt x="87" y="232"/>
                      <a:pt x="87" y="232"/>
                      <a:pt x="87" y="232"/>
                    </a:cubicBezTo>
                    <a:cubicBezTo>
                      <a:pt x="87" y="232"/>
                      <a:pt x="87" y="232"/>
                      <a:pt x="87" y="232"/>
                    </a:cubicBezTo>
                    <a:cubicBezTo>
                      <a:pt x="87" y="232"/>
                      <a:pt x="87" y="232"/>
                      <a:pt x="87" y="232"/>
                    </a:cubicBezTo>
                    <a:cubicBezTo>
                      <a:pt x="87" y="232"/>
                      <a:pt x="87" y="232"/>
                      <a:pt x="87" y="232"/>
                    </a:cubicBezTo>
                    <a:cubicBezTo>
                      <a:pt x="87" y="232"/>
                      <a:pt x="88" y="232"/>
                      <a:pt x="88" y="232"/>
                    </a:cubicBezTo>
                    <a:cubicBezTo>
                      <a:pt x="88" y="232"/>
                      <a:pt x="88" y="232"/>
                      <a:pt x="88" y="232"/>
                    </a:cubicBezTo>
                    <a:cubicBezTo>
                      <a:pt x="88" y="232"/>
                      <a:pt x="88" y="232"/>
                      <a:pt x="88" y="232"/>
                    </a:cubicBezTo>
                    <a:cubicBezTo>
                      <a:pt x="88" y="232"/>
                      <a:pt x="88" y="233"/>
                      <a:pt x="88" y="233"/>
                    </a:cubicBezTo>
                    <a:cubicBezTo>
                      <a:pt x="88" y="233"/>
                      <a:pt x="88" y="233"/>
                      <a:pt x="88" y="233"/>
                    </a:cubicBezTo>
                    <a:cubicBezTo>
                      <a:pt x="88" y="233"/>
                      <a:pt x="88" y="233"/>
                      <a:pt x="88" y="233"/>
                    </a:cubicBezTo>
                    <a:cubicBezTo>
                      <a:pt x="88" y="233"/>
                      <a:pt x="88" y="233"/>
                      <a:pt x="88" y="233"/>
                    </a:cubicBezTo>
                    <a:cubicBezTo>
                      <a:pt x="88" y="233"/>
                      <a:pt x="88" y="233"/>
                      <a:pt x="88" y="233"/>
                    </a:cubicBezTo>
                    <a:cubicBezTo>
                      <a:pt x="88" y="233"/>
                      <a:pt x="88" y="233"/>
                      <a:pt x="88" y="233"/>
                    </a:cubicBezTo>
                    <a:cubicBezTo>
                      <a:pt x="88" y="233"/>
                      <a:pt x="88" y="233"/>
                      <a:pt x="88" y="233"/>
                    </a:cubicBezTo>
                    <a:cubicBezTo>
                      <a:pt x="88" y="233"/>
                      <a:pt x="88" y="233"/>
                      <a:pt x="88" y="233"/>
                    </a:cubicBezTo>
                    <a:cubicBezTo>
                      <a:pt x="88" y="233"/>
                      <a:pt x="88" y="233"/>
                      <a:pt x="88" y="233"/>
                    </a:cubicBezTo>
                    <a:cubicBezTo>
                      <a:pt x="88" y="233"/>
                      <a:pt x="88" y="233"/>
                      <a:pt x="88" y="233"/>
                    </a:cubicBezTo>
                    <a:cubicBezTo>
                      <a:pt x="88" y="234"/>
                      <a:pt x="88" y="234"/>
                      <a:pt x="88" y="234"/>
                    </a:cubicBezTo>
                    <a:cubicBezTo>
                      <a:pt x="88" y="234"/>
                      <a:pt x="88" y="234"/>
                      <a:pt x="88" y="234"/>
                    </a:cubicBezTo>
                    <a:cubicBezTo>
                      <a:pt x="88" y="234"/>
                      <a:pt x="88" y="234"/>
                      <a:pt x="88" y="234"/>
                    </a:cubicBezTo>
                    <a:cubicBezTo>
                      <a:pt x="88" y="234"/>
                      <a:pt x="88" y="234"/>
                      <a:pt x="88" y="234"/>
                    </a:cubicBezTo>
                    <a:cubicBezTo>
                      <a:pt x="88" y="233"/>
                      <a:pt x="88" y="233"/>
                      <a:pt x="88" y="233"/>
                    </a:cubicBezTo>
                    <a:cubicBezTo>
                      <a:pt x="88" y="233"/>
                      <a:pt x="88" y="233"/>
                      <a:pt x="88" y="233"/>
                    </a:cubicBezTo>
                    <a:cubicBezTo>
                      <a:pt x="88" y="233"/>
                      <a:pt x="88" y="234"/>
                      <a:pt x="88" y="234"/>
                    </a:cubicBezTo>
                    <a:cubicBezTo>
                      <a:pt x="88" y="234"/>
                      <a:pt x="88" y="234"/>
                      <a:pt x="88" y="234"/>
                    </a:cubicBezTo>
                    <a:cubicBezTo>
                      <a:pt x="88" y="234"/>
                      <a:pt x="88" y="234"/>
                      <a:pt x="88" y="234"/>
                    </a:cubicBezTo>
                    <a:cubicBezTo>
                      <a:pt x="89" y="234"/>
                      <a:pt x="89" y="234"/>
                      <a:pt x="89" y="234"/>
                    </a:cubicBezTo>
                    <a:cubicBezTo>
                      <a:pt x="89" y="234"/>
                      <a:pt x="89" y="234"/>
                      <a:pt x="89" y="234"/>
                    </a:cubicBezTo>
                    <a:cubicBezTo>
                      <a:pt x="89" y="234"/>
                      <a:pt x="89" y="234"/>
                      <a:pt x="89" y="234"/>
                    </a:cubicBezTo>
                    <a:cubicBezTo>
                      <a:pt x="89" y="234"/>
                      <a:pt x="89" y="234"/>
                      <a:pt x="89" y="234"/>
                    </a:cubicBezTo>
                    <a:cubicBezTo>
                      <a:pt x="89" y="234"/>
                      <a:pt x="89" y="234"/>
                      <a:pt x="89" y="234"/>
                    </a:cubicBezTo>
                    <a:cubicBezTo>
                      <a:pt x="89" y="234"/>
                      <a:pt x="89" y="234"/>
                      <a:pt x="89" y="234"/>
                    </a:cubicBezTo>
                    <a:cubicBezTo>
                      <a:pt x="89" y="234"/>
                      <a:pt x="89" y="234"/>
                      <a:pt x="89" y="234"/>
                    </a:cubicBezTo>
                    <a:cubicBezTo>
                      <a:pt x="89" y="233"/>
                      <a:pt x="89" y="233"/>
                      <a:pt x="89" y="233"/>
                    </a:cubicBezTo>
                    <a:cubicBezTo>
                      <a:pt x="89" y="233"/>
                      <a:pt x="89" y="233"/>
                      <a:pt x="89" y="233"/>
                    </a:cubicBezTo>
                    <a:cubicBezTo>
                      <a:pt x="89" y="233"/>
                      <a:pt x="89" y="233"/>
                      <a:pt x="89" y="233"/>
                    </a:cubicBezTo>
                    <a:cubicBezTo>
                      <a:pt x="89" y="233"/>
                      <a:pt x="89" y="233"/>
                      <a:pt x="89" y="233"/>
                    </a:cubicBezTo>
                    <a:cubicBezTo>
                      <a:pt x="89" y="233"/>
                      <a:pt x="89" y="233"/>
                      <a:pt x="89" y="233"/>
                    </a:cubicBezTo>
                    <a:cubicBezTo>
                      <a:pt x="89" y="233"/>
                      <a:pt x="89" y="233"/>
                      <a:pt x="89" y="233"/>
                    </a:cubicBezTo>
                    <a:cubicBezTo>
                      <a:pt x="89" y="233"/>
                      <a:pt x="89" y="233"/>
                      <a:pt x="89" y="233"/>
                    </a:cubicBezTo>
                    <a:cubicBezTo>
                      <a:pt x="89" y="233"/>
                      <a:pt x="89" y="233"/>
                      <a:pt x="89" y="233"/>
                    </a:cubicBezTo>
                    <a:cubicBezTo>
                      <a:pt x="89" y="232"/>
                      <a:pt x="88" y="232"/>
                      <a:pt x="89" y="232"/>
                    </a:cubicBezTo>
                    <a:cubicBezTo>
                      <a:pt x="89" y="232"/>
                      <a:pt x="89" y="232"/>
                      <a:pt x="89" y="232"/>
                    </a:cubicBezTo>
                    <a:cubicBezTo>
                      <a:pt x="89" y="232"/>
                      <a:pt x="89" y="232"/>
                      <a:pt x="89" y="232"/>
                    </a:cubicBezTo>
                    <a:cubicBezTo>
                      <a:pt x="89" y="232"/>
                      <a:pt x="89" y="232"/>
                      <a:pt x="89" y="232"/>
                    </a:cubicBezTo>
                    <a:cubicBezTo>
                      <a:pt x="89" y="232"/>
                      <a:pt x="89" y="232"/>
                      <a:pt x="89" y="232"/>
                    </a:cubicBezTo>
                    <a:cubicBezTo>
                      <a:pt x="89" y="232"/>
                      <a:pt x="89" y="232"/>
                      <a:pt x="89" y="232"/>
                    </a:cubicBezTo>
                    <a:cubicBezTo>
                      <a:pt x="89" y="232"/>
                      <a:pt x="89" y="232"/>
                      <a:pt x="89" y="232"/>
                    </a:cubicBezTo>
                    <a:cubicBezTo>
                      <a:pt x="89" y="232"/>
                      <a:pt x="89" y="232"/>
                      <a:pt x="89" y="232"/>
                    </a:cubicBezTo>
                    <a:cubicBezTo>
                      <a:pt x="89" y="231"/>
                      <a:pt x="89" y="231"/>
                      <a:pt x="89" y="231"/>
                    </a:cubicBezTo>
                    <a:cubicBezTo>
                      <a:pt x="89" y="231"/>
                      <a:pt x="89"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1"/>
                      <a:pt x="90" y="231"/>
                    </a:cubicBezTo>
                    <a:cubicBezTo>
                      <a:pt x="90" y="231"/>
                      <a:pt x="90" y="230"/>
                      <a:pt x="89" y="230"/>
                    </a:cubicBezTo>
                    <a:cubicBezTo>
                      <a:pt x="89" y="230"/>
                      <a:pt x="89" y="230"/>
                      <a:pt x="89" y="230"/>
                    </a:cubicBezTo>
                    <a:cubicBezTo>
                      <a:pt x="89" y="230"/>
                      <a:pt x="89" y="230"/>
                      <a:pt x="89" y="230"/>
                    </a:cubicBezTo>
                    <a:cubicBezTo>
                      <a:pt x="89" y="230"/>
                      <a:pt x="89" y="230"/>
                      <a:pt x="89" y="230"/>
                    </a:cubicBezTo>
                    <a:cubicBezTo>
                      <a:pt x="89" y="230"/>
                      <a:pt x="88" y="230"/>
                      <a:pt x="88" y="230"/>
                    </a:cubicBezTo>
                    <a:cubicBezTo>
                      <a:pt x="88" y="230"/>
                      <a:pt x="88" y="230"/>
                      <a:pt x="88" y="230"/>
                    </a:cubicBezTo>
                    <a:cubicBezTo>
                      <a:pt x="89" y="230"/>
                      <a:pt x="89" y="230"/>
                      <a:pt x="89" y="230"/>
                    </a:cubicBezTo>
                    <a:cubicBezTo>
                      <a:pt x="89" y="230"/>
                      <a:pt x="89" y="230"/>
                      <a:pt x="89" y="230"/>
                    </a:cubicBezTo>
                    <a:cubicBezTo>
                      <a:pt x="89" y="230"/>
                      <a:pt x="89" y="230"/>
                      <a:pt x="89" y="230"/>
                    </a:cubicBezTo>
                    <a:cubicBezTo>
                      <a:pt x="89" y="230"/>
                      <a:pt x="89" y="230"/>
                      <a:pt x="89" y="230"/>
                    </a:cubicBezTo>
                    <a:cubicBezTo>
                      <a:pt x="89" y="230"/>
                      <a:pt x="89" y="230"/>
                      <a:pt x="89" y="230"/>
                    </a:cubicBezTo>
                    <a:cubicBezTo>
                      <a:pt x="89" y="230"/>
                      <a:pt x="89" y="230"/>
                      <a:pt x="89" y="230"/>
                    </a:cubicBezTo>
                    <a:cubicBezTo>
                      <a:pt x="89" y="230"/>
                      <a:pt x="89" y="230"/>
                      <a:pt x="89" y="230"/>
                    </a:cubicBezTo>
                    <a:cubicBezTo>
                      <a:pt x="89" y="229"/>
                      <a:pt x="89" y="229"/>
                      <a:pt x="89" y="229"/>
                    </a:cubicBezTo>
                    <a:cubicBezTo>
                      <a:pt x="89" y="229"/>
                      <a:pt x="89" y="229"/>
                      <a:pt x="88" y="229"/>
                    </a:cubicBezTo>
                    <a:cubicBezTo>
                      <a:pt x="88" y="229"/>
                      <a:pt x="88" y="229"/>
                      <a:pt x="88" y="229"/>
                    </a:cubicBezTo>
                    <a:cubicBezTo>
                      <a:pt x="88" y="229"/>
                      <a:pt x="88" y="229"/>
                      <a:pt x="88" y="229"/>
                    </a:cubicBezTo>
                    <a:cubicBezTo>
                      <a:pt x="88" y="229"/>
                      <a:pt x="88" y="229"/>
                      <a:pt x="88" y="229"/>
                    </a:cubicBezTo>
                    <a:cubicBezTo>
                      <a:pt x="88" y="229"/>
                      <a:pt x="88" y="229"/>
                      <a:pt x="88" y="229"/>
                    </a:cubicBezTo>
                    <a:cubicBezTo>
                      <a:pt x="88" y="229"/>
                      <a:pt x="88" y="229"/>
                      <a:pt x="88" y="229"/>
                    </a:cubicBezTo>
                    <a:cubicBezTo>
                      <a:pt x="88" y="229"/>
                      <a:pt x="88" y="229"/>
                      <a:pt x="88" y="229"/>
                    </a:cubicBezTo>
                    <a:cubicBezTo>
                      <a:pt x="88" y="229"/>
                      <a:pt x="88" y="229"/>
                      <a:pt x="88" y="229"/>
                    </a:cubicBezTo>
                    <a:cubicBezTo>
                      <a:pt x="88" y="229"/>
                      <a:pt x="88" y="229"/>
                      <a:pt x="88" y="229"/>
                    </a:cubicBezTo>
                    <a:cubicBezTo>
                      <a:pt x="88" y="229"/>
                      <a:pt x="88" y="229"/>
                      <a:pt x="88" y="229"/>
                    </a:cubicBezTo>
                    <a:cubicBezTo>
                      <a:pt x="88" y="229"/>
                      <a:pt x="88" y="229"/>
                      <a:pt x="88" y="229"/>
                    </a:cubicBezTo>
                    <a:cubicBezTo>
                      <a:pt x="88" y="228"/>
                      <a:pt x="88" y="228"/>
                      <a:pt x="88" y="228"/>
                    </a:cubicBezTo>
                    <a:cubicBezTo>
                      <a:pt x="88" y="228"/>
                      <a:pt x="88" y="228"/>
                      <a:pt x="88" y="228"/>
                    </a:cubicBezTo>
                    <a:cubicBezTo>
                      <a:pt x="88" y="228"/>
                      <a:pt x="88" y="228"/>
                      <a:pt x="88" y="228"/>
                    </a:cubicBezTo>
                    <a:cubicBezTo>
                      <a:pt x="88" y="228"/>
                      <a:pt x="88" y="228"/>
                      <a:pt x="88" y="228"/>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7"/>
                      <a:pt x="88" y="227"/>
                      <a:pt x="88" y="227"/>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6"/>
                      <a:pt x="88" y="226"/>
                    </a:cubicBezTo>
                    <a:cubicBezTo>
                      <a:pt x="88" y="226"/>
                      <a:pt x="88" y="225"/>
                      <a:pt x="88" y="225"/>
                    </a:cubicBezTo>
                    <a:cubicBezTo>
                      <a:pt x="88" y="225"/>
                      <a:pt x="88" y="225"/>
                      <a:pt x="88" y="225"/>
                    </a:cubicBezTo>
                    <a:cubicBezTo>
                      <a:pt x="88" y="225"/>
                      <a:pt x="88" y="225"/>
                      <a:pt x="88" y="225"/>
                    </a:cubicBezTo>
                    <a:cubicBezTo>
                      <a:pt x="88" y="225"/>
                      <a:pt x="88" y="225"/>
                      <a:pt x="88" y="225"/>
                    </a:cubicBezTo>
                    <a:cubicBezTo>
                      <a:pt x="88" y="225"/>
                      <a:pt x="88" y="225"/>
                      <a:pt x="88" y="225"/>
                    </a:cubicBezTo>
                    <a:cubicBezTo>
                      <a:pt x="88" y="225"/>
                      <a:pt x="88" y="225"/>
                      <a:pt x="88" y="225"/>
                    </a:cubicBezTo>
                    <a:cubicBezTo>
                      <a:pt x="88" y="225"/>
                      <a:pt x="88" y="225"/>
                      <a:pt x="88" y="225"/>
                    </a:cubicBezTo>
                    <a:cubicBezTo>
                      <a:pt x="88" y="225"/>
                      <a:pt x="88" y="225"/>
                      <a:pt x="88" y="224"/>
                    </a:cubicBezTo>
                    <a:cubicBezTo>
                      <a:pt x="88" y="224"/>
                      <a:pt x="88" y="224"/>
                      <a:pt x="88" y="224"/>
                    </a:cubicBezTo>
                    <a:cubicBezTo>
                      <a:pt x="88" y="224"/>
                      <a:pt x="88" y="224"/>
                      <a:pt x="88" y="224"/>
                    </a:cubicBezTo>
                    <a:cubicBezTo>
                      <a:pt x="88" y="224"/>
                      <a:pt x="88" y="224"/>
                      <a:pt x="88" y="224"/>
                    </a:cubicBezTo>
                    <a:cubicBezTo>
                      <a:pt x="88" y="224"/>
                      <a:pt x="88" y="223"/>
                      <a:pt x="88" y="223"/>
                    </a:cubicBezTo>
                    <a:cubicBezTo>
                      <a:pt x="88" y="223"/>
                      <a:pt x="88" y="223"/>
                      <a:pt x="88" y="223"/>
                    </a:cubicBezTo>
                    <a:cubicBezTo>
                      <a:pt x="88" y="223"/>
                      <a:pt x="88" y="223"/>
                      <a:pt x="88" y="223"/>
                    </a:cubicBezTo>
                    <a:cubicBezTo>
                      <a:pt x="88" y="223"/>
                      <a:pt x="88" y="223"/>
                      <a:pt x="88" y="223"/>
                    </a:cubicBezTo>
                    <a:cubicBezTo>
                      <a:pt x="88" y="223"/>
                      <a:pt x="88" y="223"/>
                      <a:pt x="88" y="223"/>
                    </a:cubicBezTo>
                    <a:cubicBezTo>
                      <a:pt x="88" y="223"/>
                      <a:pt x="88" y="223"/>
                      <a:pt x="88" y="223"/>
                    </a:cubicBezTo>
                    <a:cubicBezTo>
                      <a:pt x="88" y="223"/>
                      <a:pt x="88" y="223"/>
                      <a:pt x="88" y="223"/>
                    </a:cubicBezTo>
                    <a:cubicBezTo>
                      <a:pt x="88" y="223"/>
                      <a:pt x="88" y="223"/>
                      <a:pt x="88" y="223"/>
                    </a:cubicBezTo>
                    <a:cubicBezTo>
                      <a:pt x="88" y="223"/>
                      <a:pt x="88" y="223"/>
                      <a:pt x="88" y="223"/>
                    </a:cubicBezTo>
                    <a:cubicBezTo>
                      <a:pt x="88" y="223"/>
                      <a:pt x="88" y="223"/>
                      <a:pt x="88" y="223"/>
                    </a:cubicBezTo>
                    <a:cubicBezTo>
                      <a:pt x="88" y="223"/>
                      <a:pt x="88" y="222"/>
                      <a:pt x="88" y="222"/>
                    </a:cubicBezTo>
                    <a:cubicBezTo>
                      <a:pt x="88" y="222"/>
                      <a:pt x="88" y="222"/>
                      <a:pt x="88" y="222"/>
                    </a:cubicBezTo>
                    <a:cubicBezTo>
                      <a:pt x="88" y="222"/>
                      <a:pt x="88" y="222"/>
                      <a:pt x="87" y="222"/>
                    </a:cubicBezTo>
                    <a:cubicBezTo>
                      <a:pt x="87" y="222"/>
                      <a:pt x="87" y="222"/>
                      <a:pt x="87" y="222"/>
                    </a:cubicBezTo>
                    <a:cubicBezTo>
                      <a:pt x="87" y="222"/>
                      <a:pt x="87" y="222"/>
                      <a:pt x="87" y="222"/>
                    </a:cubicBezTo>
                    <a:cubicBezTo>
                      <a:pt x="87" y="222"/>
                      <a:pt x="87" y="222"/>
                      <a:pt x="87" y="222"/>
                    </a:cubicBezTo>
                    <a:cubicBezTo>
                      <a:pt x="87" y="222"/>
                      <a:pt x="87" y="222"/>
                      <a:pt x="87" y="222"/>
                    </a:cubicBezTo>
                    <a:cubicBezTo>
                      <a:pt x="87" y="222"/>
                      <a:pt x="87" y="222"/>
                      <a:pt x="87" y="222"/>
                    </a:cubicBezTo>
                    <a:cubicBezTo>
                      <a:pt x="87" y="222"/>
                      <a:pt x="87" y="222"/>
                      <a:pt x="87" y="222"/>
                    </a:cubicBezTo>
                    <a:cubicBezTo>
                      <a:pt x="86" y="222"/>
                      <a:pt x="86" y="222"/>
                      <a:pt x="86" y="222"/>
                    </a:cubicBezTo>
                    <a:cubicBezTo>
                      <a:pt x="86" y="222"/>
                      <a:pt x="86" y="222"/>
                      <a:pt x="86" y="222"/>
                    </a:cubicBezTo>
                    <a:cubicBezTo>
                      <a:pt x="86" y="221"/>
                      <a:pt x="86" y="221"/>
                      <a:pt x="86" y="221"/>
                    </a:cubicBezTo>
                    <a:cubicBezTo>
                      <a:pt x="86" y="221"/>
                      <a:pt x="86" y="221"/>
                      <a:pt x="86" y="221"/>
                    </a:cubicBezTo>
                    <a:cubicBezTo>
                      <a:pt x="86" y="221"/>
                      <a:pt x="86" y="221"/>
                      <a:pt x="86" y="221"/>
                    </a:cubicBezTo>
                    <a:cubicBezTo>
                      <a:pt x="86" y="221"/>
                      <a:pt x="85" y="221"/>
                      <a:pt x="85" y="221"/>
                    </a:cubicBezTo>
                    <a:cubicBezTo>
                      <a:pt x="85" y="221"/>
                      <a:pt x="85" y="221"/>
                      <a:pt x="85" y="221"/>
                    </a:cubicBezTo>
                    <a:cubicBezTo>
                      <a:pt x="85" y="221"/>
                      <a:pt x="85" y="221"/>
                      <a:pt x="85" y="221"/>
                    </a:cubicBezTo>
                    <a:cubicBezTo>
                      <a:pt x="85" y="221"/>
                      <a:pt x="85" y="221"/>
                      <a:pt x="85" y="221"/>
                    </a:cubicBezTo>
                    <a:cubicBezTo>
                      <a:pt x="85" y="221"/>
                      <a:pt x="85" y="220"/>
                      <a:pt x="85" y="220"/>
                    </a:cubicBezTo>
                    <a:cubicBezTo>
                      <a:pt x="85" y="220"/>
                      <a:pt x="85" y="220"/>
                      <a:pt x="85" y="220"/>
                    </a:cubicBezTo>
                    <a:cubicBezTo>
                      <a:pt x="85" y="220"/>
                      <a:pt x="85" y="220"/>
                      <a:pt x="85" y="220"/>
                    </a:cubicBezTo>
                    <a:cubicBezTo>
                      <a:pt x="85" y="220"/>
                      <a:pt x="85" y="220"/>
                      <a:pt x="85" y="220"/>
                    </a:cubicBezTo>
                    <a:cubicBezTo>
                      <a:pt x="85" y="220"/>
                      <a:pt x="85" y="220"/>
                      <a:pt x="85" y="220"/>
                    </a:cubicBezTo>
                    <a:cubicBezTo>
                      <a:pt x="85" y="220"/>
                      <a:pt x="85" y="220"/>
                      <a:pt x="85" y="220"/>
                    </a:cubicBezTo>
                    <a:cubicBezTo>
                      <a:pt x="85" y="220"/>
                      <a:pt x="85" y="220"/>
                      <a:pt x="85" y="220"/>
                    </a:cubicBezTo>
                    <a:cubicBezTo>
                      <a:pt x="85" y="219"/>
                      <a:pt x="85" y="219"/>
                      <a:pt x="85" y="219"/>
                    </a:cubicBezTo>
                    <a:cubicBezTo>
                      <a:pt x="85" y="219"/>
                      <a:pt x="85" y="219"/>
                      <a:pt x="85" y="219"/>
                    </a:cubicBezTo>
                    <a:cubicBezTo>
                      <a:pt x="85" y="219"/>
                      <a:pt x="85" y="219"/>
                      <a:pt x="85" y="219"/>
                    </a:cubicBezTo>
                    <a:cubicBezTo>
                      <a:pt x="85" y="219"/>
                      <a:pt x="85" y="219"/>
                      <a:pt x="85" y="219"/>
                    </a:cubicBezTo>
                    <a:cubicBezTo>
                      <a:pt x="85" y="219"/>
                      <a:pt x="85" y="219"/>
                      <a:pt x="85" y="219"/>
                    </a:cubicBezTo>
                    <a:cubicBezTo>
                      <a:pt x="85" y="219"/>
                      <a:pt x="85" y="219"/>
                      <a:pt x="85" y="219"/>
                    </a:cubicBezTo>
                    <a:cubicBezTo>
                      <a:pt x="85" y="219"/>
                      <a:pt x="85" y="219"/>
                      <a:pt x="85" y="219"/>
                    </a:cubicBezTo>
                    <a:cubicBezTo>
                      <a:pt x="85" y="219"/>
                      <a:pt x="85" y="219"/>
                      <a:pt x="85" y="218"/>
                    </a:cubicBezTo>
                    <a:cubicBezTo>
                      <a:pt x="85" y="218"/>
                      <a:pt x="85" y="218"/>
                      <a:pt x="85" y="218"/>
                    </a:cubicBezTo>
                    <a:cubicBezTo>
                      <a:pt x="85" y="218"/>
                      <a:pt x="85" y="218"/>
                      <a:pt x="86" y="218"/>
                    </a:cubicBezTo>
                    <a:cubicBezTo>
                      <a:pt x="86" y="218"/>
                      <a:pt x="86" y="218"/>
                      <a:pt x="86" y="218"/>
                    </a:cubicBezTo>
                    <a:cubicBezTo>
                      <a:pt x="86" y="218"/>
                      <a:pt x="86" y="218"/>
                      <a:pt x="86" y="218"/>
                    </a:cubicBezTo>
                    <a:cubicBezTo>
                      <a:pt x="86" y="218"/>
                      <a:pt x="86" y="218"/>
                      <a:pt x="86" y="218"/>
                    </a:cubicBezTo>
                    <a:cubicBezTo>
                      <a:pt x="86" y="218"/>
                      <a:pt x="86" y="218"/>
                      <a:pt x="86" y="218"/>
                    </a:cubicBezTo>
                    <a:cubicBezTo>
                      <a:pt x="86" y="218"/>
                      <a:pt x="86" y="218"/>
                      <a:pt x="86" y="217"/>
                    </a:cubicBezTo>
                    <a:cubicBezTo>
                      <a:pt x="86" y="217"/>
                      <a:pt x="86" y="217"/>
                      <a:pt x="86" y="217"/>
                    </a:cubicBezTo>
                    <a:cubicBezTo>
                      <a:pt x="86" y="217"/>
                      <a:pt x="85" y="217"/>
                      <a:pt x="85" y="216"/>
                    </a:cubicBezTo>
                    <a:cubicBezTo>
                      <a:pt x="85" y="216"/>
                      <a:pt x="85" y="216"/>
                      <a:pt x="85" y="216"/>
                    </a:cubicBezTo>
                    <a:cubicBezTo>
                      <a:pt x="85" y="216"/>
                      <a:pt x="85" y="216"/>
                      <a:pt x="85" y="216"/>
                    </a:cubicBezTo>
                    <a:cubicBezTo>
                      <a:pt x="85" y="216"/>
                      <a:pt x="85" y="216"/>
                      <a:pt x="85" y="215"/>
                    </a:cubicBezTo>
                    <a:cubicBezTo>
                      <a:pt x="85" y="215"/>
                      <a:pt x="85" y="215"/>
                      <a:pt x="85" y="215"/>
                    </a:cubicBezTo>
                    <a:cubicBezTo>
                      <a:pt x="85" y="215"/>
                      <a:pt x="85" y="215"/>
                      <a:pt x="85" y="215"/>
                    </a:cubicBezTo>
                    <a:cubicBezTo>
                      <a:pt x="85" y="215"/>
                      <a:pt x="85" y="215"/>
                      <a:pt x="85" y="215"/>
                    </a:cubicBezTo>
                    <a:cubicBezTo>
                      <a:pt x="85" y="215"/>
                      <a:pt x="85" y="215"/>
                      <a:pt x="85" y="215"/>
                    </a:cubicBezTo>
                    <a:cubicBezTo>
                      <a:pt x="85" y="215"/>
                      <a:pt x="85" y="215"/>
                      <a:pt x="85" y="215"/>
                    </a:cubicBezTo>
                    <a:cubicBezTo>
                      <a:pt x="85" y="215"/>
                      <a:pt x="85" y="215"/>
                      <a:pt x="85" y="215"/>
                    </a:cubicBezTo>
                    <a:cubicBezTo>
                      <a:pt x="85" y="215"/>
                      <a:pt x="85" y="215"/>
                      <a:pt x="85" y="215"/>
                    </a:cubicBezTo>
                    <a:cubicBezTo>
                      <a:pt x="85" y="215"/>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6" y="214"/>
                      <a:pt x="86" y="214"/>
                    </a:cubicBezTo>
                    <a:cubicBezTo>
                      <a:pt x="86" y="214"/>
                      <a:pt x="86" y="214"/>
                      <a:pt x="86" y="214"/>
                    </a:cubicBezTo>
                    <a:cubicBezTo>
                      <a:pt x="86" y="214"/>
                      <a:pt x="86" y="214"/>
                      <a:pt x="86" y="214"/>
                    </a:cubicBezTo>
                    <a:cubicBezTo>
                      <a:pt x="86" y="214"/>
                      <a:pt x="86" y="214"/>
                      <a:pt x="86" y="214"/>
                    </a:cubicBezTo>
                    <a:cubicBezTo>
                      <a:pt x="86" y="214"/>
                      <a:pt x="86" y="214"/>
                      <a:pt x="86" y="214"/>
                    </a:cubicBezTo>
                    <a:cubicBezTo>
                      <a:pt x="86" y="214"/>
                      <a:pt x="86" y="214"/>
                      <a:pt x="86" y="214"/>
                    </a:cubicBezTo>
                    <a:cubicBezTo>
                      <a:pt x="86" y="213"/>
                      <a:pt x="86" y="213"/>
                      <a:pt x="86" y="213"/>
                    </a:cubicBezTo>
                    <a:cubicBezTo>
                      <a:pt x="85" y="213"/>
                      <a:pt x="85" y="213"/>
                      <a:pt x="85" y="213"/>
                    </a:cubicBezTo>
                    <a:cubicBezTo>
                      <a:pt x="85" y="213"/>
                      <a:pt x="85" y="213"/>
                      <a:pt x="85" y="213"/>
                    </a:cubicBezTo>
                    <a:cubicBezTo>
                      <a:pt x="85" y="213"/>
                      <a:pt x="85" y="213"/>
                      <a:pt x="85" y="213"/>
                    </a:cubicBezTo>
                    <a:cubicBezTo>
                      <a:pt x="85" y="213"/>
                      <a:pt x="85" y="213"/>
                      <a:pt x="85" y="213"/>
                    </a:cubicBezTo>
                    <a:cubicBezTo>
                      <a:pt x="85" y="213"/>
                      <a:pt x="85" y="213"/>
                      <a:pt x="85" y="213"/>
                    </a:cubicBezTo>
                    <a:cubicBezTo>
                      <a:pt x="85" y="213"/>
                      <a:pt x="85" y="213"/>
                      <a:pt x="85" y="213"/>
                    </a:cubicBezTo>
                    <a:cubicBezTo>
                      <a:pt x="85" y="213"/>
                      <a:pt x="85" y="213"/>
                      <a:pt x="85" y="213"/>
                    </a:cubicBezTo>
                    <a:cubicBezTo>
                      <a:pt x="85" y="213"/>
                      <a:pt x="85" y="213"/>
                      <a:pt x="85" y="213"/>
                    </a:cubicBezTo>
                    <a:cubicBezTo>
                      <a:pt x="85" y="213"/>
                      <a:pt x="85" y="213"/>
                      <a:pt x="85" y="213"/>
                    </a:cubicBezTo>
                    <a:cubicBezTo>
                      <a:pt x="85" y="213"/>
                      <a:pt x="85" y="213"/>
                      <a:pt x="85" y="213"/>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4"/>
                      <a:pt x="85" y="214"/>
                      <a:pt x="85" y="214"/>
                    </a:cubicBezTo>
                    <a:cubicBezTo>
                      <a:pt x="85" y="213"/>
                      <a:pt x="85" y="213"/>
                      <a:pt x="85" y="213"/>
                    </a:cubicBezTo>
                    <a:cubicBezTo>
                      <a:pt x="85" y="213"/>
                      <a:pt x="84" y="213"/>
                      <a:pt x="84" y="213"/>
                    </a:cubicBezTo>
                    <a:cubicBezTo>
                      <a:pt x="84" y="213"/>
                      <a:pt x="84" y="213"/>
                      <a:pt x="84" y="213"/>
                    </a:cubicBezTo>
                    <a:cubicBezTo>
                      <a:pt x="84" y="213"/>
                      <a:pt x="84" y="213"/>
                      <a:pt x="84" y="213"/>
                    </a:cubicBezTo>
                    <a:cubicBezTo>
                      <a:pt x="84" y="213"/>
                      <a:pt x="84" y="213"/>
                      <a:pt x="84" y="213"/>
                    </a:cubicBezTo>
                    <a:cubicBezTo>
                      <a:pt x="84" y="213"/>
                      <a:pt x="84" y="213"/>
                      <a:pt x="84" y="213"/>
                    </a:cubicBezTo>
                    <a:cubicBezTo>
                      <a:pt x="84" y="213"/>
                      <a:pt x="84" y="213"/>
                      <a:pt x="84" y="213"/>
                    </a:cubicBezTo>
                    <a:cubicBezTo>
                      <a:pt x="84" y="213"/>
                      <a:pt x="84" y="213"/>
                      <a:pt x="84" y="213"/>
                    </a:cubicBezTo>
                    <a:cubicBezTo>
                      <a:pt x="84" y="213"/>
                      <a:pt x="84" y="213"/>
                      <a:pt x="84" y="213"/>
                    </a:cubicBezTo>
                    <a:cubicBezTo>
                      <a:pt x="84" y="213"/>
                      <a:pt x="84" y="213"/>
                      <a:pt x="83" y="213"/>
                    </a:cubicBezTo>
                    <a:cubicBezTo>
                      <a:pt x="83" y="213"/>
                      <a:pt x="83" y="212"/>
                      <a:pt x="83" y="212"/>
                    </a:cubicBezTo>
                    <a:cubicBezTo>
                      <a:pt x="83" y="212"/>
                      <a:pt x="83" y="212"/>
                      <a:pt x="83" y="212"/>
                    </a:cubicBezTo>
                    <a:cubicBezTo>
                      <a:pt x="83" y="212"/>
                      <a:pt x="83" y="212"/>
                      <a:pt x="83" y="212"/>
                    </a:cubicBezTo>
                    <a:cubicBezTo>
                      <a:pt x="83" y="212"/>
                      <a:pt x="83" y="212"/>
                      <a:pt x="83" y="212"/>
                    </a:cubicBezTo>
                    <a:cubicBezTo>
                      <a:pt x="83" y="212"/>
                      <a:pt x="83" y="212"/>
                      <a:pt x="83" y="212"/>
                    </a:cubicBezTo>
                    <a:cubicBezTo>
                      <a:pt x="83" y="212"/>
                      <a:pt x="83" y="212"/>
                      <a:pt x="83" y="212"/>
                    </a:cubicBezTo>
                    <a:cubicBezTo>
                      <a:pt x="83" y="212"/>
                      <a:pt x="83" y="212"/>
                      <a:pt x="83" y="212"/>
                    </a:cubicBezTo>
                    <a:cubicBezTo>
                      <a:pt x="83" y="212"/>
                      <a:pt x="83" y="212"/>
                      <a:pt x="83" y="212"/>
                    </a:cubicBezTo>
                    <a:cubicBezTo>
                      <a:pt x="83" y="211"/>
                      <a:pt x="83" y="211"/>
                      <a:pt x="83" y="211"/>
                    </a:cubicBezTo>
                    <a:cubicBezTo>
                      <a:pt x="83" y="211"/>
                      <a:pt x="83" y="211"/>
                      <a:pt x="83" y="211"/>
                    </a:cubicBezTo>
                    <a:cubicBezTo>
                      <a:pt x="83" y="211"/>
                      <a:pt x="83" y="211"/>
                      <a:pt x="83" y="211"/>
                    </a:cubicBezTo>
                    <a:cubicBezTo>
                      <a:pt x="83" y="211"/>
                      <a:pt x="83" y="211"/>
                      <a:pt x="83" y="211"/>
                    </a:cubicBezTo>
                    <a:cubicBezTo>
                      <a:pt x="83" y="211"/>
                      <a:pt x="83" y="211"/>
                      <a:pt x="83" y="211"/>
                    </a:cubicBezTo>
                    <a:cubicBezTo>
                      <a:pt x="83" y="211"/>
                      <a:pt x="83" y="211"/>
                      <a:pt x="83" y="211"/>
                    </a:cubicBezTo>
                    <a:cubicBezTo>
                      <a:pt x="83" y="211"/>
                      <a:pt x="83" y="211"/>
                      <a:pt x="83" y="211"/>
                    </a:cubicBezTo>
                    <a:cubicBezTo>
                      <a:pt x="83" y="211"/>
                      <a:pt x="83" y="211"/>
                      <a:pt x="83" y="211"/>
                    </a:cubicBezTo>
                    <a:cubicBezTo>
                      <a:pt x="83" y="211"/>
                      <a:pt x="83" y="211"/>
                      <a:pt x="83" y="211"/>
                    </a:cubicBezTo>
                    <a:cubicBezTo>
                      <a:pt x="83" y="211"/>
                      <a:pt x="83" y="211"/>
                      <a:pt x="83" y="211"/>
                    </a:cubicBezTo>
                    <a:cubicBezTo>
                      <a:pt x="83" y="211"/>
                      <a:pt x="83" y="211"/>
                      <a:pt x="84" y="211"/>
                    </a:cubicBezTo>
                    <a:cubicBezTo>
                      <a:pt x="84" y="211"/>
                      <a:pt x="84" y="211"/>
                      <a:pt x="84" y="211"/>
                    </a:cubicBezTo>
                    <a:cubicBezTo>
                      <a:pt x="84" y="211"/>
                      <a:pt x="84" y="211"/>
                      <a:pt x="84" y="211"/>
                    </a:cubicBezTo>
                    <a:cubicBezTo>
                      <a:pt x="84" y="211"/>
                      <a:pt x="84" y="211"/>
                      <a:pt x="84" y="211"/>
                    </a:cubicBezTo>
                    <a:cubicBezTo>
                      <a:pt x="84" y="211"/>
                      <a:pt x="84" y="211"/>
                      <a:pt x="84" y="211"/>
                    </a:cubicBezTo>
                    <a:cubicBezTo>
                      <a:pt x="84" y="211"/>
                      <a:pt x="84" y="211"/>
                      <a:pt x="84" y="211"/>
                    </a:cubicBezTo>
                    <a:cubicBezTo>
                      <a:pt x="84" y="211"/>
                      <a:pt x="84" y="211"/>
                      <a:pt x="84" y="211"/>
                    </a:cubicBezTo>
                    <a:cubicBezTo>
                      <a:pt x="84" y="211"/>
                      <a:pt x="84" y="211"/>
                      <a:pt x="84" y="211"/>
                    </a:cubicBezTo>
                    <a:cubicBezTo>
                      <a:pt x="84" y="211"/>
                      <a:pt x="84" y="211"/>
                      <a:pt x="84" y="211"/>
                    </a:cubicBezTo>
                    <a:cubicBezTo>
                      <a:pt x="84" y="211"/>
                      <a:pt x="84" y="211"/>
                      <a:pt x="84" y="211"/>
                    </a:cubicBezTo>
                    <a:cubicBezTo>
                      <a:pt x="85" y="211"/>
                      <a:pt x="85" y="211"/>
                      <a:pt x="85" y="211"/>
                    </a:cubicBezTo>
                    <a:cubicBezTo>
                      <a:pt x="85" y="211"/>
                      <a:pt x="85" y="211"/>
                      <a:pt x="85" y="211"/>
                    </a:cubicBezTo>
                    <a:cubicBezTo>
                      <a:pt x="85" y="211"/>
                      <a:pt x="85" y="211"/>
                      <a:pt x="85" y="211"/>
                    </a:cubicBezTo>
                    <a:cubicBezTo>
                      <a:pt x="85" y="211"/>
                      <a:pt x="85" y="211"/>
                      <a:pt x="85" y="211"/>
                    </a:cubicBezTo>
                    <a:cubicBezTo>
                      <a:pt x="85" y="211"/>
                      <a:pt x="85" y="211"/>
                      <a:pt x="85" y="211"/>
                    </a:cubicBezTo>
                    <a:cubicBezTo>
                      <a:pt x="85" y="211"/>
                      <a:pt x="85" y="211"/>
                      <a:pt x="85" y="211"/>
                    </a:cubicBezTo>
                    <a:cubicBezTo>
                      <a:pt x="85" y="211"/>
                      <a:pt x="85" y="211"/>
                      <a:pt x="85" y="211"/>
                    </a:cubicBezTo>
                    <a:cubicBezTo>
                      <a:pt x="85" y="211"/>
                      <a:pt x="85" y="211"/>
                      <a:pt x="85" y="211"/>
                    </a:cubicBezTo>
                    <a:cubicBezTo>
                      <a:pt x="85" y="211"/>
                      <a:pt x="85" y="211"/>
                      <a:pt x="85" y="211"/>
                    </a:cubicBezTo>
                    <a:cubicBezTo>
                      <a:pt x="85" y="211"/>
                      <a:pt x="85" y="211"/>
                      <a:pt x="85" y="211"/>
                    </a:cubicBezTo>
                    <a:cubicBezTo>
                      <a:pt x="85" y="211"/>
                      <a:pt x="85" y="211"/>
                      <a:pt x="86" y="211"/>
                    </a:cubicBezTo>
                    <a:cubicBezTo>
                      <a:pt x="86" y="211"/>
                      <a:pt x="86" y="211"/>
                      <a:pt x="86" y="211"/>
                    </a:cubicBezTo>
                    <a:cubicBezTo>
                      <a:pt x="86" y="211"/>
                      <a:pt x="86" y="211"/>
                      <a:pt x="86" y="211"/>
                    </a:cubicBezTo>
                    <a:cubicBezTo>
                      <a:pt x="86" y="211"/>
                      <a:pt x="86" y="211"/>
                      <a:pt x="86" y="210"/>
                    </a:cubicBezTo>
                    <a:cubicBezTo>
                      <a:pt x="86" y="210"/>
                      <a:pt x="86" y="210"/>
                      <a:pt x="86" y="210"/>
                    </a:cubicBezTo>
                    <a:cubicBezTo>
                      <a:pt x="86" y="210"/>
                      <a:pt x="85" y="210"/>
                      <a:pt x="85" y="210"/>
                    </a:cubicBezTo>
                    <a:cubicBezTo>
                      <a:pt x="85" y="210"/>
                      <a:pt x="85" y="210"/>
                      <a:pt x="85" y="210"/>
                    </a:cubicBezTo>
                    <a:cubicBezTo>
                      <a:pt x="85" y="210"/>
                      <a:pt x="85" y="210"/>
                      <a:pt x="85" y="210"/>
                    </a:cubicBezTo>
                    <a:cubicBezTo>
                      <a:pt x="85" y="210"/>
                      <a:pt x="85" y="210"/>
                      <a:pt x="85" y="210"/>
                    </a:cubicBezTo>
                    <a:cubicBezTo>
                      <a:pt x="85" y="210"/>
                      <a:pt x="85" y="210"/>
                      <a:pt x="85" y="210"/>
                    </a:cubicBezTo>
                    <a:cubicBezTo>
                      <a:pt x="85" y="210"/>
                      <a:pt x="85" y="210"/>
                      <a:pt x="85" y="210"/>
                    </a:cubicBezTo>
                    <a:cubicBezTo>
                      <a:pt x="85" y="210"/>
                      <a:pt x="85" y="210"/>
                      <a:pt x="85" y="210"/>
                    </a:cubicBezTo>
                    <a:cubicBezTo>
                      <a:pt x="85" y="209"/>
                      <a:pt x="85" y="209"/>
                      <a:pt x="85" y="209"/>
                    </a:cubicBezTo>
                    <a:cubicBezTo>
                      <a:pt x="85" y="209"/>
                      <a:pt x="85" y="209"/>
                      <a:pt x="85" y="209"/>
                    </a:cubicBezTo>
                    <a:cubicBezTo>
                      <a:pt x="85" y="209"/>
                      <a:pt x="85" y="209"/>
                      <a:pt x="85" y="209"/>
                    </a:cubicBezTo>
                    <a:cubicBezTo>
                      <a:pt x="85" y="209"/>
                      <a:pt x="85" y="209"/>
                      <a:pt x="85" y="209"/>
                    </a:cubicBezTo>
                    <a:cubicBezTo>
                      <a:pt x="85" y="209"/>
                      <a:pt x="85" y="209"/>
                      <a:pt x="85" y="209"/>
                    </a:cubicBezTo>
                    <a:cubicBezTo>
                      <a:pt x="85" y="209"/>
                      <a:pt x="85" y="209"/>
                      <a:pt x="85" y="209"/>
                    </a:cubicBezTo>
                    <a:cubicBezTo>
                      <a:pt x="85" y="209"/>
                      <a:pt x="85" y="209"/>
                      <a:pt x="85" y="209"/>
                    </a:cubicBezTo>
                    <a:cubicBezTo>
                      <a:pt x="85" y="209"/>
                      <a:pt x="85" y="209"/>
                      <a:pt x="85" y="209"/>
                    </a:cubicBezTo>
                    <a:cubicBezTo>
                      <a:pt x="85" y="209"/>
                      <a:pt x="85" y="209"/>
                      <a:pt x="85" y="208"/>
                    </a:cubicBezTo>
                    <a:cubicBezTo>
                      <a:pt x="85" y="208"/>
                      <a:pt x="85" y="208"/>
                      <a:pt x="85" y="208"/>
                    </a:cubicBezTo>
                    <a:cubicBezTo>
                      <a:pt x="85" y="208"/>
                      <a:pt x="85" y="208"/>
                      <a:pt x="85" y="208"/>
                    </a:cubicBezTo>
                    <a:cubicBezTo>
                      <a:pt x="85" y="208"/>
                      <a:pt x="84" y="208"/>
                      <a:pt x="84" y="207"/>
                    </a:cubicBezTo>
                    <a:cubicBezTo>
                      <a:pt x="84" y="207"/>
                      <a:pt x="84" y="207"/>
                      <a:pt x="84" y="207"/>
                    </a:cubicBezTo>
                    <a:cubicBezTo>
                      <a:pt x="84" y="207"/>
                      <a:pt x="84" y="207"/>
                      <a:pt x="84" y="207"/>
                    </a:cubicBezTo>
                    <a:cubicBezTo>
                      <a:pt x="84" y="207"/>
                      <a:pt x="84" y="207"/>
                      <a:pt x="84" y="207"/>
                    </a:cubicBezTo>
                    <a:cubicBezTo>
                      <a:pt x="84" y="207"/>
                      <a:pt x="84" y="207"/>
                      <a:pt x="84" y="207"/>
                    </a:cubicBezTo>
                    <a:cubicBezTo>
                      <a:pt x="84" y="207"/>
                      <a:pt x="85" y="207"/>
                      <a:pt x="85" y="207"/>
                    </a:cubicBezTo>
                    <a:cubicBezTo>
                      <a:pt x="85" y="207"/>
                      <a:pt x="85" y="207"/>
                      <a:pt x="85" y="207"/>
                    </a:cubicBezTo>
                    <a:cubicBezTo>
                      <a:pt x="85" y="207"/>
                      <a:pt x="85" y="207"/>
                      <a:pt x="85" y="207"/>
                    </a:cubicBezTo>
                    <a:cubicBezTo>
                      <a:pt x="85" y="207"/>
                      <a:pt x="85" y="207"/>
                      <a:pt x="85" y="207"/>
                    </a:cubicBezTo>
                    <a:cubicBezTo>
                      <a:pt x="85" y="207"/>
                      <a:pt x="85" y="207"/>
                      <a:pt x="85" y="207"/>
                    </a:cubicBezTo>
                    <a:cubicBezTo>
                      <a:pt x="85" y="207"/>
                      <a:pt x="85" y="207"/>
                      <a:pt x="85" y="207"/>
                    </a:cubicBezTo>
                    <a:cubicBezTo>
                      <a:pt x="85" y="207"/>
                      <a:pt x="85" y="207"/>
                      <a:pt x="85" y="207"/>
                    </a:cubicBezTo>
                    <a:cubicBezTo>
                      <a:pt x="85" y="207"/>
                      <a:pt x="85" y="207"/>
                      <a:pt x="86" y="207"/>
                    </a:cubicBezTo>
                    <a:cubicBezTo>
                      <a:pt x="86" y="207"/>
                      <a:pt x="86" y="207"/>
                      <a:pt x="86" y="207"/>
                    </a:cubicBezTo>
                    <a:cubicBezTo>
                      <a:pt x="86" y="207"/>
                      <a:pt x="86" y="207"/>
                      <a:pt x="86" y="207"/>
                    </a:cubicBezTo>
                    <a:cubicBezTo>
                      <a:pt x="86" y="207"/>
                      <a:pt x="86" y="207"/>
                      <a:pt x="86" y="207"/>
                    </a:cubicBezTo>
                    <a:cubicBezTo>
                      <a:pt x="86" y="207"/>
                      <a:pt x="86" y="207"/>
                      <a:pt x="86" y="207"/>
                    </a:cubicBezTo>
                    <a:cubicBezTo>
                      <a:pt x="86" y="207"/>
                      <a:pt x="86" y="207"/>
                      <a:pt x="86" y="207"/>
                    </a:cubicBezTo>
                    <a:cubicBezTo>
                      <a:pt x="86" y="207"/>
                      <a:pt x="86" y="207"/>
                      <a:pt x="86" y="207"/>
                    </a:cubicBezTo>
                    <a:cubicBezTo>
                      <a:pt x="86" y="207"/>
                      <a:pt x="86" y="207"/>
                      <a:pt x="86" y="207"/>
                    </a:cubicBezTo>
                    <a:cubicBezTo>
                      <a:pt x="86" y="207"/>
                      <a:pt x="86" y="207"/>
                      <a:pt x="86" y="207"/>
                    </a:cubicBezTo>
                    <a:cubicBezTo>
                      <a:pt x="86" y="207"/>
                      <a:pt x="87" y="207"/>
                      <a:pt x="87" y="207"/>
                    </a:cubicBezTo>
                    <a:cubicBezTo>
                      <a:pt x="87" y="207"/>
                      <a:pt x="87" y="207"/>
                      <a:pt x="87" y="207"/>
                    </a:cubicBezTo>
                    <a:cubicBezTo>
                      <a:pt x="87" y="207"/>
                      <a:pt x="87" y="207"/>
                      <a:pt x="87" y="207"/>
                    </a:cubicBezTo>
                    <a:cubicBezTo>
                      <a:pt x="87" y="207"/>
                      <a:pt x="87" y="207"/>
                      <a:pt x="87" y="207"/>
                    </a:cubicBezTo>
                    <a:cubicBezTo>
                      <a:pt x="87" y="207"/>
                      <a:pt x="87" y="207"/>
                      <a:pt x="87" y="207"/>
                    </a:cubicBezTo>
                    <a:cubicBezTo>
                      <a:pt x="87" y="207"/>
                      <a:pt x="87" y="207"/>
                      <a:pt x="88" y="207"/>
                    </a:cubicBezTo>
                    <a:cubicBezTo>
                      <a:pt x="88" y="207"/>
                      <a:pt x="88" y="206"/>
                      <a:pt x="88" y="206"/>
                    </a:cubicBezTo>
                    <a:cubicBezTo>
                      <a:pt x="88" y="206"/>
                      <a:pt x="88" y="206"/>
                      <a:pt x="88" y="206"/>
                    </a:cubicBezTo>
                    <a:cubicBezTo>
                      <a:pt x="88" y="206"/>
                      <a:pt x="88" y="206"/>
                      <a:pt x="88" y="206"/>
                    </a:cubicBezTo>
                    <a:cubicBezTo>
                      <a:pt x="88" y="206"/>
                      <a:pt x="88" y="206"/>
                      <a:pt x="88" y="206"/>
                    </a:cubicBezTo>
                    <a:cubicBezTo>
                      <a:pt x="88" y="206"/>
                      <a:pt x="89" y="206"/>
                      <a:pt x="89" y="206"/>
                    </a:cubicBezTo>
                    <a:cubicBezTo>
                      <a:pt x="89" y="206"/>
                      <a:pt x="89" y="206"/>
                      <a:pt x="89" y="206"/>
                    </a:cubicBezTo>
                    <a:cubicBezTo>
                      <a:pt x="89" y="206"/>
                      <a:pt x="89" y="206"/>
                      <a:pt x="89" y="206"/>
                    </a:cubicBezTo>
                    <a:cubicBezTo>
                      <a:pt x="89" y="206"/>
                      <a:pt x="89" y="206"/>
                      <a:pt x="89" y="206"/>
                    </a:cubicBezTo>
                    <a:cubicBezTo>
                      <a:pt x="89" y="205"/>
                      <a:pt x="89" y="205"/>
                      <a:pt x="89" y="205"/>
                    </a:cubicBezTo>
                    <a:cubicBezTo>
                      <a:pt x="89" y="205"/>
                      <a:pt x="89" y="205"/>
                      <a:pt x="89" y="205"/>
                    </a:cubicBezTo>
                    <a:cubicBezTo>
                      <a:pt x="89" y="205"/>
                      <a:pt x="89" y="205"/>
                      <a:pt x="89" y="205"/>
                    </a:cubicBezTo>
                    <a:cubicBezTo>
                      <a:pt x="89" y="205"/>
                      <a:pt x="89" y="205"/>
                      <a:pt x="89" y="205"/>
                    </a:cubicBezTo>
                    <a:cubicBezTo>
                      <a:pt x="89" y="205"/>
                      <a:pt x="89" y="205"/>
                      <a:pt x="89" y="205"/>
                    </a:cubicBezTo>
                    <a:cubicBezTo>
                      <a:pt x="89" y="205"/>
                      <a:pt x="89" y="205"/>
                      <a:pt x="89" y="205"/>
                    </a:cubicBezTo>
                    <a:cubicBezTo>
                      <a:pt x="89" y="205"/>
                      <a:pt x="89" y="204"/>
                      <a:pt x="89" y="204"/>
                    </a:cubicBezTo>
                    <a:cubicBezTo>
                      <a:pt x="89" y="204"/>
                      <a:pt x="89" y="204"/>
                      <a:pt x="89" y="204"/>
                    </a:cubicBezTo>
                    <a:cubicBezTo>
                      <a:pt x="89" y="204"/>
                      <a:pt x="89" y="204"/>
                      <a:pt x="89" y="204"/>
                    </a:cubicBezTo>
                    <a:cubicBezTo>
                      <a:pt x="89" y="204"/>
                      <a:pt x="89" y="204"/>
                      <a:pt x="89" y="203"/>
                    </a:cubicBezTo>
                    <a:cubicBezTo>
                      <a:pt x="89" y="203"/>
                      <a:pt x="89" y="203"/>
                      <a:pt x="89" y="203"/>
                    </a:cubicBezTo>
                    <a:cubicBezTo>
                      <a:pt x="89" y="203"/>
                      <a:pt x="89" y="203"/>
                      <a:pt x="89" y="203"/>
                    </a:cubicBezTo>
                    <a:cubicBezTo>
                      <a:pt x="89" y="202"/>
                      <a:pt x="89" y="202"/>
                      <a:pt x="89" y="202"/>
                    </a:cubicBezTo>
                    <a:cubicBezTo>
                      <a:pt x="89" y="202"/>
                      <a:pt x="89" y="202"/>
                      <a:pt x="89" y="202"/>
                    </a:cubicBezTo>
                    <a:cubicBezTo>
                      <a:pt x="89" y="202"/>
                      <a:pt x="89" y="202"/>
                      <a:pt x="89" y="202"/>
                    </a:cubicBezTo>
                    <a:cubicBezTo>
                      <a:pt x="89" y="202"/>
                      <a:pt x="89" y="202"/>
                      <a:pt x="88" y="202"/>
                    </a:cubicBezTo>
                    <a:cubicBezTo>
                      <a:pt x="88" y="202"/>
                      <a:pt x="88" y="202"/>
                      <a:pt x="88" y="202"/>
                    </a:cubicBezTo>
                    <a:cubicBezTo>
                      <a:pt x="88" y="202"/>
                      <a:pt x="88" y="202"/>
                      <a:pt x="88" y="202"/>
                    </a:cubicBezTo>
                    <a:cubicBezTo>
                      <a:pt x="88" y="202"/>
                      <a:pt x="88" y="202"/>
                      <a:pt x="88" y="202"/>
                    </a:cubicBezTo>
                    <a:cubicBezTo>
                      <a:pt x="88" y="202"/>
                      <a:pt x="88" y="202"/>
                      <a:pt x="88" y="202"/>
                    </a:cubicBezTo>
                    <a:cubicBezTo>
                      <a:pt x="88" y="202"/>
                      <a:pt x="88" y="202"/>
                      <a:pt x="88" y="202"/>
                    </a:cubicBezTo>
                    <a:cubicBezTo>
                      <a:pt x="88" y="202"/>
                      <a:pt x="88" y="202"/>
                      <a:pt x="88" y="202"/>
                    </a:cubicBezTo>
                    <a:cubicBezTo>
                      <a:pt x="88" y="202"/>
                      <a:pt x="88" y="201"/>
                      <a:pt x="88" y="201"/>
                    </a:cubicBezTo>
                    <a:cubicBezTo>
                      <a:pt x="88" y="201"/>
                      <a:pt x="88" y="201"/>
                      <a:pt x="88" y="201"/>
                    </a:cubicBezTo>
                    <a:cubicBezTo>
                      <a:pt x="88" y="201"/>
                      <a:pt x="88" y="201"/>
                      <a:pt x="88" y="201"/>
                    </a:cubicBezTo>
                    <a:cubicBezTo>
                      <a:pt x="88" y="201"/>
                      <a:pt x="88" y="201"/>
                      <a:pt x="88" y="201"/>
                    </a:cubicBezTo>
                    <a:cubicBezTo>
                      <a:pt x="88" y="201"/>
                      <a:pt x="88" y="201"/>
                      <a:pt x="88" y="201"/>
                    </a:cubicBezTo>
                    <a:cubicBezTo>
                      <a:pt x="88" y="200"/>
                      <a:pt x="87" y="200"/>
                      <a:pt x="87" y="200"/>
                    </a:cubicBezTo>
                    <a:cubicBezTo>
                      <a:pt x="87" y="200"/>
                      <a:pt x="87" y="200"/>
                      <a:pt x="87" y="200"/>
                    </a:cubicBezTo>
                    <a:cubicBezTo>
                      <a:pt x="87" y="200"/>
                      <a:pt x="87" y="200"/>
                      <a:pt x="87" y="200"/>
                    </a:cubicBezTo>
                    <a:cubicBezTo>
                      <a:pt x="87" y="200"/>
                      <a:pt x="87" y="200"/>
                      <a:pt x="87" y="200"/>
                    </a:cubicBezTo>
                    <a:cubicBezTo>
                      <a:pt x="87" y="200"/>
                      <a:pt x="87" y="200"/>
                      <a:pt x="87" y="200"/>
                    </a:cubicBezTo>
                    <a:cubicBezTo>
                      <a:pt x="87" y="200"/>
                      <a:pt x="87" y="200"/>
                      <a:pt x="87" y="200"/>
                    </a:cubicBezTo>
                    <a:cubicBezTo>
                      <a:pt x="87" y="200"/>
                      <a:pt x="87" y="200"/>
                      <a:pt x="87" y="200"/>
                    </a:cubicBezTo>
                    <a:cubicBezTo>
                      <a:pt x="86" y="200"/>
                      <a:pt x="86" y="200"/>
                      <a:pt x="86" y="200"/>
                    </a:cubicBezTo>
                    <a:cubicBezTo>
                      <a:pt x="86" y="200"/>
                      <a:pt x="86" y="200"/>
                      <a:pt x="86" y="200"/>
                    </a:cubicBezTo>
                    <a:cubicBezTo>
                      <a:pt x="86" y="200"/>
                      <a:pt x="86" y="200"/>
                      <a:pt x="86" y="200"/>
                    </a:cubicBezTo>
                    <a:cubicBezTo>
                      <a:pt x="86" y="200"/>
                      <a:pt x="86" y="199"/>
                      <a:pt x="86" y="199"/>
                    </a:cubicBezTo>
                    <a:cubicBezTo>
                      <a:pt x="86" y="199"/>
                      <a:pt x="86" y="199"/>
                      <a:pt x="86" y="199"/>
                    </a:cubicBezTo>
                    <a:cubicBezTo>
                      <a:pt x="86" y="199"/>
                      <a:pt x="86" y="199"/>
                      <a:pt x="86" y="199"/>
                    </a:cubicBezTo>
                    <a:cubicBezTo>
                      <a:pt x="86" y="199"/>
                      <a:pt x="85" y="199"/>
                      <a:pt x="85" y="199"/>
                    </a:cubicBezTo>
                    <a:cubicBezTo>
                      <a:pt x="85" y="199"/>
                      <a:pt x="85" y="199"/>
                      <a:pt x="85" y="199"/>
                    </a:cubicBezTo>
                    <a:cubicBezTo>
                      <a:pt x="85" y="199"/>
                      <a:pt x="85" y="199"/>
                      <a:pt x="85" y="199"/>
                    </a:cubicBezTo>
                    <a:cubicBezTo>
                      <a:pt x="85" y="199"/>
                      <a:pt x="85" y="199"/>
                      <a:pt x="85" y="198"/>
                    </a:cubicBezTo>
                    <a:cubicBezTo>
                      <a:pt x="85" y="198"/>
                      <a:pt x="85" y="198"/>
                      <a:pt x="85" y="198"/>
                    </a:cubicBezTo>
                    <a:cubicBezTo>
                      <a:pt x="85" y="198"/>
                      <a:pt x="85" y="198"/>
                      <a:pt x="85" y="198"/>
                    </a:cubicBezTo>
                    <a:cubicBezTo>
                      <a:pt x="85" y="198"/>
                      <a:pt x="85" y="198"/>
                      <a:pt x="85" y="198"/>
                    </a:cubicBezTo>
                    <a:cubicBezTo>
                      <a:pt x="85" y="198"/>
                      <a:pt x="85" y="197"/>
                      <a:pt x="85" y="197"/>
                    </a:cubicBezTo>
                    <a:cubicBezTo>
                      <a:pt x="85" y="197"/>
                      <a:pt x="85" y="197"/>
                      <a:pt x="85" y="197"/>
                    </a:cubicBezTo>
                    <a:cubicBezTo>
                      <a:pt x="85" y="197"/>
                      <a:pt x="85" y="197"/>
                      <a:pt x="85" y="197"/>
                    </a:cubicBezTo>
                    <a:cubicBezTo>
                      <a:pt x="85" y="197"/>
                      <a:pt x="85" y="197"/>
                      <a:pt x="85" y="197"/>
                    </a:cubicBezTo>
                    <a:cubicBezTo>
                      <a:pt x="85" y="197"/>
                      <a:pt x="85" y="197"/>
                      <a:pt x="85" y="197"/>
                    </a:cubicBezTo>
                    <a:cubicBezTo>
                      <a:pt x="85" y="197"/>
                      <a:pt x="85" y="197"/>
                      <a:pt x="85" y="197"/>
                    </a:cubicBezTo>
                    <a:cubicBezTo>
                      <a:pt x="85" y="197"/>
                      <a:pt x="85" y="197"/>
                      <a:pt x="85" y="198"/>
                    </a:cubicBezTo>
                    <a:cubicBezTo>
                      <a:pt x="85" y="198"/>
                      <a:pt x="85" y="198"/>
                      <a:pt x="85" y="198"/>
                    </a:cubicBezTo>
                    <a:cubicBezTo>
                      <a:pt x="85" y="198"/>
                      <a:pt x="85" y="198"/>
                      <a:pt x="85" y="198"/>
                    </a:cubicBezTo>
                    <a:cubicBezTo>
                      <a:pt x="85" y="198"/>
                      <a:pt x="85" y="198"/>
                      <a:pt x="85" y="198"/>
                    </a:cubicBezTo>
                    <a:cubicBezTo>
                      <a:pt x="85" y="198"/>
                      <a:pt x="85" y="198"/>
                      <a:pt x="86" y="198"/>
                    </a:cubicBezTo>
                    <a:cubicBezTo>
                      <a:pt x="86" y="199"/>
                      <a:pt x="86" y="199"/>
                      <a:pt x="86" y="199"/>
                    </a:cubicBezTo>
                    <a:cubicBezTo>
                      <a:pt x="86" y="199"/>
                      <a:pt x="86" y="199"/>
                      <a:pt x="86" y="199"/>
                    </a:cubicBezTo>
                    <a:cubicBezTo>
                      <a:pt x="86" y="199"/>
                      <a:pt x="86" y="199"/>
                      <a:pt x="86" y="199"/>
                    </a:cubicBezTo>
                    <a:cubicBezTo>
                      <a:pt x="86" y="199"/>
                      <a:pt x="86" y="199"/>
                      <a:pt x="86" y="199"/>
                    </a:cubicBezTo>
                    <a:cubicBezTo>
                      <a:pt x="86" y="199"/>
                      <a:pt x="87" y="199"/>
                      <a:pt x="87" y="199"/>
                    </a:cubicBezTo>
                    <a:cubicBezTo>
                      <a:pt x="87" y="199"/>
                      <a:pt x="87" y="199"/>
                      <a:pt x="87" y="199"/>
                    </a:cubicBezTo>
                    <a:cubicBezTo>
                      <a:pt x="87" y="199"/>
                      <a:pt x="87" y="199"/>
                      <a:pt x="87" y="199"/>
                    </a:cubicBezTo>
                    <a:cubicBezTo>
                      <a:pt x="87" y="199"/>
                      <a:pt x="87" y="199"/>
                      <a:pt x="87" y="199"/>
                    </a:cubicBezTo>
                    <a:cubicBezTo>
                      <a:pt x="87" y="199"/>
                      <a:pt x="87" y="199"/>
                      <a:pt x="87" y="199"/>
                    </a:cubicBezTo>
                    <a:cubicBezTo>
                      <a:pt x="87" y="199"/>
                      <a:pt x="87" y="199"/>
                      <a:pt x="88" y="200"/>
                    </a:cubicBezTo>
                    <a:cubicBezTo>
                      <a:pt x="88" y="200"/>
                      <a:pt x="88" y="200"/>
                      <a:pt x="88" y="200"/>
                    </a:cubicBezTo>
                    <a:cubicBezTo>
                      <a:pt x="88" y="200"/>
                      <a:pt x="88" y="200"/>
                      <a:pt x="88" y="200"/>
                    </a:cubicBezTo>
                    <a:cubicBezTo>
                      <a:pt x="88" y="200"/>
                      <a:pt x="88" y="200"/>
                      <a:pt x="88" y="200"/>
                    </a:cubicBezTo>
                    <a:cubicBezTo>
                      <a:pt x="88" y="200"/>
                      <a:pt x="89" y="200"/>
                      <a:pt x="89" y="200"/>
                    </a:cubicBezTo>
                    <a:cubicBezTo>
                      <a:pt x="89" y="200"/>
                      <a:pt x="89" y="200"/>
                      <a:pt x="89" y="200"/>
                    </a:cubicBezTo>
                    <a:cubicBezTo>
                      <a:pt x="89" y="200"/>
                      <a:pt x="89" y="200"/>
                      <a:pt x="89" y="200"/>
                    </a:cubicBezTo>
                    <a:cubicBezTo>
                      <a:pt x="89" y="200"/>
                      <a:pt x="89" y="200"/>
                      <a:pt x="89" y="200"/>
                    </a:cubicBezTo>
                    <a:cubicBezTo>
                      <a:pt x="89" y="200"/>
                      <a:pt x="89" y="200"/>
                      <a:pt x="89" y="200"/>
                    </a:cubicBezTo>
                    <a:cubicBezTo>
                      <a:pt x="89" y="200"/>
                      <a:pt x="89" y="200"/>
                      <a:pt x="89" y="200"/>
                    </a:cubicBezTo>
                    <a:cubicBezTo>
                      <a:pt x="90" y="200"/>
                      <a:pt x="90" y="200"/>
                      <a:pt x="90" y="200"/>
                    </a:cubicBezTo>
                    <a:cubicBezTo>
                      <a:pt x="90" y="200"/>
                      <a:pt x="90" y="200"/>
                      <a:pt x="90" y="200"/>
                    </a:cubicBezTo>
                    <a:cubicBezTo>
                      <a:pt x="90" y="200"/>
                      <a:pt x="90" y="200"/>
                      <a:pt x="90" y="200"/>
                    </a:cubicBezTo>
                    <a:cubicBezTo>
                      <a:pt x="90" y="200"/>
                      <a:pt x="90" y="200"/>
                      <a:pt x="90" y="200"/>
                    </a:cubicBezTo>
                    <a:cubicBezTo>
                      <a:pt x="90" y="200"/>
                      <a:pt x="90" y="200"/>
                      <a:pt x="90" y="199"/>
                    </a:cubicBezTo>
                    <a:cubicBezTo>
                      <a:pt x="90" y="199"/>
                      <a:pt x="91" y="199"/>
                      <a:pt x="91" y="199"/>
                    </a:cubicBezTo>
                    <a:cubicBezTo>
                      <a:pt x="91" y="199"/>
                      <a:pt x="91" y="199"/>
                      <a:pt x="91" y="199"/>
                    </a:cubicBezTo>
                    <a:cubicBezTo>
                      <a:pt x="91" y="199"/>
                      <a:pt x="91" y="199"/>
                      <a:pt x="91" y="199"/>
                    </a:cubicBezTo>
                    <a:cubicBezTo>
                      <a:pt x="91" y="199"/>
                      <a:pt x="91" y="199"/>
                      <a:pt x="91" y="199"/>
                    </a:cubicBezTo>
                    <a:cubicBezTo>
                      <a:pt x="91" y="199"/>
                      <a:pt x="91" y="199"/>
                      <a:pt x="91" y="199"/>
                    </a:cubicBezTo>
                    <a:cubicBezTo>
                      <a:pt x="91" y="198"/>
                      <a:pt x="91" y="198"/>
                      <a:pt x="91" y="198"/>
                    </a:cubicBezTo>
                    <a:cubicBezTo>
                      <a:pt x="91" y="198"/>
                      <a:pt x="91" y="198"/>
                      <a:pt x="91" y="198"/>
                    </a:cubicBezTo>
                    <a:cubicBezTo>
                      <a:pt x="91" y="198"/>
                      <a:pt x="91" y="198"/>
                      <a:pt x="91" y="198"/>
                    </a:cubicBezTo>
                    <a:cubicBezTo>
                      <a:pt x="91" y="198"/>
                      <a:pt x="91" y="198"/>
                      <a:pt x="91" y="198"/>
                    </a:cubicBezTo>
                    <a:cubicBezTo>
                      <a:pt x="91" y="198"/>
                      <a:pt x="91" y="198"/>
                      <a:pt x="91" y="198"/>
                    </a:cubicBezTo>
                    <a:cubicBezTo>
                      <a:pt x="91" y="197"/>
                      <a:pt x="91" y="197"/>
                      <a:pt x="91" y="197"/>
                    </a:cubicBezTo>
                    <a:cubicBezTo>
                      <a:pt x="91" y="197"/>
                      <a:pt x="91" y="197"/>
                      <a:pt x="91" y="197"/>
                    </a:cubicBezTo>
                    <a:cubicBezTo>
                      <a:pt x="91" y="197"/>
                      <a:pt x="91" y="197"/>
                      <a:pt x="92" y="197"/>
                    </a:cubicBezTo>
                    <a:cubicBezTo>
                      <a:pt x="92" y="197"/>
                      <a:pt x="92" y="197"/>
                      <a:pt x="92" y="197"/>
                    </a:cubicBezTo>
                    <a:cubicBezTo>
                      <a:pt x="92" y="197"/>
                      <a:pt x="92" y="196"/>
                      <a:pt x="92" y="196"/>
                    </a:cubicBezTo>
                    <a:cubicBezTo>
                      <a:pt x="92" y="196"/>
                      <a:pt x="92" y="196"/>
                      <a:pt x="92" y="196"/>
                    </a:cubicBezTo>
                    <a:cubicBezTo>
                      <a:pt x="92" y="196"/>
                      <a:pt x="92" y="196"/>
                      <a:pt x="92" y="196"/>
                    </a:cubicBezTo>
                    <a:cubicBezTo>
                      <a:pt x="92" y="195"/>
                      <a:pt x="92" y="195"/>
                      <a:pt x="92" y="195"/>
                    </a:cubicBezTo>
                    <a:cubicBezTo>
                      <a:pt x="92" y="195"/>
                      <a:pt x="92" y="195"/>
                      <a:pt x="92" y="195"/>
                    </a:cubicBezTo>
                    <a:cubicBezTo>
                      <a:pt x="92" y="195"/>
                      <a:pt x="92" y="195"/>
                      <a:pt x="92" y="195"/>
                    </a:cubicBezTo>
                    <a:cubicBezTo>
                      <a:pt x="92" y="195"/>
                      <a:pt x="92" y="195"/>
                      <a:pt x="92" y="195"/>
                    </a:cubicBezTo>
                    <a:cubicBezTo>
                      <a:pt x="92" y="195"/>
                      <a:pt x="92" y="195"/>
                      <a:pt x="92" y="194"/>
                    </a:cubicBezTo>
                    <a:cubicBezTo>
                      <a:pt x="92" y="194"/>
                      <a:pt x="92" y="194"/>
                      <a:pt x="92" y="194"/>
                    </a:cubicBezTo>
                    <a:cubicBezTo>
                      <a:pt x="92" y="194"/>
                      <a:pt x="92" y="194"/>
                      <a:pt x="92" y="194"/>
                    </a:cubicBezTo>
                    <a:cubicBezTo>
                      <a:pt x="92" y="194"/>
                      <a:pt x="92" y="194"/>
                      <a:pt x="92" y="194"/>
                    </a:cubicBezTo>
                    <a:cubicBezTo>
                      <a:pt x="92" y="194"/>
                      <a:pt x="92" y="194"/>
                      <a:pt x="92" y="194"/>
                    </a:cubicBezTo>
                    <a:cubicBezTo>
                      <a:pt x="92" y="194"/>
                      <a:pt x="92" y="194"/>
                      <a:pt x="92" y="194"/>
                    </a:cubicBezTo>
                    <a:cubicBezTo>
                      <a:pt x="92" y="194"/>
                      <a:pt x="92" y="194"/>
                      <a:pt x="92" y="194"/>
                    </a:cubicBezTo>
                    <a:cubicBezTo>
                      <a:pt x="92" y="194"/>
                      <a:pt x="92" y="194"/>
                      <a:pt x="92" y="194"/>
                    </a:cubicBezTo>
                    <a:cubicBezTo>
                      <a:pt x="92" y="194"/>
                      <a:pt x="92" y="194"/>
                      <a:pt x="92" y="194"/>
                    </a:cubicBezTo>
                    <a:cubicBezTo>
                      <a:pt x="92" y="194"/>
                      <a:pt x="92" y="193"/>
                      <a:pt x="93" y="193"/>
                    </a:cubicBezTo>
                    <a:cubicBezTo>
                      <a:pt x="93" y="193"/>
                      <a:pt x="93" y="193"/>
                      <a:pt x="93" y="193"/>
                    </a:cubicBezTo>
                    <a:cubicBezTo>
                      <a:pt x="93" y="193"/>
                      <a:pt x="93" y="193"/>
                      <a:pt x="93" y="193"/>
                    </a:cubicBezTo>
                    <a:cubicBezTo>
                      <a:pt x="93" y="193"/>
                      <a:pt x="93" y="193"/>
                      <a:pt x="93" y="193"/>
                    </a:cubicBezTo>
                    <a:cubicBezTo>
                      <a:pt x="93" y="193"/>
                      <a:pt x="93" y="193"/>
                      <a:pt x="93" y="193"/>
                    </a:cubicBezTo>
                    <a:cubicBezTo>
                      <a:pt x="93" y="192"/>
                      <a:pt x="93" y="192"/>
                      <a:pt x="93" y="192"/>
                    </a:cubicBezTo>
                    <a:cubicBezTo>
                      <a:pt x="93" y="192"/>
                      <a:pt x="93" y="192"/>
                      <a:pt x="93" y="192"/>
                    </a:cubicBezTo>
                    <a:cubicBezTo>
                      <a:pt x="93" y="192"/>
                      <a:pt x="93" y="192"/>
                      <a:pt x="93" y="192"/>
                    </a:cubicBezTo>
                    <a:cubicBezTo>
                      <a:pt x="93" y="192"/>
                      <a:pt x="93" y="192"/>
                      <a:pt x="93" y="192"/>
                    </a:cubicBezTo>
                    <a:cubicBezTo>
                      <a:pt x="93" y="192"/>
                      <a:pt x="93" y="192"/>
                      <a:pt x="93" y="192"/>
                    </a:cubicBezTo>
                    <a:cubicBezTo>
                      <a:pt x="93" y="191"/>
                      <a:pt x="93" y="191"/>
                      <a:pt x="93" y="191"/>
                    </a:cubicBezTo>
                    <a:cubicBezTo>
                      <a:pt x="93" y="191"/>
                      <a:pt x="93" y="191"/>
                      <a:pt x="93" y="191"/>
                    </a:cubicBezTo>
                    <a:cubicBezTo>
                      <a:pt x="93" y="191"/>
                      <a:pt x="93" y="191"/>
                      <a:pt x="93" y="191"/>
                    </a:cubicBezTo>
                    <a:cubicBezTo>
                      <a:pt x="93" y="191"/>
                      <a:pt x="93" y="191"/>
                      <a:pt x="93" y="191"/>
                    </a:cubicBezTo>
                    <a:cubicBezTo>
                      <a:pt x="93" y="191"/>
                      <a:pt x="93" y="191"/>
                      <a:pt x="93" y="191"/>
                    </a:cubicBezTo>
                    <a:cubicBezTo>
                      <a:pt x="93" y="191"/>
                      <a:pt x="93" y="190"/>
                      <a:pt x="93" y="190"/>
                    </a:cubicBezTo>
                    <a:cubicBezTo>
                      <a:pt x="93" y="190"/>
                      <a:pt x="93" y="190"/>
                      <a:pt x="93" y="190"/>
                    </a:cubicBezTo>
                    <a:cubicBezTo>
                      <a:pt x="93" y="190"/>
                      <a:pt x="93" y="190"/>
                      <a:pt x="93" y="190"/>
                    </a:cubicBezTo>
                    <a:cubicBezTo>
                      <a:pt x="93" y="190"/>
                      <a:pt x="93" y="190"/>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3" y="189"/>
                      <a:pt x="93" y="189"/>
                      <a:pt x="93" y="189"/>
                    </a:cubicBezTo>
                    <a:cubicBezTo>
                      <a:pt x="94" y="189"/>
                      <a:pt x="94" y="189"/>
                      <a:pt x="94" y="189"/>
                    </a:cubicBezTo>
                    <a:cubicBezTo>
                      <a:pt x="94" y="189"/>
                      <a:pt x="94" y="189"/>
                      <a:pt x="94" y="189"/>
                    </a:cubicBezTo>
                    <a:cubicBezTo>
                      <a:pt x="94" y="189"/>
                      <a:pt x="94" y="189"/>
                      <a:pt x="94" y="189"/>
                    </a:cubicBezTo>
                    <a:cubicBezTo>
                      <a:pt x="94" y="189"/>
                      <a:pt x="94" y="189"/>
                      <a:pt x="94" y="189"/>
                    </a:cubicBezTo>
                    <a:cubicBezTo>
                      <a:pt x="94" y="189"/>
                      <a:pt x="94" y="189"/>
                      <a:pt x="94" y="189"/>
                    </a:cubicBezTo>
                    <a:cubicBezTo>
                      <a:pt x="94" y="189"/>
                      <a:pt x="94" y="188"/>
                      <a:pt x="94" y="188"/>
                    </a:cubicBezTo>
                    <a:cubicBezTo>
                      <a:pt x="94" y="188"/>
                      <a:pt x="94" y="188"/>
                      <a:pt x="94" y="188"/>
                    </a:cubicBezTo>
                    <a:cubicBezTo>
                      <a:pt x="94" y="188"/>
                      <a:pt x="94" y="188"/>
                      <a:pt x="94" y="188"/>
                    </a:cubicBezTo>
                    <a:cubicBezTo>
                      <a:pt x="94" y="188"/>
                      <a:pt x="94" y="188"/>
                      <a:pt x="94" y="188"/>
                    </a:cubicBezTo>
                    <a:cubicBezTo>
                      <a:pt x="94" y="188"/>
                      <a:pt x="94" y="188"/>
                      <a:pt x="94" y="188"/>
                    </a:cubicBezTo>
                    <a:cubicBezTo>
                      <a:pt x="94" y="188"/>
                      <a:pt x="94" y="188"/>
                      <a:pt x="94" y="188"/>
                    </a:cubicBezTo>
                    <a:cubicBezTo>
                      <a:pt x="94" y="188"/>
                      <a:pt x="94" y="188"/>
                      <a:pt x="94" y="188"/>
                    </a:cubicBezTo>
                    <a:cubicBezTo>
                      <a:pt x="94" y="188"/>
                      <a:pt x="94" y="187"/>
                      <a:pt x="94" y="187"/>
                    </a:cubicBezTo>
                    <a:cubicBezTo>
                      <a:pt x="94" y="187"/>
                      <a:pt x="94" y="187"/>
                      <a:pt x="94" y="187"/>
                    </a:cubicBezTo>
                    <a:cubicBezTo>
                      <a:pt x="94" y="187"/>
                      <a:pt x="94" y="187"/>
                      <a:pt x="93" y="187"/>
                    </a:cubicBezTo>
                    <a:cubicBezTo>
                      <a:pt x="93" y="187"/>
                      <a:pt x="93" y="187"/>
                      <a:pt x="93" y="187"/>
                    </a:cubicBezTo>
                    <a:cubicBezTo>
                      <a:pt x="93" y="187"/>
                      <a:pt x="93" y="187"/>
                      <a:pt x="93" y="187"/>
                    </a:cubicBezTo>
                    <a:cubicBezTo>
                      <a:pt x="93" y="187"/>
                      <a:pt x="93" y="187"/>
                      <a:pt x="93" y="187"/>
                    </a:cubicBezTo>
                    <a:cubicBezTo>
                      <a:pt x="93" y="187"/>
                      <a:pt x="93" y="187"/>
                      <a:pt x="93" y="187"/>
                    </a:cubicBezTo>
                    <a:cubicBezTo>
                      <a:pt x="93" y="187"/>
                      <a:pt x="93" y="187"/>
                      <a:pt x="93" y="187"/>
                    </a:cubicBezTo>
                    <a:cubicBezTo>
                      <a:pt x="93" y="186"/>
                      <a:pt x="93" y="186"/>
                      <a:pt x="93" y="186"/>
                    </a:cubicBezTo>
                    <a:cubicBezTo>
                      <a:pt x="93" y="186"/>
                      <a:pt x="93" y="186"/>
                      <a:pt x="93" y="186"/>
                    </a:cubicBezTo>
                    <a:cubicBezTo>
                      <a:pt x="93" y="186"/>
                      <a:pt x="93" y="186"/>
                      <a:pt x="93" y="186"/>
                    </a:cubicBezTo>
                    <a:cubicBezTo>
                      <a:pt x="93" y="186"/>
                      <a:pt x="93" y="186"/>
                      <a:pt x="93" y="186"/>
                    </a:cubicBezTo>
                    <a:cubicBezTo>
                      <a:pt x="93" y="186"/>
                      <a:pt x="93" y="186"/>
                      <a:pt x="93" y="186"/>
                    </a:cubicBezTo>
                    <a:cubicBezTo>
                      <a:pt x="93" y="186"/>
                      <a:pt x="93" y="186"/>
                      <a:pt x="93" y="186"/>
                    </a:cubicBezTo>
                    <a:cubicBezTo>
                      <a:pt x="93" y="186"/>
                      <a:pt x="93" y="186"/>
                      <a:pt x="93" y="185"/>
                    </a:cubicBezTo>
                    <a:cubicBezTo>
                      <a:pt x="93" y="185"/>
                      <a:pt x="93" y="185"/>
                      <a:pt x="93" y="185"/>
                    </a:cubicBezTo>
                    <a:cubicBezTo>
                      <a:pt x="93" y="185"/>
                      <a:pt x="93" y="185"/>
                      <a:pt x="93" y="185"/>
                    </a:cubicBezTo>
                    <a:cubicBezTo>
                      <a:pt x="93" y="185"/>
                      <a:pt x="93" y="185"/>
                      <a:pt x="93" y="185"/>
                    </a:cubicBezTo>
                    <a:cubicBezTo>
                      <a:pt x="93" y="185"/>
                      <a:pt x="93" y="185"/>
                      <a:pt x="93" y="185"/>
                    </a:cubicBezTo>
                    <a:cubicBezTo>
                      <a:pt x="93" y="185"/>
                      <a:pt x="93" y="185"/>
                      <a:pt x="93" y="185"/>
                    </a:cubicBezTo>
                    <a:cubicBezTo>
                      <a:pt x="93" y="185"/>
                      <a:pt x="93" y="185"/>
                      <a:pt x="93" y="185"/>
                    </a:cubicBezTo>
                    <a:cubicBezTo>
                      <a:pt x="93" y="185"/>
                      <a:pt x="93" y="185"/>
                      <a:pt x="93" y="185"/>
                    </a:cubicBezTo>
                    <a:cubicBezTo>
                      <a:pt x="93" y="185"/>
                      <a:pt x="93" y="185"/>
                      <a:pt x="93" y="185"/>
                    </a:cubicBezTo>
                    <a:cubicBezTo>
                      <a:pt x="93" y="185"/>
                      <a:pt x="93" y="185"/>
                      <a:pt x="93" y="185"/>
                    </a:cubicBezTo>
                    <a:cubicBezTo>
                      <a:pt x="93" y="185"/>
                      <a:pt x="93" y="185"/>
                      <a:pt x="93" y="185"/>
                    </a:cubicBezTo>
                    <a:cubicBezTo>
                      <a:pt x="93" y="185"/>
                      <a:pt x="93" y="184"/>
                      <a:pt x="93" y="184"/>
                    </a:cubicBezTo>
                    <a:cubicBezTo>
                      <a:pt x="93" y="184"/>
                      <a:pt x="93" y="184"/>
                      <a:pt x="93" y="184"/>
                    </a:cubicBezTo>
                    <a:cubicBezTo>
                      <a:pt x="93" y="184"/>
                      <a:pt x="93" y="184"/>
                      <a:pt x="93" y="184"/>
                    </a:cubicBezTo>
                    <a:cubicBezTo>
                      <a:pt x="93" y="184"/>
                      <a:pt x="93" y="184"/>
                      <a:pt x="93" y="184"/>
                    </a:cubicBezTo>
                    <a:cubicBezTo>
                      <a:pt x="93" y="184"/>
                      <a:pt x="93" y="184"/>
                      <a:pt x="93" y="184"/>
                    </a:cubicBezTo>
                    <a:cubicBezTo>
                      <a:pt x="93" y="184"/>
                      <a:pt x="93" y="184"/>
                      <a:pt x="93" y="184"/>
                    </a:cubicBezTo>
                    <a:cubicBezTo>
                      <a:pt x="93" y="184"/>
                      <a:pt x="93" y="184"/>
                      <a:pt x="93" y="184"/>
                    </a:cubicBezTo>
                    <a:cubicBezTo>
                      <a:pt x="93" y="184"/>
                      <a:pt x="93" y="184"/>
                      <a:pt x="93" y="184"/>
                    </a:cubicBezTo>
                    <a:cubicBezTo>
                      <a:pt x="93" y="184"/>
                      <a:pt x="93" y="183"/>
                      <a:pt x="92" y="183"/>
                    </a:cubicBezTo>
                    <a:cubicBezTo>
                      <a:pt x="92" y="183"/>
                      <a:pt x="92" y="183"/>
                      <a:pt x="92" y="183"/>
                    </a:cubicBezTo>
                    <a:cubicBezTo>
                      <a:pt x="92"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3"/>
                      <a:pt x="93" y="183"/>
                      <a:pt x="93" y="183"/>
                    </a:cubicBezTo>
                    <a:cubicBezTo>
                      <a:pt x="93" y="182"/>
                      <a:pt x="93" y="182"/>
                      <a:pt x="93" y="182"/>
                    </a:cubicBezTo>
                    <a:cubicBezTo>
                      <a:pt x="93" y="182"/>
                      <a:pt x="93" y="182"/>
                      <a:pt x="94" y="182"/>
                    </a:cubicBezTo>
                    <a:cubicBezTo>
                      <a:pt x="94" y="182"/>
                      <a:pt x="94" y="182"/>
                      <a:pt x="94" y="182"/>
                    </a:cubicBezTo>
                    <a:cubicBezTo>
                      <a:pt x="94" y="182"/>
                      <a:pt x="94" y="182"/>
                      <a:pt x="94" y="182"/>
                    </a:cubicBezTo>
                    <a:cubicBezTo>
                      <a:pt x="94" y="182"/>
                      <a:pt x="94" y="182"/>
                      <a:pt x="94" y="182"/>
                    </a:cubicBezTo>
                    <a:cubicBezTo>
                      <a:pt x="94" y="182"/>
                      <a:pt x="94" y="182"/>
                      <a:pt x="94" y="182"/>
                    </a:cubicBezTo>
                    <a:cubicBezTo>
                      <a:pt x="94" y="182"/>
                      <a:pt x="94" y="182"/>
                      <a:pt x="94" y="182"/>
                    </a:cubicBezTo>
                    <a:cubicBezTo>
                      <a:pt x="94" y="182"/>
                      <a:pt x="94" y="182"/>
                      <a:pt x="94" y="182"/>
                    </a:cubicBezTo>
                    <a:cubicBezTo>
                      <a:pt x="94" y="182"/>
                      <a:pt x="94" y="182"/>
                      <a:pt x="94" y="182"/>
                    </a:cubicBezTo>
                    <a:cubicBezTo>
                      <a:pt x="94" y="182"/>
                      <a:pt x="94" y="182"/>
                      <a:pt x="94" y="182"/>
                    </a:cubicBezTo>
                    <a:cubicBezTo>
                      <a:pt x="94" y="182"/>
                      <a:pt x="94" y="182"/>
                      <a:pt x="94" y="182"/>
                    </a:cubicBezTo>
                    <a:cubicBezTo>
                      <a:pt x="94" y="182"/>
                      <a:pt x="94" y="182"/>
                      <a:pt x="94" y="182"/>
                    </a:cubicBezTo>
                    <a:cubicBezTo>
                      <a:pt x="94" y="182"/>
                      <a:pt x="94" y="181"/>
                      <a:pt x="94" y="181"/>
                    </a:cubicBezTo>
                    <a:cubicBezTo>
                      <a:pt x="94" y="181"/>
                      <a:pt x="94" y="181"/>
                      <a:pt x="94" y="181"/>
                    </a:cubicBezTo>
                    <a:cubicBezTo>
                      <a:pt x="94" y="181"/>
                      <a:pt x="94" y="181"/>
                      <a:pt x="94" y="181"/>
                    </a:cubicBezTo>
                    <a:cubicBezTo>
                      <a:pt x="94" y="181"/>
                      <a:pt x="94" y="181"/>
                      <a:pt x="94" y="181"/>
                    </a:cubicBezTo>
                    <a:cubicBezTo>
                      <a:pt x="94" y="181"/>
                      <a:pt x="94" y="181"/>
                      <a:pt x="95" y="181"/>
                    </a:cubicBezTo>
                    <a:cubicBezTo>
                      <a:pt x="95" y="181"/>
                      <a:pt x="95" y="181"/>
                      <a:pt x="95" y="181"/>
                    </a:cubicBezTo>
                    <a:cubicBezTo>
                      <a:pt x="95" y="181"/>
                      <a:pt x="95" y="181"/>
                      <a:pt x="95" y="181"/>
                    </a:cubicBezTo>
                    <a:cubicBezTo>
                      <a:pt x="95" y="181"/>
                      <a:pt x="95" y="181"/>
                      <a:pt x="95" y="181"/>
                    </a:cubicBezTo>
                    <a:cubicBezTo>
                      <a:pt x="95" y="181"/>
                      <a:pt x="95" y="181"/>
                      <a:pt x="95" y="181"/>
                    </a:cubicBezTo>
                    <a:cubicBezTo>
                      <a:pt x="95" y="181"/>
                      <a:pt x="95" y="181"/>
                      <a:pt x="95" y="181"/>
                    </a:cubicBezTo>
                    <a:cubicBezTo>
                      <a:pt x="95" y="181"/>
                      <a:pt x="95" y="181"/>
                      <a:pt x="95" y="181"/>
                    </a:cubicBezTo>
                    <a:cubicBezTo>
                      <a:pt x="95" y="181"/>
                      <a:pt x="95" y="181"/>
                      <a:pt x="95" y="181"/>
                    </a:cubicBezTo>
                    <a:cubicBezTo>
                      <a:pt x="95" y="181"/>
                      <a:pt x="95" y="181"/>
                      <a:pt x="95" y="181"/>
                    </a:cubicBezTo>
                    <a:cubicBezTo>
                      <a:pt x="95" y="181"/>
                      <a:pt x="95" y="181"/>
                      <a:pt x="96" y="181"/>
                    </a:cubicBezTo>
                    <a:cubicBezTo>
                      <a:pt x="96" y="181"/>
                      <a:pt x="96" y="181"/>
                      <a:pt x="96" y="181"/>
                    </a:cubicBezTo>
                    <a:cubicBezTo>
                      <a:pt x="96" y="181"/>
                      <a:pt x="96" y="180"/>
                      <a:pt x="96" y="180"/>
                    </a:cubicBezTo>
                    <a:cubicBezTo>
                      <a:pt x="96" y="180"/>
                      <a:pt x="96" y="180"/>
                      <a:pt x="96" y="180"/>
                    </a:cubicBezTo>
                    <a:cubicBezTo>
                      <a:pt x="96" y="180"/>
                      <a:pt x="96" y="180"/>
                      <a:pt x="96" y="180"/>
                    </a:cubicBezTo>
                    <a:cubicBezTo>
                      <a:pt x="96" y="180"/>
                      <a:pt x="96" y="180"/>
                      <a:pt x="96" y="180"/>
                    </a:cubicBezTo>
                    <a:cubicBezTo>
                      <a:pt x="96" y="180"/>
                      <a:pt x="96" y="180"/>
                      <a:pt x="96" y="180"/>
                    </a:cubicBezTo>
                    <a:cubicBezTo>
                      <a:pt x="96" y="180"/>
                      <a:pt x="96" y="180"/>
                      <a:pt x="96" y="180"/>
                    </a:cubicBezTo>
                    <a:cubicBezTo>
                      <a:pt x="96" y="180"/>
                      <a:pt x="96" y="180"/>
                      <a:pt x="96" y="180"/>
                    </a:cubicBezTo>
                    <a:cubicBezTo>
                      <a:pt x="96" y="180"/>
                      <a:pt x="96" y="180"/>
                      <a:pt x="96" y="180"/>
                    </a:cubicBezTo>
                    <a:cubicBezTo>
                      <a:pt x="96" y="180"/>
                      <a:pt x="96" y="180"/>
                      <a:pt x="96" y="180"/>
                    </a:cubicBezTo>
                    <a:cubicBezTo>
                      <a:pt x="96" y="180"/>
                      <a:pt x="96" y="180"/>
                      <a:pt x="96" y="180"/>
                    </a:cubicBezTo>
                    <a:cubicBezTo>
                      <a:pt x="96" y="180"/>
                      <a:pt x="97" y="180"/>
                      <a:pt x="97" y="180"/>
                    </a:cubicBezTo>
                    <a:cubicBezTo>
                      <a:pt x="97" y="180"/>
                      <a:pt x="97" y="180"/>
                      <a:pt x="97" y="180"/>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7" y="179"/>
                    </a:cubicBezTo>
                    <a:cubicBezTo>
                      <a:pt x="97" y="179"/>
                      <a:pt x="97" y="179"/>
                      <a:pt x="98" y="179"/>
                    </a:cubicBezTo>
                    <a:cubicBezTo>
                      <a:pt x="98" y="179"/>
                      <a:pt x="98" y="179"/>
                      <a:pt x="98" y="179"/>
                    </a:cubicBezTo>
                    <a:cubicBezTo>
                      <a:pt x="98" y="179"/>
                      <a:pt x="98" y="179"/>
                      <a:pt x="98" y="179"/>
                    </a:cubicBezTo>
                    <a:cubicBezTo>
                      <a:pt x="98" y="179"/>
                      <a:pt x="98" y="179"/>
                      <a:pt x="98" y="179"/>
                    </a:cubicBezTo>
                    <a:cubicBezTo>
                      <a:pt x="98" y="179"/>
                      <a:pt x="98" y="179"/>
                      <a:pt x="98" y="179"/>
                    </a:cubicBezTo>
                    <a:cubicBezTo>
                      <a:pt x="98" y="179"/>
                      <a:pt x="97" y="179"/>
                      <a:pt x="97" y="179"/>
                    </a:cubicBezTo>
                    <a:cubicBezTo>
                      <a:pt x="97" y="179"/>
                      <a:pt x="97" y="179"/>
                      <a:pt x="97" y="179"/>
                    </a:cubicBezTo>
                    <a:cubicBezTo>
                      <a:pt x="97" y="179"/>
                      <a:pt x="97" y="179"/>
                      <a:pt x="97" y="179"/>
                    </a:cubicBezTo>
                    <a:cubicBezTo>
                      <a:pt x="97" y="179"/>
                      <a:pt x="98" y="179"/>
                      <a:pt x="98" y="179"/>
                    </a:cubicBezTo>
                    <a:cubicBezTo>
                      <a:pt x="98" y="179"/>
                      <a:pt x="98" y="179"/>
                      <a:pt x="98" y="179"/>
                    </a:cubicBezTo>
                    <a:cubicBezTo>
                      <a:pt x="98" y="179"/>
                      <a:pt x="98" y="179"/>
                      <a:pt x="98" y="179"/>
                    </a:cubicBezTo>
                    <a:cubicBezTo>
                      <a:pt x="98" y="179"/>
                      <a:pt x="99" y="179"/>
                      <a:pt x="99" y="179"/>
                    </a:cubicBezTo>
                    <a:cubicBezTo>
                      <a:pt x="99" y="179"/>
                      <a:pt x="99" y="179"/>
                      <a:pt x="99" y="179"/>
                    </a:cubicBezTo>
                    <a:cubicBezTo>
                      <a:pt x="99" y="179"/>
                      <a:pt x="99" y="179"/>
                      <a:pt x="99" y="179"/>
                    </a:cubicBezTo>
                    <a:cubicBezTo>
                      <a:pt x="100" y="178"/>
                      <a:pt x="100" y="178"/>
                      <a:pt x="100" y="178"/>
                    </a:cubicBezTo>
                    <a:cubicBezTo>
                      <a:pt x="100" y="178"/>
                      <a:pt x="100" y="178"/>
                      <a:pt x="100" y="178"/>
                    </a:cubicBezTo>
                    <a:cubicBezTo>
                      <a:pt x="100" y="178"/>
                      <a:pt x="100" y="178"/>
                      <a:pt x="100" y="177"/>
                    </a:cubicBezTo>
                    <a:cubicBezTo>
                      <a:pt x="100" y="177"/>
                      <a:pt x="100" y="177"/>
                      <a:pt x="100" y="177"/>
                    </a:cubicBezTo>
                    <a:cubicBezTo>
                      <a:pt x="100" y="177"/>
                      <a:pt x="101" y="177"/>
                      <a:pt x="101" y="177"/>
                    </a:cubicBezTo>
                    <a:cubicBezTo>
                      <a:pt x="101" y="177"/>
                      <a:pt x="101" y="177"/>
                      <a:pt x="101" y="177"/>
                    </a:cubicBezTo>
                    <a:cubicBezTo>
                      <a:pt x="101" y="177"/>
                      <a:pt x="101" y="177"/>
                      <a:pt x="101" y="177"/>
                    </a:cubicBezTo>
                    <a:cubicBezTo>
                      <a:pt x="101" y="177"/>
                      <a:pt x="101" y="177"/>
                      <a:pt x="101" y="177"/>
                    </a:cubicBezTo>
                    <a:cubicBezTo>
                      <a:pt x="101" y="177"/>
                      <a:pt x="101" y="177"/>
                      <a:pt x="101" y="177"/>
                    </a:cubicBezTo>
                    <a:cubicBezTo>
                      <a:pt x="101" y="177"/>
                      <a:pt x="101" y="177"/>
                      <a:pt x="101" y="177"/>
                    </a:cubicBezTo>
                    <a:cubicBezTo>
                      <a:pt x="101" y="177"/>
                      <a:pt x="101" y="177"/>
                      <a:pt x="101" y="177"/>
                    </a:cubicBezTo>
                    <a:cubicBezTo>
                      <a:pt x="101" y="177"/>
                      <a:pt x="101" y="177"/>
                      <a:pt x="101" y="177"/>
                    </a:cubicBezTo>
                    <a:cubicBezTo>
                      <a:pt x="101" y="177"/>
                      <a:pt x="101" y="176"/>
                      <a:pt x="100" y="176"/>
                    </a:cubicBezTo>
                    <a:cubicBezTo>
                      <a:pt x="100" y="176"/>
                      <a:pt x="100" y="176"/>
                      <a:pt x="100" y="176"/>
                    </a:cubicBezTo>
                    <a:cubicBezTo>
                      <a:pt x="100" y="176"/>
                      <a:pt x="100" y="176"/>
                      <a:pt x="100" y="176"/>
                    </a:cubicBezTo>
                    <a:cubicBezTo>
                      <a:pt x="100" y="176"/>
                      <a:pt x="100" y="176"/>
                      <a:pt x="100" y="176"/>
                    </a:cubicBezTo>
                    <a:cubicBezTo>
                      <a:pt x="100" y="176"/>
                      <a:pt x="100" y="176"/>
                      <a:pt x="100" y="176"/>
                    </a:cubicBezTo>
                    <a:cubicBezTo>
                      <a:pt x="100" y="176"/>
                      <a:pt x="100" y="176"/>
                      <a:pt x="100" y="176"/>
                    </a:cubicBezTo>
                    <a:cubicBezTo>
                      <a:pt x="100" y="176"/>
                      <a:pt x="100" y="176"/>
                      <a:pt x="100" y="176"/>
                    </a:cubicBezTo>
                    <a:cubicBezTo>
                      <a:pt x="100" y="176"/>
                      <a:pt x="100" y="176"/>
                      <a:pt x="100" y="176"/>
                    </a:cubicBezTo>
                    <a:cubicBezTo>
                      <a:pt x="100" y="176"/>
                      <a:pt x="100" y="176"/>
                      <a:pt x="100" y="176"/>
                    </a:cubicBezTo>
                    <a:cubicBezTo>
                      <a:pt x="100" y="176"/>
                      <a:pt x="101" y="176"/>
                      <a:pt x="101" y="176"/>
                    </a:cubicBezTo>
                    <a:cubicBezTo>
                      <a:pt x="101" y="176"/>
                      <a:pt x="101" y="175"/>
                      <a:pt x="101" y="175"/>
                    </a:cubicBezTo>
                    <a:cubicBezTo>
                      <a:pt x="101" y="175"/>
                      <a:pt x="101" y="175"/>
                      <a:pt x="101" y="175"/>
                    </a:cubicBezTo>
                    <a:cubicBezTo>
                      <a:pt x="101" y="175"/>
                      <a:pt x="101" y="175"/>
                      <a:pt x="101" y="175"/>
                    </a:cubicBezTo>
                    <a:cubicBezTo>
                      <a:pt x="101" y="175"/>
                      <a:pt x="101" y="175"/>
                      <a:pt x="101" y="175"/>
                    </a:cubicBezTo>
                    <a:cubicBezTo>
                      <a:pt x="101" y="175"/>
                      <a:pt x="101" y="175"/>
                      <a:pt x="101" y="175"/>
                    </a:cubicBezTo>
                    <a:cubicBezTo>
                      <a:pt x="101" y="175"/>
                      <a:pt x="101" y="175"/>
                      <a:pt x="101" y="175"/>
                    </a:cubicBezTo>
                    <a:cubicBezTo>
                      <a:pt x="101" y="175"/>
                      <a:pt x="101" y="175"/>
                      <a:pt x="101" y="175"/>
                    </a:cubicBezTo>
                    <a:cubicBezTo>
                      <a:pt x="101" y="175"/>
                      <a:pt x="101" y="175"/>
                      <a:pt x="101" y="175"/>
                    </a:cubicBezTo>
                    <a:cubicBezTo>
                      <a:pt x="101" y="175"/>
                      <a:pt x="101" y="175"/>
                      <a:pt x="101" y="175"/>
                    </a:cubicBezTo>
                    <a:cubicBezTo>
                      <a:pt x="101" y="174"/>
                      <a:pt x="101" y="174"/>
                      <a:pt x="101" y="174"/>
                    </a:cubicBezTo>
                    <a:cubicBezTo>
                      <a:pt x="101" y="174"/>
                      <a:pt x="101" y="174"/>
                      <a:pt x="101" y="174"/>
                    </a:cubicBezTo>
                    <a:cubicBezTo>
                      <a:pt x="101" y="174"/>
                      <a:pt x="101" y="174"/>
                      <a:pt x="101" y="174"/>
                    </a:cubicBezTo>
                    <a:cubicBezTo>
                      <a:pt x="101" y="174"/>
                      <a:pt x="101" y="174"/>
                      <a:pt x="101" y="174"/>
                    </a:cubicBezTo>
                    <a:cubicBezTo>
                      <a:pt x="101" y="174"/>
                      <a:pt x="101" y="174"/>
                      <a:pt x="101" y="174"/>
                    </a:cubicBezTo>
                    <a:cubicBezTo>
                      <a:pt x="101" y="174"/>
                      <a:pt x="101" y="174"/>
                      <a:pt x="101" y="174"/>
                    </a:cubicBezTo>
                    <a:cubicBezTo>
                      <a:pt x="101" y="174"/>
                      <a:pt x="101" y="173"/>
                      <a:pt x="101" y="173"/>
                    </a:cubicBezTo>
                    <a:cubicBezTo>
                      <a:pt x="101" y="173"/>
                      <a:pt x="101" y="173"/>
                      <a:pt x="101" y="173"/>
                    </a:cubicBezTo>
                    <a:cubicBezTo>
                      <a:pt x="101" y="173"/>
                      <a:pt x="101" y="173"/>
                      <a:pt x="101" y="173"/>
                    </a:cubicBezTo>
                    <a:cubicBezTo>
                      <a:pt x="101" y="173"/>
                      <a:pt x="101" y="172"/>
                      <a:pt x="101" y="172"/>
                    </a:cubicBezTo>
                    <a:cubicBezTo>
                      <a:pt x="101" y="172"/>
                      <a:pt x="101" y="172"/>
                      <a:pt x="101" y="172"/>
                    </a:cubicBezTo>
                    <a:cubicBezTo>
                      <a:pt x="101" y="172"/>
                      <a:pt x="101" y="172"/>
                      <a:pt x="101" y="172"/>
                    </a:cubicBezTo>
                    <a:cubicBezTo>
                      <a:pt x="101" y="172"/>
                      <a:pt x="101" y="172"/>
                      <a:pt x="101" y="172"/>
                    </a:cubicBezTo>
                    <a:cubicBezTo>
                      <a:pt x="101" y="172"/>
                      <a:pt x="101" y="172"/>
                      <a:pt x="101" y="172"/>
                    </a:cubicBezTo>
                    <a:cubicBezTo>
                      <a:pt x="101" y="171"/>
                      <a:pt x="101" y="171"/>
                      <a:pt x="101" y="171"/>
                    </a:cubicBezTo>
                    <a:cubicBezTo>
                      <a:pt x="101" y="171"/>
                      <a:pt x="101" y="171"/>
                      <a:pt x="101" y="171"/>
                    </a:cubicBezTo>
                    <a:cubicBezTo>
                      <a:pt x="101" y="171"/>
                      <a:pt x="101" y="171"/>
                      <a:pt x="101" y="171"/>
                    </a:cubicBezTo>
                    <a:cubicBezTo>
                      <a:pt x="101" y="171"/>
                      <a:pt x="101" y="171"/>
                      <a:pt x="101" y="171"/>
                    </a:cubicBezTo>
                    <a:cubicBezTo>
                      <a:pt x="101" y="171"/>
                      <a:pt x="101" y="171"/>
                      <a:pt x="101" y="171"/>
                    </a:cubicBezTo>
                    <a:cubicBezTo>
                      <a:pt x="101" y="170"/>
                      <a:pt x="101" y="170"/>
                      <a:pt x="101" y="170"/>
                    </a:cubicBezTo>
                    <a:cubicBezTo>
                      <a:pt x="101" y="170"/>
                      <a:pt x="101" y="170"/>
                      <a:pt x="101" y="170"/>
                    </a:cubicBezTo>
                    <a:cubicBezTo>
                      <a:pt x="101" y="170"/>
                      <a:pt x="101" y="170"/>
                      <a:pt x="101" y="170"/>
                    </a:cubicBezTo>
                    <a:cubicBezTo>
                      <a:pt x="101" y="170"/>
                      <a:pt x="101" y="170"/>
                      <a:pt x="101" y="170"/>
                    </a:cubicBezTo>
                    <a:cubicBezTo>
                      <a:pt x="101" y="170"/>
                      <a:pt x="102" y="170"/>
                      <a:pt x="102" y="170"/>
                    </a:cubicBezTo>
                    <a:cubicBezTo>
                      <a:pt x="102" y="170"/>
                      <a:pt x="101" y="170"/>
                      <a:pt x="101" y="170"/>
                    </a:cubicBezTo>
                    <a:cubicBezTo>
                      <a:pt x="101" y="169"/>
                      <a:pt x="101" y="169"/>
                      <a:pt x="101" y="169"/>
                    </a:cubicBezTo>
                    <a:cubicBezTo>
                      <a:pt x="101" y="169"/>
                      <a:pt x="101" y="169"/>
                      <a:pt x="101" y="169"/>
                    </a:cubicBezTo>
                    <a:cubicBezTo>
                      <a:pt x="101" y="169"/>
                      <a:pt x="101" y="169"/>
                      <a:pt x="101" y="169"/>
                    </a:cubicBezTo>
                    <a:cubicBezTo>
                      <a:pt x="101" y="169"/>
                      <a:pt x="101" y="169"/>
                      <a:pt x="101" y="169"/>
                    </a:cubicBezTo>
                    <a:cubicBezTo>
                      <a:pt x="101" y="169"/>
                      <a:pt x="101" y="169"/>
                      <a:pt x="101" y="169"/>
                    </a:cubicBezTo>
                    <a:cubicBezTo>
                      <a:pt x="101" y="169"/>
                      <a:pt x="101" y="169"/>
                      <a:pt x="101" y="169"/>
                    </a:cubicBezTo>
                    <a:cubicBezTo>
                      <a:pt x="101" y="169"/>
                      <a:pt x="101" y="168"/>
                      <a:pt x="101" y="168"/>
                    </a:cubicBezTo>
                    <a:cubicBezTo>
                      <a:pt x="101" y="168"/>
                      <a:pt x="101" y="168"/>
                      <a:pt x="101" y="168"/>
                    </a:cubicBezTo>
                    <a:cubicBezTo>
                      <a:pt x="101" y="168"/>
                      <a:pt x="101" y="168"/>
                      <a:pt x="101" y="168"/>
                    </a:cubicBezTo>
                    <a:cubicBezTo>
                      <a:pt x="101" y="168"/>
                      <a:pt x="101" y="168"/>
                      <a:pt x="101" y="168"/>
                    </a:cubicBezTo>
                    <a:cubicBezTo>
                      <a:pt x="101" y="168"/>
                      <a:pt x="101" y="168"/>
                      <a:pt x="101" y="168"/>
                    </a:cubicBezTo>
                    <a:cubicBezTo>
                      <a:pt x="101" y="168"/>
                      <a:pt x="101" y="168"/>
                      <a:pt x="101" y="168"/>
                    </a:cubicBezTo>
                    <a:cubicBezTo>
                      <a:pt x="101" y="167"/>
                      <a:pt x="101" y="167"/>
                      <a:pt x="101" y="167"/>
                    </a:cubicBezTo>
                    <a:cubicBezTo>
                      <a:pt x="102" y="167"/>
                      <a:pt x="102" y="167"/>
                      <a:pt x="102" y="167"/>
                    </a:cubicBezTo>
                    <a:cubicBezTo>
                      <a:pt x="102" y="167"/>
                      <a:pt x="102" y="167"/>
                      <a:pt x="102" y="167"/>
                    </a:cubicBezTo>
                    <a:cubicBezTo>
                      <a:pt x="102" y="167"/>
                      <a:pt x="102" y="167"/>
                      <a:pt x="102" y="167"/>
                    </a:cubicBezTo>
                    <a:cubicBezTo>
                      <a:pt x="102" y="167"/>
                      <a:pt x="102" y="167"/>
                      <a:pt x="102" y="167"/>
                    </a:cubicBezTo>
                    <a:cubicBezTo>
                      <a:pt x="102" y="167"/>
                      <a:pt x="102" y="167"/>
                      <a:pt x="102" y="167"/>
                    </a:cubicBezTo>
                    <a:cubicBezTo>
                      <a:pt x="102" y="167"/>
                      <a:pt x="102" y="167"/>
                      <a:pt x="102" y="166"/>
                    </a:cubicBezTo>
                    <a:cubicBezTo>
                      <a:pt x="102" y="166"/>
                      <a:pt x="102" y="166"/>
                      <a:pt x="102" y="166"/>
                    </a:cubicBezTo>
                    <a:cubicBezTo>
                      <a:pt x="101" y="166"/>
                      <a:pt x="101" y="166"/>
                      <a:pt x="101" y="166"/>
                    </a:cubicBezTo>
                    <a:cubicBezTo>
                      <a:pt x="101" y="166"/>
                      <a:pt x="101" y="166"/>
                      <a:pt x="101" y="166"/>
                    </a:cubicBezTo>
                    <a:cubicBezTo>
                      <a:pt x="101" y="166"/>
                      <a:pt x="101" y="166"/>
                      <a:pt x="101" y="166"/>
                    </a:cubicBezTo>
                    <a:cubicBezTo>
                      <a:pt x="101" y="166"/>
                      <a:pt x="101" y="166"/>
                      <a:pt x="101" y="166"/>
                    </a:cubicBezTo>
                    <a:cubicBezTo>
                      <a:pt x="101" y="166"/>
                      <a:pt x="101" y="166"/>
                      <a:pt x="101" y="166"/>
                    </a:cubicBezTo>
                    <a:cubicBezTo>
                      <a:pt x="101" y="166"/>
                      <a:pt x="101" y="166"/>
                      <a:pt x="101" y="165"/>
                    </a:cubicBezTo>
                    <a:cubicBezTo>
                      <a:pt x="101" y="165"/>
                      <a:pt x="101" y="165"/>
                      <a:pt x="101" y="165"/>
                    </a:cubicBezTo>
                    <a:cubicBezTo>
                      <a:pt x="101" y="165"/>
                      <a:pt x="101" y="165"/>
                      <a:pt x="101" y="165"/>
                    </a:cubicBezTo>
                    <a:cubicBezTo>
                      <a:pt x="101" y="165"/>
                      <a:pt x="101" y="165"/>
                      <a:pt x="101" y="165"/>
                    </a:cubicBezTo>
                    <a:cubicBezTo>
                      <a:pt x="101" y="165"/>
                      <a:pt x="101" y="165"/>
                      <a:pt x="101" y="165"/>
                    </a:cubicBezTo>
                    <a:cubicBezTo>
                      <a:pt x="101" y="165"/>
                      <a:pt x="101" y="165"/>
                      <a:pt x="101" y="165"/>
                    </a:cubicBezTo>
                    <a:cubicBezTo>
                      <a:pt x="101" y="165"/>
                      <a:pt x="101" y="165"/>
                      <a:pt x="101" y="165"/>
                    </a:cubicBezTo>
                    <a:cubicBezTo>
                      <a:pt x="101" y="165"/>
                      <a:pt x="101" y="165"/>
                      <a:pt x="101" y="165"/>
                    </a:cubicBezTo>
                    <a:cubicBezTo>
                      <a:pt x="101" y="165"/>
                      <a:pt x="101" y="165"/>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3"/>
                      <a:pt x="101" y="163"/>
                      <a:pt x="101" y="163"/>
                    </a:cubicBezTo>
                    <a:cubicBezTo>
                      <a:pt x="101" y="163"/>
                      <a:pt x="101" y="163"/>
                      <a:pt x="101" y="163"/>
                    </a:cubicBezTo>
                    <a:cubicBezTo>
                      <a:pt x="101" y="163"/>
                      <a:pt x="101" y="163"/>
                      <a:pt x="101" y="163"/>
                    </a:cubicBezTo>
                    <a:cubicBezTo>
                      <a:pt x="101" y="163"/>
                      <a:pt x="101" y="163"/>
                      <a:pt x="101" y="163"/>
                    </a:cubicBezTo>
                    <a:cubicBezTo>
                      <a:pt x="101" y="163"/>
                      <a:pt x="101" y="163"/>
                      <a:pt x="101" y="163"/>
                    </a:cubicBezTo>
                    <a:cubicBezTo>
                      <a:pt x="101" y="163"/>
                      <a:pt x="101" y="163"/>
                      <a:pt x="101" y="163"/>
                    </a:cubicBezTo>
                    <a:cubicBezTo>
                      <a:pt x="101" y="163"/>
                      <a:pt x="101" y="163"/>
                      <a:pt x="101" y="163"/>
                    </a:cubicBezTo>
                    <a:cubicBezTo>
                      <a:pt x="101" y="163"/>
                      <a:pt x="101" y="163"/>
                      <a:pt x="101" y="163"/>
                    </a:cubicBezTo>
                    <a:cubicBezTo>
                      <a:pt x="101" y="163"/>
                      <a:pt x="101" y="163"/>
                      <a:pt x="101" y="163"/>
                    </a:cubicBezTo>
                    <a:cubicBezTo>
                      <a:pt x="101" y="163"/>
                      <a:pt x="101" y="163"/>
                      <a:pt x="101" y="163"/>
                    </a:cubicBezTo>
                    <a:cubicBezTo>
                      <a:pt x="101" y="163"/>
                      <a:pt x="101" y="163"/>
                      <a:pt x="101" y="162"/>
                    </a:cubicBezTo>
                    <a:cubicBezTo>
                      <a:pt x="101" y="162"/>
                      <a:pt x="101" y="162"/>
                      <a:pt x="101" y="162"/>
                    </a:cubicBezTo>
                    <a:cubicBezTo>
                      <a:pt x="101" y="162"/>
                      <a:pt x="101" y="162"/>
                      <a:pt x="101" y="162"/>
                    </a:cubicBezTo>
                    <a:cubicBezTo>
                      <a:pt x="101" y="162"/>
                      <a:pt x="101" y="162"/>
                      <a:pt x="101" y="162"/>
                    </a:cubicBezTo>
                    <a:cubicBezTo>
                      <a:pt x="101" y="162"/>
                      <a:pt x="101" y="162"/>
                      <a:pt x="101" y="162"/>
                    </a:cubicBezTo>
                    <a:cubicBezTo>
                      <a:pt x="101" y="162"/>
                      <a:pt x="101" y="162"/>
                      <a:pt x="101" y="162"/>
                    </a:cubicBezTo>
                    <a:cubicBezTo>
                      <a:pt x="101" y="162"/>
                      <a:pt x="101" y="162"/>
                      <a:pt x="101" y="162"/>
                    </a:cubicBezTo>
                    <a:cubicBezTo>
                      <a:pt x="101" y="162"/>
                      <a:pt x="101" y="162"/>
                      <a:pt x="101" y="162"/>
                    </a:cubicBezTo>
                    <a:cubicBezTo>
                      <a:pt x="101" y="162"/>
                      <a:pt x="101" y="162"/>
                      <a:pt x="102" y="162"/>
                    </a:cubicBezTo>
                    <a:cubicBezTo>
                      <a:pt x="102" y="162"/>
                      <a:pt x="102" y="162"/>
                      <a:pt x="102" y="162"/>
                    </a:cubicBezTo>
                    <a:cubicBezTo>
                      <a:pt x="102" y="162"/>
                      <a:pt x="102" y="162"/>
                      <a:pt x="102" y="162"/>
                    </a:cubicBezTo>
                    <a:cubicBezTo>
                      <a:pt x="102" y="162"/>
                      <a:pt x="102" y="162"/>
                      <a:pt x="102" y="162"/>
                    </a:cubicBezTo>
                    <a:cubicBezTo>
                      <a:pt x="102" y="162"/>
                      <a:pt x="102" y="162"/>
                      <a:pt x="102" y="162"/>
                    </a:cubicBezTo>
                    <a:cubicBezTo>
                      <a:pt x="102" y="162"/>
                      <a:pt x="102" y="162"/>
                      <a:pt x="102" y="162"/>
                    </a:cubicBezTo>
                    <a:cubicBezTo>
                      <a:pt x="102" y="162"/>
                      <a:pt x="102" y="162"/>
                      <a:pt x="102" y="162"/>
                    </a:cubicBezTo>
                    <a:cubicBezTo>
                      <a:pt x="102" y="162"/>
                      <a:pt x="102" y="162"/>
                      <a:pt x="102" y="162"/>
                    </a:cubicBezTo>
                    <a:cubicBezTo>
                      <a:pt x="102" y="162"/>
                      <a:pt x="102" y="162"/>
                      <a:pt x="102" y="162"/>
                    </a:cubicBezTo>
                    <a:cubicBezTo>
                      <a:pt x="102" y="162"/>
                      <a:pt x="102" y="162"/>
                      <a:pt x="102" y="161"/>
                    </a:cubicBezTo>
                    <a:cubicBezTo>
                      <a:pt x="102" y="161"/>
                      <a:pt x="102" y="161"/>
                      <a:pt x="102" y="161"/>
                    </a:cubicBezTo>
                    <a:cubicBezTo>
                      <a:pt x="102" y="161"/>
                      <a:pt x="102" y="161"/>
                      <a:pt x="102" y="161"/>
                    </a:cubicBezTo>
                    <a:cubicBezTo>
                      <a:pt x="102" y="161"/>
                      <a:pt x="102" y="161"/>
                      <a:pt x="102" y="161"/>
                    </a:cubicBezTo>
                    <a:cubicBezTo>
                      <a:pt x="102" y="160"/>
                      <a:pt x="102" y="160"/>
                      <a:pt x="102" y="160"/>
                    </a:cubicBezTo>
                    <a:cubicBezTo>
                      <a:pt x="102" y="160"/>
                      <a:pt x="102" y="160"/>
                      <a:pt x="102" y="160"/>
                    </a:cubicBezTo>
                    <a:cubicBezTo>
                      <a:pt x="102" y="160"/>
                      <a:pt x="102" y="160"/>
                      <a:pt x="102" y="160"/>
                    </a:cubicBezTo>
                    <a:cubicBezTo>
                      <a:pt x="102" y="160"/>
                      <a:pt x="103" y="160"/>
                      <a:pt x="103" y="160"/>
                    </a:cubicBezTo>
                    <a:cubicBezTo>
                      <a:pt x="103" y="160"/>
                      <a:pt x="103" y="160"/>
                      <a:pt x="103" y="160"/>
                    </a:cubicBezTo>
                    <a:cubicBezTo>
                      <a:pt x="103" y="159"/>
                      <a:pt x="103" y="159"/>
                      <a:pt x="103" y="159"/>
                    </a:cubicBezTo>
                    <a:cubicBezTo>
                      <a:pt x="103" y="159"/>
                      <a:pt x="103" y="159"/>
                      <a:pt x="103" y="159"/>
                    </a:cubicBezTo>
                    <a:cubicBezTo>
                      <a:pt x="103" y="159"/>
                      <a:pt x="103" y="159"/>
                      <a:pt x="103" y="159"/>
                    </a:cubicBezTo>
                    <a:cubicBezTo>
                      <a:pt x="103" y="159"/>
                      <a:pt x="103" y="159"/>
                      <a:pt x="103" y="159"/>
                    </a:cubicBezTo>
                    <a:cubicBezTo>
                      <a:pt x="103" y="159"/>
                      <a:pt x="103" y="159"/>
                      <a:pt x="103" y="159"/>
                    </a:cubicBezTo>
                    <a:cubicBezTo>
                      <a:pt x="103" y="159"/>
                      <a:pt x="103" y="159"/>
                      <a:pt x="103" y="159"/>
                    </a:cubicBezTo>
                    <a:cubicBezTo>
                      <a:pt x="103" y="159"/>
                      <a:pt x="103" y="159"/>
                      <a:pt x="103" y="159"/>
                    </a:cubicBezTo>
                    <a:cubicBezTo>
                      <a:pt x="103" y="159"/>
                      <a:pt x="103" y="159"/>
                      <a:pt x="103" y="159"/>
                    </a:cubicBezTo>
                    <a:cubicBezTo>
                      <a:pt x="103" y="159"/>
                      <a:pt x="103" y="159"/>
                      <a:pt x="103" y="159"/>
                    </a:cubicBezTo>
                    <a:cubicBezTo>
                      <a:pt x="103" y="158"/>
                      <a:pt x="103" y="158"/>
                      <a:pt x="103" y="158"/>
                    </a:cubicBezTo>
                    <a:cubicBezTo>
                      <a:pt x="103" y="158"/>
                      <a:pt x="103" y="158"/>
                      <a:pt x="103" y="158"/>
                    </a:cubicBezTo>
                    <a:cubicBezTo>
                      <a:pt x="103" y="158"/>
                      <a:pt x="104" y="158"/>
                      <a:pt x="104" y="158"/>
                    </a:cubicBezTo>
                    <a:cubicBezTo>
                      <a:pt x="104" y="158"/>
                      <a:pt x="104" y="158"/>
                      <a:pt x="104" y="158"/>
                    </a:cubicBezTo>
                    <a:cubicBezTo>
                      <a:pt x="104" y="158"/>
                      <a:pt x="104" y="158"/>
                      <a:pt x="104" y="157"/>
                    </a:cubicBezTo>
                    <a:cubicBezTo>
                      <a:pt x="104" y="157"/>
                      <a:pt x="104" y="157"/>
                      <a:pt x="104" y="157"/>
                    </a:cubicBezTo>
                    <a:cubicBezTo>
                      <a:pt x="104" y="157"/>
                      <a:pt x="104" y="157"/>
                      <a:pt x="104" y="157"/>
                    </a:cubicBezTo>
                    <a:cubicBezTo>
                      <a:pt x="104" y="157"/>
                      <a:pt x="104" y="157"/>
                      <a:pt x="104" y="157"/>
                    </a:cubicBezTo>
                    <a:cubicBezTo>
                      <a:pt x="104" y="157"/>
                      <a:pt x="104" y="157"/>
                      <a:pt x="104" y="157"/>
                    </a:cubicBezTo>
                    <a:cubicBezTo>
                      <a:pt x="104" y="157"/>
                      <a:pt x="104" y="157"/>
                      <a:pt x="104" y="157"/>
                    </a:cubicBezTo>
                    <a:cubicBezTo>
                      <a:pt x="104" y="156"/>
                      <a:pt x="104" y="156"/>
                      <a:pt x="105" y="156"/>
                    </a:cubicBezTo>
                    <a:cubicBezTo>
                      <a:pt x="105" y="156"/>
                      <a:pt x="105" y="156"/>
                      <a:pt x="105" y="156"/>
                    </a:cubicBezTo>
                    <a:cubicBezTo>
                      <a:pt x="105" y="156"/>
                      <a:pt x="105" y="156"/>
                      <a:pt x="105" y="156"/>
                    </a:cubicBezTo>
                    <a:cubicBezTo>
                      <a:pt x="105" y="156"/>
                      <a:pt x="105" y="156"/>
                      <a:pt x="105" y="156"/>
                    </a:cubicBezTo>
                    <a:cubicBezTo>
                      <a:pt x="105" y="156"/>
                      <a:pt x="105" y="156"/>
                      <a:pt x="105" y="156"/>
                    </a:cubicBezTo>
                    <a:cubicBezTo>
                      <a:pt x="105" y="156"/>
                      <a:pt x="105" y="156"/>
                      <a:pt x="105" y="156"/>
                    </a:cubicBezTo>
                    <a:cubicBezTo>
                      <a:pt x="105" y="156"/>
                      <a:pt x="105" y="156"/>
                      <a:pt x="105" y="156"/>
                    </a:cubicBezTo>
                    <a:cubicBezTo>
                      <a:pt x="105" y="155"/>
                      <a:pt x="105" y="155"/>
                      <a:pt x="105" y="155"/>
                    </a:cubicBezTo>
                    <a:cubicBezTo>
                      <a:pt x="105" y="155"/>
                      <a:pt x="105" y="155"/>
                      <a:pt x="105" y="155"/>
                    </a:cubicBezTo>
                    <a:cubicBezTo>
                      <a:pt x="105" y="155"/>
                      <a:pt x="105" y="155"/>
                      <a:pt x="105" y="154"/>
                    </a:cubicBezTo>
                    <a:cubicBezTo>
                      <a:pt x="105" y="154"/>
                      <a:pt x="105" y="154"/>
                      <a:pt x="105" y="154"/>
                    </a:cubicBezTo>
                    <a:cubicBezTo>
                      <a:pt x="105" y="154"/>
                      <a:pt x="105" y="154"/>
                      <a:pt x="105" y="154"/>
                    </a:cubicBezTo>
                    <a:cubicBezTo>
                      <a:pt x="105" y="154"/>
                      <a:pt x="105" y="154"/>
                      <a:pt x="105" y="154"/>
                    </a:cubicBezTo>
                    <a:cubicBezTo>
                      <a:pt x="105" y="154"/>
                      <a:pt x="105" y="154"/>
                      <a:pt x="105" y="154"/>
                    </a:cubicBezTo>
                    <a:cubicBezTo>
                      <a:pt x="105" y="154"/>
                      <a:pt x="105" y="154"/>
                      <a:pt x="105" y="153"/>
                    </a:cubicBezTo>
                    <a:cubicBezTo>
                      <a:pt x="105" y="153"/>
                      <a:pt x="105" y="153"/>
                      <a:pt x="105" y="153"/>
                    </a:cubicBezTo>
                    <a:cubicBezTo>
                      <a:pt x="105" y="153"/>
                      <a:pt x="105" y="153"/>
                      <a:pt x="105" y="153"/>
                    </a:cubicBezTo>
                    <a:cubicBezTo>
                      <a:pt x="105" y="153"/>
                      <a:pt x="105" y="153"/>
                      <a:pt x="105" y="153"/>
                    </a:cubicBezTo>
                    <a:cubicBezTo>
                      <a:pt x="105" y="153"/>
                      <a:pt x="105" y="153"/>
                      <a:pt x="105" y="153"/>
                    </a:cubicBezTo>
                    <a:cubicBezTo>
                      <a:pt x="105" y="153"/>
                      <a:pt x="105" y="153"/>
                      <a:pt x="105" y="153"/>
                    </a:cubicBezTo>
                    <a:cubicBezTo>
                      <a:pt x="105" y="153"/>
                      <a:pt x="105" y="152"/>
                      <a:pt x="105" y="152"/>
                    </a:cubicBezTo>
                    <a:close/>
                    <a:moveTo>
                      <a:pt x="63" y="55"/>
                    </a:moveTo>
                    <a:cubicBezTo>
                      <a:pt x="63" y="55"/>
                      <a:pt x="63" y="55"/>
                      <a:pt x="63" y="55"/>
                    </a:cubicBezTo>
                    <a:cubicBezTo>
                      <a:pt x="63" y="55"/>
                      <a:pt x="63" y="55"/>
                      <a:pt x="63" y="55"/>
                    </a:cubicBezTo>
                    <a:cubicBezTo>
                      <a:pt x="63" y="55"/>
                      <a:pt x="63" y="55"/>
                      <a:pt x="63" y="55"/>
                    </a:cubicBezTo>
                    <a:cubicBezTo>
                      <a:pt x="63" y="55"/>
                      <a:pt x="63" y="55"/>
                      <a:pt x="64" y="55"/>
                    </a:cubicBezTo>
                    <a:cubicBezTo>
                      <a:pt x="64" y="55"/>
                      <a:pt x="64" y="55"/>
                      <a:pt x="64" y="55"/>
                    </a:cubicBezTo>
                    <a:cubicBezTo>
                      <a:pt x="64" y="55"/>
                      <a:pt x="64" y="55"/>
                      <a:pt x="64" y="55"/>
                    </a:cubicBezTo>
                    <a:cubicBezTo>
                      <a:pt x="64" y="55"/>
                      <a:pt x="64" y="55"/>
                      <a:pt x="64" y="55"/>
                    </a:cubicBezTo>
                    <a:cubicBezTo>
                      <a:pt x="64" y="55"/>
                      <a:pt x="64" y="55"/>
                      <a:pt x="64" y="55"/>
                    </a:cubicBezTo>
                    <a:cubicBezTo>
                      <a:pt x="64" y="55"/>
                      <a:pt x="64" y="55"/>
                      <a:pt x="64" y="55"/>
                    </a:cubicBezTo>
                    <a:cubicBezTo>
                      <a:pt x="64" y="55"/>
                      <a:pt x="64" y="55"/>
                      <a:pt x="64" y="55"/>
                    </a:cubicBezTo>
                    <a:cubicBezTo>
                      <a:pt x="64" y="55"/>
                      <a:pt x="64" y="55"/>
                      <a:pt x="64" y="55"/>
                    </a:cubicBezTo>
                    <a:cubicBezTo>
                      <a:pt x="64" y="55"/>
                      <a:pt x="64" y="55"/>
                      <a:pt x="64" y="55"/>
                    </a:cubicBezTo>
                    <a:cubicBezTo>
                      <a:pt x="64" y="55"/>
                      <a:pt x="64" y="55"/>
                      <a:pt x="64" y="55"/>
                    </a:cubicBezTo>
                    <a:cubicBezTo>
                      <a:pt x="64" y="54"/>
                      <a:pt x="64" y="54"/>
                      <a:pt x="64" y="54"/>
                    </a:cubicBezTo>
                    <a:cubicBezTo>
                      <a:pt x="64" y="54"/>
                      <a:pt x="64" y="54"/>
                      <a:pt x="64" y="54"/>
                    </a:cubicBezTo>
                    <a:cubicBezTo>
                      <a:pt x="64"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5" y="54"/>
                    </a:cubicBezTo>
                    <a:cubicBezTo>
                      <a:pt x="65" y="54"/>
                      <a:pt x="65" y="54"/>
                      <a:pt x="66" y="54"/>
                    </a:cubicBezTo>
                    <a:cubicBezTo>
                      <a:pt x="66" y="54"/>
                      <a:pt x="66" y="54"/>
                      <a:pt x="66" y="54"/>
                    </a:cubicBezTo>
                    <a:cubicBezTo>
                      <a:pt x="66" y="54"/>
                      <a:pt x="66" y="54"/>
                      <a:pt x="66" y="54"/>
                    </a:cubicBezTo>
                    <a:cubicBezTo>
                      <a:pt x="66" y="54"/>
                      <a:pt x="66" y="54"/>
                      <a:pt x="66" y="54"/>
                    </a:cubicBezTo>
                    <a:cubicBezTo>
                      <a:pt x="66" y="54"/>
                      <a:pt x="66" y="54"/>
                      <a:pt x="67" y="54"/>
                    </a:cubicBezTo>
                    <a:cubicBezTo>
                      <a:pt x="67" y="55"/>
                      <a:pt x="67" y="55"/>
                      <a:pt x="67" y="55"/>
                    </a:cubicBezTo>
                    <a:cubicBezTo>
                      <a:pt x="67" y="55"/>
                      <a:pt x="67" y="55"/>
                      <a:pt x="67" y="55"/>
                    </a:cubicBezTo>
                    <a:cubicBezTo>
                      <a:pt x="67" y="55"/>
                      <a:pt x="67" y="55"/>
                      <a:pt x="67" y="55"/>
                    </a:cubicBezTo>
                    <a:cubicBezTo>
                      <a:pt x="67" y="55"/>
                      <a:pt x="67" y="55"/>
                      <a:pt x="67" y="55"/>
                    </a:cubicBezTo>
                    <a:cubicBezTo>
                      <a:pt x="67" y="55"/>
                      <a:pt x="67" y="55"/>
                      <a:pt x="67" y="55"/>
                    </a:cubicBezTo>
                    <a:cubicBezTo>
                      <a:pt x="67" y="55"/>
                      <a:pt x="67" y="55"/>
                      <a:pt x="67" y="55"/>
                    </a:cubicBezTo>
                    <a:cubicBezTo>
                      <a:pt x="67" y="55"/>
                      <a:pt x="67" y="56"/>
                      <a:pt x="67" y="56"/>
                    </a:cubicBezTo>
                    <a:cubicBezTo>
                      <a:pt x="67" y="56"/>
                      <a:pt x="67" y="56"/>
                      <a:pt x="67" y="56"/>
                    </a:cubicBezTo>
                    <a:cubicBezTo>
                      <a:pt x="67" y="56"/>
                      <a:pt x="67" y="56"/>
                      <a:pt x="67" y="56"/>
                    </a:cubicBezTo>
                    <a:cubicBezTo>
                      <a:pt x="67" y="56"/>
                      <a:pt x="67" y="56"/>
                      <a:pt x="67" y="56"/>
                    </a:cubicBezTo>
                    <a:cubicBezTo>
                      <a:pt x="67" y="56"/>
                      <a:pt x="67" y="56"/>
                      <a:pt x="67" y="56"/>
                    </a:cubicBezTo>
                    <a:cubicBezTo>
                      <a:pt x="67" y="56"/>
                      <a:pt x="68" y="56"/>
                      <a:pt x="68" y="56"/>
                    </a:cubicBezTo>
                    <a:cubicBezTo>
                      <a:pt x="68" y="56"/>
                      <a:pt x="68" y="56"/>
                      <a:pt x="68" y="56"/>
                    </a:cubicBezTo>
                    <a:cubicBezTo>
                      <a:pt x="68" y="56"/>
                      <a:pt x="68" y="56"/>
                      <a:pt x="68" y="56"/>
                    </a:cubicBezTo>
                    <a:cubicBezTo>
                      <a:pt x="68" y="56"/>
                      <a:pt x="67" y="56"/>
                      <a:pt x="67" y="56"/>
                    </a:cubicBezTo>
                    <a:cubicBezTo>
                      <a:pt x="67" y="56"/>
                      <a:pt x="67" y="56"/>
                      <a:pt x="67" y="56"/>
                    </a:cubicBezTo>
                    <a:cubicBezTo>
                      <a:pt x="67" y="57"/>
                      <a:pt x="67" y="57"/>
                      <a:pt x="67" y="57"/>
                    </a:cubicBezTo>
                    <a:cubicBezTo>
                      <a:pt x="67" y="57"/>
                      <a:pt x="67" y="57"/>
                      <a:pt x="67" y="57"/>
                    </a:cubicBezTo>
                    <a:cubicBezTo>
                      <a:pt x="67" y="57"/>
                      <a:pt x="67" y="57"/>
                      <a:pt x="67" y="57"/>
                    </a:cubicBezTo>
                    <a:cubicBezTo>
                      <a:pt x="67" y="57"/>
                      <a:pt x="67" y="57"/>
                      <a:pt x="67" y="57"/>
                    </a:cubicBezTo>
                    <a:cubicBezTo>
                      <a:pt x="67" y="57"/>
                      <a:pt x="67" y="57"/>
                      <a:pt x="67" y="58"/>
                    </a:cubicBezTo>
                    <a:cubicBezTo>
                      <a:pt x="67" y="58"/>
                      <a:pt x="67" y="58"/>
                      <a:pt x="67" y="58"/>
                    </a:cubicBezTo>
                    <a:cubicBezTo>
                      <a:pt x="67" y="58"/>
                      <a:pt x="67" y="58"/>
                      <a:pt x="67" y="58"/>
                    </a:cubicBezTo>
                    <a:cubicBezTo>
                      <a:pt x="67" y="58"/>
                      <a:pt x="67" y="58"/>
                      <a:pt x="67" y="58"/>
                    </a:cubicBezTo>
                    <a:cubicBezTo>
                      <a:pt x="67" y="58"/>
                      <a:pt x="67" y="58"/>
                      <a:pt x="67" y="59"/>
                    </a:cubicBezTo>
                    <a:cubicBezTo>
                      <a:pt x="67" y="59"/>
                      <a:pt x="67" y="59"/>
                      <a:pt x="67" y="59"/>
                    </a:cubicBezTo>
                    <a:cubicBezTo>
                      <a:pt x="67" y="59"/>
                      <a:pt x="67" y="59"/>
                      <a:pt x="67" y="59"/>
                    </a:cubicBezTo>
                    <a:cubicBezTo>
                      <a:pt x="67" y="59"/>
                      <a:pt x="67" y="59"/>
                      <a:pt x="67" y="59"/>
                    </a:cubicBezTo>
                    <a:cubicBezTo>
                      <a:pt x="67" y="59"/>
                      <a:pt x="67" y="59"/>
                      <a:pt x="67" y="59"/>
                    </a:cubicBezTo>
                    <a:cubicBezTo>
                      <a:pt x="67" y="59"/>
                      <a:pt x="67" y="59"/>
                      <a:pt x="67" y="59"/>
                    </a:cubicBezTo>
                    <a:cubicBezTo>
                      <a:pt x="67" y="59"/>
                      <a:pt x="67" y="59"/>
                      <a:pt x="67" y="59"/>
                    </a:cubicBezTo>
                    <a:cubicBezTo>
                      <a:pt x="67" y="59"/>
                      <a:pt x="67" y="59"/>
                      <a:pt x="67" y="60"/>
                    </a:cubicBezTo>
                    <a:cubicBezTo>
                      <a:pt x="67" y="60"/>
                      <a:pt x="67"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8" y="60"/>
                      <a:pt x="68" y="60"/>
                      <a:pt x="68" y="60"/>
                    </a:cubicBezTo>
                    <a:cubicBezTo>
                      <a:pt x="68" y="60"/>
                      <a:pt x="68"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69" y="60"/>
                      <a:pt x="69" y="60"/>
                      <a:pt x="69" y="60"/>
                    </a:cubicBezTo>
                    <a:cubicBezTo>
                      <a:pt x="70" y="60"/>
                      <a:pt x="70" y="60"/>
                      <a:pt x="70" y="60"/>
                    </a:cubicBezTo>
                    <a:cubicBezTo>
                      <a:pt x="70" y="60"/>
                      <a:pt x="70" y="60"/>
                      <a:pt x="70" y="60"/>
                    </a:cubicBezTo>
                    <a:cubicBezTo>
                      <a:pt x="70" y="60"/>
                      <a:pt x="70" y="60"/>
                      <a:pt x="70" y="60"/>
                    </a:cubicBezTo>
                    <a:cubicBezTo>
                      <a:pt x="70" y="61"/>
                      <a:pt x="70" y="61"/>
                      <a:pt x="70" y="61"/>
                    </a:cubicBezTo>
                    <a:cubicBezTo>
                      <a:pt x="70" y="61"/>
                      <a:pt x="70" y="61"/>
                      <a:pt x="70" y="61"/>
                    </a:cubicBezTo>
                    <a:cubicBezTo>
                      <a:pt x="70" y="61"/>
                      <a:pt x="69" y="61"/>
                      <a:pt x="70" y="61"/>
                    </a:cubicBezTo>
                    <a:cubicBezTo>
                      <a:pt x="70" y="61"/>
                      <a:pt x="70" y="61"/>
                      <a:pt x="70" y="61"/>
                    </a:cubicBezTo>
                    <a:cubicBezTo>
                      <a:pt x="70" y="61"/>
                      <a:pt x="70" y="61"/>
                      <a:pt x="70" y="61"/>
                    </a:cubicBezTo>
                    <a:cubicBezTo>
                      <a:pt x="70" y="61"/>
                      <a:pt x="70" y="61"/>
                      <a:pt x="70" y="61"/>
                    </a:cubicBezTo>
                    <a:cubicBezTo>
                      <a:pt x="70" y="61"/>
                      <a:pt x="70" y="62"/>
                      <a:pt x="70" y="62"/>
                    </a:cubicBezTo>
                    <a:cubicBezTo>
                      <a:pt x="70" y="62"/>
                      <a:pt x="70" y="62"/>
                      <a:pt x="70" y="62"/>
                    </a:cubicBezTo>
                    <a:cubicBezTo>
                      <a:pt x="70" y="62"/>
                      <a:pt x="70" y="62"/>
                      <a:pt x="70" y="62"/>
                    </a:cubicBezTo>
                    <a:cubicBezTo>
                      <a:pt x="70" y="62"/>
                      <a:pt x="70" y="62"/>
                      <a:pt x="70" y="62"/>
                    </a:cubicBezTo>
                    <a:cubicBezTo>
                      <a:pt x="70" y="62"/>
                      <a:pt x="70" y="62"/>
                      <a:pt x="70" y="62"/>
                    </a:cubicBezTo>
                    <a:cubicBezTo>
                      <a:pt x="70" y="62"/>
                      <a:pt x="70" y="62"/>
                      <a:pt x="70" y="62"/>
                    </a:cubicBezTo>
                    <a:cubicBezTo>
                      <a:pt x="69" y="62"/>
                      <a:pt x="69" y="62"/>
                      <a:pt x="69" y="62"/>
                    </a:cubicBezTo>
                    <a:cubicBezTo>
                      <a:pt x="69" y="62"/>
                      <a:pt x="69" y="62"/>
                      <a:pt x="69" y="62"/>
                    </a:cubicBezTo>
                    <a:cubicBezTo>
                      <a:pt x="69" y="62"/>
                      <a:pt x="69" y="62"/>
                      <a:pt x="69" y="62"/>
                    </a:cubicBezTo>
                    <a:cubicBezTo>
                      <a:pt x="69" y="62"/>
                      <a:pt x="70" y="62"/>
                      <a:pt x="70" y="62"/>
                    </a:cubicBezTo>
                    <a:cubicBezTo>
                      <a:pt x="70" y="62"/>
                      <a:pt x="70" y="62"/>
                      <a:pt x="70" y="62"/>
                    </a:cubicBezTo>
                    <a:cubicBezTo>
                      <a:pt x="70" y="62"/>
                      <a:pt x="70" y="62"/>
                      <a:pt x="70" y="62"/>
                    </a:cubicBezTo>
                    <a:cubicBezTo>
                      <a:pt x="70" y="62"/>
                      <a:pt x="70" y="62"/>
                      <a:pt x="70" y="62"/>
                    </a:cubicBezTo>
                    <a:cubicBezTo>
                      <a:pt x="70" y="62"/>
                      <a:pt x="70" y="62"/>
                      <a:pt x="70" y="62"/>
                    </a:cubicBezTo>
                    <a:cubicBezTo>
                      <a:pt x="70" y="62"/>
                      <a:pt x="70" y="62"/>
                      <a:pt x="70" y="62"/>
                    </a:cubicBezTo>
                    <a:cubicBezTo>
                      <a:pt x="70" y="62"/>
                      <a:pt x="70" y="62"/>
                      <a:pt x="70" y="62"/>
                    </a:cubicBezTo>
                    <a:cubicBezTo>
                      <a:pt x="70" y="62"/>
                      <a:pt x="70" y="62"/>
                      <a:pt x="69" y="62"/>
                    </a:cubicBezTo>
                    <a:cubicBezTo>
                      <a:pt x="69" y="62"/>
                      <a:pt x="69" y="62"/>
                      <a:pt x="69" y="62"/>
                    </a:cubicBezTo>
                    <a:cubicBezTo>
                      <a:pt x="69" y="62"/>
                      <a:pt x="69" y="62"/>
                      <a:pt x="69" y="62"/>
                    </a:cubicBezTo>
                    <a:cubicBezTo>
                      <a:pt x="69" y="63"/>
                      <a:pt x="69" y="63"/>
                      <a:pt x="69" y="63"/>
                    </a:cubicBezTo>
                    <a:cubicBezTo>
                      <a:pt x="69" y="63"/>
                      <a:pt x="69" y="63"/>
                      <a:pt x="69" y="63"/>
                    </a:cubicBezTo>
                    <a:cubicBezTo>
                      <a:pt x="69" y="63"/>
                      <a:pt x="69" y="63"/>
                      <a:pt x="69" y="63"/>
                    </a:cubicBezTo>
                    <a:cubicBezTo>
                      <a:pt x="69" y="63"/>
                      <a:pt x="69" y="63"/>
                      <a:pt x="69" y="63"/>
                    </a:cubicBezTo>
                    <a:cubicBezTo>
                      <a:pt x="69" y="63"/>
                      <a:pt x="69" y="63"/>
                      <a:pt x="69" y="63"/>
                    </a:cubicBezTo>
                    <a:cubicBezTo>
                      <a:pt x="69" y="62"/>
                      <a:pt x="69" y="62"/>
                      <a:pt x="69" y="62"/>
                    </a:cubicBezTo>
                    <a:cubicBezTo>
                      <a:pt x="68" y="62"/>
                      <a:pt x="68" y="62"/>
                      <a:pt x="68" y="62"/>
                    </a:cubicBezTo>
                    <a:cubicBezTo>
                      <a:pt x="68" y="62"/>
                      <a:pt x="68" y="62"/>
                      <a:pt x="68" y="62"/>
                    </a:cubicBezTo>
                    <a:cubicBezTo>
                      <a:pt x="68" y="62"/>
                      <a:pt x="68" y="62"/>
                      <a:pt x="68" y="62"/>
                    </a:cubicBezTo>
                    <a:cubicBezTo>
                      <a:pt x="68" y="62"/>
                      <a:pt x="68" y="62"/>
                      <a:pt x="68" y="62"/>
                    </a:cubicBezTo>
                    <a:cubicBezTo>
                      <a:pt x="68" y="62"/>
                      <a:pt x="68" y="62"/>
                      <a:pt x="68" y="62"/>
                    </a:cubicBezTo>
                    <a:cubicBezTo>
                      <a:pt x="69" y="62"/>
                      <a:pt x="69" y="62"/>
                      <a:pt x="69" y="62"/>
                    </a:cubicBezTo>
                    <a:cubicBezTo>
                      <a:pt x="69" y="62"/>
                      <a:pt x="68" y="62"/>
                      <a:pt x="68" y="62"/>
                    </a:cubicBezTo>
                    <a:cubicBezTo>
                      <a:pt x="68" y="62"/>
                      <a:pt x="68" y="62"/>
                      <a:pt x="68" y="62"/>
                    </a:cubicBezTo>
                    <a:cubicBezTo>
                      <a:pt x="68" y="62"/>
                      <a:pt x="68" y="62"/>
                      <a:pt x="68" y="62"/>
                    </a:cubicBezTo>
                    <a:cubicBezTo>
                      <a:pt x="68" y="61"/>
                      <a:pt x="68" y="61"/>
                      <a:pt x="68" y="61"/>
                    </a:cubicBezTo>
                    <a:cubicBezTo>
                      <a:pt x="68" y="61"/>
                      <a:pt x="68" y="61"/>
                      <a:pt x="68" y="61"/>
                    </a:cubicBezTo>
                    <a:cubicBezTo>
                      <a:pt x="68" y="61"/>
                      <a:pt x="68" y="61"/>
                      <a:pt x="68" y="61"/>
                    </a:cubicBezTo>
                    <a:cubicBezTo>
                      <a:pt x="68" y="61"/>
                      <a:pt x="68" y="61"/>
                      <a:pt x="68" y="61"/>
                    </a:cubicBezTo>
                    <a:cubicBezTo>
                      <a:pt x="68" y="61"/>
                      <a:pt x="68" y="61"/>
                      <a:pt x="68" y="61"/>
                    </a:cubicBezTo>
                    <a:cubicBezTo>
                      <a:pt x="68" y="61"/>
                      <a:pt x="68" y="61"/>
                      <a:pt x="68" y="61"/>
                    </a:cubicBezTo>
                    <a:cubicBezTo>
                      <a:pt x="68" y="61"/>
                      <a:pt x="68" y="61"/>
                      <a:pt x="68" y="61"/>
                    </a:cubicBezTo>
                    <a:cubicBezTo>
                      <a:pt x="68" y="61"/>
                      <a:pt x="68" y="62"/>
                      <a:pt x="68" y="62"/>
                    </a:cubicBezTo>
                    <a:cubicBezTo>
                      <a:pt x="68" y="62"/>
                      <a:pt x="68" y="62"/>
                      <a:pt x="68" y="62"/>
                    </a:cubicBezTo>
                    <a:cubicBezTo>
                      <a:pt x="68" y="62"/>
                      <a:pt x="68" y="62"/>
                      <a:pt x="68" y="62"/>
                    </a:cubicBezTo>
                    <a:cubicBezTo>
                      <a:pt x="68" y="62"/>
                      <a:pt x="68" y="62"/>
                      <a:pt x="68" y="62"/>
                    </a:cubicBezTo>
                    <a:cubicBezTo>
                      <a:pt x="68" y="62"/>
                      <a:pt x="68" y="62"/>
                      <a:pt x="68" y="62"/>
                    </a:cubicBezTo>
                    <a:cubicBezTo>
                      <a:pt x="68" y="62"/>
                      <a:pt x="68" y="62"/>
                      <a:pt x="68" y="62"/>
                    </a:cubicBezTo>
                    <a:cubicBezTo>
                      <a:pt x="68" y="62"/>
                      <a:pt x="68" y="62"/>
                      <a:pt x="68" y="62"/>
                    </a:cubicBezTo>
                    <a:cubicBezTo>
                      <a:pt x="68" y="62"/>
                      <a:pt x="68" y="62"/>
                      <a:pt x="68" y="62"/>
                    </a:cubicBezTo>
                    <a:cubicBezTo>
                      <a:pt x="68" y="62"/>
                      <a:pt x="68" y="62"/>
                      <a:pt x="68" y="62"/>
                    </a:cubicBezTo>
                    <a:cubicBezTo>
                      <a:pt x="68" y="63"/>
                      <a:pt x="68" y="63"/>
                      <a:pt x="68" y="63"/>
                    </a:cubicBezTo>
                    <a:cubicBezTo>
                      <a:pt x="68" y="63"/>
                      <a:pt x="68" y="63"/>
                      <a:pt x="68" y="63"/>
                    </a:cubicBezTo>
                    <a:cubicBezTo>
                      <a:pt x="68" y="63"/>
                      <a:pt x="68" y="63"/>
                      <a:pt x="68" y="63"/>
                    </a:cubicBezTo>
                    <a:cubicBezTo>
                      <a:pt x="68" y="63"/>
                      <a:pt x="67" y="63"/>
                      <a:pt x="67" y="63"/>
                    </a:cubicBezTo>
                    <a:cubicBezTo>
                      <a:pt x="67" y="63"/>
                      <a:pt x="67" y="63"/>
                      <a:pt x="67" y="63"/>
                    </a:cubicBezTo>
                    <a:cubicBezTo>
                      <a:pt x="67" y="63"/>
                      <a:pt x="67" y="63"/>
                      <a:pt x="67" y="63"/>
                    </a:cubicBezTo>
                    <a:cubicBezTo>
                      <a:pt x="67" y="63"/>
                      <a:pt x="67" y="63"/>
                      <a:pt x="67" y="63"/>
                    </a:cubicBezTo>
                    <a:cubicBezTo>
                      <a:pt x="67" y="63"/>
                      <a:pt x="67" y="63"/>
                      <a:pt x="67" y="63"/>
                    </a:cubicBezTo>
                    <a:cubicBezTo>
                      <a:pt x="67" y="63"/>
                      <a:pt x="67" y="63"/>
                      <a:pt x="67" y="63"/>
                    </a:cubicBezTo>
                    <a:cubicBezTo>
                      <a:pt x="67" y="63"/>
                      <a:pt x="67" y="63"/>
                      <a:pt x="67" y="63"/>
                    </a:cubicBezTo>
                    <a:cubicBezTo>
                      <a:pt x="66" y="64"/>
                      <a:pt x="66" y="64"/>
                      <a:pt x="66" y="64"/>
                    </a:cubicBezTo>
                    <a:cubicBezTo>
                      <a:pt x="66" y="64"/>
                      <a:pt x="66" y="64"/>
                      <a:pt x="66" y="64"/>
                    </a:cubicBezTo>
                    <a:cubicBezTo>
                      <a:pt x="66" y="64"/>
                      <a:pt x="66" y="64"/>
                      <a:pt x="66" y="64"/>
                    </a:cubicBezTo>
                    <a:cubicBezTo>
                      <a:pt x="66" y="64"/>
                      <a:pt x="66" y="64"/>
                      <a:pt x="66" y="65"/>
                    </a:cubicBezTo>
                    <a:cubicBezTo>
                      <a:pt x="66" y="65"/>
                      <a:pt x="66" y="65"/>
                      <a:pt x="66" y="65"/>
                    </a:cubicBezTo>
                    <a:cubicBezTo>
                      <a:pt x="66" y="65"/>
                      <a:pt x="65" y="65"/>
                      <a:pt x="65" y="65"/>
                    </a:cubicBezTo>
                    <a:cubicBezTo>
                      <a:pt x="65" y="65"/>
                      <a:pt x="65" y="65"/>
                      <a:pt x="65" y="65"/>
                    </a:cubicBezTo>
                    <a:cubicBezTo>
                      <a:pt x="65" y="65"/>
                      <a:pt x="65" y="65"/>
                      <a:pt x="65" y="65"/>
                    </a:cubicBezTo>
                    <a:cubicBezTo>
                      <a:pt x="65" y="65"/>
                      <a:pt x="65" y="65"/>
                      <a:pt x="65" y="65"/>
                    </a:cubicBezTo>
                    <a:cubicBezTo>
                      <a:pt x="65" y="65"/>
                      <a:pt x="65" y="65"/>
                      <a:pt x="65" y="65"/>
                    </a:cubicBezTo>
                    <a:cubicBezTo>
                      <a:pt x="65" y="64"/>
                      <a:pt x="65" y="64"/>
                      <a:pt x="65" y="64"/>
                    </a:cubicBezTo>
                    <a:cubicBezTo>
                      <a:pt x="65" y="64"/>
                      <a:pt x="65" y="64"/>
                      <a:pt x="65" y="64"/>
                    </a:cubicBezTo>
                    <a:cubicBezTo>
                      <a:pt x="65" y="64"/>
                      <a:pt x="65" y="64"/>
                      <a:pt x="65" y="64"/>
                    </a:cubicBezTo>
                    <a:cubicBezTo>
                      <a:pt x="65" y="64"/>
                      <a:pt x="65" y="64"/>
                      <a:pt x="65" y="64"/>
                    </a:cubicBezTo>
                    <a:cubicBezTo>
                      <a:pt x="66" y="64"/>
                      <a:pt x="66" y="63"/>
                      <a:pt x="65" y="63"/>
                    </a:cubicBezTo>
                    <a:cubicBezTo>
                      <a:pt x="65" y="63"/>
                      <a:pt x="65" y="63"/>
                      <a:pt x="65" y="63"/>
                    </a:cubicBezTo>
                    <a:cubicBezTo>
                      <a:pt x="65" y="63"/>
                      <a:pt x="65" y="63"/>
                      <a:pt x="65" y="63"/>
                    </a:cubicBezTo>
                    <a:cubicBezTo>
                      <a:pt x="65" y="63"/>
                      <a:pt x="65" y="63"/>
                      <a:pt x="65" y="63"/>
                    </a:cubicBezTo>
                    <a:cubicBezTo>
                      <a:pt x="65" y="63"/>
                      <a:pt x="65" y="63"/>
                      <a:pt x="65" y="63"/>
                    </a:cubicBezTo>
                    <a:cubicBezTo>
                      <a:pt x="65" y="63"/>
                      <a:pt x="65" y="63"/>
                      <a:pt x="65" y="64"/>
                    </a:cubicBezTo>
                    <a:cubicBezTo>
                      <a:pt x="65" y="64"/>
                      <a:pt x="65" y="64"/>
                      <a:pt x="65" y="64"/>
                    </a:cubicBezTo>
                    <a:cubicBezTo>
                      <a:pt x="64" y="64"/>
                      <a:pt x="64" y="64"/>
                      <a:pt x="64" y="64"/>
                    </a:cubicBezTo>
                    <a:cubicBezTo>
                      <a:pt x="64" y="64"/>
                      <a:pt x="64" y="64"/>
                      <a:pt x="64" y="64"/>
                    </a:cubicBezTo>
                    <a:cubicBezTo>
                      <a:pt x="64" y="64"/>
                      <a:pt x="64" y="64"/>
                      <a:pt x="64" y="64"/>
                    </a:cubicBezTo>
                    <a:cubicBezTo>
                      <a:pt x="64" y="64"/>
                      <a:pt x="64" y="64"/>
                      <a:pt x="64" y="64"/>
                    </a:cubicBezTo>
                    <a:cubicBezTo>
                      <a:pt x="64" y="64"/>
                      <a:pt x="64" y="64"/>
                      <a:pt x="64" y="63"/>
                    </a:cubicBezTo>
                    <a:cubicBezTo>
                      <a:pt x="64" y="63"/>
                      <a:pt x="64" y="63"/>
                      <a:pt x="64" y="63"/>
                    </a:cubicBezTo>
                    <a:cubicBezTo>
                      <a:pt x="64" y="63"/>
                      <a:pt x="64" y="63"/>
                      <a:pt x="65" y="63"/>
                    </a:cubicBezTo>
                    <a:cubicBezTo>
                      <a:pt x="65" y="63"/>
                      <a:pt x="65" y="63"/>
                      <a:pt x="65" y="63"/>
                    </a:cubicBezTo>
                    <a:cubicBezTo>
                      <a:pt x="65" y="63"/>
                      <a:pt x="65" y="63"/>
                      <a:pt x="65" y="63"/>
                    </a:cubicBezTo>
                    <a:cubicBezTo>
                      <a:pt x="65" y="63"/>
                      <a:pt x="65" y="63"/>
                      <a:pt x="65" y="63"/>
                    </a:cubicBezTo>
                    <a:cubicBezTo>
                      <a:pt x="65" y="63"/>
                      <a:pt x="65" y="63"/>
                      <a:pt x="65" y="63"/>
                    </a:cubicBezTo>
                    <a:cubicBezTo>
                      <a:pt x="65" y="63"/>
                      <a:pt x="65" y="62"/>
                      <a:pt x="65" y="62"/>
                    </a:cubicBezTo>
                    <a:cubicBezTo>
                      <a:pt x="65" y="62"/>
                      <a:pt x="66" y="62"/>
                      <a:pt x="66" y="62"/>
                    </a:cubicBezTo>
                    <a:cubicBezTo>
                      <a:pt x="66" y="62"/>
                      <a:pt x="66" y="62"/>
                      <a:pt x="66" y="62"/>
                    </a:cubicBezTo>
                    <a:cubicBezTo>
                      <a:pt x="66" y="62"/>
                      <a:pt x="66" y="62"/>
                      <a:pt x="66" y="62"/>
                    </a:cubicBezTo>
                    <a:cubicBezTo>
                      <a:pt x="66" y="62"/>
                      <a:pt x="66" y="62"/>
                      <a:pt x="66" y="62"/>
                    </a:cubicBezTo>
                    <a:cubicBezTo>
                      <a:pt x="66" y="62"/>
                      <a:pt x="66" y="62"/>
                      <a:pt x="66" y="62"/>
                    </a:cubicBezTo>
                    <a:cubicBezTo>
                      <a:pt x="66" y="62"/>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1"/>
                      <a:pt x="66" y="61"/>
                    </a:cubicBezTo>
                    <a:cubicBezTo>
                      <a:pt x="66" y="61"/>
                      <a:pt x="66" y="60"/>
                      <a:pt x="66" y="60"/>
                    </a:cubicBezTo>
                    <a:cubicBezTo>
                      <a:pt x="66" y="60"/>
                      <a:pt x="66" y="60"/>
                      <a:pt x="66" y="60"/>
                    </a:cubicBezTo>
                    <a:cubicBezTo>
                      <a:pt x="66" y="60"/>
                      <a:pt x="66" y="60"/>
                      <a:pt x="66" y="60"/>
                    </a:cubicBezTo>
                    <a:cubicBezTo>
                      <a:pt x="66" y="60"/>
                      <a:pt x="66" y="60"/>
                      <a:pt x="66" y="60"/>
                    </a:cubicBezTo>
                    <a:cubicBezTo>
                      <a:pt x="65" y="60"/>
                      <a:pt x="65" y="60"/>
                      <a:pt x="65" y="60"/>
                    </a:cubicBezTo>
                    <a:cubicBezTo>
                      <a:pt x="65" y="60"/>
                      <a:pt x="65" y="60"/>
                      <a:pt x="65" y="60"/>
                    </a:cubicBezTo>
                    <a:cubicBezTo>
                      <a:pt x="65" y="60"/>
                      <a:pt x="65" y="60"/>
                      <a:pt x="65" y="60"/>
                    </a:cubicBezTo>
                    <a:cubicBezTo>
                      <a:pt x="65" y="60"/>
                      <a:pt x="65" y="60"/>
                      <a:pt x="65" y="60"/>
                    </a:cubicBezTo>
                    <a:cubicBezTo>
                      <a:pt x="65" y="60"/>
                      <a:pt x="65" y="60"/>
                      <a:pt x="65" y="60"/>
                    </a:cubicBezTo>
                    <a:cubicBezTo>
                      <a:pt x="65" y="60"/>
                      <a:pt x="65" y="60"/>
                      <a:pt x="65" y="60"/>
                    </a:cubicBezTo>
                    <a:cubicBezTo>
                      <a:pt x="65" y="60"/>
                      <a:pt x="65" y="60"/>
                      <a:pt x="65" y="60"/>
                    </a:cubicBezTo>
                    <a:cubicBezTo>
                      <a:pt x="65" y="60"/>
                      <a:pt x="65" y="60"/>
                      <a:pt x="65" y="60"/>
                    </a:cubicBezTo>
                    <a:cubicBezTo>
                      <a:pt x="65" y="60"/>
                      <a:pt x="65" y="60"/>
                      <a:pt x="65" y="60"/>
                    </a:cubicBezTo>
                    <a:cubicBezTo>
                      <a:pt x="65" y="60"/>
                      <a:pt x="65"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4" y="61"/>
                      <a:pt x="64" y="61"/>
                    </a:cubicBezTo>
                    <a:cubicBezTo>
                      <a:pt x="64" y="61"/>
                      <a:pt x="63" y="61"/>
                      <a:pt x="63" y="61"/>
                    </a:cubicBezTo>
                    <a:cubicBezTo>
                      <a:pt x="63" y="61"/>
                      <a:pt x="63" y="61"/>
                      <a:pt x="63" y="61"/>
                    </a:cubicBezTo>
                    <a:cubicBezTo>
                      <a:pt x="63" y="61"/>
                      <a:pt x="63" y="61"/>
                      <a:pt x="63" y="61"/>
                    </a:cubicBezTo>
                    <a:cubicBezTo>
                      <a:pt x="63" y="61"/>
                      <a:pt x="63" y="61"/>
                      <a:pt x="63" y="61"/>
                    </a:cubicBezTo>
                    <a:cubicBezTo>
                      <a:pt x="63" y="61"/>
                      <a:pt x="63" y="61"/>
                      <a:pt x="63" y="61"/>
                    </a:cubicBezTo>
                    <a:cubicBezTo>
                      <a:pt x="63" y="61"/>
                      <a:pt x="63" y="61"/>
                      <a:pt x="63" y="61"/>
                    </a:cubicBezTo>
                    <a:cubicBezTo>
                      <a:pt x="63" y="61"/>
                      <a:pt x="63" y="61"/>
                      <a:pt x="63" y="61"/>
                    </a:cubicBezTo>
                    <a:cubicBezTo>
                      <a:pt x="63" y="61"/>
                      <a:pt x="63" y="61"/>
                      <a:pt x="63" y="61"/>
                    </a:cubicBezTo>
                    <a:cubicBezTo>
                      <a:pt x="63" y="61"/>
                      <a:pt x="63" y="61"/>
                      <a:pt x="63" y="61"/>
                    </a:cubicBezTo>
                    <a:cubicBezTo>
                      <a:pt x="63" y="62"/>
                      <a:pt x="63" y="62"/>
                      <a:pt x="63" y="62"/>
                    </a:cubicBezTo>
                    <a:cubicBezTo>
                      <a:pt x="63" y="62"/>
                      <a:pt x="62" y="62"/>
                      <a:pt x="62" y="62"/>
                    </a:cubicBezTo>
                    <a:cubicBezTo>
                      <a:pt x="62" y="62"/>
                      <a:pt x="62" y="62"/>
                      <a:pt x="62" y="63"/>
                    </a:cubicBezTo>
                    <a:cubicBezTo>
                      <a:pt x="62" y="63"/>
                      <a:pt x="62" y="63"/>
                      <a:pt x="62" y="63"/>
                    </a:cubicBezTo>
                    <a:cubicBezTo>
                      <a:pt x="61" y="63"/>
                      <a:pt x="61" y="63"/>
                      <a:pt x="61" y="64"/>
                    </a:cubicBezTo>
                    <a:cubicBezTo>
                      <a:pt x="61" y="64"/>
                      <a:pt x="61" y="64"/>
                      <a:pt x="61" y="64"/>
                    </a:cubicBezTo>
                    <a:cubicBezTo>
                      <a:pt x="61" y="64"/>
                      <a:pt x="61" y="65"/>
                      <a:pt x="61" y="65"/>
                    </a:cubicBezTo>
                    <a:cubicBezTo>
                      <a:pt x="60" y="65"/>
                      <a:pt x="60" y="65"/>
                      <a:pt x="60" y="65"/>
                    </a:cubicBezTo>
                    <a:cubicBezTo>
                      <a:pt x="60" y="66"/>
                      <a:pt x="60" y="66"/>
                      <a:pt x="60" y="66"/>
                    </a:cubicBezTo>
                    <a:cubicBezTo>
                      <a:pt x="60" y="66"/>
                      <a:pt x="59" y="66"/>
                      <a:pt x="59" y="66"/>
                    </a:cubicBezTo>
                    <a:cubicBezTo>
                      <a:pt x="59" y="66"/>
                      <a:pt x="59" y="67"/>
                      <a:pt x="59" y="67"/>
                    </a:cubicBezTo>
                    <a:cubicBezTo>
                      <a:pt x="59" y="67"/>
                      <a:pt x="59" y="67"/>
                      <a:pt x="58" y="67"/>
                    </a:cubicBezTo>
                    <a:cubicBezTo>
                      <a:pt x="58" y="67"/>
                      <a:pt x="58" y="67"/>
                      <a:pt x="58" y="67"/>
                    </a:cubicBezTo>
                    <a:cubicBezTo>
                      <a:pt x="58" y="67"/>
                      <a:pt x="58" y="67"/>
                      <a:pt x="58" y="66"/>
                    </a:cubicBezTo>
                    <a:cubicBezTo>
                      <a:pt x="58" y="66"/>
                      <a:pt x="58" y="66"/>
                      <a:pt x="58" y="66"/>
                    </a:cubicBezTo>
                    <a:cubicBezTo>
                      <a:pt x="58" y="65"/>
                      <a:pt x="59" y="65"/>
                      <a:pt x="59" y="65"/>
                    </a:cubicBezTo>
                    <a:cubicBezTo>
                      <a:pt x="59" y="65"/>
                      <a:pt x="59" y="65"/>
                      <a:pt x="59" y="65"/>
                    </a:cubicBezTo>
                    <a:cubicBezTo>
                      <a:pt x="59" y="65"/>
                      <a:pt x="59" y="64"/>
                      <a:pt x="59" y="64"/>
                    </a:cubicBezTo>
                    <a:cubicBezTo>
                      <a:pt x="59" y="64"/>
                      <a:pt x="59" y="64"/>
                      <a:pt x="59" y="64"/>
                    </a:cubicBezTo>
                    <a:cubicBezTo>
                      <a:pt x="59" y="64"/>
                      <a:pt x="60" y="64"/>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0" y="63"/>
                      <a:pt x="60" y="63"/>
                      <a:pt x="60" y="63"/>
                    </a:cubicBezTo>
                    <a:cubicBezTo>
                      <a:pt x="61" y="63"/>
                      <a:pt x="61" y="62"/>
                      <a:pt x="61" y="62"/>
                    </a:cubicBezTo>
                    <a:cubicBezTo>
                      <a:pt x="61" y="62"/>
                      <a:pt x="61" y="62"/>
                      <a:pt x="61" y="62"/>
                    </a:cubicBezTo>
                    <a:cubicBezTo>
                      <a:pt x="61" y="62"/>
                      <a:pt x="61" y="62"/>
                      <a:pt x="61" y="62"/>
                    </a:cubicBezTo>
                    <a:cubicBezTo>
                      <a:pt x="61" y="62"/>
                      <a:pt x="61" y="62"/>
                      <a:pt x="61" y="62"/>
                    </a:cubicBezTo>
                    <a:cubicBezTo>
                      <a:pt x="61" y="62"/>
                      <a:pt x="61" y="62"/>
                      <a:pt x="61" y="62"/>
                    </a:cubicBezTo>
                    <a:cubicBezTo>
                      <a:pt x="61" y="62"/>
                      <a:pt x="61" y="62"/>
                      <a:pt x="61" y="62"/>
                    </a:cubicBezTo>
                    <a:cubicBezTo>
                      <a:pt x="61" y="62"/>
                      <a:pt x="61" y="62"/>
                      <a:pt x="61" y="62"/>
                    </a:cubicBezTo>
                    <a:cubicBezTo>
                      <a:pt x="61" y="62"/>
                      <a:pt x="61" y="62"/>
                      <a:pt x="61" y="62"/>
                    </a:cubicBezTo>
                    <a:cubicBezTo>
                      <a:pt x="61" y="62"/>
                      <a:pt x="61" y="62"/>
                      <a:pt x="61" y="62"/>
                    </a:cubicBezTo>
                    <a:cubicBezTo>
                      <a:pt x="61" y="61"/>
                      <a:pt x="61" y="61"/>
                      <a:pt x="61" y="61"/>
                    </a:cubicBezTo>
                    <a:cubicBezTo>
                      <a:pt x="61" y="61"/>
                      <a:pt x="61" y="61"/>
                      <a:pt x="61" y="61"/>
                    </a:cubicBezTo>
                    <a:cubicBezTo>
                      <a:pt x="61" y="61"/>
                      <a:pt x="61" y="61"/>
                      <a:pt x="61" y="61"/>
                    </a:cubicBezTo>
                    <a:cubicBezTo>
                      <a:pt x="61" y="61"/>
                      <a:pt x="61" y="61"/>
                      <a:pt x="61" y="61"/>
                    </a:cubicBezTo>
                    <a:cubicBezTo>
                      <a:pt x="61" y="61"/>
                      <a:pt x="61" y="61"/>
                      <a:pt x="61" y="61"/>
                    </a:cubicBezTo>
                    <a:cubicBezTo>
                      <a:pt x="61" y="61"/>
                      <a:pt x="61" y="61"/>
                      <a:pt x="61" y="61"/>
                    </a:cubicBezTo>
                    <a:cubicBezTo>
                      <a:pt x="61" y="61"/>
                      <a:pt x="61" y="61"/>
                      <a:pt x="61" y="61"/>
                    </a:cubicBezTo>
                    <a:cubicBezTo>
                      <a:pt x="61" y="62"/>
                      <a:pt x="61" y="62"/>
                      <a:pt x="61" y="62"/>
                    </a:cubicBezTo>
                    <a:cubicBezTo>
                      <a:pt x="60" y="62"/>
                      <a:pt x="60" y="62"/>
                      <a:pt x="60" y="62"/>
                    </a:cubicBezTo>
                    <a:cubicBezTo>
                      <a:pt x="60" y="62"/>
                      <a:pt x="60" y="62"/>
                      <a:pt x="60" y="62"/>
                    </a:cubicBezTo>
                    <a:cubicBezTo>
                      <a:pt x="60" y="62"/>
                      <a:pt x="60" y="62"/>
                      <a:pt x="60" y="62"/>
                    </a:cubicBezTo>
                    <a:cubicBezTo>
                      <a:pt x="60" y="62"/>
                      <a:pt x="60" y="62"/>
                      <a:pt x="60" y="62"/>
                    </a:cubicBezTo>
                    <a:cubicBezTo>
                      <a:pt x="60" y="62"/>
                      <a:pt x="60" y="62"/>
                      <a:pt x="60" y="62"/>
                    </a:cubicBezTo>
                    <a:cubicBezTo>
                      <a:pt x="60" y="62"/>
                      <a:pt x="60" y="62"/>
                      <a:pt x="60" y="62"/>
                    </a:cubicBezTo>
                    <a:cubicBezTo>
                      <a:pt x="60" y="61"/>
                      <a:pt x="61" y="61"/>
                      <a:pt x="61" y="61"/>
                    </a:cubicBezTo>
                    <a:cubicBezTo>
                      <a:pt x="61" y="61"/>
                      <a:pt x="61" y="61"/>
                      <a:pt x="61" y="61"/>
                    </a:cubicBezTo>
                    <a:cubicBezTo>
                      <a:pt x="61" y="61"/>
                      <a:pt x="61" y="61"/>
                      <a:pt x="61" y="61"/>
                    </a:cubicBezTo>
                    <a:cubicBezTo>
                      <a:pt x="61" y="61"/>
                      <a:pt x="61" y="61"/>
                      <a:pt x="61" y="61"/>
                    </a:cubicBezTo>
                    <a:cubicBezTo>
                      <a:pt x="61" y="61"/>
                      <a:pt x="61" y="61"/>
                      <a:pt x="61" y="61"/>
                    </a:cubicBezTo>
                    <a:cubicBezTo>
                      <a:pt x="61" y="61"/>
                      <a:pt x="62" y="61"/>
                      <a:pt x="62" y="61"/>
                    </a:cubicBezTo>
                    <a:cubicBezTo>
                      <a:pt x="62" y="61"/>
                      <a:pt x="62" y="61"/>
                      <a:pt x="62" y="61"/>
                    </a:cubicBezTo>
                    <a:cubicBezTo>
                      <a:pt x="62" y="60"/>
                      <a:pt x="62" y="60"/>
                      <a:pt x="62" y="60"/>
                    </a:cubicBezTo>
                    <a:cubicBezTo>
                      <a:pt x="62" y="60"/>
                      <a:pt x="62" y="60"/>
                      <a:pt x="62" y="60"/>
                    </a:cubicBezTo>
                    <a:cubicBezTo>
                      <a:pt x="62" y="60"/>
                      <a:pt x="62" y="60"/>
                      <a:pt x="62" y="60"/>
                    </a:cubicBezTo>
                    <a:cubicBezTo>
                      <a:pt x="62" y="60"/>
                      <a:pt x="62" y="60"/>
                      <a:pt x="62" y="60"/>
                    </a:cubicBezTo>
                    <a:cubicBezTo>
                      <a:pt x="62" y="60"/>
                      <a:pt x="62" y="60"/>
                      <a:pt x="62" y="60"/>
                    </a:cubicBezTo>
                    <a:cubicBezTo>
                      <a:pt x="62" y="60"/>
                      <a:pt x="63" y="60"/>
                      <a:pt x="63" y="60"/>
                    </a:cubicBezTo>
                    <a:cubicBezTo>
                      <a:pt x="63" y="60"/>
                      <a:pt x="63" y="60"/>
                      <a:pt x="63" y="59"/>
                    </a:cubicBezTo>
                    <a:cubicBezTo>
                      <a:pt x="63" y="59"/>
                      <a:pt x="63" y="59"/>
                      <a:pt x="63" y="59"/>
                    </a:cubicBezTo>
                    <a:cubicBezTo>
                      <a:pt x="63" y="59"/>
                      <a:pt x="63" y="59"/>
                      <a:pt x="63" y="59"/>
                    </a:cubicBezTo>
                    <a:cubicBezTo>
                      <a:pt x="63" y="59"/>
                      <a:pt x="63" y="59"/>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3" y="60"/>
                      <a:pt x="63" y="60"/>
                      <a:pt x="63" y="60"/>
                    </a:cubicBezTo>
                    <a:cubicBezTo>
                      <a:pt x="64" y="60"/>
                      <a:pt x="64" y="60"/>
                      <a:pt x="64" y="60"/>
                    </a:cubicBezTo>
                    <a:cubicBezTo>
                      <a:pt x="64" y="59"/>
                      <a:pt x="64" y="59"/>
                      <a:pt x="64" y="59"/>
                    </a:cubicBezTo>
                    <a:cubicBezTo>
                      <a:pt x="64" y="59"/>
                      <a:pt x="64" y="59"/>
                      <a:pt x="64" y="59"/>
                    </a:cubicBezTo>
                    <a:cubicBezTo>
                      <a:pt x="64" y="59"/>
                      <a:pt x="64" y="59"/>
                      <a:pt x="64" y="59"/>
                    </a:cubicBezTo>
                    <a:cubicBezTo>
                      <a:pt x="64" y="59"/>
                      <a:pt x="64" y="59"/>
                      <a:pt x="64" y="59"/>
                    </a:cubicBezTo>
                    <a:cubicBezTo>
                      <a:pt x="64" y="59"/>
                      <a:pt x="64"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59"/>
                      <a:pt x="65" y="59"/>
                      <a:pt x="65" y="59"/>
                    </a:cubicBezTo>
                    <a:cubicBezTo>
                      <a:pt x="65" y="60"/>
                      <a:pt x="65" y="60"/>
                      <a:pt x="66" y="60"/>
                    </a:cubicBezTo>
                    <a:cubicBezTo>
                      <a:pt x="66" y="60"/>
                      <a:pt x="66" y="60"/>
                      <a:pt x="66" y="60"/>
                    </a:cubicBezTo>
                    <a:cubicBezTo>
                      <a:pt x="66" y="60"/>
                      <a:pt x="66" y="60"/>
                      <a:pt x="66" y="60"/>
                    </a:cubicBezTo>
                    <a:cubicBezTo>
                      <a:pt x="66" y="60"/>
                      <a:pt x="66" y="60"/>
                      <a:pt x="66" y="60"/>
                    </a:cubicBezTo>
                    <a:cubicBezTo>
                      <a:pt x="66" y="60"/>
                      <a:pt x="66" y="60"/>
                      <a:pt x="66" y="60"/>
                    </a:cubicBezTo>
                    <a:cubicBezTo>
                      <a:pt x="66" y="60"/>
                      <a:pt x="66" y="60"/>
                      <a:pt x="66" y="60"/>
                    </a:cubicBezTo>
                    <a:cubicBezTo>
                      <a:pt x="66" y="60"/>
                      <a:pt x="66" y="60"/>
                      <a:pt x="66" y="60"/>
                    </a:cubicBezTo>
                    <a:cubicBezTo>
                      <a:pt x="66" y="60"/>
                      <a:pt x="66" y="60"/>
                      <a:pt x="66" y="60"/>
                    </a:cubicBezTo>
                    <a:cubicBezTo>
                      <a:pt x="66" y="60"/>
                      <a:pt x="66" y="60"/>
                      <a:pt x="66" y="60"/>
                    </a:cubicBezTo>
                    <a:cubicBezTo>
                      <a:pt x="66" y="59"/>
                      <a:pt x="66" y="59"/>
                      <a:pt x="66" y="59"/>
                    </a:cubicBezTo>
                    <a:cubicBezTo>
                      <a:pt x="66" y="59"/>
                      <a:pt x="66" y="59"/>
                      <a:pt x="66" y="59"/>
                    </a:cubicBezTo>
                    <a:cubicBezTo>
                      <a:pt x="66" y="59"/>
                      <a:pt x="66" y="59"/>
                      <a:pt x="66" y="59"/>
                    </a:cubicBezTo>
                    <a:cubicBezTo>
                      <a:pt x="66" y="59"/>
                      <a:pt x="66" y="59"/>
                      <a:pt x="66" y="59"/>
                    </a:cubicBezTo>
                    <a:cubicBezTo>
                      <a:pt x="66" y="59"/>
                      <a:pt x="66" y="59"/>
                      <a:pt x="66" y="59"/>
                    </a:cubicBezTo>
                    <a:cubicBezTo>
                      <a:pt x="66" y="59"/>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6" y="58"/>
                      <a:pt x="66" y="58"/>
                    </a:cubicBezTo>
                    <a:cubicBezTo>
                      <a:pt x="66" y="58"/>
                      <a:pt x="65" y="58"/>
                      <a:pt x="65" y="58"/>
                    </a:cubicBezTo>
                    <a:cubicBezTo>
                      <a:pt x="65" y="58"/>
                      <a:pt x="65" y="58"/>
                      <a:pt x="65" y="58"/>
                    </a:cubicBezTo>
                    <a:cubicBezTo>
                      <a:pt x="65" y="58"/>
                      <a:pt x="65" y="58"/>
                      <a:pt x="65" y="58"/>
                    </a:cubicBezTo>
                    <a:cubicBezTo>
                      <a:pt x="65" y="58"/>
                      <a:pt x="65" y="58"/>
                      <a:pt x="65" y="58"/>
                    </a:cubicBezTo>
                    <a:cubicBezTo>
                      <a:pt x="65" y="58"/>
                      <a:pt x="65" y="58"/>
                      <a:pt x="65" y="58"/>
                    </a:cubicBezTo>
                    <a:cubicBezTo>
                      <a:pt x="65" y="58"/>
                      <a:pt x="65" y="58"/>
                      <a:pt x="65" y="58"/>
                    </a:cubicBezTo>
                    <a:cubicBezTo>
                      <a:pt x="65" y="58"/>
                      <a:pt x="65" y="58"/>
                      <a:pt x="65" y="58"/>
                    </a:cubicBezTo>
                    <a:cubicBezTo>
                      <a:pt x="65" y="58"/>
                      <a:pt x="65" y="58"/>
                      <a:pt x="65" y="58"/>
                    </a:cubicBezTo>
                    <a:cubicBezTo>
                      <a:pt x="65" y="58"/>
                      <a:pt x="65" y="58"/>
                      <a:pt x="65" y="58"/>
                    </a:cubicBezTo>
                    <a:cubicBezTo>
                      <a:pt x="65" y="58"/>
                      <a:pt x="65" y="58"/>
                      <a:pt x="65" y="58"/>
                    </a:cubicBezTo>
                    <a:cubicBezTo>
                      <a:pt x="65" y="58"/>
                      <a:pt x="65" y="58"/>
                      <a:pt x="65" y="58"/>
                    </a:cubicBezTo>
                    <a:cubicBezTo>
                      <a:pt x="65"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8"/>
                      <a:pt x="64" y="58"/>
                    </a:cubicBezTo>
                    <a:cubicBezTo>
                      <a:pt x="64" y="58"/>
                      <a:pt x="64" y="57"/>
                      <a:pt x="64" y="57"/>
                    </a:cubicBezTo>
                    <a:cubicBezTo>
                      <a:pt x="64" y="57"/>
                      <a:pt x="64"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3" y="57"/>
                      <a:pt x="63" y="57"/>
                      <a:pt x="63" y="57"/>
                    </a:cubicBezTo>
                    <a:cubicBezTo>
                      <a:pt x="64" y="57"/>
                      <a:pt x="64" y="57"/>
                      <a:pt x="64" y="57"/>
                    </a:cubicBezTo>
                    <a:cubicBezTo>
                      <a:pt x="64" y="56"/>
                      <a:pt x="64" y="56"/>
                      <a:pt x="64" y="56"/>
                    </a:cubicBezTo>
                    <a:cubicBezTo>
                      <a:pt x="64" y="56"/>
                      <a:pt x="64" y="56"/>
                      <a:pt x="64" y="56"/>
                    </a:cubicBezTo>
                    <a:cubicBezTo>
                      <a:pt x="64" y="56"/>
                      <a:pt x="64" y="56"/>
                      <a:pt x="64" y="56"/>
                    </a:cubicBezTo>
                    <a:cubicBezTo>
                      <a:pt x="64" y="56"/>
                      <a:pt x="63" y="56"/>
                      <a:pt x="63" y="56"/>
                    </a:cubicBezTo>
                    <a:cubicBezTo>
                      <a:pt x="63" y="56"/>
                      <a:pt x="63" y="57"/>
                      <a:pt x="63" y="57"/>
                    </a:cubicBezTo>
                    <a:cubicBezTo>
                      <a:pt x="63" y="57"/>
                      <a:pt x="63" y="57"/>
                      <a:pt x="63" y="57"/>
                    </a:cubicBezTo>
                    <a:cubicBezTo>
                      <a:pt x="63" y="57"/>
                      <a:pt x="62" y="57"/>
                      <a:pt x="62" y="57"/>
                    </a:cubicBezTo>
                    <a:cubicBezTo>
                      <a:pt x="62" y="57"/>
                      <a:pt x="62" y="57"/>
                      <a:pt x="62" y="57"/>
                    </a:cubicBezTo>
                    <a:cubicBezTo>
                      <a:pt x="62" y="57"/>
                      <a:pt x="62" y="57"/>
                      <a:pt x="62" y="57"/>
                    </a:cubicBezTo>
                    <a:cubicBezTo>
                      <a:pt x="62" y="57"/>
                      <a:pt x="62" y="57"/>
                      <a:pt x="62" y="57"/>
                    </a:cubicBezTo>
                    <a:cubicBezTo>
                      <a:pt x="62" y="57"/>
                      <a:pt x="62" y="57"/>
                      <a:pt x="62" y="57"/>
                    </a:cubicBezTo>
                    <a:cubicBezTo>
                      <a:pt x="62" y="57"/>
                      <a:pt x="61" y="57"/>
                      <a:pt x="61" y="57"/>
                    </a:cubicBezTo>
                    <a:cubicBezTo>
                      <a:pt x="61" y="57"/>
                      <a:pt x="61" y="57"/>
                      <a:pt x="61" y="57"/>
                    </a:cubicBezTo>
                    <a:cubicBezTo>
                      <a:pt x="61" y="57"/>
                      <a:pt x="61" y="57"/>
                      <a:pt x="60" y="57"/>
                    </a:cubicBezTo>
                    <a:cubicBezTo>
                      <a:pt x="60" y="57"/>
                      <a:pt x="60" y="57"/>
                      <a:pt x="60" y="57"/>
                    </a:cubicBezTo>
                    <a:cubicBezTo>
                      <a:pt x="60" y="57"/>
                      <a:pt x="60" y="57"/>
                      <a:pt x="60" y="57"/>
                    </a:cubicBezTo>
                    <a:cubicBezTo>
                      <a:pt x="60" y="58"/>
                      <a:pt x="60" y="58"/>
                      <a:pt x="60" y="58"/>
                    </a:cubicBezTo>
                    <a:cubicBezTo>
                      <a:pt x="60" y="58"/>
                      <a:pt x="60" y="58"/>
                      <a:pt x="60" y="58"/>
                    </a:cubicBezTo>
                    <a:cubicBezTo>
                      <a:pt x="60" y="58"/>
                      <a:pt x="60" y="58"/>
                      <a:pt x="60" y="58"/>
                    </a:cubicBezTo>
                    <a:cubicBezTo>
                      <a:pt x="60" y="58"/>
                      <a:pt x="60" y="58"/>
                      <a:pt x="60" y="58"/>
                    </a:cubicBezTo>
                    <a:cubicBezTo>
                      <a:pt x="60" y="57"/>
                      <a:pt x="60" y="57"/>
                      <a:pt x="60" y="57"/>
                    </a:cubicBezTo>
                    <a:cubicBezTo>
                      <a:pt x="60" y="57"/>
                      <a:pt x="60" y="57"/>
                      <a:pt x="60" y="57"/>
                    </a:cubicBezTo>
                    <a:cubicBezTo>
                      <a:pt x="60" y="57"/>
                      <a:pt x="60" y="57"/>
                      <a:pt x="60" y="57"/>
                    </a:cubicBezTo>
                    <a:cubicBezTo>
                      <a:pt x="60" y="57"/>
                      <a:pt x="60" y="57"/>
                      <a:pt x="60" y="57"/>
                    </a:cubicBezTo>
                    <a:cubicBezTo>
                      <a:pt x="60" y="57"/>
                      <a:pt x="60" y="57"/>
                      <a:pt x="60" y="57"/>
                    </a:cubicBezTo>
                    <a:cubicBezTo>
                      <a:pt x="60" y="57"/>
                      <a:pt x="60" y="57"/>
                      <a:pt x="60" y="57"/>
                    </a:cubicBezTo>
                    <a:cubicBezTo>
                      <a:pt x="59" y="57"/>
                      <a:pt x="59" y="57"/>
                      <a:pt x="59" y="57"/>
                    </a:cubicBezTo>
                    <a:cubicBezTo>
                      <a:pt x="59" y="57"/>
                      <a:pt x="59" y="57"/>
                      <a:pt x="59" y="57"/>
                    </a:cubicBezTo>
                    <a:cubicBezTo>
                      <a:pt x="59" y="57"/>
                      <a:pt x="59" y="57"/>
                      <a:pt x="59" y="57"/>
                    </a:cubicBezTo>
                    <a:cubicBezTo>
                      <a:pt x="59" y="57"/>
                      <a:pt x="59" y="57"/>
                      <a:pt x="59" y="57"/>
                    </a:cubicBezTo>
                    <a:cubicBezTo>
                      <a:pt x="59" y="57"/>
                      <a:pt x="59" y="57"/>
                      <a:pt x="59" y="57"/>
                    </a:cubicBezTo>
                    <a:cubicBezTo>
                      <a:pt x="59" y="57"/>
                      <a:pt x="59" y="57"/>
                      <a:pt x="59" y="57"/>
                    </a:cubicBezTo>
                    <a:cubicBezTo>
                      <a:pt x="59" y="57"/>
                      <a:pt x="60" y="57"/>
                      <a:pt x="60" y="56"/>
                    </a:cubicBezTo>
                    <a:cubicBezTo>
                      <a:pt x="60" y="56"/>
                      <a:pt x="60" y="56"/>
                      <a:pt x="60" y="56"/>
                    </a:cubicBezTo>
                    <a:cubicBezTo>
                      <a:pt x="61" y="56"/>
                      <a:pt x="61" y="56"/>
                      <a:pt x="61" y="56"/>
                    </a:cubicBezTo>
                    <a:cubicBezTo>
                      <a:pt x="61" y="56"/>
                      <a:pt x="61" y="56"/>
                      <a:pt x="61" y="56"/>
                    </a:cubicBezTo>
                    <a:cubicBezTo>
                      <a:pt x="61" y="56"/>
                      <a:pt x="61" y="56"/>
                      <a:pt x="61" y="56"/>
                    </a:cubicBezTo>
                    <a:cubicBezTo>
                      <a:pt x="61" y="56"/>
                      <a:pt x="62" y="56"/>
                      <a:pt x="62" y="56"/>
                    </a:cubicBezTo>
                    <a:cubicBezTo>
                      <a:pt x="62" y="56"/>
                      <a:pt x="62" y="56"/>
                      <a:pt x="62" y="56"/>
                    </a:cubicBezTo>
                    <a:cubicBezTo>
                      <a:pt x="62" y="56"/>
                      <a:pt x="62" y="56"/>
                      <a:pt x="62" y="56"/>
                    </a:cubicBezTo>
                    <a:cubicBezTo>
                      <a:pt x="62" y="56"/>
                      <a:pt x="62" y="56"/>
                      <a:pt x="62" y="56"/>
                    </a:cubicBezTo>
                    <a:cubicBezTo>
                      <a:pt x="62" y="55"/>
                      <a:pt x="62" y="55"/>
                      <a:pt x="62" y="55"/>
                    </a:cubicBezTo>
                    <a:cubicBezTo>
                      <a:pt x="62" y="55"/>
                      <a:pt x="62" y="55"/>
                      <a:pt x="62" y="55"/>
                    </a:cubicBezTo>
                    <a:cubicBezTo>
                      <a:pt x="62" y="55"/>
                      <a:pt x="62" y="55"/>
                      <a:pt x="62" y="55"/>
                    </a:cubicBezTo>
                    <a:cubicBezTo>
                      <a:pt x="62" y="55"/>
                      <a:pt x="62" y="55"/>
                      <a:pt x="62" y="55"/>
                    </a:cubicBezTo>
                    <a:cubicBezTo>
                      <a:pt x="62" y="55"/>
                      <a:pt x="62" y="55"/>
                      <a:pt x="62" y="55"/>
                    </a:cubicBezTo>
                    <a:cubicBezTo>
                      <a:pt x="63" y="55"/>
                      <a:pt x="63" y="55"/>
                      <a:pt x="63" y="55"/>
                    </a:cubicBezTo>
                    <a:cubicBezTo>
                      <a:pt x="63" y="55"/>
                      <a:pt x="63" y="55"/>
                      <a:pt x="63" y="55"/>
                    </a:cubicBezTo>
                    <a:cubicBezTo>
                      <a:pt x="63" y="55"/>
                      <a:pt x="63" y="55"/>
                      <a:pt x="63" y="55"/>
                    </a:cubicBezTo>
                    <a:cubicBezTo>
                      <a:pt x="63" y="55"/>
                      <a:pt x="63" y="55"/>
                      <a:pt x="63" y="55"/>
                    </a:cubicBezTo>
                    <a:cubicBezTo>
                      <a:pt x="63" y="55"/>
                      <a:pt x="63" y="55"/>
                      <a:pt x="63" y="55"/>
                    </a:cubicBezTo>
                    <a:cubicBezTo>
                      <a:pt x="63" y="55"/>
                      <a:pt x="63" y="55"/>
                      <a:pt x="63" y="55"/>
                    </a:cubicBezTo>
                    <a:cubicBezTo>
                      <a:pt x="63" y="55"/>
                      <a:pt x="63" y="55"/>
                      <a:pt x="63" y="55"/>
                    </a:cubicBezTo>
                    <a:cubicBezTo>
                      <a:pt x="63" y="55"/>
                      <a:pt x="63" y="55"/>
                      <a:pt x="63" y="55"/>
                    </a:cubicBezTo>
                    <a:cubicBezTo>
                      <a:pt x="63" y="55"/>
                      <a:pt x="63" y="55"/>
                      <a:pt x="63" y="55"/>
                    </a:cubicBezTo>
                    <a:cubicBezTo>
                      <a:pt x="63" y="55"/>
                      <a:pt x="63" y="55"/>
                      <a:pt x="63" y="55"/>
                    </a:cubicBezTo>
                    <a:cubicBezTo>
                      <a:pt x="63" y="55"/>
                      <a:pt x="63" y="55"/>
                      <a:pt x="63" y="55"/>
                    </a:cubicBezTo>
                    <a:close/>
                    <a:moveTo>
                      <a:pt x="78" y="146"/>
                    </a:moveTo>
                    <a:cubicBezTo>
                      <a:pt x="78" y="146"/>
                      <a:pt x="78" y="146"/>
                      <a:pt x="78" y="146"/>
                    </a:cubicBezTo>
                    <a:cubicBezTo>
                      <a:pt x="78" y="146"/>
                      <a:pt x="78" y="146"/>
                      <a:pt x="78" y="146"/>
                    </a:cubicBezTo>
                    <a:cubicBezTo>
                      <a:pt x="78" y="146"/>
                      <a:pt x="78" y="147"/>
                      <a:pt x="78" y="147"/>
                    </a:cubicBezTo>
                    <a:cubicBezTo>
                      <a:pt x="78" y="147"/>
                      <a:pt x="78" y="147"/>
                      <a:pt x="78" y="147"/>
                    </a:cubicBezTo>
                    <a:cubicBezTo>
                      <a:pt x="78" y="146"/>
                      <a:pt x="78" y="146"/>
                      <a:pt x="78" y="146"/>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0" name="Freeform 440"/>
              <p:cNvSpPr>
                <a:spLocks/>
              </p:cNvSpPr>
              <p:nvPr/>
            </p:nvSpPr>
            <p:spPr bwMode="auto">
              <a:xfrm>
                <a:off x="4299347" y="2528888"/>
                <a:ext cx="1191" cy="5954"/>
              </a:xfrm>
              <a:custGeom>
                <a:avLst/>
                <a:gdLst/>
                <a:ahLst/>
                <a:cxnLst>
                  <a:cxn ang="0">
                    <a:pos x="0" y="1"/>
                  </a:cxn>
                  <a:cxn ang="0">
                    <a:pos x="0" y="1"/>
                  </a:cxn>
                  <a:cxn ang="0">
                    <a:pos x="0" y="0"/>
                  </a:cxn>
                  <a:cxn ang="0">
                    <a:pos x="0" y="0"/>
                  </a:cxn>
                  <a:cxn ang="0">
                    <a:pos x="0" y="1"/>
                  </a:cxn>
                  <a:cxn ang="0">
                    <a:pos x="0" y="1"/>
                  </a:cxn>
                  <a:cxn ang="0">
                    <a:pos x="0" y="1"/>
                  </a:cxn>
                  <a:cxn ang="0">
                    <a:pos x="0" y="1"/>
                  </a:cxn>
                  <a:cxn ang="0">
                    <a:pos x="0" y="1"/>
                  </a:cxn>
                  <a:cxn ang="0">
                    <a:pos x="0" y="1"/>
                  </a:cxn>
                  <a:cxn ang="0">
                    <a:pos x="0" y="1"/>
                  </a:cxn>
                  <a:cxn ang="0">
                    <a:pos x="0" y="2"/>
                  </a:cxn>
                  <a:cxn ang="0">
                    <a:pos x="0" y="2"/>
                  </a:cxn>
                  <a:cxn ang="0">
                    <a:pos x="0" y="2"/>
                  </a:cxn>
                  <a:cxn ang="0">
                    <a:pos x="0" y="2"/>
                  </a:cxn>
                  <a:cxn ang="0">
                    <a:pos x="0" y="2"/>
                  </a:cxn>
                  <a:cxn ang="0">
                    <a:pos x="0" y="2"/>
                  </a:cxn>
                  <a:cxn ang="0">
                    <a:pos x="0" y="2"/>
                  </a:cxn>
                  <a:cxn ang="0">
                    <a:pos x="0" y="2"/>
                  </a:cxn>
                  <a:cxn ang="0">
                    <a:pos x="0" y="1"/>
                  </a:cxn>
                  <a:cxn ang="0">
                    <a:pos x="0" y="1"/>
                  </a:cxn>
                </a:cxnLst>
                <a:rect l="0" t="0" r="r" b="b"/>
                <a:pathLst>
                  <a:path h="2">
                    <a:moveTo>
                      <a:pt x="0" y="1"/>
                    </a:moveTo>
                    <a:cubicBezTo>
                      <a:pt x="0" y="1"/>
                      <a:pt x="0" y="1"/>
                      <a:pt x="0" y="1"/>
                    </a:cubicBezTo>
                    <a:cubicBezTo>
                      <a:pt x="0" y="1"/>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1" name="Freeform 441"/>
              <p:cNvSpPr>
                <a:spLocks/>
              </p:cNvSpPr>
              <p:nvPr/>
            </p:nvSpPr>
            <p:spPr bwMode="auto">
              <a:xfrm>
                <a:off x="4266010" y="2540795"/>
                <a:ext cx="35719" cy="19050"/>
              </a:xfrm>
              <a:custGeom>
                <a:avLst/>
                <a:gdLst/>
                <a:ahLst/>
                <a:cxnLst>
                  <a:cxn ang="0">
                    <a:pos x="10" y="6"/>
                  </a:cxn>
                  <a:cxn ang="0">
                    <a:pos x="10" y="6"/>
                  </a:cxn>
                  <a:cxn ang="0">
                    <a:pos x="10" y="6"/>
                  </a:cxn>
                  <a:cxn ang="0">
                    <a:pos x="10" y="6"/>
                  </a:cxn>
                  <a:cxn ang="0">
                    <a:pos x="11" y="6"/>
                  </a:cxn>
                  <a:cxn ang="0">
                    <a:pos x="11" y="6"/>
                  </a:cxn>
                  <a:cxn ang="0">
                    <a:pos x="12" y="6"/>
                  </a:cxn>
                  <a:cxn ang="0">
                    <a:pos x="12" y="6"/>
                  </a:cxn>
                  <a:cxn ang="0">
                    <a:pos x="13" y="6"/>
                  </a:cxn>
                  <a:cxn ang="0">
                    <a:pos x="12" y="5"/>
                  </a:cxn>
                  <a:cxn ang="0">
                    <a:pos x="11" y="5"/>
                  </a:cxn>
                  <a:cxn ang="0">
                    <a:pos x="10" y="4"/>
                  </a:cxn>
                  <a:cxn ang="0">
                    <a:pos x="10" y="4"/>
                  </a:cxn>
                  <a:cxn ang="0">
                    <a:pos x="10" y="4"/>
                  </a:cxn>
                  <a:cxn ang="0">
                    <a:pos x="10" y="3"/>
                  </a:cxn>
                  <a:cxn ang="0">
                    <a:pos x="9" y="3"/>
                  </a:cxn>
                  <a:cxn ang="0">
                    <a:pos x="9" y="3"/>
                  </a:cxn>
                  <a:cxn ang="0">
                    <a:pos x="9" y="3"/>
                  </a:cxn>
                  <a:cxn ang="0">
                    <a:pos x="9" y="3"/>
                  </a:cxn>
                  <a:cxn ang="0">
                    <a:pos x="8" y="2"/>
                  </a:cxn>
                  <a:cxn ang="0">
                    <a:pos x="7" y="1"/>
                  </a:cxn>
                  <a:cxn ang="0">
                    <a:pos x="7" y="1"/>
                  </a:cxn>
                  <a:cxn ang="0">
                    <a:pos x="6" y="1"/>
                  </a:cxn>
                  <a:cxn ang="0">
                    <a:pos x="6" y="0"/>
                  </a:cxn>
                  <a:cxn ang="0">
                    <a:pos x="5" y="0"/>
                  </a:cxn>
                  <a:cxn ang="0">
                    <a:pos x="5" y="0"/>
                  </a:cxn>
                  <a:cxn ang="0">
                    <a:pos x="5" y="0"/>
                  </a:cxn>
                  <a:cxn ang="0">
                    <a:pos x="4" y="0"/>
                  </a:cxn>
                  <a:cxn ang="0">
                    <a:pos x="3" y="0"/>
                  </a:cxn>
                  <a:cxn ang="0">
                    <a:pos x="3" y="0"/>
                  </a:cxn>
                  <a:cxn ang="0">
                    <a:pos x="1" y="1"/>
                  </a:cxn>
                  <a:cxn ang="0">
                    <a:pos x="1" y="2"/>
                  </a:cxn>
                  <a:cxn ang="0">
                    <a:pos x="1" y="2"/>
                  </a:cxn>
                  <a:cxn ang="0">
                    <a:pos x="0" y="2"/>
                  </a:cxn>
                  <a:cxn ang="0">
                    <a:pos x="0" y="2"/>
                  </a:cxn>
                  <a:cxn ang="0">
                    <a:pos x="0" y="2"/>
                  </a:cxn>
                  <a:cxn ang="0">
                    <a:pos x="1" y="3"/>
                  </a:cxn>
                  <a:cxn ang="0">
                    <a:pos x="1" y="2"/>
                  </a:cxn>
                  <a:cxn ang="0">
                    <a:pos x="1" y="2"/>
                  </a:cxn>
                  <a:cxn ang="0">
                    <a:pos x="3" y="1"/>
                  </a:cxn>
                  <a:cxn ang="0">
                    <a:pos x="3" y="1"/>
                  </a:cxn>
                  <a:cxn ang="0">
                    <a:pos x="4" y="1"/>
                  </a:cxn>
                  <a:cxn ang="0">
                    <a:pos x="4" y="1"/>
                  </a:cxn>
                  <a:cxn ang="0">
                    <a:pos x="4" y="1"/>
                  </a:cxn>
                  <a:cxn ang="0">
                    <a:pos x="4" y="2"/>
                  </a:cxn>
                  <a:cxn ang="0">
                    <a:pos x="4" y="2"/>
                  </a:cxn>
                  <a:cxn ang="0">
                    <a:pos x="5" y="2"/>
                  </a:cxn>
                  <a:cxn ang="0">
                    <a:pos x="5" y="2"/>
                  </a:cxn>
                  <a:cxn ang="0">
                    <a:pos x="6" y="2"/>
                  </a:cxn>
                  <a:cxn ang="0">
                    <a:pos x="6" y="3"/>
                  </a:cxn>
                  <a:cxn ang="0">
                    <a:pos x="6" y="3"/>
                  </a:cxn>
                  <a:cxn ang="0">
                    <a:pos x="7" y="3"/>
                  </a:cxn>
                  <a:cxn ang="0">
                    <a:pos x="7" y="3"/>
                  </a:cxn>
                  <a:cxn ang="0">
                    <a:pos x="7" y="3"/>
                  </a:cxn>
                  <a:cxn ang="0">
                    <a:pos x="8" y="4"/>
                  </a:cxn>
                  <a:cxn ang="0">
                    <a:pos x="8" y="5"/>
                  </a:cxn>
                  <a:cxn ang="0">
                    <a:pos x="9" y="6"/>
                  </a:cxn>
                  <a:cxn ang="0">
                    <a:pos x="9" y="6"/>
                  </a:cxn>
                  <a:cxn ang="0">
                    <a:pos x="8" y="6"/>
                  </a:cxn>
                  <a:cxn ang="0">
                    <a:pos x="8" y="6"/>
                  </a:cxn>
                  <a:cxn ang="0">
                    <a:pos x="9" y="6"/>
                  </a:cxn>
                  <a:cxn ang="0">
                    <a:pos x="9" y="6"/>
                  </a:cxn>
                </a:cxnLst>
                <a:rect l="0" t="0" r="r" b="b"/>
                <a:pathLst>
                  <a:path w="13" h="7">
                    <a:moveTo>
                      <a:pt x="9" y="6"/>
                    </a:moveTo>
                    <a:cubicBezTo>
                      <a:pt x="9" y="6"/>
                      <a:pt x="9" y="6"/>
                      <a:pt x="9" y="6"/>
                    </a:cubicBezTo>
                    <a:cubicBezTo>
                      <a:pt x="9" y="6"/>
                      <a:pt x="9" y="6"/>
                      <a:pt x="9"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0" y="6"/>
                      <a:pt x="10" y="6"/>
                      <a:pt x="10" y="6"/>
                    </a:cubicBezTo>
                    <a:cubicBezTo>
                      <a:pt x="11" y="6"/>
                      <a:pt x="11" y="6"/>
                      <a:pt x="11" y="6"/>
                    </a:cubicBezTo>
                    <a:cubicBezTo>
                      <a:pt x="11" y="6"/>
                      <a:pt x="11" y="6"/>
                      <a:pt x="11" y="6"/>
                    </a:cubicBezTo>
                    <a:cubicBezTo>
                      <a:pt x="11" y="6"/>
                      <a:pt x="11" y="6"/>
                      <a:pt x="11" y="6"/>
                    </a:cubicBezTo>
                    <a:cubicBezTo>
                      <a:pt x="11" y="6"/>
                      <a:pt x="11" y="6"/>
                      <a:pt x="11" y="6"/>
                    </a:cubicBezTo>
                    <a:cubicBezTo>
                      <a:pt x="11" y="6"/>
                      <a:pt x="11" y="7"/>
                      <a:pt x="11" y="7"/>
                    </a:cubicBezTo>
                    <a:cubicBezTo>
                      <a:pt x="11" y="7"/>
                      <a:pt x="11" y="7"/>
                      <a:pt x="11" y="7"/>
                    </a:cubicBezTo>
                    <a:cubicBezTo>
                      <a:pt x="11" y="7"/>
                      <a:pt x="11" y="6"/>
                      <a:pt x="11" y="6"/>
                    </a:cubicBezTo>
                    <a:cubicBezTo>
                      <a:pt x="11" y="6"/>
                      <a:pt x="11" y="6"/>
                      <a:pt x="11" y="6"/>
                    </a:cubicBezTo>
                    <a:cubicBezTo>
                      <a:pt x="11" y="6"/>
                      <a:pt x="11" y="6"/>
                      <a:pt x="11" y="6"/>
                    </a:cubicBezTo>
                    <a:cubicBezTo>
                      <a:pt x="11" y="6"/>
                      <a:pt x="11" y="6"/>
                      <a:pt x="11" y="6"/>
                    </a:cubicBezTo>
                    <a:cubicBezTo>
                      <a:pt x="11" y="6"/>
                      <a:pt x="11" y="7"/>
                      <a:pt x="12" y="7"/>
                    </a:cubicBezTo>
                    <a:cubicBezTo>
                      <a:pt x="12" y="7"/>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2" y="6"/>
                      <a:pt x="12" y="6"/>
                      <a:pt x="12" y="6"/>
                    </a:cubicBezTo>
                    <a:cubicBezTo>
                      <a:pt x="13" y="6"/>
                      <a:pt x="13" y="6"/>
                      <a:pt x="13" y="6"/>
                    </a:cubicBezTo>
                    <a:cubicBezTo>
                      <a:pt x="13" y="6"/>
                      <a:pt x="13" y="6"/>
                      <a:pt x="13" y="6"/>
                    </a:cubicBezTo>
                    <a:cubicBezTo>
                      <a:pt x="13" y="6"/>
                      <a:pt x="12" y="6"/>
                      <a:pt x="12" y="6"/>
                    </a:cubicBezTo>
                    <a:cubicBezTo>
                      <a:pt x="12" y="6"/>
                      <a:pt x="12" y="6"/>
                      <a:pt x="12" y="6"/>
                    </a:cubicBezTo>
                    <a:cubicBezTo>
                      <a:pt x="12" y="6"/>
                      <a:pt x="12" y="5"/>
                      <a:pt x="12" y="5"/>
                    </a:cubicBezTo>
                    <a:cubicBezTo>
                      <a:pt x="12" y="5"/>
                      <a:pt x="12" y="5"/>
                      <a:pt x="12" y="5"/>
                    </a:cubicBezTo>
                    <a:cubicBezTo>
                      <a:pt x="12" y="5"/>
                      <a:pt x="12" y="5"/>
                      <a:pt x="11" y="5"/>
                    </a:cubicBezTo>
                    <a:cubicBezTo>
                      <a:pt x="11" y="5"/>
                      <a:pt x="11" y="5"/>
                      <a:pt x="11" y="5"/>
                    </a:cubicBezTo>
                    <a:cubicBezTo>
                      <a:pt x="11" y="5"/>
                      <a:pt x="11" y="5"/>
                      <a:pt x="11" y="5"/>
                    </a:cubicBezTo>
                    <a:cubicBezTo>
                      <a:pt x="11" y="5"/>
                      <a:pt x="11" y="5"/>
                      <a:pt x="11" y="4"/>
                    </a:cubicBezTo>
                    <a:cubicBezTo>
                      <a:pt x="11" y="4"/>
                      <a:pt x="11" y="4"/>
                      <a:pt x="11"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4"/>
                      <a:pt x="10" y="4"/>
                      <a:pt x="10" y="4"/>
                    </a:cubicBezTo>
                    <a:cubicBezTo>
                      <a:pt x="10" y="3"/>
                      <a:pt x="10" y="3"/>
                      <a:pt x="10" y="3"/>
                    </a:cubicBezTo>
                    <a:cubicBezTo>
                      <a:pt x="9" y="3"/>
                      <a:pt x="9" y="4"/>
                      <a:pt x="9" y="4"/>
                    </a:cubicBezTo>
                    <a:cubicBezTo>
                      <a:pt x="9" y="4"/>
                      <a:pt x="9" y="4"/>
                      <a:pt x="9" y="4"/>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2"/>
                      <a:pt x="8" y="2"/>
                      <a:pt x="8" y="2"/>
                    </a:cubicBezTo>
                    <a:cubicBezTo>
                      <a:pt x="8" y="2"/>
                      <a:pt x="8" y="2"/>
                      <a:pt x="8" y="2"/>
                    </a:cubicBezTo>
                    <a:cubicBezTo>
                      <a:pt x="8" y="2"/>
                      <a:pt x="8" y="2"/>
                      <a:pt x="8" y="2"/>
                    </a:cubicBezTo>
                    <a:cubicBezTo>
                      <a:pt x="7" y="2"/>
                      <a:pt x="7" y="2"/>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0"/>
                    </a:cubicBezTo>
                    <a:cubicBezTo>
                      <a:pt x="6" y="0"/>
                      <a:pt x="6" y="0"/>
                      <a:pt x="6" y="0"/>
                    </a:cubicBezTo>
                    <a:cubicBezTo>
                      <a:pt x="6" y="0"/>
                      <a:pt x="6"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2" y="0"/>
                      <a:pt x="2" y="1"/>
                      <a:pt x="2" y="1"/>
                    </a:cubicBezTo>
                    <a:cubicBezTo>
                      <a:pt x="2" y="1"/>
                      <a:pt x="2" y="1"/>
                      <a:pt x="2" y="1"/>
                    </a:cubicBezTo>
                    <a:cubicBezTo>
                      <a:pt x="2" y="1"/>
                      <a:pt x="2" y="1"/>
                      <a:pt x="2" y="1"/>
                    </a:cubicBezTo>
                    <a:cubicBezTo>
                      <a:pt x="2" y="1"/>
                      <a:pt x="2" y="1"/>
                      <a:pt x="1"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3"/>
                      <a:pt x="1" y="3"/>
                      <a:pt x="1" y="3"/>
                    </a:cubicBezTo>
                    <a:cubicBezTo>
                      <a:pt x="1" y="3"/>
                      <a:pt x="1" y="3"/>
                      <a:pt x="1" y="3"/>
                    </a:cubicBezTo>
                    <a:cubicBezTo>
                      <a:pt x="1" y="3"/>
                      <a:pt x="1" y="3"/>
                      <a:pt x="1" y="3"/>
                    </a:cubicBezTo>
                    <a:cubicBezTo>
                      <a:pt x="1" y="3"/>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3"/>
                      <a:pt x="5" y="3"/>
                      <a:pt x="5" y="3"/>
                    </a:cubicBezTo>
                    <a:cubicBezTo>
                      <a:pt x="5" y="3"/>
                      <a:pt x="5" y="3"/>
                      <a:pt x="5" y="3"/>
                    </a:cubicBezTo>
                    <a:cubicBezTo>
                      <a:pt x="5" y="3"/>
                      <a:pt x="5" y="2"/>
                      <a:pt x="6" y="2"/>
                    </a:cubicBezTo>
                    <a:cubicBezTo>
                      <a:pt x="6" y="2"/>
                      <a:pt x="6" y="2"/>
                      <a:pt x="6" y="2"/>
                    </a:cubicBezTo>
                    <a:cubicBezTo>
                      <a:pt x="6" y="2"/>
                      <a:pt x="6" y="2"/>
                      <a:pt x="6" y="2"/>
                    </a:cubicBezTo>
                    <a:cubicBezTo>
                      <a:pt x="6" y="2"/>
                      <a:pt x="6" y="2"/>
                      <a:pt x="6" y="2"/>
                    </a:cubicBezTo>
                    <a:cubicBezTo>
                      <a:pt x="6" y="2"/>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4"/>
                      <a:pt x="7" y="4"/>
                      <a:pt x="7" y="4"/>
                    </a:cubicBezTo>
                    <a:cubicBezTo>
                      <a:pt x="7" y="4"/>
                      <a:pt x="7" y="4"/>
                      <a:pt x="8" y="4"/>
                    </a:cubicBezTo>
                    <a:cubicBezTo>
                      <a:pt x="8" y="4"/>
                      <a:pt x="8" y="4"/>
                      <a:pt x="8" y="4"/>
                    </a:cubicBezTo>
                    <a:cubicBezTo>
                      <a:pt x="7" y="4"/>
                      <a:pt x="7" y="4"/>
                      <a:pt x="7" y="4"/>
                    </a:cubicBezTo>
                    <a:cubicBezTo>
                      <a:pt x="8" y="5"/>
                      <a:pt x="8" y="5"/>
                      <a:pt x="8" y="5"/>
                    </a:cubicBezTo>
                    <a:cubicBezTo>
                      <a:pt x="8" y="5"/>
                      <a:pt x="8" y="5"/>
                      <a:pt x="8" y="5"/>
                    </a:cubicBezTo>
                    <a:cubicBezTo>
                      <a:pt x="9" y="5"/>
                      <a:pt x="9" y="5"/>
                      <a:pt x="9" y="5"/>
                    </a:cubicBezTo>
                    <a:cubicBezTo>
                      <a:pt x="9" y="5"/>
                      <a:pt x="9" y="5"/>
                      <a:pt x="9" y="5"/>
                    </a:cubicBezTo>
                    <a:cubicBezTo>
                      <a:pt x="9" y="5"/>
                      <a:pt x="9" y="5"/>
                      <a:pt x="9" y="5"/>
                    </a:cubicBezTo>
                    <a:cubicBezTo>
                      <a:pt x="9" y="5"/>
                      <a:pt x="9" y="5"/>
                      <a:pt x="9" y="6"/>
                    </a:cubicBezTo>
                    <a:cubicBezTo>
                      <a:pt x="9" y="6"/>
                      <a:pt x="9" y="6"/>
                      <a:pt x="9" y="6"/>
                    </a:cubicBezTo>
                    <a:cubicBezTo>
                      <a:pt x="9" y="6"/>
                      <a:pt x="9" y="6"/>
                      <a:pt x="9" y="6"/>
                    </a:cubicBezTo>
                    <a:cubicBezTo>
                      <a:pt x="9" y="6"/>
                      <a:pt x="9" y="6"/>
                      <a:pt x="9" y="6"/>
                    </a:cubicBezTo>
                    <a:cubicBezTo>
                      <a:pt x="9" y="6"/>
                      <a:pt x="9" y="6"/>
                      <a:pt x="9" y="6"/>
                    </a:cubicBezTo>
                    <a:cubicBezTo>
                      <a:pt x="9" y="6"/>
                      <a:pt x="8" y="6"/>
                      <a:pt x="8" y="6"/>
                    </a:cubicBezTo>
                    <a:cubicBezTo>
                      <a:pt x="8" y="6"/>
                      <a:pt x="8" y="6"/>
                      <a:pt x="8" y="6"/>
                    </a:cubicBezTo>
                    <a:cubicBezTo>
                      <a:pt x="8" y="6"/>
                      <a:pt x="8" y="6"/>
                      <a:pt x="8" y="6"/>
                    </a:cubicBezTo>
                    <a:cubicBezTo>
                      <a:pt x="8" y="6"/>
                      <a:pt x="8" y="6"/>
                      <a:pt x="8" y="6"/>
                    </a:cubicBezTo>
                    <a:cubicBezTo>
                      <a:pt x="8" y="6"/>
                      <a:pt x="8" y="6"/>
                      <a:pt x="8" y="7"/>
                    </a:cubicBezTo>
                    <a:cubicBezTo>
                      <a:pt x="8" y="7"/>
                      <a:pt x="8" y="7"/>
                      <a:pt x="8" y="7"/>
                    </a:cubicBezTo>
                    <a:cubicBezTo>
                      <a:pt x="8" y="7"/>
                      <a:pt x="8" y="7"/>
                      <a:pt x="8" y="7"/>
                    </a:cubicBezTo>
                    <a:cubicBezTo>
                      <a:pt x="8" y="7"/>
                      <a:pt x="8" y="7"/>
                      <a:pt x="8" y="6"/>
                    </a:cubicBezTo>
                    <a:cubicBezTo>
                      <a:pt x="8" y="6"/>
                      <a:pt x="8" y="6"/>
                      <a:pt x="8" y="6"/>
                    </a:cubicBezTo>
                    <a:cubicBezTo>
                      <a:pt x="8" y="6"/>
                      <a:pt x="8" y="6"/>
                      <a:pt x="8" y="6"/>
                    </a:cubicBezTo>
                    <a:cubicBezTo>
                      <a:pt x="8" y="6"/>
                      <a:pt x="8" y="6"/>
                      <a:pt x="8" y="6"/>
                    </a:cubicBezTo>
                    <a:cubicBezTo>
                      <a:pt x="8" y="6"/>
                      <a:pt x="8"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2" name="Freeform 442"/>
              <p:cNvSpPr>
                <a:spLocks/>
              </p:cNvSpPr>
              <p:nvPr/>
            </p:nvSpPr>
            <p:spPr bwMode="auto">
              <a:xfrm>
                <a:off x="4270773" y="2545558"/>
                <a:ext cx="3572" cy="3572"/>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0" y="0"/>
                  </a:cxn>
                  <a:cxn ang="0">
                    <a:pos x="0" y="0"/>
                  </a:cxn>
                  <a:cxn ang="0">
                    <a:pos x="0" y="0"/>
                  </a:cxn>
                  <a:cxn ang="0">
                    <a:pos x="0" y="1"/>
                  </a:cxn>
                  <a:cxn ang="0">
                    <a:pos x="0" y="1"/>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3" name="Freeform 443"/>
              <p:cNvSpPr>
                <a:spLocks/>
              </p:cNvSpPr>
              <p:nvPr/>
            </p:nvSpPr>
            <p:spPr bwMode="auto">
              <a:xfrm>
                <a:off x="4293395" y="2537224"/>
                <a:ext cx="1191" cy="35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4" name="Freeform 444"/>
              <p:cNvSpPr>
                <a:spLocks/>
              </p:cNvSpPr>
              <p:nvPr/>
            </p:nvSpPr>
            <p:spPr bwMode="auto">
              <a:xfrm>
                <a:off x="4293395" y="2524126"/>
                <a:ext cx="3572" cy="2381"/>
              </a:xfrm>
              <a:custGeom>
                <a:avLst/>
                <a:gdLst/>
                <a:ahLst/>
                <a:cxnLst>
                  <a:cxn ang="0">
                    <a:pos x="1" y="1"/>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1" y="1"/>
                  </a:cxn>
                  <a:cxn ang="0">
                    <a:pos x="1" y="1"/>
                  </a:cxn>
                </a:cxnLst>
                <a:rect l="0" t="0" r="r" b="b"/>
                <a:pathLst>
                  <a:path w="1" h="1">
                    <a:moveTo>
                      <a:pt x="1" y="1"/>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5" name="Freeform 445"/>
              <p:cNvSpPr>
                <a:spLocks/>
              </p:cNvSpPr>
              <p:nvPr/>
            </p:nvSpPr>
            <p:spPr bwMode="auto">
              <a:xfrm>
                <a:off x="4299348" y="2534842"/>
                <a:ext cx="2381" cy="2381"/>
              </a:xfrm>
              <a:custGeom>
                <a:avLst/>
                <a:gdLst/>
                <a:ahLst/>
                <a:cxnLst>
                  <a:cxn ang="0">
                    <a:pos x="0" y="1"/>
                  </a:cxn>
                  <a:cxn ang="0">
                    <a:pos x="0" y="1"/>
                  </a:cxn>
                  <a:cxn ang="0">
                    <a:pos x="0" y="1"/>
                  </a:cxn>
                  <a:cxn ang="0">
                    <a:pos x="0" y="1"/>
                  </a:cxn>
                  <a:cxn ang="0">
                    <a:pos x="1" y="1"/>
                  </a:cxn>
                  <a:cxn ang="0">
                    <a:pos x="1" y="1"/>
                  </a:cxn>
                  <a:cxn ang="0">
                    <a:pos x="1" y="1"/>
                  </a:cxn>
                  <a:cxn ang="0">
                    <a:pos x="1" y="0"/>
                  </a:cxn>
                  <a:cxn ang="0">
                    <a:pos x="1" y="0"/>
                  </a:cxn>
                  <a:cxn ang="0">
                    <a:pos x="1" y="0"/>
                  </a:cxn>
                  <a:cxn ang="0">
                    <a:pos x="1" y="0"/>
                  </a:cxn>
                  <a:cxn ang="0">
                    <a:pos x="1" y="1"/>
                  </a:cxn>
                  <a:cxn ang="0">
                    <a:pos x="1" y="1"/>
                  </a:cxn>
                  <a:cxn ang="0">
                    <a:pos x="1" y="1"/>
                  </a:cxn>
                  <a:cxn ang="0">
                    <a:pos x="1" y="1"/>
                  </a:cxn>
                  <a:cxn ang="0">
                    <a:pos x="1"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6" name="Freeform 446"/>
              <p:cNvSpPr>
                <a:spLocks/>
              </p:cNvSpPr>
              <p:nvPr/>
            </p:nvSpPr>
            <p:spPr bwMode="auto">
              <a:xfrm>
                <a:off x="4291014" y="2532460"/>
                <a:ext cx="2381" cy="4763"/>
              </a:xfrm>
              <a:custGeom>
                <a:avLst/>
                <a:gdLst/>
                <a:ahLst/>
                <a:cxnLst>
                  <a:cxn ang="0">
                    <a:pos x="1" y="1"/>
                  </a:cxn>
                  <a:cxn ang="0">
                    <a:pos x="1" y="1"/>
                  </a:cxn>
                  <a:cxn ang="0">
                    <a:pos x="1" y="1"/>
                  </a:cxn>
                  <a:cxn ang="0">
                    <a:pos x="1" y="1"/>
                  </a:cxn>
                  <a:cxn ang="0">
                    <a:pos x="0" y="1"/>
                  </a:cxn>
                  <a:cxn ang="0">
                    <a:pos x="1" y="1"/>
                  </a:cxn>
                  <a:cxn ang="0">
                    <a:pos x="1" y="1"/>
                  </a:cxn>
                  <a:cxn ang="0">
                    <a:pos x="1" y="1"/>
                  </a:cxn>
                  <a:cxn ang="0">
                    <a:pos x="1" y="1"/>
                  </a:cxn>
                  <a:cxn ang="0">
                    <a:pos x="1" y="1"/>
                  </a:cxn>
                  <a:cxn ang="0">
                    <a:pos x="1" y="2"/>
                  </a:cxn>
                  <a:cxn ang="0">
                    <a:pos x="1" y="2"/>
                  </a:cxn>
                  <a:cxn ang="0">
                    <a:pos x="1" y="1"/>
                  </a:cxn>
                  <a:cxn ang="0">
                    <a:pos x="1" y="1"/>
                  </a:cxn>
                  <a:cxn ang="0">
                    <a:pos x="1" y="1"/>
                  </a:cxn>
                  <a:cxn ang="0">
                    <a:pos x="1" y="1"/>
                  </a:cxn>
                  <a:cxn ang="0">
                    <a:pos x="1" y="0"/>
                  </a:cxn>
                  <a:cxn ang="0">
                    <a:pos x="1" y="0"/>
                  </a:cxn>
                  <a:cxn ang="0">
                    <a:pos x="1" y="0"/>
                  </a:cxn>
                  <a:cxn ang="0">
                    <a:pos x="1" y="1"/>
                  </a:cxn>
                </a:cxnLst>
                <a:rect l="0" t="0" r="r" b="b"/>
                <a:pathLst>
                  <a:path w="1" h="2">
                    <a:moveTo>
                      <a:pt x="1" y="1"/>
                    </a:moveTo>
                    <a:cubicBezTo>
                      <a:pt x="1" y="1"/>
                      <a:pt x="1" y="1"/>
                      <a:pt x="1" y="1"/>
                    </a:cubicBezTo>
                    <a:cubicBezTo>
                      <a:pt x="1" y="1"/>
                      <a:pt x="1" y="1"/>
                      <a:pt x="1" y="1"/>
                    </a:cubicBezTo>
                    <a:cubicBezTo>
                      <a:pt x="1" y="1"/>
                      <a:pt x="1" y="1"/>
                      <a:pt x="1" y="1"/>
                    </a:cubicBezTo>
                    <a:cubicBezTo>
                      <a:pt x="1"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2"/>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7" name="Freeform 447"/>
              <p:cNvSpPr>
                <a:spLocks/>
              </p:cNvSpPr>
              <p:nvPr/>
            </p:nvSpPr>
            <p:spPr bwMode="auto">
              <a:xfrm>
                <a:off x="4296967" y="2524126"/>
                <a:ext cx="2381" cy="4763"/>
              </a:xfrm>
              <a:custGeom>
                <a:avLst/>
                <a:gdLst/>
                <a:ahLst/>
                <a:cxnLst>
                  <a:cxn ang="0">
                    <a:pos x="1" y="1"/>
                  </a:cxn>
                  <a:cxn ang="0">
                    <a:pos x="1" y="2"/>
                  </a:cxn>
                  <a:cxn ang="0">
                    <a:pos x="1" y="2"/>
                  </a:cxn>
                  <a:cxn ang="0">
                    <a:pos x="1" y="2"/>
                  </a:cxn>
                  <a:cxn ang="0">
                    <a:pos x="0" y="2"/>
                  </a:cxn>
                  <a:cxn ang="0">
                    <a:pos x="1" y="2"/>
                  </a:cxn>
                  <a:cxn ang="0">
                    <a:pos x="1" y="2"/>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Lst>
                <a:rect l="0" t="0" r="r" b="b"/>
                <a:pathLst>
                  <a:path w="1" h="2">
                    <a:moveTo>
                      <a:pt x="1" y="1"/>
                    </a:moveTo>
                    <a:cubicBezTo>
                      <a:pt x="1" y="1"/>
                      <a:pt x="1" y="2"/>
                      <a:pt x="1" y="2"/>
                    </a:cubicBezTo>
                    <a:cubicBezTo>
                      <a:pt x="1" y="2"/>
                      <a:pt x="1" y="2"/>
                      <a:pt x="1" y="2"/>
                    </a:cubicBezTo>
                    <a:cubicBezTo>
                      <a:pt x="1" y="2"/>
                      <a:pt x="1" y="2"/>
                      <a:pt x="1"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8" name="Freeform 448"/>
              <p:cNvSpPr>
                <a:spLocks/>
              </p:cNvSpPr>
              <p:nvPr/>
            </p:nvSpPr>
            <p:spPr bwMode="auto">
              <a:xfrm>
                <a:off x="4299348" y="2540794"/>
                <a:ext cx="2381" cy="4763"/>
              </a:xfrm>
              <a:custGeom>
                <a:avLst/>
                <a:gdLst/>
                <a:ahLst/>
                <a:cxnLst>
                  <a:cxn ang="0">
                    <a:pos x="1" y="1"/>
                  </a:cxn>
                  <a:cxn ang="0">
                    <a:pos x="0" y="1"/>
                  </a:cxn>
                  <a:cxn ang="0">
                    <a:pos x="1" y="1"/>
                  </a:cxn>
                  <a:cxn ang="0">
                    <a:pos x="1" y="1"/>
                  </a:cxn>
                  <a:cxn ang="0">
                    <a:pos x="1" y="1"/>
                  </a:cxn>
                  <a:cxn ang="0">
                    <a:pos x="1" y="2"/>
                  </a:cxn>
                  <a:cxn ang="0">
                    <a:pos x="1" y="2"/>
                  </a:cxn>
                  <a:cxn ang="0">
                    <a:pos x="1" y="2"/>
                  </a:cxn>
                  <a:cxn ang="0">
                    <a:pos x="1" y="1"/>
                  </a:cxn>
                  <a:cxn ang="0">
                    <a:pos x="1" y="1"/>
                  </a:cxn>
                  <a:cxn ang="0">
                    <a:pos x="1" y="1"/>
                  </a:cxn>
                  <a:cxn ang="0">
                    <a:pos x="1" y="1"/>
                  </a:cxn>
                  <a:cxn ang="0">
                    <a:pos x="1" y="0"/>
                  </a:cxn>
                  <a:cxn ang="0">
                    <a:pos x="1" y="0"/>
                  </a:cxn>
                  <a:cxn ang="0">
                    <a:pos x="1" y="0"/>
                  </a:cxn>
                  <a:cxn ang="0">
                    <a:pos x="1" y="0"/>
                  </a:cxn>
                  <a:cxn ang="0">
                    <a:pos x="1" y="0"/>
                  </a:cxn>
                  <a:cxn ang="0">
                    <a:pos x="1" y="1"/>
                  </a:cxn>
                  <a:cxn ang="0">
                    <a:pos x="1" y="1"/>
                  </a:cxn>
                </a:cxnLst>
                <a:rect l="0" t="0" r="r" b="b"/>
                <a:pathLst>
                  <a:path w="1" h="2">
                    <a:moveTo>
                      <a:pt x="1" y="1"/>
                    </a:moveTo>
                    <a:cubicBezTo>
                      <a:pt x="1" y="1"/>
                      <a:pt x="0" y="1"/>
                      <a:pt x="0" y="1"/>
                    </a:cubicBezTo>
                    <a:cubicBezTo>
                      <a:pt x="0"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69" name="Freeform 449"/>
              <p:cNvSpPr>
                <a:spLocks/>
              </p:cNvSpPr>
              <p:nvPr/>
            </p:nvSpPr>
            <p:spPr bwMode="auto">
              <a:xfrm>
                <a:off x="4285060" y="2565799"/>
                <a:ext cx="5954" cy="2381"/>
              </a:xfrm>
              <a:custGeom>
                <a:avLst/>
                <a:gdLst/>
                <a:ahLst/>
                <a:cxnLst>
                  <a:cxn ang="0">
                    <a:pos x="1" y="1"/>
                  </a:cxn>
                  <a:cxn ang="0">
                    <a:pos x="1" y="1"/>
                  </a:cxn>
                  <a:cxn ang="0">
                    <a:pos x="1" y="1"/>
                  </a:cxn>
                  <a:cxn ang="0">
                    <a:pos x="2" y="1"/>
                  </a:cxn>
                  <a:cxn ang="0">
                    <a:pos x="2" y="1"/>
                  </a:cxn>
                  <a:cxn ang="0">
                    <a:pos x="2" y="1"/>
                  </a:cxn>
                  <a:cxn ang="0">
                    <a:pos x="2" y="1"/>
                  </a:cxn>
                  <a:cxn ang="0">
                    <a:pos x="2" y="1"/>
                  </a:cxn>
                  <a:cxn ang="0">
                    <a:pos x="2" y="0"/>
                  </a:cxn>
                  <a:cxn ang="0">
                    <a:pos x="2" y="0"/>
                  </a:cxn>
                  <a:cxn ang="0">
                    <a:pos x="2"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Lst>
                <a:rect l="0" t="0" r="r" b="b"/>
                <a:pathLst>
                  <a:path w="2" h="1">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0" name="Freeform 450"/>
              <p:cNvSpPr>
                <a:spLocks/>
              </p:cNvSpPr>
              <p:nvPr/>
            </p:nvSpPr>
            <p:spPr bwMode="auto">
              <a:xfrm>
                <a:off x="4296967" y="2557463"/>
                <a:ext cx="22622" cy="14288"/>
              </a:xfrm>
              <a:custGeom>
                <a:avLst/>
                <a:gdLst/>
                <a:ahLst/>
                <a:cxnLst>
                  <a:cxn ang="0">
                    <a:pos x="7" y="3"/>
                  </a:cxn>
                  <a:cxn ang="0">
                    <a:pos x="7" y="3"/>
                  </a:cxn>
                  <a:cxn ang="0">
                    <a:pos x="8" y="4"/>
                  </a:cxn>
                  <a:cxn ang="0">
                    <a:pos x="8" y="3"/>
                  </a:cxn>
                  <a:cxn ang="0">
                    <a:pos x="8" y="3"/>
                  </a:cxn>
                  <a:cxn ang="0">
                    <a:pos x="8" y="3"/>
                  </a:cxn>
                  <a:cxn ang="0">
                    <a:pos x="8" y="3"/>
                  </a:cxn>
                  <a:cxn ang="0">
                    <a:pos x="8" y="2"/>
                  </a:cxn>
                  <a:cxn ang="0">
                    <a:pos x="7" y="2"/>
                  </a:cxn>
                  <a:cxn ang="0">
                    <a:pos x="7" y="2"/>
                  </a:cxn>
                  <a:cxn ang="0">
                    <a:pos x="7" y="2"/>
                  </a:cxn>
                  <a:cxn ang="0">
                    <a:pos x="7" y="2"/>
                  </a:cxn>
                  <a:cxn ang="0">
                    <a:pos x="7" y="2"/>
                  </a:cxn>
                  <a:cxn ang="0">
                    <a:pos x="6" y="1"/>
                  </a:cxn>
                  <a:cxn ang="0">
                    <a:pos x="5" y="1"/>
                  </a:cxn>
                  <a:cxn ang="0">
                    <a:pos x="5" y="1"/>
                  </a:cxn>
                  <a:cxn ang="0">
                    <a:pos x="5" y="0"/>
                  </a:cxn>
                  <a:cxn ang="0">
                    <a:pos x="4" y="1"/>
                  </a:cxn>
                  <a:cxn ang="0">
                    <a:pos x="4" y="1"/>
                  </a:cxn>
                  <a:cxn ang="0">
                    <a:pos x="4" y="1"/>
                  </a:cxn>
                  <a:cxn ang="0">
                    <a:pos x="3" y="1"/>
                  </a:cxn>
                  <a:cxn ang="0">
                    <a:pos x="3" y="1"/>
                  </a:cxn>
                  <a:cxn ang="0">
                    <a:pos x="2" y="1"/>
                  </a:cxn>
                  <a:cxn ang="0">
                    <a:pos x="2" y="1"/>
                  </a:cxn>
                  <a:cxn ang="0">
                    <a:pos x="2" y="1"/>
                  </a:cxn>
                  <a:cxn ang="0">
                    <a:pos x="3" y="1"/>
                  </a:cxn>
                  <a:cxn ang="0">
                    <a:pos x="3" y="2"/>
                  </a:cxn>
                  <a:cxn ang="0">
                    <a:pos x="3" y="2"/>
                  </a:cxn>
                  <a:cxn ang="0">
                    <a:pos x="3" y="2"/>
                  </a:cxn>
                  <a:cxn ang="0">
                    <a:pos x="2" y="3"/>
                  </a:cxn>
                  <a:cxn ang="0">
                    <a:pos x="3" y="3"/>
                  </a:cxn>
                  <a:cxn ang="0">
                    <a:pos x="3" y="3"/>
                  </a:cxn>
                  <a:cxn ang="0">
                    <a:pos x="3" y="3"/>
                  </a:cxn>
                  <a:cxn ang="0">
                    <a:pos x="2" y="3"/>
                  </a:cxn>
                  <a:cxn ang="0">
                    <a:pos x="2" y="3"/>
                  </a:cxn>
                  <a:cxn ang="0">
                    <a:pos x="2" y="3"/>
                  </a:cxn>
                  <a:cxn ang="0">
                    <a:pos x="1" y="3"/>
                  </a:cxn>
                  <a:cxn ang="0">
                    <a:pos x="1" y="3"/>
                  </a:cxn>
                  <a:cxn ang="0">
                    <a:pos x="1" y="3"/>
                  </a:cxn>
                  <a:cxn ang="0">
                    <a:pos x="1" y="4"/>
                  </a:cxn>
                  <a:cxn ang="0">
                    <a:pos x="1" y="4"/>
                  </a:cxn>
                  <a:cxn ang="0">
                    <a:pos x="2" y="3"/>
                  </a:cxn>
                  <a:cxn ang="0">
                    <a:pos x="3" y="4"/>
                  </a:cxn>
                  <a:cxn ang="0">
                    <a:pos x="3" y="4"/>
                  </a:cxn>
                  <a:cxn ang="0">
                    <a:pos x="4" y="4"/>
                  </a:cxn>
                  <a:cxn ang="0">
                    <a:pos x="4" y="5"/>
                  </a:cxn>
                  <a:cxn ang="0">
                    <a:pos x="4" y="4"/>
                  </a:cxn>
                  <a:cxn ang="0">
                    <a:pos x="5" y="4"/>
                  </a:cxn>
                  <a:cxn ang="0">
                    <a:pos x="5" y="3"/>
                  </a:cxn>
                  <a:cxn ang="0">
                    <a:pos x="5" y="3"/>
                  </a:cxn>
                  <a:cxn ang="0">
                    <a:pos x="5" y="3"/>
                  </a:cxn>
                  <a:cxn ang="0">
                    <a:pos x="5" y="3"/>
                  </a:cxn>
                  <a:cxn ang="0">
                    <a:pos x="5" y="4"/>
                  </a:cxn>
                  <a:cxn ang="0">
                    <a:pos x="6" y="4"/>
                  </a:cxn>
                  <a:cxn ang="0">
                    <a:pos x="6" y="4"/>
                  </a:cxn>
                  <a:cxn ang="0">
                    <a:pos x="6" y="3"/>
                  </a:cxn>
                  <a:cxn ang="0">
                    <a:pos x="6" y="3"/>
                  </a:cxn>
                </a:cxnLst>
                <a:rect l="0" t="0" r="r" b="b"/>
                <a:pathLst>
                  <a:path w="8" h="5">
                    <a:moveTo>
                      <a:pt x="7" y="3"/>
                    </a:move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8" y="4"/>
                      <a:pt x="8" y="4"/>
                    </a:cubicBezTo>
                    <a:cubicBezTo>
                      <a:pt x="8" y="4"/>
                      <a:pt x="8" y="4"/>
                      <a:pt x="8" y="4"/>
                    </a:cubicBezTo>
                    <a:cubicBezTo>
                      <a:pt x="8" y="4"/>
                      <a:pt x="8" y="4"/>
                      <a:pt x="8" y="4"/>
                    </a:cubicBezTo>
                    <a:cubicBezTo>
                      <a:pt x="8" y="4"/>
                      <a:pt x="8" y="4"/>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2"/>
                    </a:cubicBezTo>
                    <a:cubicBezTo>
                      <a:pt x="8" y="2"/>
                      <a:pt x="8" y="2"/>
                      <a:pt x="8" y="2"/>
                    </a:cubicBezTo>
                    <a:cubicBezTo>
                      <a:pt x="8" y="2"/>
                      <a:pt x="8" y="2"/>
                      <a:pt x="8"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1"/>
                      <a:pt x="7" y="1"/>
                      <a:pt x="7" y="1"/>
                    </a:cubicBezTo>
                    <a:cubicBezTo>
                      <a:pt x="7" y="1"/>
                      <a:pt x="7" y="1"/>
                      <a:pt x="7" y="1"/>
                    </a:cubicBezTo>
                    <a:cubicBezTo>
                      <a:pt x="7" y="1"/>
                      <a:pt x="6" y="1"/>
                      <a:pt x="6" y="1"/>
                    </a:cubicBezTo>
                    <a:cubicBezTo>
                      <a:pt x="6" y="1"/>
                      <a:pt x="6" y="1"/>
                      <a:pt x="6" y="1"/>
                    </a:cubicBezTo>
                    <a:cubicBezTo>
                      <a:pt x="6" y="1"/>
                      <a:pt x="6" y="1"/>
                      <a:pt x="6" y="1"/>
                    </a:cubicBezTo>
                    <a:cubicBezTo>
                      <a:pt x="6" y="1"/>
                      <a:pt x="6"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5" y="0"/>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2" y="2"/>
                    </a:cubicBezTo>
                    <a:cubicBezTo>
                      <a:pt x="2" y="2"/>
                      <a:pt x="2" y="2"/>
                      <a:pt x="2" y="2"/>
                    </a:cubicBezTo>
                    <a:cubicBezTo>
                      <a:pt x="2" y="2"/>
                      <a:pt x="2" y="2"/>
                      <a:pt x="2" y="3"/>
                    </a:cubicBezTo>
                    <a:cubicBezTo>
                      <a:pt x="2" y="3"/>
                      <a:pt x="2" y="3"/>
                      <a:pt x="3" y="3"/>
                    </a:cubicBezTo>
                    <a:cubicBezTo>
                      <a:pt x="3" y="3"/>
                      <a:pt x="3" y="3"/>
                      <a:pt x="3" y="3"/>
                    </a:cubicBezTo>
                    <a:cubicBezTo>
                      <a:pt x="3" y="3"/>
                      <a:pt x="3" y="3"/>
                      <a:pt x="3" y="3"/>
                    </a:cubicBezTo>
                    <a:cubicBezTo>
                      <a:pt x="3" y="3"/>
                      <a:pt x="3" y="3"/>
                      <a:pt x="3" y="2"/>
                    </a:cubicBezTo>
                    <a:cubicBezTo>
                      <a:pt x="3" y="2"/>
                      <a:pt x="3" y="2"/>
                      <a:pt x="3" y="2"/>
                    </a:cubicBezTo>
                    <a:cubicBezTo>
                      <a:pt x="3" y="2"/>
                      <a:pt x="3" y="3"/>
                      <a:pt x="3" y="3"/>
                    </a:cubicBezTo>
                    <a:cubicBezTo>
                      <a:pt x="3" y="3"/>
                      <a:pt x="3" y="3"/>
                      <a:pt x="3" y="3"/>
                    </a:cubicBezTo>
                    <a:cubicBezTo>
                      <a:pt x="3" y="3"/>
                      <a:pt x="3" y="3"/>
                      <a:pt x="3" y="3"/>
                    </a:cubicBezTo>
                    <a:cubicBezTo>
                      <a:pt x="3" y="3"/>
                      <a:pt x="3" y="3"/>
                      <a:pt x="3" y="3"/>
                    </a:cubicBezTo>
                    <a:cubicBezTo>
                      <a:pt x="3" y="3"/>
                      <a:pt x="3"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2"/>
                    </a:cubicBezTo>
                    <a:cubicBezTo>
                      <a:pt x="1" y="2"/>
                      <a:pt x="1" y="2"/>
                      <a:pt x="1" y="2"/>
                    </a:cubicBezTo>
                    <a:cubicBezTo>
                      <a:pt x="1" y="2"/>
                      <a:pt x="1" y="3"/>
                      <a:pt x="1" y="3"/>
                    </a:cubicBezTo>
                    <a:cubicBezTo>
                      <a:pt x="0" y="3"/>
                      <a:pt x="0" y="3"/>
                      <a:pt x="0" y="3"/>
                    </a:cubicBezTo>
                    <a:cubicBezTo>
                      <a:pt x="0" y="3"/>
                      <a:pt x="0" y="3"/>
                      <a:pt x="1" y="3"/>
                    </a:cubicBezTo>
                    <a:cubicBezTo>
                      <a:pt x="1" y="3"/>
                      <a:pt x="1" y="3"/>
                      <a:pt x="1" y="4"/>
                    </a:cubicBezTo>
                    <a:cubicBezTo>
                      <a:pt x="1" y="4"/>
                      <a:pt x="1" y="4"/>
                      <a:pt x="1" y="4"/>
                    </a:cubicBezTo>
                    <a:cubicBezTo>
                      <a:pt x="1" y="4"/>
                      <a:pt x="1" y="4"/>
                      <a:pt x="1" y="4"/>
                    </a:cubicBezTo>
                    <a:cubicBezTo>
                      <a:pt x="1" y="4"/>
                      <a:pt x="1" y="4"/>
                      <a:pt x="1" y="4"/>
                    </a:cubicBezTo>
                    <a:cubicBezTo>
                      <a:pt x="1" y="3"/>
                      <a:pt x="2" y="3"/>
                      <a:pt x="2" y="3"/>
                    </a:cubicBezTo>
                    <a:cubicBezTo>
                      <a:pt x="2" y="3"/>
                      <a:pt x="2" y="3"/>
                      <a:pt x="2" y="3"/>
                    </a:cubicBezTo>
                    <a:cubicBezTo>
                      <a:pt x="2" y="3"/>
                      <a:pt x="2" y="3"/>
                      <a:pt x="2" y="3"/>
                    </a:cubicBezTo>
                    <a:cubicBezTo>
                      <a:pt x="2" y="3"/>
                      <a:pt x="2" y="3"/>
                      <a:pt x="2" y="3"/>
                    </a:cubicBezTo>
                    <a:cubicBezTo>
                      <a:pt x="2" y="3"/>
                      <a:pt x="2" y="3"/>
                      <a:pt x="2" y="4"/>
                    </a:cubicBezTo>
                    <a:cubicBezTo>
                      <a:pt x="2" y="4"/>
                      <a:pt x="2" y="4"/>
                      <a:pt x="3" y="4"/>
                    </a:cubicBezTo>
                    <a:cubicBezTo>
                      <a:pt x="3" y="4"/>
                      <a:pt x="3" y="4"/>
                      <a:pt x="3" y="4"/>
                    </a:cubicBezTo>
                    <a:cubicBezTo>
                      <a:pt x="3" y="4"/>
                      <a:pt x="3" y="4"/>
                      <a:pt x="3" y="4"/>
                    </a:cubicBezTo>
                    <a:cubicBezTo>
                      <a:pt x="3" y="4"/>
                      <a:pt x="3" y="4"/>
                      <a:pt x="3" y="4"/>
                    </a:cubicBezTo>
                    <a:cubicBezTo>
                      <a:pt x="3" y="4"/>
                      <a:pt x="3" y="4"/>
                      <a:pt x="3" y="4"/>
                    </a:cubicBezTo>
                    <a:cubicBezTo>
                      <a:pt x="4" y="4"/>
                      <a:pt x="4" y="4"/>
                      <a:pt x="4" y="4"/>
                    </a:cubicBezTo>
                    <a:cubicBezTo>
                      <a:pt x="4" y="4"/>
                      <a:pt x="4" y="4"/>
                      <a:pt x="4" y="4"/>
                    </a:cubicBezTo>
                    <a:cubicBezTo>
                      <a:pt x="4" y="4"/>
                      <a:pt x="4" y="4"/>
                      <a:pt x="4" y="4"/>
                    </a:cubicBezTo>
                    <a:cubicBezTo>
                      <a:pt x="4" y="4"/>
                      <a:pt x="4" y="4"/>
                      <a:pt x="4" y="4"/>
                    </a:cubicBezTo>
                    <a:cubicBezTo>
                      <a:pt x="4" y="5"/>
                      <a:pt x="4" y="5"/>
                      <a:pt x="4" y="5"/>
                    </a:cubicBezTo>
                    <a:cubicBezTo>
                      <a:pt x="4" y="5"/>
                      <a:pt x="4" y="5"/>
                      <a:pt x="4" y="5"/>
                    </a:cubicBezTo>
                    <a:cubicBezTo>
                      <a:pt x="4" y="5"/>
                      <a:pt x="4" y="5"/>
                      <a:pt x="4" y="5"/>
                    </a:cubicBezTo>
                    <a:cubicBezTo>
                      <a:pt x="4" y="5"/>
                      <a:pt x="4" y="5"/>
                      <a:pt x="4" y="4"/>
                    </a:cubicBezTo>
                    <a:cubicBezTo>
                      <a:pt x="4" y="4"/>
                      <a:pt x="4" y="4"/>
                      <a:pt x="4" y="4"/>
                    </a:cubicBezTo>
                    <a:cubicBezTo>
                      <a:pt x="4" y="4"/>
                      <a:pt x="4" y="4"/>
                      <a:pt x="4" y="4"/>
                    </a:cubicBezTo>
                    <a:cubicBezTo>
                      <a:pt x="5" y="4"/>
                      <a:pt x="5" y="4"/>
                      <a:pt x="5" y="4"/>
                    </a:cubicBezTo>
                    <a:cubicBezTo>
                      <a:pt x="5" y="4"/>
                      <a:pt x="5" y="4"/>
                      <a:pt x="5" y="4"/>
                    </a:cubicBezTo>
                    <a:cubicBezTo>
                      <a:pt x="5" y="4"/>
                      <a:pt x="5" y="4"/>
                      <a:pt x="5" y="4"/>
                    </a:cubicBezTo>
                    <a:cubicBezTo>
                      <a:pt x="5" y="4"/>
                      <a:pt x="5" y="4"/>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4"/>
                      <a:pt x="5" y="4"/>
                      <a:pt x="5" y="4"/>
                    </a:cubicBezTo>
                    <a:cubicBezTo>
                      <a:pt x="5" y="4"/>
                      <a:pt x="5" y="4"/>
                      <a:pt x="5" y="4"/>
                    </a:cubicBezTo>
                    <a:cubicBezTo>
                      <a:pt x="5" y="4"/>
                      <a:pt x="5"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7"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1" name="Freeform 451"/>
              <p:cNvSpPr>
                <a:spLocks/>
              </p:cNvSpPr>
              <p:nvPr/>
            </p:nvSpPr>
            <p:spPr bwMode="auto">
              <a:xfrm>
                <a:off x="4341020" y="2586039"/>
                <a:ext cx="1191" cy="2381"/>
              </a:xfrm>
              <a:custGeom>
                <a:avLst/>
                <a:gdLst/>
                <a:ahLst/>
                <a:cxnLst>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Lst>
                <a:rect l="0" t="0" r="r" b="b"/>
                <a:pathLst>
                  <a:path h="1">
                    <a:moveTo>
                      <a:pt x="0" y="1"/>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2" name="Freeform 452"/>
              <p:cNvSpPr>
                <a:spLocks/>
              </p:cNvSpPr>
              <p:nvPr/>
            </p:nvSpPr>
            <p:spPr bwMode="auto">
              <a:xfrm>
                <a:off x="4341020" y="2580086"/>
                <a:ext cx="1191" cy="2381"/>
              </a:xfrm>
              <a:custGeom>
                <a:avLst/>
                <a:gdLst/>
                <a:ahLst/>
                <a:cxnLst>
                  <a:cxn ang="0">
                    <a:pos x="0" y="1"/>
                  </a:cxn>
                  <a:cxn ang="0">
                    <a:pos x="0" y="1"/>
                  </a:cxn>
                  <a:cxn ang="0">
                    <a:pos x="0" y="1"/>
                  </a:cxn>
                  <a:cxn ang="0">
                    <a:pos x="0" y="0"/>
                  </a:cxn>
                  <a:cxn ang="0">
                    <a:pos x="0" y="0"/>
                  </a:cxn>
                  <a:cxn ang="0">
                    <a:pos x="0" y="0"/>
                  </a:cxn>
                  <a:cxn ang="0">
                    <a:pos x="0" y="0"/>
                  </a:cxn>
                  <a:cxn ang="0">
                    <a:pos x="0" y="1"/>
                  </a:cxn>
                  <a:cxn ang="0">
                    <a:pos x="0" y="1"/>
                  </a:cxn>
                  <a:cxn ang="0">
                    <a:pos x="0" y="1"/>
                  </a:cxn>
                  <a:cxn ang="0">
                    <a:pos x="0" y="1"/>
                  </a:cxn>
                  <a:cxn ang="0">
                    <a:pos x="0" y="1"/>
                  </a:cxn>
                </a:cxnLst>
                <a:rect l="0" t="0" r="r" b="b"/>
                <a:pathLst>
                  <a:path h="1">
                    <a:moveTo>
                      <a:pt x="0" y="1"/>
                    </a:moveTo>
                    <a:cubicBezTo>
                      <a:pt x="0" y="1"/>
                      <a:pt x="0" y="1"/>
                      <a:pt x="0" y="1"/>
                    </a:cubicBezTo>
                    <a:cubicBezTo>
                      <a:pt x="0" y="1"/>
                      <a:pt x="0" y="1"/>
                      <a:pt x="0" y="1"/>
                    </a:cubicBezTo>
                    <a:cubicBezTo>
                      <a:pt x="0" y="1"/>
                      <a:pt x="0" y="1"/>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3" name="Freeform 453"/>
              <p:cNvSpPr>
                <a:spLocks/>
              </p:cNvSpPr>
              <p:nvPr/>
            </p:nvSpPr>
            <p:spPr bwMode="auto">
              <a:xfrm>
                <a:off x="4321970" y="2565799"/>
                <a:ext cx="8335" cy="2381"/>
              </a:xfrm>
              <a:custGeom>
                <a:avLst/>
                <a:gdLst/>
                <a:ahLst/>
                <a:cxnLst>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2" y="1"/>
                  </a:cxn>
                  <a:cxn ang="0">
                    <a:pos x="2" y="1"/>
                  </a:cxn>
                  <a:cxn ang="0">
                    <a:pos x="2" y="1"/>
                  </a:cxn>
                  <a:cxn ang="0">
                    <a:pos x="2" y="1"/>
                  </a:cxn>
                  <a:cxn ang="0">
                    <a:pos x="2" y="0"/>
                  </a:cxn>
                </a:cxnLst>
                <a:rect l="0" t="0" r="r" b="b"/>
                <a:pathLst>
                  <a:path w="3" h="1">
                    <a:moveTo>
                      <a:pt x="2" y="0"/>
                    </a:move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3" y="1"/>
                      <a:pt x="2" y="1"/>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4" name="Freeform 454"/>
              <p:cNvSpPr>
                <a:spLocks/>
              </p:cNvSpPr>
              <p:nvPr/>
            </p:nvSpPr>
            <p:spPr bwMode="auto">
              <a:xfrm>
                <a:off x="4341020" y="2576514"/>
                <a:ext cx="1191" cy="3572"/>
              </a:xfrm>
              <a:custGeom>
                <a:avLst/>
                <a:gdLst/>
                <a:ahLst/>
                <a:cxnLst>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Lst>
                <a:rect l="0" t="0" r="r" b="b"/>
                <a:pathLst>
                  <a:path h="1">
                    <a:moveTo>
                      <a:pt x="0" y="1"/>
                    </a:moveTo>
                    <a:cubicBezTo>
                      <a:pt x="0" y="1"/>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5" name="Freeform 455"/>
              <p:cNvSpPr>
                <a:spLocks/>
              </p:cNvSpPr>
              <p:nvPr/>
            </p:nvSpPr>
            <p:spPr bwMode="auto">
              <a:xfrm>
                <a:off x="4341020" y="2588420"/>
                <a:ext cx="1191" cy="2381"/>
              </a:xfrm>
              <a:custGeom>
                <a:avLst/>
                <a:gdLst/>
                <a:ahLst/>
                <a:cxnLst>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Lst>
                <a:rect l="0" t="0" r="r" b="b"/>
                <a:pathLst>
                  <a:path h="1">
                    <a:moveTo>
                      <a:pt x="0" y="1"/>
                    </a:moveTo>
                    <a:cubicBezTo>
                      <a:pt x="0" y="1"/>
                      <a:pt x="0" y="1"/>
                      <a:pt x="0" y="1"/>
                    </a:cubicBezTo>
                    <a:cubicBezTo>
                      <a:pt x="0" y="1"/>
                      <a:pt x="0" y="1"/>
                      <a:pt x="0" y="1"/>
                    </a:cubicBezTo>
                    <a:cubicBezTo>
                      <a:pt x="0" y="1"/>
                      <a:pt x="0" y="1"/>
                      <a:pt x="0" y="1"/>
                    </a:cubicBezTo>
                    <a:cubicBezTo>
                      <a:pt x="0" y="1"/>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6" name="Freeform 456"/>
              <p:cNvSpPr>
                <a:spLocks/>
              </p:cNvSpPr>
              <p:nvPr/>
            </p:nvSpPr>
            <p:spPr bwMode="auto">
              <a:xfrm>
                <a:off x="4338638" y="2590801"/>
                <a:ext cx="1191" cy="3572"/>
              </a:xfrm>
              <a:custGeom>
                <a:avLst/>
                <a:gdLst/>
                <a:ahLst/>
                <a:cxnLst>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Lst>
                <a:rect l="0" t="0" r="r" b="b"/>
                <a:pathLst>
                  <a:path h="1">
                    <a:moveTo>
                      <a:pt x="0" y="0"/>
                    </a:move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7" name="Freeform 457"/>
              <p:cNvSpPr>
                <a:spLocks/>
              </p:cNvSpPr>
              <p:nvPr/>
            </p:nvSpPr>
            <p:spPr bwMode="auto">
              <a:xfrm>
                <a:off x="4336258" y="2596755"/>
                <a:ext cx="2381" cy="2381"/>
              </a:xfrm>
              <a:custGeom>
                <a:avLst/>
                <a:gdLst/>
                <a:ahLst/>
                <a:cxnLst>
                  <a:cxn ang="0">
                    <a:pos x="1" y="1"/>
                  </a:cxn>
                  <a:cxn ang="0">
                    <a:pos x="1" y="0"/>
                  </a:cxn>
                  <a:cxn ang="0">
                    <a:pos x="1" y="0"/>
                  </a:cxn>
                  <a:cxn ang="0">
                    <a:pos x="0" y="1"/>
                  </a:cxn>
                  <a:cxn ang="0">
                    <a:pos x="0" y="1"/>
                  </a:cxn>
                  <a:cxn ang="0">
                    <a:pos x="0" y="1"/>
                  </a:cxn>
                  <a:cxn ang="0">
                    <a:pos x="1" y="1"/>
                  </a:cxn>
                </a:cxnLst>
                <a:rect l="0" t="0" r="r" b="b"/>
                <a:pathLst>
                  <a:path w="1" h="1">
                    <a:moveTo>
                      <a:pt x="1" y="1"/>
                    </a:moveTo>
                    <a:cubicBezTo>
                      <a:pt x="1" y="1"/>
                      <a:pt x="1" y="1"/>
                      <a:pt x="1" y="0"/>
                    </a:cubicBezTo>
                    <a:cubicBezTo>
                      <a:pt x="1" y="0"/>
                      <a:pt x="1" y="0"/>
                      <a:pt x="1" y="0"/>
                    </a:cubicBezTo>
                    <a:cubicBezTo>
                      <a:pt x="0" y="0"/>
                      <a:pt x="0" y="1"/>
                      <a:pt x="0" y="1"/>
                    </a:cubicBezTo>
                    <a:cubicBezTo>
                      <a:pt x="0" y="1"/>
                      <a:pt x="0" y="1"/>
                      <a:pt x="0" y="1"/>
                    </a:cubicBezTo>
                    <a:cubicBezTo>
                      <a:pt x="0" y="1"/>
                      <a:pt x="0" y="1"/>
                      <a:pt x="0" y="1"/>
                    </a:cubicBezTo>
                    <a:cubicBezTo>
                      <a:pt x="0"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8" name="Freeform 458"/>
              <p:cNvSpPr>
                <a:spLocks/>
              </p:cNvSpPr>
              <p:nvPr/>
            </p:nvSpPr>
            <p:spPr bwMode="auto">
              <a:xfrm>
                <a:off x="4336258" y="2605089"/>
                <a:ext cx="2381" cy="2381"/>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Lst>
                <a:rect l="0" t="0" r="r" b="b"/>
                <a:pathLst>
                  <a:path w="1" h="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79" name="Freeform 459"/>
              <p:cNvSpPr>
                <a:spLocks/>
              </p:cNvSpPr>
              <p:nvPr/>
            </p:nvSpPr>
            <p:spPr bwMode="auto">
              <a:xfrm>
                <a:off x="4408885" y="2920604"/>
                <a:ext cx="2381" cy="1191"/>
              </a:xfrm>
              <a:custGeom>
                <a:avLst/>
                <a:gdLst/>
                <a:ahLst/>
                <a:cxnLst>
                  <a:cxn ang="0">
                    <a:pos x="0" y="0"/>
                  </a:cxn>
                  <a:cxn ang="0">
                    <a:pos x="0" y="0"/>
                  </a:cxn>
                  <a:cxn ang="0">
                    <a:pos x="0" y="0"/>
                  </a:cxn>
                  <a:cxn ang="0">
                    <a:pos x="0" y="0"/>
                  </a:cxn>
                  <a:cxn ang="0">
                    <a:pos x="0" y="0"/>
                  </a:cxn>
                  <a:cxn ang="0">
                    <a:pos x="0" y="0"/>
                  </a:cxn>
                  <a:cxn ang="0">
                    <a:pos x="1" y="0"/>
                  </a:cxn>
                  <a:cxn ang="0">
                    <a:pos x="1"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1" y="0"/>
                      <a:pt x="1" y="0"/>
                    </a:cubicBezTo>
                    <a:cubicBezTo>
                      <a:pt x="1"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0" name="Freeform 460"/>
              <p:cNvSpPr>
                <a:spLocks/>
              </p:cNvSpPr>
              <p:nvPr/>
            </p:nvSpPr>
            <p:spPr bwMode="auto">
              <a:xfrm>
                <a:off x="4386263" y="2912270"/>
                <a:ext cx="20241" cy="10716"/>
              </a:xfrm>
              <a:custGeom>
                <a:avLst/>
                <a:gdLst/>
                <a:ahLst/>
                <a:cxnLst>
                  <a:cxn ang="0">
                    <a:pos x="7" y="3"/>
                  </a:cxn>
                  <a:cxn ang="0">
                    <a:pos x="6" y="3"/>
                  </a:cxn>
                  <a:cxn ang="0">
                    <a:pos x="6" y="3"/>
                  </a:cxn>
                  <a:cxn ang="0">
                    <a:pos x="6" y="3"/>
                  </a:cxn>
                  <a:cxn ang="0">
                    <a:pos x="6" y="2"/>
                  </a:cxn>
                  <a:cxn ang="0">
                    <a:pos x="6" y="2"/>
                  </a:cxn>
                  <a:cxn ang="0">
                    <a:pos x="5" y="2"/>
                  </a:cxn>
                  <a:cxn ang="0">
                    <a:pos x="5" y="2"/>
                  </a:cxn>
                  <a:cxn ang="0">
                    <a:pos x="4" y="2"/>
                  </a:cxn>
                  <a:cxn ang="0">
                    <a:pos x="4" y="2"/>
                  </a:cxn>
                  <a:cxn ang="0">
                    <a:pos x="3" y="1"/>
                  </a:cxn>
                  <a:cxn ang="0">
                    <a:pos x="3" y="1"/>
                  </a:cxn>
                  <a:cxn ang="0">
                    <a:pos x="3" y="1"/>
                  </a:cxn>
                  <a:cxn ang="0">
                    <a:pos x="3" y="1"/>
                  </a:cxn>
                  <a:cxn ang="0">
                    <a:pos x="3" y="1"/>
                  </a:cxn>
                  <a:cxn ang="0">
                    <a:pos x="3" y="1"/>
                  </a:cxn>
                  <a:cxn ang="0">
                    <a:pos x="2" y="1"/>
                  </a:cxn>
                  <a:cxn ang="0">
                    <a:pos x="3" y="1"/>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1"/>
                  </a:cxn>
                  <a:cxn ang="0">
                    <a:pos x="0" y="1"/>
                  </a:cxn>
                  <a:cxn ang="0">
                    <a:pos x="0" y="1"/>
                  </a:cxn>
                  <a:cxn ang="0">
                    <a:pos x="0" y="1"/>
                  </a:cxn>
                  <a:cxn ang="0">
                    <a:pos x="1" y="1"/>
                  </a:cxn>
                  <a:cxn ang="0">
                    <a:pos x="1" y="2"/>
                  </a:cxn>
                  <a:cxn ang="0">
                    <a:pos x="1" y="1"/>
                  </a:cxn>
                  <a:cxn ang="0">
                    <a:pos x="1" y="1"/>
                  </a:cxn>
                  <a:cxn ang="0">
                    <a:pos x="2" y="1"/>
                  </a:cxn>
                  <a:cxn ang="0">
                    <a:pos x="1" y="2"/>
                  </a:cxn>
                  <a:cxn ang="0">
                    <a:pos x="2" y="2"/>
                  </a:cxn>
                  <a:cxn ang="0">
                    <a:pos x="2" y="3"/>
                  </a:cxn>
                  <a:cxn ang="0">
                    <a:pos x="2" y="3"/>
                  </a:cxn>
                  <a:cxn ang="0">
                    <a:pos x="2" y="3"/>
                  </a:cxn>
                  <a:cxn ang="0">
                    <a:pos x="3" y="3"/>
                  </a:cxn>
                  <a:cxn ang="0">
                    <a:pos x="4" y="3"/>
                  </a:cxn>
                  <a:cxn ang="0">
                    <a:pos x="4" y="3"/>
                  </a:cxn>
                  <a:cxn ang="0">
                    <a:pos x="5" y="3"/>
                  </a:cxn>
                  <a:cxn ang="0">
                    <a:pos x="5" y="3"/>
                  </a:cxn>
                  <a:cxn ang="0">
                    <a:pos x="6" y="3"/>
                  </a:cxn>
                  <a:cxn ang="0">
                    <a:pos x="6" y="4"/>
                  </a:cxn>
                  <a:cxn ang="0">
                    <a:pos x="6" y="4"/>
                  </a:cxn>
                  <a:cxn ang="0">
                    <a:pos x="7" y="3"/>
                  </a:cxn>
                  <a:cxn ang="0">
                    <a:pos x="7" y="3"/>
                  </a:cxn>
                  <a:cxn ang="0">
                    <a:pos x="7" y="4"/>
                  </a:cxn>
                  <a:cxn ang="0">
                    <a:pos x="7" y="3"/>
                  </a:cxn>
                  <a:cxn ang="0">
                    <a:pos x="7" y="3"/>
                  </a:cxn>
                </a:cxnLst>
                <a:rect l="0" t="0" r="r" b="b"/>
                <a:pathLst>
                  <a:path w="7" h="4">
                    <a:moveTo>
                      <a:pt x="7" y="3"/>
                    </a:moveTo>
                    <a:cubicBezTo>
                      <a:pt x="7" y="3"/>
                      <a:pt x="7" y="3"/>
                      <a:pt x="7" y="3"/>
                    </a:cubicBezTo>
                    <a:cubicBezTo>
                      <a:pt x="7" y="3"/>
                      <a:pt x="7" y="3"/>
                      <a:pt x="7" y="3"/>
                    </a:cubicBezTo>
                    <a:cubicBezTo>
                      <a:pt x="7" y="3"/>
                      <a:pt x="7"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2"/>
                      <a:pt x="6" y="2"/>
                    </a:cubicBezTo>
                    <a:cubicBezTo>
                      <a:pt x="6" y="2"/>
                      <a:pt x="6" y="2"/>
                      <a:pt x="6" y="2"/>
                    </a:cubicBezTo>
                    <a:cubicBezTo>
                      <a:pt x="6" y="2"/>
                      <a:pt x="6" y="2"/>
                      <a:pt x="6" y="2"/>
                    </a:cubicBezTo>
                    <a:cubicBezTo>
                      <a:pt x="6" y="2"/>
                      <a:pt x="5" y="2"/>
                      <a:pt x="5" y="2"/>
                    </a:cubicBezTo>
                    <a:cubicBezTo>
                      <a:pt x="5" y="2"/>
                      <a:pt x="5" y="2"/>
                      <a:pt x="5" y="2"/>
                    </a:cubicBezTo>
                    <a:cubicBezTo>
                      <a:pt x="5" y="2"/>
                      <a:pt x="5" y="2"/>
                      <a:pt x="5" y="2"/>
                    </a:cubicBezTo>
                    <a:cubicBezTo>
                      <a:pt x="5" y="2"/>
                      <a:pt x="5" y="2"/>
                      <a:pt x="5" y="2"/>
                    </a:cubicBezTo>
                    <a:cubicBezTo>
                      <a:pt x="5" y="2"/>
                      <a:pt x="4" y="2"/>
                      <a:pt x="4" y="2"/>
                    </a:cubicBezTo>
                    <a:cubicBezTo>
                      <a:pt x="4" y="2"/>
                      <a:pt x="4" y="2"/>
                      <a:pt x="4" y="2"/>
                    </a:cubicBezTo>
                    <a:cubicBezTo>
                      <a:pt x="4" y="2"/>
                      <a:pt x="4" y="2"/>
                      <a:pt x="4" y="2"/>
                    </a:cubicBezTo>
                    <a:cubicBezTo>
                      <a:pt x="4" y="2"/>
                      <a:pt x="4" y="2"/>
                      <a:pt x="4" y="2"/>
                    </a:cubicBezTo>
                    <a:cubicBezTo>
                      <a:pt x="4" y="2"/>
                      <a:pt x="4" y="1"/>
                      <a:pt x="4"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3" y="1"/>
                      <a:pt x="3" y="1"/>
                      <a:pt x="3" y="1"/>
                    </a:cubicBezTo>
                    <a:cubicBezTo>
                      <a:pt x="3" y="1"/>
                      <a:pt x="3" y="1"/>
                      <a:pt x="3" y="1"/>
                    </a:cubicBezTo>
                    <a:cubicBezTo>
                      <a:pt x="3" y="1"/>
                      <a:pt x="3" y="1"/>
                      <a:pt x="3" y="1"/>
                    </a:cubicBezTo>
                    <a:cubicBezTo>
                      <a:pt x="3" y="0"/>
                      <a:pt x="3"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2" y="1"/>
                      <a:pt x="2" y="1"/>
                      <a:pt x="2" y="1"/>
                    </a:cubicBezTo>
                    <a:cubicBezTo>
                      <a:pt x="2" y="2"/>
                      <a:pt x="2" y="2"/>
                      <a:pt x="1" y="2"/>
                    </a:cubicBezTo>
                    <a:cubicBezTo>
                      <a:pt x="1" y="2"/>
                      <a:pt x="1" y="2"/>
                      <a:pt x="1" y="2"/>
                    </a:cubicBezTo>
                    <a:cubicBezTo>
                      <a:pt x="1" y="2"/>
                      <a:pt x="1" y="2"/>
                      <a:pt x="1" y="2"/>
                    </a:cubicBezTo>
                    <a:cubicBezTo>
                      <a:pt x="2" y="2"/>
                      <a:pt x="2" y="2"/>
                      <a:pt x="2" y="2"/>
                    </a:cubicBezTo>
                    <a:cubicBezTo>
                      <a:pt x="2" y="2"/>
                      <a:pt x="2" y="2"/>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3" y="3"/>
                      <a:pt x="3" y="3"/>
                    </a:cubicBezTo>
                    <a:cubicBezTo>
                      <a:pt x="3" y="3"/>
                      <a:pt x="3" y="3"/>
                      <a:pt x="3" y="3"/>
                    </a:cubicBezTo>
                    <a:cubicBezTo>
                      <a:pt x="3" y="3"/>
                      <a:pt x="3" y="3"/>
                      <a:pt x="3" y="3"/>
                    </a:cubicBezTo>
                    <a:cubicBezTo>
                      <a:pt x="3" y="3"/>
                      <a:pt x="3" y="3"/>
                      <a:pt x="4" y="3"/>
                    </a:cubicBezTo>
                    <a:cubicBezTo>
                      <a:pt x="4" y="3"/>
                      <a:pt x="4" y="3"/>
                      <a:pt x="4" y="3"/>
                    </a:cubicBezTo>
                    <a:cubicBezTo>
                      <a:pt x="4" y="3"/>
                      <a:pt x="4" y="3"/>
                      <a:pt x="4" y="3"/>
                    </a:cubicBezTo>
                    <a:cubicBezTo>
                      <a:pt x="4" y="3"/>
                      <a:pt x="4" y="3"/>
                      <a:pt x="5" y="3"/>
                    </a:cubicBezTo>
                    <a:cubicBezTo>
                      <a:pt x="5" y="3"/>
                      <a:pt x="5" y="3"/>
                      <a:pt x="5" y="3"/>
                    </a:cubicBezTo>
                    <a:cubicBezTo>
                      <a:pt x="5" y="3"/>
                      <a:pt x="5" y="3"/>
                      <a:pt x="5" y="3"/>
                    </a:cubicBezTo>
                    <a:cubicBezTo>
                      <a:pt x="5" y="3"/>
                      <a:pt x="5" y="3"/>
                      <a:pt x="5" y="3"/>
                    </a:cubicBezTo>
                    <a:cubicBezTo>
                      <a:pt x="5" y="3"/>
                      <a:pt x="5" y="3"/>
                      <a:pt x="5" y="3"/>
                    </a:cubicBezTo>
                    <a:cubicBezTo>
                      <a:pt x="6" y="3"/>
                      <a:pt x="6" y="3"/>
                      <a:pt x="6" y="3"/>
                    </a:cubicBezTo>
                    <a:cubicBezTo>
                      <a:pt x="6" y="3"/>
                      <a:pt x="6" y="3"/>
                      <a:pt x="6" y="4"/>
                    </a:cubicBezTo>
                    <a:cubicBezTo>
                      <a:pt x="6" y="4"/>
                      <a:pt x="6" y="4"/>
                      <a:pt x="6" y="4"/>
                    </a:cubicBezTo>
                    <a:cubicBezTo>
                      <a:pt x="6" y="4"/>
                      <a:pt x="6" y="4"/>
                      <a:pt x="6" y="4"/>
                    </a:cubicBezTo>
                    <a:cubicBezTo>
                      <a:pt x="6" y="4"/>
                      <a:pt x="6" y="4"/>
                      <a:pt x="6" y="4"/>
                    </a:cubicBezTo>
                    <a:cubicBezTo>
                      <a:pt x="6" y="4"/>
                      <a:pt x="7" y="4"/>
                      <a:pt x="7" y="4"/>
                    </a:cubicBezTo>
                    <a:cubicBezTo>
                      <a:pt x="7" y="4"/>
                      <a:pt x="7" y="4"/>
                      <a:pt x="7" y="3"/>
                    </a:cubicBezTo>
                    <a:cubicBezTo>
                      <a:pt x="7" y="3"/>
                      <a:pt x="7" y="3"/>
                      <a:pt x="7" y="3"/>
                    </a:cubicBezTo>
                    <a:cubicBezTo>
                      <a:pt x="7" y="3"/>
                      <a:pt x="7" y="3"/>
                      <a:pt x="7" y="3"/>
                    </a:cubicBezTo>
                    <a:cubicBezTo>
                      <a:pt x="7" y="3"/>
                      <a:pt x="7" y="3"/>
                      <a:pt x="7" y="3"/>
                    </a:cubicBezTo>
                    <a:cubicBezTo>
                      <a:pt x="7" y="3"/>
                      <a:pt x="7" y="4"/>
                      <a:pt x="7" y="4"/>
                    </a:cubicBezTo>
                    <a:cubicBezTo>
                      <a:pt x="7" y="4"/>
                      <a:pt x="7" y="4"/>
                      <a:pt x="7" y="4"/>
                    </a:cubicBezTo>
                    <a:cubicBezTo>
                      <a:pt x="7" y="4"/>
                      <a:pt x="7" y="3"/>
                      <a:pt x="7" y="3"/>
                    </a:cubicBezTo>
                    <a:cubicBezTo>
                      <a:pt x="7" y="3"/>
                      <a:pt x="7" y="3"/>
                      <a:pt x="7" y="3"/>
                    </a:cubicBezTo>
                    <a:cubicBezTo>
                      <a:pt x="7" y="3"/>
                      <a:pt x="7" y="3"/>
                      <a:pt x="7" y="3"/>
                    </a:cubicBezTo>
                    <a:cubicBezTo>
                      <a:pt x="7" y="3"/>
                      <a:pt x="7" y="3"/>
                      <a:pt x="7"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1" name="Freeform 461"/>
              <p:cNvSpPr>
                <a:spLocks/>
              </p:cNvSpPr>
              <p:nvPr/>
            </p:nvSpPr>
            <p:spPr bwMode="auto">
              <a:xfrm>
                <a:off x="4394598" y="2922986"/>
                <a:ext cx="8335" cy="2381"/>
              </a:xfrm>
              <a:custGeom>
                <a:avLst/>
                <a:gdLst/>
                <a:ahLst/>
                <a:cxnLst>
                  <a:cxn ang="0">
                    <a:pos x="2" y="1"/>
                  </a:cxn>
                  <a:cxn ang="0">
                    <a:pos x="2" y="1"/>
                  </a:cxn>
                  <a:cxn ang="0">
                    <a:pos x="2" y="1"/>
                  </a:cxn>
                  <a:cxn ang="0">
                    <a:pos x="2" y="1"/>
                  </a:cxn>
                  <a:cxn ang="0">
                    <a:pos x="2" y="1"/>
                  </a:cxn>
                  <a:cxn ang="0">
                    <a:pos x="2" y="1"/>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1"/>
                  </a:cxn>
                  <a:cxn ang="0">
                    <a:pos x="2" y="1"/>
                  </a:cxn>
                  <a:cxn ang="0">
                    <a:pos x="2" y="1"/>
                  </a:cxn>
                  <a:cxn ang="0">
                    <a:pos x="2" y="1"/>
                  </a:cxn>
                  <a:cxn ang="0">
                    <a:pos x="2" y="1"/>
                  </a:cxn>
                  <a:cxn ang="0">
                    <a:pos x="2" y="1"/>
                  </a:cxn>
                  <a:cxn ang="0">
                    <a:pos x="2" y="1"/>
                  </a:cxn>
                  <a:cxn ang="0">
                    <a:pos x="2" y="1"/>
                  </a:cxn>
                  <a:cxn ang="0">
                    <a:pos x="2" y="1"/>
                  </a:cxn>
                  <a:cxn ang="0">
                    <a:pos x="3" y="1"/>
                  </a:cxn>
                  <a:cxn ang="0">
                    <a:pos x="3" y="1"/>
                  </a:cxn>
                  <a:cxn ang="0">
                    <a:pos x="3" y="1"/>
                  </a:cxn>
                  <a:cxn ang="0">
                    <a:pos x="2" y="1"/>
                  </a:cxn>
                  <a:cxn ang="0">
                    <a:pos x="2" y="1"/>
                  </a:cxn>
                </a:cxnLst>
                <a:rect l="0" t="0" r="r" b="b"/>
                <a:pathLst>
                  <a:path w="3" h="1">
                    <a:moveTo>
                      <a:pt x="2" y="1"/>
                    </a:move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1"/>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3" y="1"/>
                      <a:pt x="3" y="1"/>
                    </a:cubicBezTo>
                    <a:cubicBezTo>
                      <a:pt x="3" y="1"/>
                      <a:pt x="3" y="1"/>
                      <a:pt x="3" y="1"/>
                    </a:cubicBezTo>
                    <a:cubicBezTo>
                      <a:pt x="3" y="1"/>
                      <a:pt x="3" y="1"/>
                      <a:pt x="3" y="1"/>
                    </a:cubicBezTo>
                    <a:cubicBezTo>
                      <a:pt x="3" y="1"/>
                      <a:pt x="3" y="1"/>
                      <a:pt x="2" y="1"/>
                    </a:cubicBezTo>
                    <a:cubicBezTo>
                      <a:pt x="2" y="1"/>
                      <a:pt x="2" y="1"/>
                      <a:pt x="2"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2" name="Freeform 462"/>
              <p:cNvSpPr>
                <a:spLocks/>
              </p:cNvSpPr>
              <p:nvPr/>
            </p:nvSpPr>
            <p:spPr bwMode="auto">
              <a:xfrm>
                <a:off x="4398169" y="2920605"/>
                <a:ext cx="4763" cy="2381"/>
              </a:xfrm>
              <a:custGeom>
                <a:avLst/>
                <a:gdLst/>
                <a:ahLst/>
                <a:cxnLst>
                  <a:cxn ang="0">
                    <a:pos x="2" y="1"/>
                  </a:cxn>
                  <a:cxn ang="0">
                    <a:pos x="2" y="1"/>
                  </a:cxn>
                  <a:cxn ang="0">
                    <a:pos x="2" y="1"/>
                  </a:cxn>
                  <a:cxn ang="0">
                    <a:pos x="1" y="0"/>
                  </a:cxn>
                  <a:cxn ang="0">
                    <a:pos x="1" y="0"/>
                  </a:cxn>
                  <a:cxn ang="0">
                    <a:pos x="1" y="0"/>
                  </a:cxn>
                  <a:cxn ang="0">
                    <a:pos x="1" y="1"/>
                  </a:cxn>
                  <a:cxn ang="0">
                    <a:pos x="0"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Lst>
                <a:rect l="0" t="0" r="r" b="b"/>
                <a:pathLst>
                  <a:path w="2" h="1">
                    <a:moveTo>
                      <a:pt x="2" y="1"/>
                    </a:moveTo>
                    <a:cubicBezTo>
                      <a:pt x="2" y="1"/>
                      <a:pt x="2" y="1"/>
                      <a:pt x="2" y="1"/>
                    </a:cubicBezTo>
                    <a:cubicBezTo>
                      <a:pt x="2" y="1"/>
                      <a:pt x="2" y="1"/>
                      <a:pt x="2" y="1"/>
                    </a:cubicBezTo>
                    <a:cubicBezTo>
                      <a:pt x="2" y="0"/>
                      <a:pt x="1" y="0"/>
                      <a:pt x="1" y="0"/>
                    </a:cubicBezTo>
                    <a:cubicBezTo>
                      <a:pt x="1" y="0"/>
                      <a:pt x="1" y="0"/>
                      <a:pt x="1" y="0"/>
                    </a:cubicBezTo>
                    <a:cubicBezTo>
                      <a:pt x="1" y="0"/>
                      <a:pt x="1" y="0"/>
                      <a:pt x="1" y="0"/>
                    </a:cubicBezTo>
                    <a:cubicBezTo>
                      <a:pt x="1" y="0"/>
                      <a:pt x="1" y="0"/>
                      <a:pt x="1"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3" name="Freeform 463"/>
              <p:cNvSpPr>
                <a:spLocks/>
              </p:cNvSpPr>
              <p:nvPr/>
            </p:nvSpPr>
            <p:spPr bwMode="auto">
              <a:xfrm>
                <a:off x="4226719" y="2338389"/>
                <a:ext cx="4763" cy="2381"/>
              </a:xfrm>
              <a:custGeom>
                <a:avLst/>
                <a:gdLst/>
                <a:ahLst/>
                <a:cxnLst>
                  <a:cxn ang="0">
                    <a:pos x="2"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0"/>
                  </a:cxn>
                  <a:cxn ang="0">
                    <a:pos x="2" y="0"/>
                  </a:cxn>
                  <a:cxn ang="0">
                    <a:pos x="2" y="0"/>
                  </a:cxn>
                  <a:cxn ang="0">
                    <a:pos x="2" y="0"/>
                  </a:cxn>
                  <a:cxn ang="0">
                    <a:pos x="2" y="0"/>
                  </a:cxn>
                  <a:cxn ang="0">
                    <a:pos x="2" y="0"/>
                  </a:cxn>
                  <a:cxn ang="0">
                    <a:pos x="2" y="0"/>
                  </a:cxn>
                  <a:cxn ang="0">
                    <a:pos x="2" y="0"/>
                  </a:cxn>
                </a:cxnLst>
                <a:rect l="0" t="0" r="r" b="b"/>
                <a:pathLst>
                  <a:path w="2"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1" y="1"/>
                      <a:pt x="1" y="1"/>
                    </a:cubicBezTo>
                    <a:cubicBezTo>
                      <a:pt x="1" y="1"/>
                      <a:pt x="1" y="1"/>
                      <a:pt x="1" y="1"/>
                    </a:cubicBezTo>
                    <a:cubicBezTo>
                      <a:pt x="1" y="0"/>
                      <a:pt x="1" y="0"/>
                      <a:pt x="1" y="0"/>
                    </a:cubicBezTo>
                    <a:cubicBezTo>
                      <a:pt x="1" y="0"/>
                      <a:pt x="1" y="0"/>
                      <a:pt x="1" y="0"/>
                    </a:cubicBezTo>
                    <a:cubicBezTo>
                      <a:pt x="1" y="0"/>
                      <a:pt x="1" y="0"/>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4" name="Freeform 464"/>
              <p:cNvSpPr>
                <a:spLocks/>
              </p:cNvSpPr>
              <p:nvPr/>
            </p:nvSpPr>
            <p:spPr bwMode="auto">
              <a:xfrm>
                <a:off x="4226720" y="2351486"/>
                <a:ext cx="2381" cy="3572"/>
              </a:xfrm>
              <a:custGeom>
                <a:avLst/>
                <a:gdLst/>
                <a:ahLst/>
                <a:cxnLst>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0" y="0"/>
                  </a:cxn>
                  <a:cxn ang="0">
                    <a:pos x="0" y="1"/>
                  </a:cxn>
                  <a:cxn ang="0">
                    <a:pos x="0" y="1"/>
                  </a:cxn>
                  <a:cxn ang="0">
                    <a:pos x="0" y="1"/>
                  </a:cxn>
                  <a:cxn ang="0">
                    <a:pos x="0" y="1"/>
                  </a:cxn>
                  <a:cxn ang="0">
                    <a:pos x="0" y="1"/>
                  </a:cxn>
                  <a:cxn ang="0">
                    <a:pos x="1" y="1"/>
                  </a:cxn>
                  <a:cxn ang="0">
                    <a:pos x="1" y="1"/>
                  </a:cxn>
                  <a:cxn ang="0">
                    <a:pos x="0" y="1"/>
                  </a:cxn>
                  <a:cxn ang="0">
                    <a:pos x="0" y="1"/>
                  </a:cxn>
                </a:cxnLst>
                <a:rect l="0" t="0" r="r" b="b"/>
                <a:pathLst>
                  <a:path w="1" h="1">
                    <a:moveTo>
                      <a:pt x="0" y="1"/>
                    </a:move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5" name="Freeform 465"/>
              <p:cNvSpPr>
                <a:spLocks/>
              </p:cNvSpPr>
              <p:nvPr/>
            </p:nvSpPr>
            <p:spPr bwMode="auto">
              <a:xfrm>
                <a:off x="4220766" y="2349105"/>
                <a:ext cx="5954" cy="8335"/>
              </a:xfrm>
              <a:custGeom>
                <a:avLst/>
                <a:gdLst/>
                <a:ahLst/>
                <a:cxnLst>
                  <a:cxn ang="0">
                    <a:pos x="0" y="2"/>
                  </a:cxn>
                  <a:cxn ang="0">
                    <a:pos x="0" y="3"/>
                  </a:cxn>
                  <a:cxn ang="0">
                    <a:pos x="0" y="3"/>
                  </a:cxn>
                  <a:cxn ang="0">
                    <a:pos x="1" y="3"/>
                  </a:cxn>
                  <a:cxn ang="0">
                    <a:pos x="1" y="3"/>
                  </a:cxn>
                  <a:cxn ang="0">
                    <a:pos x="1" y="3"/>
                  </a:cxn>
                  <a:cxn ang="0">
                    <a:pos x="1" y="3"/>
                  </a:cxn>
                  <a:cxn ang="0">
                    <a:pos x="1" y="2"/>
                  </a:cxn>
                  <a:cxn ang="0">
                    <a:pos x="1" y="2"/>
                  </a:cxn>
                  <a:cxn ang="0">
                    <a:pos x="1" y="2"/>
                  </a:cxn>
                  <a:cxn ang="0">
                    <a:pos x="1" y="2"/>
                  </a:cxn>
                  <a:cxn ang="0">
                    <a:pos x="1" y="2"/>
                  </a:cxn>
                  <a:cxn ang="0">
                    <a:pos x="1" y="1"/>
                  </a:cxn>
                  <a:cxn ang="0">
                    <a:pos x="1" y="1"/>
                  </a:cxn>
                  <a:cxn ang="0">
                    <a:pos x="1" y="1"/>
                  </a:cxn>
                  <a:cxn ang="0">
                    <a:pos x="2" y="1"/>
                  </a:cxn>
                  <a:cxn ang="0">
                    <a:pos x="2" y="1"/>
                  </a:cxn>
                  <a:cxn ang="0">
                    <a:pos x="2" y="1"/>
                  </a:cxn>
                  <a:cxn ang="0">
                    <a:pos x="2" y="0"/>
                  </a:cxn>
                  <a:cxn ang="0">
                    <a:pos x="2" y="0"/>
                  </a:cxn>
                  <a:cxn ang="0">
                    <a:pos x="2" y="0"/>
                  </a:cxn>
                  <a:cxn ang="0">
                    <a:pos x="2" y="0"/>
                  </a:cxn>
                  <a:cxn ang="0">
                    <a:pos x="2" y="0"/>
                  </a:cxn>
                  <a:cxn ang="0">
                    <a:pos x="2" y="1"/>
                  </a:cxn>
                  <a:cxn ang="0">
                    <a:pos x="1" y="1"/>
                  </a:cxn>
                  <a:cxn ang="0">
                    <a:pos x="1" y="1"/>
                  </a:cxn>
                  <a:cxn ang="0">
                    <a:pos x="1" y="1"/>
                  </a:cxn>
                  <a:cxn ang="0">
                    <a:pos x="1" y="1"/>
                  </a:cxn>
                  <a:cxn ang="0">
                    <a:pos x="1" y="1"/>
                  </a:cxn>
                  <a:cxn ang="0">
                    <a:pos x="1" y="1"/>
                  </a:cxn>
                  <a:cxn ang="0">
                    <a:pos x="1" y="1"/>
                  </a:cxn>
                  <a:cxn ang="0">
                    <a:pos x="1" y="2"/>
                  </a:cxn>
                  <a:cxn ang="0">
                    <a:pos x="1" y="2"/>
                  </a:cxn>
                  <a:cxn ang="0">
                    <a:pos x="1" y="2"/>
                  </a:cxn>
                  <a:cxn ang="0">
                    <a:pos x="0" y="2"/>
                  </a:cxn>
                  <a:cxn ang="0">
                    <a:pos x="1" y="2"/>
                  </a:cxn>
                  <a:cxn ang="0">
                    <a:pos x="1" y="2"/>
                  </a:cxn>
                  <a:cxn ang="0">
                    <a:pos x="1" y="2"/>
                  </a:cxn>
                  <a:cxn ang="0">
                    <a:pos x="1" y="2"/>
                  </a:cxn>
                </a:cxnLst>
                <a:rect l="0" t="0" r="r" b="b"/>
                <a:pathLst>
                  <a:path w="2" h="3">
                    <a:moveTo>
                      <a:pt x="1" y="2"/>
                    </a:moveTo>
                    <a:cubicBezTo>
                      <a:pt x="0" y="2"/>
                      <a:pt x="0" y="2"/>
                      <a:pt x="0" y="2"/>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1"/>
                    </a:cubicBezTo>
                    <a:cubicBezTo>
                      <a:pt x="1" y="1"/>
                      <a:pt x="1" y="1"/>
                      <a:pt x="1" y="1"/>
                    </a:cubicBezTo>
                    <a:cubicBezTo>
                      <a:pt x="1" y="1"/>
                      <a:pt x="1" y="1"/>
                      <a:pt x="1" y="1"/>
                    </a:cubicBezTo>
                    <a:cubicBezTo>
                      <a:pt x="1" y="1"/>
                      <a:pt x="1" y="2"/>
                      <a:pt x="2" y="2"/>
                    </a:cubicBezTo>
                    <a:cubicBezTo>
                      <a:pt x="2" y="2"/>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1"/>
                      <a:pt x="2" y="1"/>
                    </a:cubicBezTo>
                    <a:cubicBezTo>
                      <a:pt x="2" y="1"/>
                      <a:pt x="2"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0" y="1"/>
                      <a:pt x="0" y="1"/>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6" name="Freeform 466"/>
              <p:cNvSpPr>
                <a:spLocks/>
              </p:cNvSpPr>
              <p:nvPr/>
            </p:nvSpPr>
            <p:spPr bwMode="auto">
              <a:xfrm>
                <a:off x="4226719" y="2343151"/>
                <a:ext cx="4763" cy="5954"/>
              </a:xfrm>
              <a:custGeom>
                <a:avLst/>
                <a:gdLst/>
                <a:ahLst/>
                <a:cxnLst>
                  <a:cxn ang="0">
                    <a:pos x="1" y="1"/>
                  </a:cxn>
                  <a:cxn ang="0">
                    <a:pos x="1" y="1"/>
                  </a:cxn>
                  <a:cxn ang="0">
                    <a:pos x="1" y="1"/>
                  </a:cxn>
                  <a:cxn ang="0">
                    <a:pos x="1" y="1"/>
                  </a:cxn>
                  <a:cxn ang="0">
                    <a:pos x="1" y="1"/>
                  </a:cxn>
                  <a:cxn ang="0">
                    <a:pos x="1" y="1"/>
                  </a:cxn>
                  <a:cxn ang="0">
                    <a:pos x="2" y="1"/>
                  </a:cxn>
                  <a:cxn ang="0">
                    <a:pos x="2" y="0"/>
                  </a:cxn>
                  <a:cxn ang="0">
                    <a:pos x="1" y="0"/>
                  </a:cxn>
                  <a:cxn ang="0">
                    <a:pos x="1" y="0"/>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2"/>
                  </a:cxn>
                  <a:cxn ang="0">
                    <a:pos x="1" y="2"/>
                  </a:cxn>
                  <a:cxn ang="0">
                    <a:pos x="1" y="2"/>
                  </a:cxn>
                  <a:cxn ang="0">
                    <a:pos x="1" y="1"/>
                  </a:cxn>
                  <a:cxn ang="0">
                    <a:pos x="1" y="1"/>
                  </a:cxn>
                  <a:cxn ang="0">
                    <a:pos x="1" y="1"/>
                  </a:cxn>
                  <a:cxn ang="0">
                    <a:pos x="1" y="1"/>
                  </a:cxn>
                  <a:cxn ang="0">
                    <a:pos x="1" y="1"/>
                  </a:cxn>
                  <a:cxn ang="0">
                    <a:pos x="1" y="1"/>
                  </a:cxn>
                </a:cxnLst>
                <a:rect l="0" t="0" r="r" b="b"/>
                <a:pathLst>
                  <a:path w="2" h="2">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0"/>
                      <a:pt x="2" y="0"/>
                    </a:cubicBezTo>
                    <a:cubicBezTo>
                      <a:pt x="2"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0" y="1"/>
                      <a:pt x="0" y="2"/>
                    </a:cubicBezTo>
                    <a:cubicBezTo>
                      <a:pt x="0" y="2"/>
                      <a:pt x="0"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7" name="Freeform 467"/>
              <p:cNvSpPr>
                <a:spLocks/>
              </p:cNvSpPr>
              <p:nvPr/>
            </p:nvSpPr>
            <p:spPr bwMode="auto">
              <a:xfrm>
                <a:off x="4223147" y="2340770"/>
                <a:ext cx="5954" cy="8335"/>
              </a:xfrm>
              <a:custGeom>
                <a:avLst/>
                <a:gdLst/>
                <a:ahLst/>
                <a:cxnLst>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3"/>
                  </a:cxn>
                  <a:cxn ang="0">
                    <a:pos x="0" y="3"/>
                  </a:cxn>
                  <a:cxn ang="0">
                    <a:pos x="0" y="3"/>
                  </a:cxn>
                  <a:cxn ang="0">
                    <a:pos x="0" y="3"/>
                  </a:cxn>
                  <a:cxn ang="0">
                    <a:pos x="0" y="2"/>
                  </a:cxn>
                  <a:cxn ang="0">
                    <a:pos x="0" y="2"/>
                  </a:cxn>
                  <a:cxn ang="0">
                    <a:pos x="0" y="2"/>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1"/>
                  </a:cxn>
                  <a:cxn ang="0">
                    <a:pos x="2" y="1"/>
                  </a:cxn>
                  <a:cxn ang="0">
                    <a:pos x="2" y="1"/>
                  </a:cxn>
                  <a:cxn ang="0">
                    <a:pos x="2" y="1"/>
                  </a:cxn>
                  <a:cxn ang="0">
                    <a:pos x="2" y="1"/>
                  </a:cxn>
                  <a:cxn ang="0">
                    <a:pos x="2" y="0"/>
                  </a:cxn>
                  <a:cxn ang="0">
                    <a:pos x="2" y="0"/>
                  </a:cxn>
                  <a:cxn ang="0">
                    <a:pos x="2" y="0"/>
                  </a:cxn>
                  <a:cxn ang="0">
                    <a:pos x="2" y="0"/>
                  </a:cxn>
                  <a:cxn ang="0">
                    <a:pos x="2" y="0"/>
                  </a:cxn>
                  <a:cxn ang="0">
                    <a:pos x="2" y="0"/>
                  </a:cxn>
                  <a:cxn ang="0">
                    <a:pos x="1" y="0"/>
                  </a:cxn>
                  <a:cxn ang="0">
                    <a:pos x="1" y="0"/>
                  </a:cxn>
                  <a:cxn ang="0">
                    <a:pos x="1" y="1"/>
                  </a:cxn>
                  <a:cxn ang="0">
                    <a:pos x="1" y="1"/>
                  </a:cxn>
                  <a:cxn ang="0">
                    <a:pos x="1" y="1"/>
                  </a:cxn>
                  <a:cxn ang="0">
                    <a:pos x="1" y="1"/>
                  </a:cxn>
                </a:cxnLst>
                <a:rect l="0" t="0" r="r" b="b"/>
                <a:pathLst>
                  <a:path w="2" h="3">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3"/>
                      <a:pt x="0" y="3"/>
                      <a:pt x="0" y="3"/>
                    </a:cubicBezTo>
                    <a:cubicBezTo>
                      <a:pt x="0" y="3"/>
                      <a:pt x="0" y="3"/>
                      <a:pt x="0" y="3"/>
                    </a:cubicBezTo>
                    <a:cubicBezTo>
                      <a:pt x="0" y="3"/>
                      <a:pt x="0" y="3"/>
                      <a:pt x="0" y="3"/>
                    </a:cubicBezTo>
                    <a:cubicBezTo>
                      <a:pt x="0" y="3"/>
                      <a:pt x="0" y="3"/>
                      <a:pt x="0" y="3"/>
                    </a:cubicBezTo>
                    <a:cubicBezTo>
                      <a:pt x="0" y="2"/>
                      <a:pt x="0" y="2"/>
                      <a:pt x="0"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8" name="Freeform 468"/>
              <p:cNvSpPr>
                <a:spLocks/>
              </p:cNvSpPr>
              <p:nvPr/>
            </p:nvSpPr>
            <p:spPr bwMode="auto">
              <a:xfrm>
                <a:off x="4229101" y="2338388"/>
                <a:ext cx="5954" cy="4763"/>
              </a:xfrm>
              <a:custGeom>
                <a:avLst/>
                <a:gdLst/>
                <a:ahLst/>
                <a:cxnLst>
                  <a:cxn ang="0">
                    <a:pos x="2" y="0"/>
                  </a:cxn>
                  <a:cxn ang="0">
                    <a:pos x="2" y="0"/>
                  </a:cxn>
                  <a:cxn ang="0">
                    <a:pos x="2" y="0"/>
                  </a:cxn>
                  <a:cxn ang="0">
                    <a:pos x="1" y="0"/>
                  </a:cxn>
                  <a:cxn ang="0">
                    <a:pos x="1" y="1"/>
                  </a:cxn>
                  <a:cxn ang="0">
                    <a:pos x="1" y="1"/>
                  </a:cxn>
                  <a:cxn ang="0">
                    <a:pos x="1" y="1"/>
                  </a:cxn>
                  <a:cxn ang="0">
                    <a:pos x="1" y="1"/>
                  </a:cxn>
                  <a:cxn ang="0">
                    <a:pos x="1" y="1"/>
                  </a:cxn>
                  <a:cxn ang="0">
                    <a:pos x="1" y="1"/>
                  </a:cxn>
                  <a:cxn ang="0">
                    <a:pos x="0" y="1"/>
                  </a:cxn>
                  <a:cxn ang="0">
                    <a:pos x="0" y="2"/>
                  </a:cxn>
                  <a:cxn ang="0">
                    <a:pos x="0" y="2"/>
                  </a:cxn>
                  <a:cxn ang="0">
                    <a:pos x="0" y="2"/>
                  </a:cxn>
                  <a:cxn ang="0">
                    <a:pos x="0" y="2"/>
                  </a:cxn>
                  <a:cxn ang="0">
                    <a:pos x="0" y="2"/>
                  </a:cxn>
                  <a:cxn ang="0">
                    <a:pos x="1" y="2"/>
                  </a:cxn>
                  <a:cxn ang="0">
                    <a:pos x="1" y="2"/>
                  </a:cxn>
                  <a:cxn ang="0">
                    <a:pos x="1" y="2"/>
                  </a:cxn>
                  <a:cxn ang="0">
                    <a:pos x="1" y="2"/>
                  </a:cxn>
                  <a:cxn ang="0">
                    <a:pos x="1" y="2"/>
                  </a:cxn>
                  <a:cxn ang="0">
                    <a:pos x="1" y="1"/>
                  </a:cxn>
                  <a:cxn ang="0">
                    <a:pos x="1" y="1"/>
                  </a:cxn>
                  <a:cxn ang="0">
                    <a:pos x="1" y="1"/>
                  </a:cxn>
                  <a:cxn ang="0">
                    <a:pos x="2" y="1"/>
                  </a:cxn>
                  <a:cxn ang="0">
                    <a:pos x="2" y="1"/>
                  </a:cxn>
                  <a:cxn ang="0">
                    <a:pos x="2" y="1"/>
                  </a:cxn>
                  <a:cxn ang="0">
                    <a:pos x="2" y="1"/>
                  </a:cxn>
                  <a:cxn ang="0">
                    <a:pos x="2" y="1"/>
                  </a:cxn>
                  <a:cxn ang="0">
                    <a:pos x="2" y="0"/>
                  </a:cxn>
                  <a:cxn ang="0">
                    <a:pos x="2" y="0"/>
                  </a:cxn>
                  <a:cxn ang="0">
                    <a:pos x="2" y="0"/>
                  </a:cxn>
                </a:cxnLst>
                <a:rect l="0" t="0" r="r" b="b"/>
                <a:pathLst>
                  <a:path w="2" h="2">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89" name="Freeform 469"/>
              <p:cNvSpPr>
                <a:spLocks/>
              </p:cNvSpPr>
              <p:nvPr/>
            </p:nvSpPr>
            <p:spPr bwMode="auto">
              <a:xfrm>
                <a:off x="4223147" y="2343151"/>
                <a:ext cx="5954" cy="5954"/>
              </a:xfrm>
              <a:custGeom>
                <a:avLst/>
                <a:gdLst/>
                <a:ahLst/>
                <a:cxnLst>
                  <a:cxn ang="0">
                    <a:pos x="1" y="1"/>
                  </a:cxn>
                  <a:cxn ang="0">
                    <a:pos x="2" y="1"/>
                  </a:cxn>
                  <a:cxn ang="0">
                    <a:pos x="2" y="1"/>
                  </a:cxn>
                  <a:cxn ang="0">
                    <a:pos x="2" y="0"/>
                  </a:cxn>
                  <a:cxn ang="0">
                    <a:pos x="1" y="1"/>
                  </a:cxn>
                  <a:cxn ang="0">
                    <a:pos x="1" y="1"/>
                  </a:cxn>
                  <a:cxn ang="0">
                    <a:pos x="1" y="1"/>
                  </a:cxn>
                  <a:cxn ang="0">
                    <a:pos x="1" y="1"/>
                  </a:cxn>
                  <a:cxn ang="0">
                    <a:pos x="1" y="1"/>
                  </a:cxn>
                  <a:cxn ang="0">
                    <a:pos x="1" y="1"/>
                  </a:cxn>
                  <a:cxn ang="0">
                    <a:pos x="1" y="1"/>
                  </a:cxn>
                  <a:cxn ang="0">
                    <a:pos x="1" y="1"/>
                  </a:cxn>
                  <a:cxn ang="0">
                    <a:pos x="1" y="1"/>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1" y="2"/>
                  </a:cxn>
                  <a:cxn ang="0">
                    <a:pos x="1" y="2"/>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1"/>
                  </a:cxn>
                  <a:cxn ang="0">
                    <a:pos x="1" y="1"/>
                  </a:cxn>
                  <a:cxn ang="0">
                    <a:pos x="1" y="1"/>
                  </a:cxn>
                  <a:cxn ang="0">
                    <a:pos x="1" y="1"/>
                  </a:cxn>
                </a:cxnLst>
                <a:rect l="0" t="0" r="r" b="b"/>
                <a:pathLst>
                  <a:path w="2" h="2">
                    <a:moveTo>
                      <a:pt x="1" y="1"/>
                    </a:moveTo>
                    <a:cubicBezTo>
                      <a:pt x="1" y="1"/>
                      <a:pt x="2" y="1"/>
                      <a:pt x="2" y="1"/>
                    </a:cubicBezTo>
                    <a:cubicBezTo>
                      <a:pt x="2" y="1"/>
                      <a:pt x="2" y="1"/>
                      <a:pt x="2" y="1"/>
                    </a:cubicBezTo>
                    <a:cubicBezTo>
                      <a:pt x="2" y="0"/>
                      <a:pt x="2" y="0"/>
                      <a:pt x="2" y="0"/>
                    </a:cubicBezTo>
                    <a:cubicBezTo>
                      <a:pt x="2" y="0"/>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0" name="Freeform 470"/>
              <p:cNvSpPr>
                <a:spLocks/>
              </p:cNvSpPr>
              <p:nvPr/>
            </p:nvSpPr>
            <p:spPr bwMode="auto">
              <a:xfrm>
                <a:off x="4842272" y="2613423"/>
                <a:ext cx="5954" cy="16669"/>
              </a:xfrm>
              <a:custGeom>
                <a:avLst/>
                <a:gdLst/>
                <a:ahLst/>
                <a:cxnLst>
                  <a:cxn ang="0">
                    <a:pos x="2" y="3"/>
                  </a:cxn>
                  <a:cxn ang="0">
                    <a:pos x="2" y="3"/>
                  </a:cxn>
                  <a:cxn ang="0">
                    <a:pos x="2" y="3"/>
                  </a:cxn>
                  <a:cxn ang="0">
                    <a:pos x="2" y="3"/>
                  </a:cxn>
                  <a:cxn ang="0">
                    <a:pos x="2" y="3"/>
                  </a:cxn>
                  <a:cxn ang="0">
                    <a:pos x="2" y="2"/>
                  </a:cxn>
                  <a:cxn ang="0">
                    <a:pos x="2" y="2"/>
                  </a:cxn>
                  <a:cxn ang="0">
                    <a:pos x="2" y="2"/>
                  </a:cxn>
                  <a:cxn ang="0">
                    <a:pos x="2" y="2"/>
                  </a:cxn>
                  <a:cxn ang="0">
                    <a:pos x="1" y="1"/>
                  </a:cxn>
                  <a:cxn ang="0">
                    <a:pos x="1" y="0"/>
                  </a:cxn>
                  <a:cxn ang="0">
                    <a:pos x="1" y="0"/>
                  </a:cxn>
                  <a:cxn ang="0">
                    <a:pos x="0" y="0"/>
                  </a:cxn>
                  <a:cxn ang="0">
                    <a:pos x="0" y="0"/>
                  </a:cxn>
                  <a:cxn ang="0">
                    <a:pos x="0" y="0"/>
                  </a:cxn>
                  <a:cxn ang="0">
                    <a:pos x="0" y="0"/>
                  </a:cxn>
                  <a:cxn ang="0">
                    <a:pos x="0" y="1"/>
                  </a:cxn>
                  <a:cxn ang="0">
                    <a:pos x="0" y="1"/>
                  </a:cxn>
                  <a:cxn ang="0">
                    <a:pos x="0" y="1"/>
                  </a:cxn>
                  <a:cxn ang="0">
                    <a:pos x="0" y="1"/>
                  </a:cxn>
                  <a:cxn ang="0">
                    <a:pos x="0" y="2"/>
                  </a:cxn>
                  <a:cxn ang="0">
                    <a:pos x="0" y="2"/>
                  </a:cxn>
                  <a:cxn ang="0">
                    <a:pos x="0" y="2"/>
                  </a:cxn>
                  <a:cxn ang="0">
                    <a:pos x="0" y="2"/>
                  </a:cxn>
                  <a:cxn ang="0">
                    <a:pos x="0" y="2"/>
                  </a:cxn>
                  <a:cxn ang="0">
                    <a:pos x="0" y="3"/>
                  </a:cxn>
                  <a:cxn ang="0">
                    <a:pos x="0" y="3"/>
                  </a:cxn>
                  <a:cxn ang="0">
                    <a:pos x="0" y="4"/>
                  </a:cxn>
                  <a:cxn ang="0">
                    <a:pos x="0" y="4"/>
                  </a:cxn>
                  <a:cxn ang="0">
                    <a:pos x="0" y="5"/>
                  </a:cxn>
                  <a:cxn ang="0">
                    <a:pos x="0" y="5"/>
                  </a:cxn>
                  <a:cxn ang="0">
                    <a:pos x="1" y="6"/>
                  </a:cxn>
                  <a:cxn ang="0">
                    <a:pos x="1" y="5"/>
                  </a:cxn>
                  <a:cxn ang="0">
                    <a:pos x="1" y="5"/>
                  </a:cxn>
                  <a:cxn ang="0">
                    <a:pos x="2" y="5"/>
                  </a:cxn>
                  <a:cxn ang="0">
                    <a:pos x="2" y="4"/>
                  </a:cxn>
                  <a:cxn ang="0">
                    <a:pos x="2" y="4"/>
                  </a:cxn>
                  <a:cxn ang="0">
                    <a:pos x="2" y="4"/>
                  </a:cxn>
                  <a:cxn ang="0">
                    <a:pos x="2" y="3"/>
                  </a:cxn>
                </a:cxnLst>
                <a:rect l="0" t="0" r="r" b="b"/>
                <a:pathLst>
                  <a:path w="2" h="6">
                    <a:moveTo>
                      <a:pt x="2" y="3"/>
                    </a:move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1"/>
                      <a:pt x="2"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3"/>
                      <a:pt x="0" y="3"/>
                      <a:pt x="0" y="3"/>
                    </a:cubicBezTo>
                    <a:cubicBezTo>
                      <a:pt x="0" y="3"/>
                      <a:pt x="0" y="3"/>
                      <a:pt x="0" y="3"/>
                    </a:cubicBezTo>
                    <a:cubicBezTo>
                      <a:pt x="0" y="3"/>
                      <a:pt x="0" y="3"/>
                      <a:pt x="0" y="3"/>
                    </a:cubicBezTo>
                    <a:cubicBezTo>
                      <a:pt x="0" y="3"/>
                      <a:pt x="0" y="3"/>
                      <a:pt x="0" y="3"/>
                    </a:cubicBezTo>
                    <a:cubicBezTo>
                      <a:pt x="0" y="3"/>
                      <a:pt x="0" y="4"/>
                      <a:pt x="0" y="4"/>
                    </a:cubicBezTo>
                    <a:cubicBezTo>
                      <a:pt x="0" y="4"/>
                      <a:pt x="0" y="4"/>
                      <a:pt x="0" y="4"/>
                    </a:cubicBezTo>
                    <a:cubicBezTo>
                      <a:pt x="0" y="4"/>
                      <a:pt x="0" y="4"/>
                      <a:pt x="0" y="4"/>
                    </a:cubicBezTo>
                    <a:cubicBezTo>
                      <a:pt x="0" y="4"/>
                      <a:pt x="0" y="4"/>
                      <a:pt x="0" y="4"/>
                    </a:cubicBezTo>
                    <a:cubicBezTo>
                      <a:pt x="0" y="4"/>
                      <a:pt x="0" y="4"/>
                      <a:pt x="0" y="5"/>
                    </a:cubicBezTo>
                    <a:cubicBezTo>
                      <a:pt x="0" y="5"/>
                      <a:pt x="0" y="5"/>
                      <a:pt x="0" y="5"/>
                    </a:cubicBezTo>
                    <a:cubicBezTo>
                      <a:pt x="0" y="5"/>
                      <a:pt x="0" y="5"/>
                      <a:pt x="0" y="5"/>
                    </a:cubicBezTo>
                    <a:cubicBezTo>
                      <a:pt x="0" y="5"/>
                      <a:pt x="0" y="5"/>
                      <a:pt x="0" y="5"/>
                    </a:cubicBezTo>
                    <a:cubicBezTo>
                      <a:pt x="0" y="5"/>
                      <a:pt x="1" y="6"/>
                      <a:pt x="1" y="6"/>
                    </a:cubicBezTo>
                    <a:cubicBezTo>
                      <a:pt x="1" y="6"/>
                      <a:pt x="1" y="5"/>
                      <a:pt x="1" y="5"/>
                    </a:cubicBezTo>
                    <a:cubicBezTo>
                      <a:pt x="1" y="5"/>
                      <a:pt x="1" y="5"/>
                      <a:pt x="1" y="5"/>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3"/>
                      <a:pt x="2" y="3"/>
                      <a:pt x="2" y="3"/>
                    </a:cubicBezTo>
                    <a:cubicBezTo>
                      <a:pt x="2" y="3"/>
                      <a:pt x="2" y="3"/>
                      <a:pt x="2"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1" name="Freeform 471"/>
              <p:cNvSpPr>
                <a:spLocks/>
              </p:cNvSpPr>
              <p:nvPr/>
            </p:nvSpPr>
            <p:spPr bwMode="auto">
              <a:xfrm>
                <a:off x="4658917" y="2495551"/>
                <a:ext cx="3572" cy="2381"/>
              </a:xfrm>
              <a:custGeom>
                <a:avLst/>
                <a:gdLst/>
                <a:ahLst/>
                <a:cxnLst>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0"/>
                  </a:cxn>
                  <a:cxn ang="0">
                    <a:pos x="1" y="0"/>
                  </a:cxn>
                  <a:cxn ang="0">
                    <a:pos x="0" y="0"/>
                  </a:cxn>
                  <a:cxn ang="0">
                    <a:pos x="0" y="0"/>
                  </a:cxn>
                  <a:cxn ang="0">
                    <a:pos x="0" y="1"/>
                  </a:cxn>
                  <a:cxn ang="0">
                    <a:pos x="0" y="1"/>
                  </a:cxn>
                  <a:cxn ang="0">
                    <a:pos x="0" y="1"/>
                  </a:cxn>
                  <a:cxn ang="0">
                    <a:pos x="0" y="1"/>
                  </a:cxn>
                  <a:cxn ang="0">
                    <a:pos x="0" y="1"/>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0"/>
                      <a:pt x="1" y="0"/>
                      <a:pt x="1" y="0"/>
                    </a:cubicBezTo>
                    <a:cubicBezTo>
                      <a:pt x="1" y="0"/>
                      <a:pt x="1" y="0"/>
                      <a:pt x="1"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2" name="Freeform 472"/>
              <p:cNvSpPr>
                <a:spLocks/>
              </p:cNvSpPr>
              <p:nvPr/>
            </p:nvSpPr>
            <p:spPr bwMode="auto">
              <a:xfrm>
                <a:off x="4597003" y="2472930"/>
                <a:ext cx="5954" cy="11906"/>
              </a:xfrm>
              <a:custGeom>
                <a:avLst/>
                <a:gdLst/>
                <a:ahLst/>
                <a:cxnLst>
                  <a:cxn ang="0">
                    <a:pos x="0" y="3"/>
                  </a:cxn>
                  <a:cxn ang="0">
                    <a:pos x="0" y="3"/>
                  </a:cxn>
                  <a:cxn ang="0">
                    <a:pos x="0" y="3"/>
                  </a:cxn>
                  <a:cxn ang="0">
                    <a:pos x="0" y="3"/>
                  </a:cxn>
                  <a:cxn ang="0">
                    <a:pos x="0" y="3"/>
                  </a:cxn>
                  <a:cxn ang="0">
                    <a:pos x="0" y="4"/>
                  </a:cxn>
                  <a:cxn ang="0">
                    <a:pos x="1" y="4"/>
                  </a:cxn>
                  <a:cxn ang="0">
                    <a:pos x="1" y="4"/>
                  </a:cxn>
                  <a:cxn ang="0">
                    <a:pos x="1" y="4"/>
                  </a:cxn>
                  <a:cxn ang="0">
                    <a:pos x="1" y="4"/>
                  </a:cxn>
                  <a:cxn ang="0">
                    <a:pos x="1" y="3"/>
                  </a:cxn>
                  <a:cxn ang="0">
                    <a:pos x="1" y="4"/>
                  </a:cxn>
                  <a:cxn ang="0">
                    <a:pos x="1" y="4"/>
                  </a:cxn>
                  <a:cxn ang="0">
                    <a:pos x="1" y="4"/>
                  </a:cxn>
                  <a:cxn ang="0">
                    <a:pos x="2" y="3"/>
                  </a:cxn>
                  <a:cxn ang="0">
                    <a:pos x="2" y="3"/>
                  </a:cxn>
                  <a:cxn ang="0">
                    <a:pos x="2" y="3"/>
                  </a:cxn>
                  <a:cxn ang="0">
                    <a:pos x="2" y="3"/>
                  </a:cxn>
                  <a:cxn ang="0">
                    <a:pos x="2" y="3"/>
                  </a:cxn>
                  <a:cxn ang="0">
                    <a:pos x="2" y="2"/>
                  </a:cxn>
                  <a:cxn ang="0">
                    <a:pos x="2" y="2"/>
                  </a:cxn>
                  <a:cxn ang="0">
                    <a:pos x="2" y="2"/>
                  </a:cxn>
                  <a:cxn ang="0">
                    <a:pos x="2" y="2"/>
                  </a:cxn>
                  <a:cxn ang="0">
                    <a:pos x="2" y="1"/>
                  </a:cxn>
                  <a:cxn ang="0">
                    <a:pos x="2" y="1"/>
                  </a:cxn>
                  <a:cxn ang="0">
                    <a:pos x="2" y="1"/>
                  </a:cxn>
                  <a:cxn ang="0">
                    <a:pos x="2" y="1"/>
                  </a:cxn>
                  <a:cxn ang="0">
                    <a:pos x="2" y="0"/>
                  </a:cxn>
                  <a:cxn ang="0">
                    <a:pos x="2" y="0"/>
                  </a:cxn>
                  <a:cxn ang="0">
                    <a:pos x="2" y="0"/>
                  </a:cxn>
                  <a:cxn ang="0">
                    <a:pos x="1" y="0"/>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2"/>
                  </a:cxn>
                  <a:cxn ang="0">
                    <a:pos x="1" y="2"/>
                  </a:cxn>
                  <a:cxn ang="0">
                    <a:pos x="1" y="2"/>
                  </a:cxn>
                  <a:cxn ang="0">
                    <a:pos x="1" y="2"/>
                  </a:cxn>
                  <a:cxn ang="0">
                    <a:pos x="0" y="2"/>
                  </a:cxn>
                  <a:cxn ang="0">
                    <a:pos x="0" y="2"/>
                  </a:cxn>
                  <a:cxn ang="0">
                    <a:pos x="0" y="2"/>
                  </a:cxn>
                  <a:cxn ang="0">
                    <a:pos x="0" y="2"/>
                  </a:cxn>
                  <a:cxn ang="0">
                    <a:pos x="0" y="3"/>
                  </a:cxn>
                </a:cxnLst>
                <a:rect l="0" t="0" r="r" b="b"/>
                <a:pathLst>
                  <a:path w="2" h="4">
                    <a:moveTo>
                      <a:pt x="0" y="3"/>
                    </a:moveTo>
                    <a:cubicBezTo>
                      <a:pt x="0" y="3"/>
                      <a:pt x="0" y="3"/>
                      <a:pt x="0" y="3"/>
                    </a:cubicBezTo>
                    <a:cubicBezTo>
                      <a:pt x="0" y="3"/>
                      <a:pt x="0" y="3"/>
                      <a:pt x="0" y="3"/>
                    </a:cubicBezTo>
                    <a:cubicBezTo>
                      <a:pt x="0" y="3"/>
                      <a:pt x="0" y="3"/>
                      <a:pt x="0" y="3"/>
                    </a:cubicBezTo>
                    <a:cubicBezTo>
                      <a:pt x="0" y="3"/>
                      <a:pt x="0" y="3"/>
                      <a:pt x="0" y="3"/>
                    </a:cubicBezTo>
                    <a:cubicBezTo>
                      <a:pt x="0" y="3"/>
                      <a:pt x="0" y="4"/>
                      <a:pt x="0" y="4"/>
                    </a:cubicBezTo>
                    <a:cubicBezTo>
                      <a:pt x="0" y="4"/>
                      <a:pt x="0" y="4"/>
                      <a:pt x="1" y="4"/>
                    </a:cubicBezTo>
                    <a:cubicBezTo>
                      <a:pt x="1" y="4"/>
                      <a:pt x="1" y="4"/>
                      <a:pt x="1" y="4"/>
                    </a:cubicBezTo>
                    <a:cubicBezTo>
                      <a:pt x="1" y="4"/>
                      <a:pt x="1" y="4"/>
                      <a:pt x="1" y="4"/>
                    </a:cubicBezTo>
                    <a:cubicBezTo>
                      <a:pt x="1" y="4"/>
                      <a:pt x="1" y="4"/>
                      <a:pt x="1" y="4"/>
                    </a:cubicBezTo>
                    <a:cubicBezTo>
                      <a:pt x="1" y="4"/>
                      <a:pt x="1" y="3"/>
                      <a:pt x="1" y="3"/>
                    </a:cubicBezTo>
                    <a:cubicBezTo>
                      <a:pt x="1" y="3"/>
                      <a:pt x="1" y="4"/>
                      <a:pt x="1" y="4"/>
                    </a:cubicBezTo>
                    <a:cubicBezTo>
                      <a:pt x="1" y="4"/>
                      <a:pt x="1" y="4"/>
                      <a:pt x="1" y="4"/>
                    </a:cubicBezTo>
                    <a:cubicBezTo>
                      <a:pt x="1" y="4"/>
                      <a:pt x="1" y="4"/>
                      <a:pt x="1" y="4"/>
                    </a:cubicBezTo>
                    <a:cubicBezTo>
                      <a:pt x="2" y="4"/>
                      <a:pt x="2" y="4"/>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2" y="2"/>
                      <a:pt x="2" y="2"/>
                      <a:pt x="2" y="2"/>
                    </a:cubicBezTo>
                    <a:cubicBezTo>
                      <a:pt x="2" y="2"/>
                      <a:pt x="2" y="2"/>
                      <a:pt x="2" y="2"/>
                    </a:cubicBezTo>
                    <a:cubicBezTo>
                      <a:pt x="2" y="2"/>
                      <a:pt x="2" y="2"/>
                      <a:pt x="2" y="1"/>
                    </a:cubicBezTo>
                    <a:cubicBezTo>
                      <a:pt x="2" y="1"/>
                      <a:pt x="2" y="1"/>
                      <a:pt x="2" y="1"/>
                    </a:cubicBezTo>
                    <a:cubicBezTo>
                      <a:pt x="2" y="1"/>
                      <a:pt x="2" y="1"/>
                      <a:pt x="2" y="1"/>
                    </a:cubicBezTo>
                    <a:cubicBezTo>
                      <a:pt x="2" y="1"/>
                      <a:pt x="2" y="1"/>
                      <a:pt x="2" y="1"/>
                    </a:cubicBezTo>
                    <a:cubicBezTo>
                      <a:pt x="2" y="1"/>
                      <a:pt x="2" y="0"/>
                      <a:pt x="2" y="0"/>
                    </a:cubicBezTo>
                    <a:cubicBezTo>
                      <a:pt x="2" y="0"/>
                      <a:pt x="2" y="0"/>
                      <a:pt x="2" y="0"/>
                    </a:cubicBezTo>
                    <a:cubicBezTo>
                      <a:pt x="2" y="0"/>
                      <a:pt x="2" y="0"/>
                      <a:pt x="2" y="0"/>
                    </a:cubicBezTo>
                    <a:cubicBezTo>
                      <a:pt x="2" y="0"/>
                      <a:pt x="1" y="0"/>
                      <a:pt x="1" y="0"/>
                    </a:cubicBezTo>
                    <a:cubicBezTo>
                      <a:pt x="1" y="1"/>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2"/>
                      <a:pt x="1" y="2"/>
                      <a:pt x="1" y="2"/>
                    </a:cubicBezTo>
                    <a:cubicBezTo>
                      <a:pt x="1" y="2"/>
                      <a:pt x="0" y="2"/>
                      <a:pt x="1" y="2"/>
                    </a:cubicBezTo>
                    <a:cubicBezTo>
                      <a:pt x="1" y="2"/>
                      <a:pt x="1" y="2"/>
                      <a:pt x="1" y="2"/>
                    </a:cubicBezTo>
                    <a:cubicBezTo>
                      <a:pt x="1" y="2"/>
                      <a:pt x="1" y="2"/>
                      <a:pt x="1" y="2"/>
                    </a:cubicBezTo>
                    <a:cubicBezTo>
                      <a:pt x="1" y="2"/>
                      <a:pt x="1" y="2"/>
                      <a:pt x="0" y="2"/>
                    </a:cubicBezTo>
                    <a:cubicBezTo>
                      <a:pt x="0" y="2"/>
                      <a:pt x="0" y="2"/>
                      <a:pt x="0" y="2"/>
                    </a:cubicBezTo>
                    <a:cubicBezTo>
                      <a:pt x="0" y="2"/>
                      <a:pt x="0" y="2"/>
                      <a:pt x="0" y="2"/>
                    </a:cubicBezTo>
                    <a:cubicBezTo>
                      <a:pt x="0" y="2"/>
                      <a:pt x="0" y="2"/>
                      <a:pt x="0" y="2"/>
                    </a:cubicBezTo>
                    <a:cubicBezTo>
                      <a:pt x="0" y="3"/>
                      <a:pt x="0" y="3"/>
                      <a:pt x="0"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3" name="Freeform 473"/>
              <p:cNvSpPr>
                <a:spLocks/>
              </p:cNvSpPr>
              <p:nvPr/>
            </p:nvSpPr>
            <p:spPr bwMode="auto">
              <a:xfrm>
                <a:off x="4611291" y="2487217"/>
                <a:ext cx="8335" cy="8335"/>
              </a:xfrm>
              <a:custGeom>
                <a:avLst/>
                <a:gdLst/>
                <a:ahLst/>
                <a:cxnLst>
                  <a:cxn ang="0">
                    <a:pos x="0" y="1"/>
                  </a:cxn>
                  <a:cxn ang="0">
                    <a:pos x="0" y="1"/>
                  </a:cxn>
                  <a:cxn ang="0">
                    <a:pos x="0" y="1"/>
                  </a:cxn>
                  <a:cxn ang="0">
                    <a:pos x="0" y="2"/>
                  </a:cxn>
                  <a:cxn ang="0">
                    <a:pos x="1" y="2"/>
                  </a:cxn>
                  <a:cxn ang="0">
                    <a:pos x="1" y="2"/>
                  </a:cxn>
                  <a:cxn ang="0">
                    <a:pos x="1" y="2"/>
                  </a:cxn>
                  <a:cxn ang="0">
                    <a:pos x="1" y="2"/>
                  </a:cxn>
                  <a:cxn ang="0">
                    <a:pos x="2" y="3"/>
                  </a:cxn>
                  <a:cxn ang="0">
                    <a:pos x="2" y="3"/>
                  </a:cxn>
                  <a:cxn ang="0">
                    <a:pos x="2" y="3"/>
                  </a:cxn>
                  <a:cxn ang="0">
                    <a:pos x="2" y="3"/>
                  </a:cxn>
                  <a:cxn ang="0">
                    <a:pos x="2" y="3"/>
                  </a:cxn>
                  <a:cxn ang="0">
                    <a:pos x="3" y="3"/>
                  </a:cxn>
                  <a:cxn ang="0">
                    <a:pos x="3" y="2"/>
                  </a:cxn>
                  <a:cxn ang="0">
                    <a:pos x="3" y="2"/>
                  </a:cxn>
                  <a:cxn ang="0">
                    <a:pos x="3" y="1"/>
                  </a:cxn>
                  <a:cxn ang="0">
                    <a:pos x="3" y="1"/>
                  </a:cxn>
                  <a:cxn ang="0">
                    <a:pos x="3" y="1"/>
                  </a:cxn>
                  <a:cxn ang="0">
                    <a:pos x="3" y="0"/>
                  </a:cxn>
                  <a:cxn ang="0">
                    <a:pos x="3" y="0"/>
                  </a:cxn>
                  <a:cxn ang="0">
                    <a:pos x="3" y="0"/>
                  </a:cxn>
                  <a:cxn ang="0">
                    <a:pos x="2" y="0"/>
                  </a:cxn>
                  <a:cxn ang="0">
                    <a:pos x="2" y="0"/>
                  </a:cxn>
                  <a:cxn ang="0">
                    <a:pos x="2" y="1"/>
                  </a:cxn>
                  <a:cxn ang="0">
                    <a:pos x="2" y="1"/>
                  </a:cxn>
                  <a:cxn ang="0">
                    <a:pos x="2" y="1"/>
                  </a:cxn>
                  <a:cxn ang="0">
                    <a:pos x="1" y="0"/>
                  </a:cxn>
                  <a:cxn ang="0">
                    <a:pos x="1" y="0"/>
                  </a:cxn>
                  <a:cxn ang="0">
                    <a:pos x="1" y="0"/>
                  </a:cxn>
                  <a:cxn ang="0">
                    <a:pos x="1" y="0"/>
                  </a:cxn>
                  <a:cxn ang="0">
                    <a:pos x="0" y="0"/>
                  </a:cxn>
                  <a:cxn ang="0">
                    <a:pos x="0" y="0"/>
                  </a:cxn>
                  <a:cxn ang="0">
                    <a:pos x="0" y="0"/>
                  </a:cxn>
                  <a:cxn ang="0">
                    <a:pos x="0" y="0"/>
                  </a:cxn>
                  <a:cxn ang="0">
                    <a:pos x="0" y="0"/>
                  </a:cxn>
                  <a:cxn ang="0">
                    <a:pos x="0" y="1"/>
                  </a:cxn>
                  <a:cxn ang="0">
                    <a:pos x="0" y="1"/>
                  </a:cxn>
                </a:cxnLst>
                <a:rect l="0" t="0" r="r" b="b"/>
                <a:pathLst>
                  <a:path w="3" h="3">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3" y="3"/>
                      <a:pt x="3" y="3"/>
                      <a:pt x="2" y="3"/>
                    </a:cubicBezTo>
                    <a:cubicBezTo>
                      <a:pt x="2" y="3"/>
                      <a:pt x="2" y="3"/>
                      <a:pt x="3" y="3"/>
                    </a:cubicBezTo>
                    <a:cubicBezTo>
                      <a:pt x="3" y="3"/>
                      <a:pt x="3" y="3"/>
                      <a:pt x="3" y="3"/>
                    </a:cubicBezTo>
                    <a:cubicBezTo>
                      <a:pt x="3" y="3"/>
                      <a:pt x="3" y="2"/>
                      <a:pt x="3" y="2"/>
                    </a:cubicBezTo>
                    <a:cubicBezTo>
                      <a:pt x="3" y="2"/>
                      <a:pt x="3" y="2"/>
                      <a:pt x="3" y="2"/>
                    </a:cubicBezTo>
                    <a:cubicBezTo>
                      <a:pt x="3" y="2"/>
                      <a:pt x="3" y="2"/>
                      <a:pt x="3" y="2"/>
                    </a:cubicBezTo>
                    <a:cubicBezTo>
                      <a:pt x="3" y="2"/>
                      <a:pt x="3" y="2"/>
                      <a:pt x="3" y="2"/>
                    </a:cubicBezTo>
                    <a:cubicBezTo>
                      <a:pt x="3" y="2"/>
                      <a:pt x="3" y="2"/>
                      <a:pt x="3" y="2"/>
                    </a:cubicBezTo>
                    <a:cubicBezTo>
                      <a:pt x="3" y="2"/>
                      <a:pt x="3" y="1"/>
                      <a:pt x="3" y="1"/>
                    </a:cubicBezTo>
                    <a:cubicBezTo>
                      <a:pt x="3" y="1"/>
                      <a:pt x="3" y="1"/>
                      <a:pt x="3"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2" y="0"/>
                      <a:pt x="2" y="0"/>
                    </a:cubicBezTo>
                    <a:cubicBezTo>
                      <a:pt x="2" y="0"/>
                      <a:pt x="2" y="0"/>
                      <a:pt x="2" y="0"/>
                    </a:cubicBezTo>
                    <a:cubicBezTo>
                      <a:pt x="2" y="0"/>
                      <a:pt x="2" y="0"/>
                      <a:pt x="2" y="0"/>
                    </a:cubicBezTo>
                    <a:cubicBezTo>
                      <a:pt x="2" y="0"/>
                      <a:pt x="2" y="0"/>
                      <a:pt x="2" y="0"/>
                    </a:cubicBezTo>
                    <a:cubicBezTo>
                      <a:pt x="2" y="0"/>
                      <a:pt x="2" y="0"/>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4" name="Freeform 474"/>
              <p:cNvSpPr>
                <a:spLocks/>
              </p:cNvSpPr>
              <p:nvPr/>
            </p:nvSpPr>
            <p:spPr bwMode="auto">
              <a:xfrm>
                <a:off x="4600576" y="2464595"/>
                <a:ext cx="4763" cy="8335"/>
              </a:xfrm>
              <a:custGeom>
                <a:avLst/>
                <a:gdLst/>
                <a:ahLst/>
                <a:cxnLst>
                  <a:cxn ang="0">
                    <a:pos x="1" y="3"/>
                  </a:cxn>
                  <a:cxn ang="0">
                    <a:pos x="1" y="3"/>
                  </a:cxn>
                  <a:cxn ang="0">
                    <a:pos x="1" y="3"/>
                  </a:cxn>
                  <a:cxn ang="0">
                    <a:pos x="1" y="3"/>
                  </a:cxn>
                  <a:cxn ang="0">
                    <a:pos x="1" y="2"/>
                  </a:cxn>
                  <a:cxn ang="0">
                    <a:pos x="1" y="2"/>
                  </a:cxn>
                  <a:cxn ang="0">
                    <a:pos x="1" y="2"/>
                  </a:cxn>
                  <a:cxn ang="0">
                    <a:pos x="2" y="1"/>
                  </a:cxn>
                  <a:cxn ang="0">
                    <a:pos x="1" y="0"/>
                  </a:cxn>
                  <a:cxn ang="0">
                    <a:pos x="1" y="0"/>
                  </a:cxn>
                  <a:cxn ang="0">
                    <a:pos x="1" y="0"/>
                  </a:cxn>
                  <a:cxn ang="0">
                    <a:pos x="1" y="0"/>
                  </a:cxn>
                  <a:cxn ang="0">
                    <a:pos x="1" y="0"/>
                  </a:cxn>
                  <a:cxn ang="0">
                    <a:pos x="1" y="1"/>
                  </a:cxn>
                  <a:cxn ang="0">
                    <a:pos x="1" y="1"/>
                  </a:cxn>
                  <a:cxn ang="0">
                    <a:pos x="1" y="1"/>
                  </a:cxn>
                  <a:cxn ang="0">
                    <a:pos x="0" y="1"/>
                  </a:cxn>
                  <a:cxn ang="0">
                    <a:pos x="0" y="1"/>
                  </a:cxn>
                  <a:cxn ang="0">
                    <a:pos x="0" y="1"/>
                  </a:cxn>
                  <a:cxn ang="0">
                    <a:pos x="0" y="2"/>
                  </a:cxn>
                  <a:cxn ang="0">
                    <a:pos x="0" y="2"/>
                  </a:cxn>
                  <a:cxn ang="0">
                    <a:pos x="0" y="2"/>
                  </a:cxn>
                  <a:cxn ang="0">
                    <a:pos x="1" y="3"/>
                  </a:cxn>
                </a:cxnLst>
                <a:rect l="0" t="0" r="r" b="b"/>
                <a:pathLst>
                  <a:path w="2" h="3">
                    <a:moveTo>
                      <a:pt x="1" y="3"/>
                    </a:move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2" y="1"/>
                      <a:pt x="2" y="1"/>
                      <a:pt x="2"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3"/>
                      <a:pt x="0" y="3"/>
                      <a:pt x="1"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5" name="Freeform 475"/>
              <p:cNvSpPr>
                <a:spLocks/>
              </p:cNvSpPr>
              <p:nvPr/>
            </p:nvSpPr>
            <p:spPr bwMode="auto">
              <a:xfrm>
                <a:off x="4673204" y="2501504"/>
                <a:ext cx="8335" cy="4763"/>
              </a:xfrm>
              <a:custGeom>
                <a:avLst/>
                <a:gdLst/>
                <a:ahLst/>
                <a:cxnLst>
                  <a:cxn ang="0">
                    <a:pos x="2" y="0"/>
                  </a:cxn>
                  <a:cxn ang="0">
                    <a:pos x="2" y="0"/>
                  </a:cxn>
                  <a:cxn ang="0">
                    <a:pos x="3" y="0"/>
                  </a:cxn>
                  <a:cxn ang="0">
                    <a:pos x="3" y="0"/>
                  </a:cxn>
                  <a:cxn ang="0">
                    <a:pos x="3" y="0"/>
                  </a:cxn>
                  <a:cxn ang="0">
                    <a:pos x="3" y="0"/>
                  </a:cxn>
                  <a:cxn ang="0">
                    <a:pos x="3" y="0"/>
                  </a:cxn>
                  <a:cxn ang="0">
                    <a:pos x="3" y="0"/>
                  </a:cxn>
                  <a:cxn ang="0">
                    <a:pos x="2" y="0"/>
                  </a:cxn>
                  <a:cxn ang="0">
                    <a:pos x="2" y="0"/>
                  </a:cxn>
                  <a:cxn ang="0">
                    <a:pos x="2" y="0"/>
                  </a:cxn>
                  <a:cxn ang="0">
                    <a:pos x="2" y="0"/>
                  </a:cxn>
                  <a:cxn ang="0">
                    <a:pos x="1" y="0"/>
                  </a:cxn>
                  <a:cxn ang="0">
                    <a:pos x="1" y="0"/>
                  </a:cxn>
                  <a:cxn ang="0">
                    <a:pos x="1" y="0"/>
                  </a:cxn>
                  <a:cxn ang="0">
                    <a:pos x="1" y="0"/>
                  </a:cxn>
                  <a:cxn ang="0">
                    <a:pos x="1" y="1"/>
                  </a:cxn>
                  <a:cxn ang="0">
                    <a:pos x="1" y="1"/>
                  </a:cxn>
                  <a:cxn ang="0">
                    <a:pos x="0" y="1"/>
                  </a:cxn>
                  <a:cxn ang="0">
                    <a:pos x="0" y="1"/>
                  </a:cxn>
                  <a:cxn ang="0">
                    <a:pos x="0" y="1"/>
                  </a:cxn>
                  <a:cxn ang="0">
                    <a:pos x="0" y="1"/>
                  </a:cxn>
                  <a:cxn ang="0">
                    <a:pos x="1" y="1"/>
                  </a:cxn>
                  <a:cxn ang="0">
                    <a:pos x="1" y="1"/>
                  </a:cxn>
                  <a:cxn ang="0">
                    <a:pos x="1" y="1"/>
                  </a:cxn>
                  <a:cxn ang="0">
                    <a:pos x="1" y="1"/>
                  </a:cxn>
                  <a:cxn ang="0">
                    <a:pos x="1" y="2"/>
                  </a:cxn>
                  <a:cxn ang="0">
                    <a:pos x="1" y="2"/>
                  </a:cxn>
                  <a:cxn ang="0">
                    <a:pos x="1" y="1"/>
                  </a:cxn>
                  <a:cxn ang="0">
                    <a:pos x="1"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0"/>
                  </a:cxn>
                  <a:cxn ang="0">
                    <a:pos x="2" y="0"/>
                  </a:cxn>
                </a:cxnLst>
                <a:rect l="0" t="0" r="r" b="b"/>
                <a:pathLst>
                  <a:path w="3" h="2">
                    <a:moveTo>
                      <a:pt x="2" y="0"/>
                    </a:moveTo>
                    <a:cubicBezTo>
                      <a:pt x="2" y="0"/>
                      <a:pt x="2" y="0"/>
                      <a:pt x="2"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2"/>
                    </a:cubicBezTo>
                    <a:cubicBezTo>
                      <a:pt x="1" y="2"/>
                      <a:pt x="1" y="2"/>
                      <a:pt x="1" y="2"/>
                    </a:cubicBezTo>
                    <a:cubicBezTo>
                      <a:pt x="1" y="2"/>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6" name="Freeform 476"/>
              <p:cNvSpPr>
                <a:spLocks/>
              </p:cNvSpPr>
              <p:nvPr/>
            </p:nvSpPr>
            <p:spPr bwMode="auto">
              <a:xfrm>
                <a:off x="4650583" y="2481263"/>
                <a:ext cx="3572" cy="1191"/>
              </a:xfrm>
              <a:custGeom>
                <a:avLst/>
                <a:gdLst/>
                <a:ahLst/>
                <a:cxnLst>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7" name="Freeform 477"/>
              <p:cNvSpPr>
                <a:spLocks/>
              </p:cNvSpPr>
              <p:nvPr/>
            </p:nvSpPr>
            <p:spPr bwMode="auto">
              <a:xfrm>
                <a:off x="4639866" y="2487217"/>
                <a:ext cx="5954" cy="10716"/>
              </a:xfrm>
              <a:custGeom>
                <a:avLst/>
                <a:gdLst/>
                <a:ahLst/>
                <a:cxnLst>
                  <a:cxn ang="0">
                    <a:pos x="2" y="2"/>
                  </a:cxn>
                  <a:cxn ang="0">
                    <a:pos x="2" y="2"/>
                  </a:cxn>
                  <a:cxn ang="0">
                    <a:pos x="2" y="2"/>
                  </a:cxn>
                  <a:cxn ang="0">
                    <a:pos x="2" y="1"/>
                  </a:cxn>
                  <a:cxn ang="0">
                    <a:pos x="2" y="1"/>
                  </a:cxn>
                  <a:cxn ang="0">
                    <a:pos x="2" y="1"/>
                  </a:cxn>
                  <a:cxn ang="0">
                    <a:pos x="1" y="1"/>
                  </a:cxn>
                  <a:cxn ang="0">
                    <a:pos x="1" y="1"/>
                  </a:cxn>
                  <a:cxn ang="0">
                    <a:pos x="1" y="0"/>
                  </a:cxn>
                  <a:cxn ang="0">
                    <a:pos x="1" y="0"/>
                  </a:cxn>
                  <a:cxn ang="0">
                    <a:pos x="0" y="0"/>
                  </a:cxn>
                  <a:cxn ang="0">
                    <a:pos x="0" y="1"/>
                  </a:cxn>
                  <a:cxn ang="0">
                    <a:pos x="0" y="1"/>
                  </a:cxn>
                  <a:cxn ang="0">
                    <a:pos x="0" y="1"/>
                  </a:cxn>
                  <a:cxn ang="0">
                    <a:pos x="0" y="2"/>
                  </a:cxn>
                  <a:cxn ang="0">
                    <a:pos x="0" y="2"/>
                  </a:cxn>
                  <a:cxn ang="0">
                    <a:pos x="0" y="2"/>
                  </a:cxn>
                  <a:cxn ang="0">
                    <a:pos x="0" y="2"/>
                  </a:cxn>
                  <a:cxn ang="0">
                    <a:pos x="0" y="3"/>
                  </a:cxn>
                  <a:cxn ang="0">
                    <a:pos x="0" y="3"/>
                  </a:cxn>
                  <a:cxn ang="0">
                    <a:pos x="1" y="3"/>
                  </a:cxn>
                  <a:cxn ang="0">
                    <a:pos x="1" y="3"/>
                  </a:cxn>
                  <a:cxn ang="0">
                    <a:pos x="1" y="3"/>
                  </a:cxn>
                  <a:cxn ang="0">
                    <a:pos x="1" y="2"/>
                  </a:cxn>
                  <a:cxn ang="0">
                    <a:pos x="1" y="3"/>
                  </a:cxn>
                  <a:cxn ang="0">
                    <a:pos x="1" y="3"/>
                  </a:cxn>
                  <a:cxn ang="0">
                    <a:pos x="1" y="3"/>
                  </a:cxn>
                  <a:cxn ang="0">
                    <a:pos x="1" y="3"/>
                  </a:cxn>
                  <a:cxn ang="0">
                    <a:pos x="1" y="3"/>
                  </a:cxn>
                  <a:cxn ang="0">
                    <a:pos x="1" y="3"/>
                  </a:cxn>
                  <a:cxn ang="0">
                    <a:pos x="1" y="3"/>
                  </a:cxn>
                  <a:cxn ang="0">
                    <a:pos x="1" y="3"/>
                  </a:cxn>
                  <a:cxn ang="0">
                    <a:pos x="2" y="3"/>
                  </a:cxn>
                  <a:cxn ang="0">
                    <a:pos x="2" y="3"/>
                  </a:cxn>
                  <a:cxn ang="0">
                    <a:pos x="2" y="3"/>
                  </a:cxn>
                  <a:cxn ang="0">
                    <a:pos x="2" y="2"/>
                  </a:cxn>
                  <a:cxn ang="0">
                    <a:pos x="2" y="2"/>
                  </a:cxn>
                  <a:cxn ang="0">
                    <a:pos x="2" y="2"/>
                  </a:cxn>
                  <a:cxn ang="0">
                    <a:pos x="2" y="2"/>
                  </a:cxn>
                </a:cxnLst>
                <a:rect l="0" t="0" r="r" b="b"/>
                <a:pathLst>
                  <a:path w="2" h="4">
                    <a:moveTo>
                      <a:pt x="2" y="2"/>
                    </a:move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3"/>
                      <a:pt x="0" y="3"/>
                    </a:cubicBezTo>
                    <a:cubicBezTo>
                      <a:pt x="0" y="3"/>
                      <a:pt x="0" y="3"/>
                      <a:pt x="0" y="3"/>
                    </a:cubicBezTo>
                    <a:cubicBezTo>
                      <a:pt x="0" y="3"/>
                      <a:pt x="0" y="3"/>
                      <a:pt x="0" y="3"/>
                    </a:cubicBezTo>
                    <a:cubicBezTo>
                      <a:pt x="0" y="3"/>
                      <a:pt x="0" y="3"/>
                      <a:pt x="0" y="3"/>
                    </a:cubicBezTo>
                    <a:cubicBezTo>
                      <a:pt x="0" y="3"/>
                      <a:pt x="0"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2"/>
                      <a:pt x="1" y="2"/>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4"/>
                      <a:pt x="1" y="4"/>
                    </a:cubicBezTo>
                    <a:cubicBezTo>
                      <a:pt x="1" y="4"/>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8" name="Freeform 478"/>
              <p:cNvSpPr>
                <a:spLocks/>
              </p:cNvSpPr>
              <p:nvPr/>
            </p:nvSpPr>
            <p:spPr bwMode="auto">
              <a:xfrm>
                <a:off x="4645820" y="2501505"/>
                <a:ext cx="8335" cy="2381"/>
              </a:xfrm>
              <a:custGeom>
                <a:avLst/>
                <a:gdLst/>
                <a:ahLst/>
                <a:cxnLst>
                  <a:cxn ang="0">
                    <a:pos x="1" y="0"/>
                  </a:cxn>
                  <a:cxn ang="0">
                    <a:pos x="1" y="0"/>
                  </a:cxn>
                  <a:cxn ang="0">
                    <a:pos x="1" y="0"/>
                  </a:cxn>
                  <a:cxn ang="0">
                    <a:pos x="0" y="0"/>
                  </a:cxn>
                  <a:cxn ang="0">
                    <a:pos x="0" y="0"/>
                  </a:cxn>
                  <a:cxn ang="0">
                    <a:pos x="0" y="0"/>
                  </a:cxn>
                  <a:cxn ang="0">
                    <a:pos x="0" y="0"/>
                  </a:cxn>
                  <a:cxn ang="0">
                    <a:pos x="0" y="0"/>
                  </a:cxn>
                  <a:cxn ang="0">
                    <a:pos x="0" y="0"/>
                  </a:cxn>
                  <a:cxn ang="0">
                    <a:pos x="0" y="0"/>
                  </a:cxn>
                  <a:cxn ang="0">
                    <a:pos x="1" y="1"/>
                  </a:cxn>
                  <a:cxn ang="0">
                    <a:pos x="1" y="1"/>
                  </a:cxn>
                  <a:cxn ang="0">
                    <a:pos x="1" y="1"/>
                  </a:cxn>
                  <a:cxn ang="0">
                    <a:pos x="2" y="1"/>
                  </a:cxn>
                  <a:cxn ang="0">
                    <a:pos x="2" y="1"/>
                  </a:cxn>
                  <a:cxn ang="0">
                    <a:pos x="2" y="1"/>
                  </a:cxn>
                  <a:cxn ang="0">
                    <a:pos x="3" y="1"/>
                  </a:cxn>
                  <a:cxn ang="0">
                    <a:pos x="3" y="1"/>
                  </a:cxn>
                  <a:cxn ang="0">
                    <a:pos x="3" y="1"/>
                  </a:cxn>
                  <a:cxn ang="0">
                    <a:pos x="3" y="1"/>
                  </a:cxn>
                  <a:cxn ang="0">
                    <a:pos x="3" y="1"/>
                  </a:cxn>
                  <a:cxn ang="0">
                    <a:pos x="3" y="0"/>
                  </a:cxn>
                  <a:cxn ang="0">
                    <a:pos x="3" y="0"/>
                  </a:cxn>
                  <a:cxn ang="0">
                    <a:pos x="3" y="0"/>
                  </a:cxn>
                  <a:cxn ang="0">
                    <a:pos x="3" y="0"/>
                  </a:cxn>
                  <a:cxn ang="0">
                    <a:pos x="2" y="0"/>
                  </a:cxn>
                  <a:cxn ang="0">
                    <a:pos x="2" y="0"/>
                  </a:cxn>
                  <a:cxn ang="0">
                    <a:pos x="2" y="0"/>
                  </a:cxn>
                  <a:cxn ang="0">
                    <a:pos x="2" y="0"/>
                  </a:cxn>
                  <a:cxn ang="0">
                    <a:pos x="1" y="0"/>
                  </a:cxn>
                  <a:cxn ang="0">
                    <a:pos x="1" y="0"/>
                  </a:cxn>
                  <a:cxn ang="0">
                    <a:pos x="1" y="0"/>
                  </a:cxn>
                </a:cxnLst>
                <a:rect l="0" t="0" r="r" b="b"/>
                <a:pathLst>
                  <a:path w="3" h="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599" name="Freeform 479"/>
              <p:cNvSpPr>
                <a:spLocks/>
              </p:cNvSpPr>
              <p:nvPr/>
            </p:nvSpPr>
            <p:spPr bwMode="auto">
              <a:xfrm>
                <a:off x="4645819" y="2484835"/>
                <a:ext cx="4763" cy="4763"/>
              </a:xfrm>
              <a:custGeom>
                <a:avLst/>
                <a:gdLst/>
                <a:ahLst/>
                <a:cxnLst>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2"/>
                  </a:cxn>
                  <a:cxn ang="0">
                    <a:pos x="1" y="2"/>
                  </a:cxn>
                  <a:cxn ang="0">
                    <a:pos x="1" y="2"/>
                  </a:cxn>
                  <a:cxn ang="0">
                    <a:pos x="1" y="2"/>
                  </a:cxn>
                  <a:cxn ang="0">
                    <a:pos x="1" y="2"/>
                  </a:cxn>
                  <a:cxn ang="0">
                    <a:pos x="1" y="2"/>
                  </a:cxn>
                  <a:cxn ang="0">
                    <a:pos x="1" y="2"/>
                  </a:cxn>
                  <a:cxn ang="0">
                    <a:pos x="1" y="2"/>
                  </a:cxn>
                  <a:cxn ang="0">
                    <a:pos x="1" y="2"/>
                  </a:cxn>
                  <a:cxn ang="0">
                    <a:pos x="2" y="2"/>
                  </a:cxn>
                  <a:cxn ang="0">
                    <a:pos x="2" y="2"/>
                  </a:cxn>
                  <a:cxn ang="0">
                    <a:pos x="1" y="2"/>
                  </a:cxn>
                  <a:cxn ang="0">
                    <a:pos x="1" y="1"/>
                  </a:cxn>
                  <a:cxn ang="0">
                    <a:pos x="1" y="1"/>
                  </a:cxn>
                  <a:cxn ang="0">
                    <a:pos x="1" y="1"/>
                  </a:cxn>
                  <a:cxn ang="0">
                    <a:pos x="1" y="1"/>
                  </a:cxn>
                </a:cxnLst>
                <a:rect l="0" t="0" r="r" b="b"/>
                <a:pathLst>
                  <a:path w="2" h="2">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1" y="2"/>
                      <a:pt x="1" y="2"/>
                      <a:pt x="1" y="2"/>
                    </a:cubicBezTo>
                    <a:cubicBezTo>
                      <a:pt x="1" y="2"/>
                      <a:pt x="1" y="2"/>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0" name="Freeform 480"/>
              <p:cNvSpPr>
                <a:spLocks/>
              </p:cNvSpPr>
              <p:nvPr/>
            </p:nvSpPr>
            <p:spPr bwMode="auto">
              <a:xfrm>
                <a:off x="4654154" y="2484836"/>
                <a:ext cx="2381" cy="1191"/>
              </a:xfrm>
              <a:custGeom>
                <a:avLst/>
                <a:gdLst/>
                <a:ahLst/>
                <a:cxnLst>
                  <a:cxn ang="0">
                    <a:pos x="1" y="0"/>
                  </a:cxn>
                  <a:cxn ang="0">
                    <a:pos x="1" y="0"/>
                  </a:cxn>
                  <a:cxn ang="0">
                    <a:pos x="1" y="0"/>
                  </a:cxn>
                  <a:cxn ang="0">
                    <a:pos x="1" y="0"/>
                  </a:cxn>
                  <a:cxn ang="0">
                    <a:pos x="0" y="0"/>
                  </a:cxn>
                  <a:cxn ang="0">
                    <a:pos x="0" y="0"/>
                  </a:cxn>
                  <a:cxn ang="0">
                    <a:pos x="0" y="0"/>
                  </a:cxn>
                  <a:cxn ang="0">
                    <a:pos x="0" y="0"/>
                  </a:cxn>
                  <a:cxn ang="0">
                    <a:pos x="0" y="0"/>
                  </a:cxn>
                  <a:cxn ang="0">
                    <a:pos x="0" y="0"/>
                  </a:cxn>
                  <a:cxn ang="0">
                    <a:pos x="1" y="0"/>
                  </a:cxn>
                  <a:cxn ang="0">
                    <a:pos x="0" y="0"/>
                  </a:cxn>
                  <a:cxn ang="0">
                    <a:pos x="0" y="0"/>
                  </a:cxn>
                  <a:cxn ang="0">
                    <a:pos x="1" y="0"/>
                  </a:cxn>
                  <a:cxn ang="0">
                    <a:pos x="1" y="0"/>
                  </a:cxn>
                  <a:cxn ang="0">
                    <a:pos x="1" y="0"/>
                  </a:cxn>
                  <a:cxn ang="0">
                    <a:pos x="1" y="0"/>
                  </a:cxn>
                  <a:cxn ang="0">
                    <a:pos x="1" y="0"/>
                  </a:cxn>
                  <a:cxn ang="0">
                    <a:pos x="1" y="0"/>
                  </a:cxn>
                  <a:cxn ang="0">
                    <a:pos x="1" y="0"/>
                  </a:cxn>
                </a:cxnLst>
                <a:rect l="0" t="0" r="r" b="b"/>
                <a:pathLst>
                  <a:path w="1">
                    <a:moveTo>
                      <a:pt x="1" y="0"/>
                    </a:move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1" y="0"/>
                    </a:cubicBezTo>
                    <a:cubicBezTo>
                      <a:pt x="1" y="0"/>
                      <a:pt x="0" y="0"/>
                      <a:pt x="0" y="0"/>
                    </a:cubicBezTo>
                    <a:cubicBezTo>
                      <a:pt x="0" y="0"/>
                      <a:pt x="0" y="0"/>
                      <a:pt x="0"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1" name="Freeform 481"/>
              <p:cNvSpPr>
                <a:spLocks/>
              </p:cNvSpPr>
              <p:nvPr/>
            </p:nvSpPr>
            <p:spPr bwMode="auto">
              <a:xfrm>
                <a:off x="4617245" y="2408636"/>
                <a:ext cx="1191" cy="1191"/>
              </a:xfrm>
              <a:custGeom>
                <a:avLst/>
                <a:gdLst/>
                <a:ahLst/>
                <a:cxnLst>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2" name="Freeform 482"/>
              <p:cNvSpPr>
                <a:spLocks/>
              </p:cNvSpPr>
              <p:nvPr/>
            </p:nvSpPr>
            <p:spPr bwMode="auto">
              <a:xfrm>
                <a:off x="4617245" y="2408636"/>
                <a:ext cx="2381" cy="2381"/>
              </a:xfrm>
              <a:custGeom>
                <a:avLst/>
                <a:gdLst/>
                <a:ahLst/>
                <a:cxnLst>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1"/>
                  </a:cxn>
                  <a:cxn ang="0">
                    <a:pos x="0" y="1"/>
                  </a:cxn>
                </a:cxnLst>
                <a:rect l="0" t="0" r="r" b="b"/>
                <a:pathLst>
                  <a:path w="1" h="1">
                    <a:moveTo>
                      <a:pt x="0" y="1"/>
                    </a:move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3" name="Freeform 483"/>
              <p:cNvSpPr>
                <a:spLocks/>
              </p:cNvSpPr>
              <p:nvPr/>
            </p:nvSpPr>
            <p:spPr bwMode="auto">
              <a:xfrm>
                <a:off x="4617245" y="2408636"/>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4" name="Freeform 484"/>
              <p:cNvSpPr>
                <a:spLocks/>
              </p:cNvSpPr>
              <p:nvPr/>
            </p:nvSpPr>
            <p:spPr bwMode="auto">
              <a:xfrm>
                <a:off x="4619626" y="2408636"/>
                <a:ext cx="1191" cy="2381"/>
              </a:xfrm>
              <a:custGeom>
                <a:avLst/>
                <a:gdLst/>
                <a:ahLst/>
                <a:cxnLst>
                  <a:cxn ang="0">
                    <a:pos x="0" y="1"/>
                  </a:cxn>
                  <a:cxn ang="0">
                    <a:pos x="0" y="1"/>
                  </a:cxn>
                  <a:cxn ang="0">
                    <a:pos x="0" y="1"/>
                  </a:cxn>
                  <a:cxn ang="0">
                    <a:pos x="0" y="1"/>
                  </a:cxn>
                  <a:cxn ang="0">
                    <a:pos x="0" y="1"/>
                  </a:cxn>
                  <a:cxn ang="0">
                    <a:pos x="0" y="1"/>
                  </a:cxn>
                  <a:cxn ang="0">
                    <a:pos x="0" y="1"/>
                  </a:cxn>
                  <a:cxn ang="0">
                    <a:pos x="0" y="1"/>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Lst>
                <a:rect l="0" t="0" r="r" b="b"/>
                <a:pathLst>
                  <a:path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5" name="Freeform 485"/>
              <p:cNvSpPr>
                <a:spLocks/>
              </p:cNvSpPr>
              <p:nvPr/>
            </p:nvSpPr>
            <p:spPr bwMode="auto">
              <a:xfrm>
                <a:off x="4619626" y="2402682"/>
                <a:ext cx="3572" cy="5954"/>
              </a:xfrm>
              <a:custGeom>
                <a:avLst/>
                <a:gdLst/>
                <a:ahLst/>
                <a:cxnLst>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2"/>
                  </a:cxn>
                  <a:cxn ang="0">
                    <a:pos x="0" y="2"/>
                  </a:cxn>
                  <a:cxn ang="0">
                    <a:pos x="0" y="2"/>
                  </a:cxn>
                  <a:cxn ang="0">
                    <a:pos x="0" y="2"/>
                  </a:cxn>
                  <a:cxn ang="0">
                    <a:pos x="0" y="2"/>
                  </a:cxn>
                  <a:cxn ang="0">
                    <a:pos x="0" y="2"/>
                  </a:cxn>
                  <a:cxn ang="0">
                    <a:pos x="0" y="2"/>
                  </a:cxn>
                  <a:cxn ang="0">
                    <a:pos x="0" y="2"/>
                  </a:cxn>
                  <a:cxn ang="0">
                    <a:pos x="1" y="2"/>
                  </a:cxn>
                  <a:cxn ang="0">
                    <a:pos x="1" y="2"/>
                  </a:cxn>
                  <a:cxn ang="0">
                    <a:pos x="1" y="2"/>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0"/>
                  </a:cxn>
                </a:cxnLst>
                <a:rect l="0" t="0" r="r" b="b"/>
                <a:pathLst>
                  <a:path w="1" h="2">
                    <a:moveTo>
                      <a:pt x="0" y="0"/>
                    </a:move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lnTo>
                      <a:pt x="0" y="0"/>
                    </a:ln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6" name="Freeform 486"/>
              <p:cNvSpPr>
                <a:spLocks/>
              </p:cNvSpPr>
              <p:nvPr/>
            </p:nvSpPr>
            <p:spPr bwMode="auto">
              <a:xfrm>
                <a:off x="4623197" y="2408636"/>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7" name="Freeform 487"/>
              <p:cNvSpPr>
                <a:spLocks/>
              </p:cNvSpPr>
              <p:nvPr/>
            </p:nvSpPr>
            <p:spPr bwMode="auto">
              <a:xfrm>
                <a:off x="4617245" y="2405064"/>
                <a:ext cx="1191" cy="3572"/>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0"/>
                  </a:cxn>
                  <a:cxn ang="0">
                    <a:pos x="0" y="0"/>
                  </a:cxn>
                  <a:cxn ang="0">
                    <a:pos x="0" y="0"/>
                  </a:cxn>
                </a:cxnLst>
                <a:rect l="0" t="0" r="r" b="b"/>
                <a:pathLst>
                  <a:path h="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8" name="Freeform 488"/>
              <p:cNvSpPr>
                <a:spLocks/>
              </p:cNvSpPr>
              <p:nvPr/>
            </p:nvSpPr>
            <p:spPr bwMode="auto">
              <a:xfrm>
                <a:off x="4617245" y="2408636"/>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09" name="Freeform 489"/>
              <p:cNvSpPr>
                <a:spLocks/>
              </p:cNvSpPr>
              <p:nvPr/>
            </p:nvSpPr>
            <p:spPr bwMode="auto">
              <a:xfrm>
                <a:off x="4614864" y="2405063"/>
                <a:ext cx="2381" cy="1191"/>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0" name="Freeform 490"/>
              <p:cNvSpPr>
                <a:spLocks/>
              </p:cNvSpPr>
              <p:nvPr/>
            </p:nvSpPr>
            <p:spPr bwMode="auto">
              <a:xfrm>
                <a:off x="4389835" y="2431257"/>
                <a:ext cx="8335" cy="4763"/>
              </a:xfrm>
              <a:custGeom>
                <a:avLst/>
                <a:gdLst/>
                <a:ahLst/>
                <a:cxnLst>
                  <a:cxn ang="0">
                    <a:pos x="1" y="2"/>
                  </a:cxn>
                  <a:cxn ang="0">
                    <a:pos x="1" y="2"/>
                  </a:cxn>
                  <a:cxn ang="0">
                    <a:pos x="1" y="1"/>
                  </a:cxn>
                  <a:cxn ang="0">
                    <a:pos x="2" y="1"/>
                  </a:cxn>
                  <a:cxn ang="0">
                    <a:pos x="2" y="1"/>
                  </a:cxn>
                  <a:cxn ang="0">
                    <a:pos x="2" y="1"/>
                  </a:cxn>
                  <a:cxn ang="0">
                    <a:pos x="2" y="1"/>
                  </a:cxn>
                  <a:cxn ang="0">
                    <a:pos x="2" y="1"/>
                  </a:cxn>
                  <a:cxn ang="0">
                    <a:pos x="2" y="1"/>
                  </a:cxn>
                  <a:cxn ang="0">
                    <a:pos x="2" y="0"/>
                  </a:cxn>
                  <a:cxn ang="0">
                    <a:pos x="3" y="0"/>
                  </a:cxn>
                  <a:cxn ang="0">
                    <a:pos x="3" y="0"/>
                  </a:cxn>
                  <a:cxn ang="0">
                    <a:pos x="3" y="0"/>
                  </a:cxn>
                  <a:cxn ang="0">
                    <a:pos x="3" y="0"/>
                  </a:cxn>
                  <a:cxn ang="0">
                    <a:pos x="2" y="0"/>
                  </a:cxn>
                  <a:cxn ang="0">
                    <a:pos x="2" y="0"/>
                  </a:cxn>
                  <a:cxn ang="0">
                    <a:pos x="2" y="0"/>
                  </a:cxn>
                  <a:cxn ang="0">
                    <a:pos x="1" y="1"/>
                  </a:cxn>
                  <a:cxn ang="0">
                    <a:pos x="1" y="1"/>
                  </a:cxn>
                  <a:cxn ang="0">
                    <a:pos x="1" y="1"/>
                  </a:cxn>
                  <a:cxn ang="0">
                    <a:pos x="1" y="1"/>
                  </a:cxn>
                  <a:cxn ang="0">
                    <a:pos x="0" y="2"/>
                  </a:cxn>
                  <a:cxn ang="0">
                    <a:pos x="1" y="2"/>
                  </a:cxn>
                  <a:cxn ang="0">
                    <a:pos x="1" y="2"/>
                  </a:cxn>
                  <a:cxn ang="0">
                    <a:pos x="1" y="2"/>
                  </a:cxn>
                  <a:cxn ang="0">
                    <a:pos x="2" y="2"/>
                  </a:cxn>
                  <a:cxn ang="0">
                    <a:pos x="2" y="2"/>
                  </a:cxn>
                  <a:cxn ang="0">
                    <a:pos x="3" y="2"/>
                  </a:cxn>
                  <a:cxn ang="0">
                    <a:pos x="3" y="1"/>
                  </a:cxn>
                  <a:cxn ang="0">
                    <a:pos x="2" y="1"/>
                  </a:cxn>
                  <a:cxn ang="0">
                    <a:pos x="2" y="1"/>
                  </a:cxn>
                  <a:cxn ang="0">
                    <a:pos x="2" y="1"/>
                  </a:cxn>
                  <a:cxn ang="0">
                    <a:pos x="2" y="1"/>
                  </a:cxn>
                  <a:cxn ang="0">
                    <a:pos x="2" y="1"/>
                  </a:cxn>
                  <a:cxn ang="0">
                    <a:pos x="2" y="1"/>
                  </a:cxn>
                  <a:cxn ang="0">
                    <a:pos x="2" y="1"/>
                  </a:cxn>
                  <a:cxn ang="0">
                    <a:pos x="2" y="1"/>
                  </a:cxn>
                  <a:cxn ang="0">
                    <a:pos x="2" y="1"/>
                  </a:cxn>
                  <a:cxn ang="0">
                    <a:pos x="2" y="1"/>
                  </a:cxn>
                  <a:cxn ang="0">
                    <a:pos x="2" y="2"/>
                  </a:cxn>
                  <a:cxn ang="0">
                    <a:pos x="1" y="2"/>
                  </a:cxn>
                  <a:cxn ang="0">
                    <a:pos x="1" y="2"/>
                  </a:cxn>
                  <a:cxn ang="0">
                    <a:pos x="1" y="2"/>
                  </a:cxn>
                  <a:cxn ang="0">
                    <a:pos x="1" y="2"/>
                  </a:cxn>
                  <a:cxn ang="0">
                    <a:pos x="1" y="2"/>
                  </a:cxn>
                  <a:cxn ang="0">
                    <a:pos x="1" y="2"/>
                  </a:cxn>
                  <a:cxn ang="0">
                    <a:pos x="1" y="2"/>
                  </a:cxn>
                  <a:cxn ang="0">
                    <a:pos x="1" y="2"/>
                  </a:cxn>
                </a:cxnLst>
                <a:rect l="0" t="0" r="r" b="b"/>
                <a:pathLst>
                  <a:path w="3" h="2">
                    <a:moveTo>
                      <a:pt x="1" y="2"/>
                    </a:moveTo>
                    <a:cubicBezTo>
                      <a:pt x="1" y="2"/>
                      <a:pt x="1" y="2"/>
                      <a:pt x="1" y="2"/>
                    </a:cubicBezTo>
                    <a:cubicBezTo>
                      <a:pt x="1" y="2"/>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0"/>
                    </a:cubicBezTo>
                    <a:cubicBezTo>
                      <a:pt x="2" y="0"/>
                      <a:pt x="2" y="0"/>
                      <a:pt x="3" y="0"/>
                    </a:cubicBezTo>
                    <a:cubicBezTo>
                      <a:pt x="3" y="0"/>
                      <a:pt x="3" y="0"/>
                      <a:pt x="3" y="0"/>
                    </a:cubicBezTo>
                    <a:cubicBezTo>
                      <a:pt x="3" y="0"/>
                      <a:pt x="3" y="0"/>
                      <a:pt x="3" y="0"/>
                    </a:cubicBezTo>
                    <a:cubicBezTo>
                      <a:pt x="3" y="0"/>
                      <a:pt x="3" y="0"/>
                      <a:pt x="3" y="0"/>
                    </a:cubicBezTo>
                    <a:cubicBezTo>
                      <a:pt x="2" y="0"/>
                      <a:pt x="2" y="0"/>
                      <a:pt x="2" y="0"/>
                    </a:cubicBezTo>
                    <a:cubicBezTo>
                      <a:pt x="2" y="0"/>
                      <a:pt x="2" y="0"/>
                      <a:pt x="2" y="0"/>
                    </a:cubicBezTo>
                    <a:cubicBezTo>
                      <a:pt x="2" y="0"/>
                      <a:pt x="2" y="0"/>
                      <a:pt x="2" y="0"/>
                    </a:cubicBezTo>
                    <a:cubicBezTo>
                      <a:pt x="2" y="0"/>
                      <a:pt x="2" y="1"/>
                      <a:pt x="1" y="1"/>
                    </a:cubicBezTo>
                    <a:cubicBezTo>
                      <a:pt x="1" y="1"/>
                      <a:pt x="1" y="1"/>
                      <a:pt x="1" y="1"/>
                    </a:cubicBezTo>
                    <a:cubicBezTo>
                      <a:pt x="1" y="1"/>
                      <a:pt x="1" y="1"/>
                      <a:pt x="1" y="1"/>
                    </a:cubicBezTo>
                    <a:cubicBezTo>
                      <a:pt x="1" y="1"/>
                      <a:pt x="1" y="1"/>
                      <a:pt x="1" y="1"/>
                    </a:cubicBezTo>
                    <a:cubicBezTo>
                      <a:pt x="1" y="1"/>
                      <a:pt x="0" y="2"/>
                      <a:pt x="0" y="2"/>
                    </a:cubicBezTo>
                    <a:cubicBezTo>
                      <a:pt x="0" y="2"/>
                      <a:pt x="1" y="2"/>
                      <a:pt x="1" y="2"/>
                    </a:cubicBezTo>
                    <a:cubicBezTo>
                      <a:pt x="1" y="2"/>
                      <a:pt x="1" y="2"/>
                      <a:pt x="1" y="2"/>
                    </a:cubicBezTo>
                    <a:cubicBezTo>
                      <a:pt x="1" y="2"/>
                      <a:pt x="1" y="2"/>
                      <a:pt x="1" y="2"/>
                    </a:cubicBezTo>
                    <a:cubicBezTo>
                      <a:pt x="1" y="2"/>
                      <a:pt x="2" y="2"/>
                      <a:pt x="2" y="2"/>
                    </a:cubicBezTo>
                    <a:cubicBezTo>
                      <a:pt x="2" y="2"/>
                      <a:pt x="2" y="2"/>
                      <a:pt x="2" y="2"/>
                    </a:cubicBezTo>
                    <a:cubicBezTo>
                      <a:pt x="2" y="2"/>
                      <a:pt x="3" y="2"/>
                      <a:pt x="3" y="2"/>
                    </a:cubicBezTo>
                    <a:cubicBezTo>
                      <a:pt x="3" y="1"/>
                      <a:pt x="3" y="1"/>
                      <a:pt x="3" y="1"/>
                    </a:cubicBezTo>
                    <a:cubicBezTo>
                      <a:pt x="3"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2"/>
                      <a:pt x="2" y="2"/>
                      <a:pt x="2" y="2"/>
                    </a:cubicBezTo>
                    <a:cubicBezTo>
                      <a:pt x="2" y="2"/>
                      <a:pt x="2"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1" name="Freeform 491"/>
              <p:cNvSpPr>
                <a:spLocks/>
              </p:cNvSpPr>
              <p:nvPr/>
            </p:nvSpPr>
            <p:spPr bwMode="auto">
              <a:xfrm>
                <a:off x="4392216" y="2413398"/>
                <a:ext cx="5954" cy="9525"/>
              </a:xfrm>
              <a:custGeom>
                <a:avLst/>
                <a:gdLst/>
                <a:ahLst/>
                <a:cxnLst>
                  <a:cxn ang="0">
                    <a:pos x="2" y="2"/>
                  </a:cxn>
                  <a:cxn ang="0">
                    <a:pos x="2" y="2"/>
                  </a:cxn>
                  <a:cxn ang="0">
                    <a:pos x="2" y="3"/>
                  </a:cxn>
                  <a:cxn ang="0">
                    <a:pos x="2" y="3"/>
                  </a:cxn>
                  <a:cxn ang="0">
                    <a:pos x="2" y="2"/>
                  </a:cxn>
                  <a:cxn ang="0">
                    <a:pos x="2" y="2"/>
                  </a:cxn>
                  <a:cxn ang="0">
                    <a:pos x="2" y="2"/>
                  </a:cxn>
                  <a:cxn ang="0">
                    <a:pos x="2" y="1"/>
                  </a:cxn>
                  <a:cxn ang="0">
                    <a:pos x="1" y="1"/>
                  </a:cxn>
                  <a:cxn ang="0">
                    <a:pos x="1" y="1"/>
                  </a:cxn>
                  <a:cxn ang="0">
                    <a:pos x="0" y="0"/>
                  </a:cxn>
                  <a:cxn ang="0">
                    <a:pos x="0" y="0"/>
                  </a:cxn>
                  <a:cxn ang="0">
                    <a:pos x="0" y="0"/>
                  </a:cxn>
                  <a:cxn ang="0">
                    <a:pos x="0" y="1"/>
                  </a:cxn>
                  <a:cxn ang="0">
                    <a:pos x="0" y="1"/>
                  </a:cxn>
                  <a:cxn ang="0">
                    <a:pos x="0" y="1"/>
                  </a:cxn>
                  <a:cxn ang="0">
                    <a:pos x="0" y="1"/>
                  </a:cxn>
                  <a:cxn ang="0">
                    <a:pos x="1" y="2"/>
                  </a:cxn>
                  <a:cxn ang="0">
                    <a:pos x="1" y="2"/>
                  </a:cxn>
                  <a:cxn ang="0">
                    <a:pos x="1" y="2"/>
                  </a:cxn>
                  <a:cxn ang="0">
                    <a:pos x="1" y="2"/>
                  </a:cxn>
                  <a:cxn ang="0">
                    <a:pos x="1" y="2"/>
                  </a:cxn>
                  <a:cxn ang="0">
                    <a:pos x="1" y="2"/>
                  </a:cxn>
                  <a:cxn ang="0">
                    <a:pos x="1" y="2"/>
                  </a:cxn>
                  <a:cxn ang="0">
                    <a:pos x="2" y="2"/>
                  </a:cxn>
                  <a:cxn ang="0">
                    <a:pos x="2" y="2"/>
                  </a:cxn>
                  <a:cxn ang="0">
                    <a:pos x="2" y="2"/>
                  </a:cxn>
                </a:cxnLst>
                <a:rect l="0" t="0" r="r" b="b"/>
                <a:pathLst>
                  <a:path w="2" h="3">
                    <a:moveTo>
                      <a:pt x="2" y="2"/>
                    </a:moveTo>
                    <a:cubicBezTo>
                      <a:pt x="2" y="2"/>
                      <a:pt x="2" y="2"/>
                      <a:pt x="2" y="2"/>
                    </a:cubicBezTo>
                    <a:cubicBezTo>
                      <a:pt x="2" y="2"/>
                      <a:pt x="2" y="3"/>
                      <a:pt x="2" y="3"/>
                    </a:cubicBezTo>
                    <a:cubicBezTo>
                      <a:pt x="2" y="3"/>
                      <a:pt x="2" y="3"/>
                      <a:pt x="2" y="3"/>
                    </a:cubicBezTo>
                    <a:cubicBezTo>
                      <a:pt x="2" y="3"/>
                      <a:pt x="2" y="3"/>
                      <a:pt x="2" y="2"/>
                    </a:cubicBezTo>
                    <a:cubicBezTo>
                      <a:pt x="2" y="2"/>
                      <a:pt x="2" y="2"/>
                      <a:pt x="2" y="2"/>
                    </a:cubicBezTo>
                    <a:cubicBezTo>
                      <a:pt x="2" y="2"/>
                      <a:pt x="2" y="2"/>
                      <a:pt x="2" y="2"/>
                    </a:cubicBezTo>
                    <a:cubicBezTo>
                      <a:pt x="2" y="2"/>
                      <a:pt x="2" y="1"/>
                      <a:pt x="2" y="1"/>
                    </a:cubicBezTo>
                    <a:cubicBezTo>
                      <a:pt x="2" y="1"/>
                      <a:pt x="2" y="1"/>
                      <a:pt x="1" y="1"/>
                    </a:cubicBezTo>
                    <a:cubicBezTo>
                      <a:pt x="1" y="1"/>
                      <a:pt x="1" y="1"/>
                      <a:pt x="1" y="1"/>
                    </a:cubicBezTo>
                    <a:cubicBezTo>
                      <a:pt x="1" y="0"/>
                      <a:pt x="1"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2" y="2"/>
                    </a:cubicBezTo>
                    <a:cubicBezTo>
                      <a:pt x="2" y="2"/>
                      <a:pt x="2" y="2"/>
                      <a:pt x="2" y="2"/>
                    </a:cubicBezTo>
                    <a:cubicBezTo>
                      <a:pt x="2" y="2"/>
                      <a:pt x="2" y="2"/>
                      <a:pt x="2"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2" name="Freeform 492"/>
              <p:cNvSpPr>
                <a:spLocks/>
              </p:cNvSpPr>
              <p:nvPr/>
            </p:nvSpPr>
            <p:spPr bwMode="auto">
              <a:xfrm>
                <a:off x="4400551" y="2408635"/>
                <a:ext cx="22622" cy="25004"/>
              </a:xfrm>
              <a:custGeom>
                <a:avLst/>
                <a:gdLst/>
                <a:ahLst/>
                <a:cxnLst>
                  <a:cxn ang="0">
                    <a:pos x="8" y="1"/>
                  </a:cxn>
                  <a:cxn ang="0">
                    <a:pos x="8" y="1"/>
                  </a:cxn>
                  <a:cxn ang="0">
                    <a:pos x="8" y="0"/>
                  </a:cxn>
                  <a:cxn ang="0">
                    <a:pos x="7" y="1"/>
                  </a:cxn>
                  <a:cxn ang="0">
                    <a:pos x="6" y="1"/>
                  </a:cxn>
                  <a:cxn ang="0">
                    <a:pos x="5" y="2"/>
                  </a:cxn>
                  <a:cxn ang="0">
                    <a:pos x="4" y="3"/>
                  </a:cxn>
                  <a:cxn ang="0">
                    <a:pos x="4" y="4"/>
                  </a:cxn>
                  <a:cxn ang="0">
                    <a:pos x="3" y="4"/>
                  </a:cxn>
                  <a:cxn ang="0">
                    <a:pos x="3" y="5"/>
                  </a:cxn>
                  <a:cxn ang="0">
                    <a:pos x="3" y="5"/>
                  </a:cxn>
                  <a:cxn ang="0">
                    <a:pos x="2" y="5"/>
                  </a:cxn>
                  <a:cxn ang="0">
                    <a:pos x="2" y="5"/>
                  </a:cxn>
                  <a:cxn ang="0">
                    <a:pos x="1" y="5"/>
                  </a:cxn>
                  <a:cxn ang="0">
                    <a:pos x="1" y="6"/>
                  </a:cxn>
                  <a:cxn ang="0">
                    <a:pos x="1" y="6"/>
                  </a:cxn>
                  <a:cxn ang="0">
                    <a:pos x="0" y="7"/>
                  </a:cxn>
                  <a:cxn ang="0">
                    <a:pos x="0" y="7"/>
                  </a:cxn>
                  <a:cxn ang="0">
                    <a:pos x="1" y="7"/>
                  </a:cxn>
                  <a:cxn ang="0">
                    <a:pos x="2" y="7"/>
                  </a:cxn>
                  <a:cxn ang="0">
                    <a:pos x="3" y="7"/>
                  </a:cxn>
                  <a:cxn ang="0">
                    <a:pos x="4" y="7"/>
                  </a:cxn>
                  <a:cxn ang="0">
                    <a:pos x="4" y="7"/>
                  </a:cxn>
                  <a:cxn ang="0">
                    <a:pos x="3" y="8"/>
                  </a:cxn>
                  <a:cxn ang="0">
                    <a:pos x="4" y="8"/>
                  </a:cxn>
                  <a:cxn ang="0">
                    <a:pos x="5" y="7"/>
                  </a:cxn>
                  <a:cxn ang="0">
                    <a:pos x="5" y="8"/>
                  </a:cxn>
                  <a:cxn ang="0">
                    <a:pos x="3" y="8"/>
                  </a:cxn>
                  <a:cxn ang="0">
                    <a:pos x="4" y="9"/>
                  </a:cxn>
                  <a:cxn ang="0">
                    <a:pos x="5" y="8"/>
                  </a:cxn>
                  <a:cxn ang="0">
                    <a:pos x="5" y="8"/>
                  </a:cxn>
                  <a:cxn ang="0">
                    <a:pos x="6" y="8"/>
                  </a:cxn>
                  <a:cxn ang="0">
                    <a:pos x="6" y="9"/>
                  </a:cxn>
                  <a:cxn ang="0">
                    <a:pos x="5" y="9"/>
                  </a:cxn>
                  <a:cxn ang="0">
                    <a:pos x="6" y="9"/>
                  </a:cxn>
                  <a:cxn ang="0">
                    <a:pos x="6" y="9"/>
                  </a:cxn>
                  <a:cxn ang="0">
                    <a:pos x="7" y="9"/>
                  </a:cxn>
                  <a:cxn ang="0">
                    <a:pos x="7" y="8"/>
                  </a:cxn>
                  <a:cxn ang="0">
                    <a:pos x="7" y="8"/>
                  </a:cxn>
                  <a:cxn ang="0">
                    <a:pos x="8" y="7"/>
                  </a:cxn>
                  <a:cxn ang="0">
                    <a:pos x="7" y="7"/>
                  </a:cxn>
                  <a:cxn ang="0">
                    <a:pos x="7" y="7"/>
                  </a:cxn>
                  <a:cxn ang="0">
                    <a:pos x="7" y="6"/>
                  </a:cxn>
                  <a:cxn ang="0">
                    <a:pos x="8" y="6"/>
                  </a:cxn>
                  <a:cxn ang="0">
                    <a:pos x="7" y="6"/>
                  </a:cxn>
                  <a:cxn ang="0">
                    <a:pos x="7" y="5"/>
                  </a:cxn>
                  <a:cxn ang="0">
                    <a:pos x="7" y="4"/>
                  </a:cxn>
                  <a:cxn ang="0">
                    <a:pos x="7" y="5"/>
                  </a:cxn>
                  <a:cxn ang="0">
                    <a:pos x="6" y="5"/>
                  </a:cxn>
                  <a:cxn ang="0">
                    <a:pos x="6" y="4"/>
                  </a:cxn>
                  <a:cxn ang="0">
                    <a:pos x="6" y="4"/>
                  </a:cxn>
                  <a:cxn ang="0">
                    <a:pos x="6" y="4"/>
                  </a:cxn>
                  <a:cxn ang="0">
                    <a:pos x="6" y="4"/>
                  </a:cxn>
                  <a:cxn ang="0">
                    <a:pos x="6" y="3"/>
                  </a:cxn>
                  <a:cxn ang="0">
                    <a:pos x="6" y="3"/>
                  </a:cxn>
                  <a:cxn ang="0">
                    <a:pos x="5" y="4"/>
                  </a:cxn>
                  <a:cxn ang="0">
                    <a:pos x="6" y="3"/>
                  </a:cxn>
                  <a:cxn ang="0">
                    <a:pos x="7" y="2"/>
                  </a:cxn>
                  <a:cxn ang="0">
                    <a:pos x="7" y="2"/>
                  </a:cxn>
                  <a:cxn ang="0">
                    <a:pos x="7" y="2"/>
                  </a:cxn>
                  <a:cxn ang="0">
                    <a:pos x="7" y="1"/>
                  </a:cxn>
                </a:cxnLst>
                <a:rect l="0" t="0" r="r" b="b"/>
                <a:pathLst>
                  <a:path w="8" h="9">
                    <a:moveTo>
                      <a:pt x="7" y="1"/>
                    </a:move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0"/>
                      <a:pt x="8" y="0"/>
                      <a:pt x="8" y="0"/>
                    </a:cubicBezTo>
                    <a:cubicBezTo>
                      <a:pt x="7" y="0"/>
                      <a:pt x="7" y="0"/>
                      <a:pt x="7" y="0"/>
                    </a:cubicBezTo>
                    <a:cubicBezTo>
                      <a:pt x="7" y="0"/>
                      <a:pt x="7" y="0"/>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6" y="1"/>
                      <a:pt x="6" y="1"/>
                    </a:cubicBezTo>
                    <a:cubicBezTo>
                      <a:pt x="6" y="1"/>
                      <a:pt x="6" y="1"/>
                      <a:pt x="6" y="1"/>
                    </a:cubicBezTo>
                    <a:cubicBezTo>
                      <a:pt x="6" y="1"/>
                      <a:pt x="6" y="1"/>
                      <a:pt x="6" y="1"/>
                    </a:cubicBezTo>
                    <a:cubicBezTo>
                      <a:pt x="6" y="1"/>
                      <a:pt x="6" y="2"/>
                      <a:pt x="6" y="2"/>
                    </a:cubicBezTo>
                    <a:cubicBezTo>
                      <a:pt x="6" y="2"/>
                      <a:pt x="6" y="2"/>
                      <a:pt x="5" y="2"/>
                    </a:cubicBezTo>
                    <a:cubicBezTo>
                      <a:pt x="5" y="2"/>
                      <a:pt x="5" y="2"/>
                      <a:pt x="5" y="2"/>
                    </a:cubicBezTo>
                    <a:cubicBezTo>
                      <a:pt x="5" y="2"/>
                      <a:pt x="5" y="2"/>
                      <a:pt x="5" y="2"/>
                    </a:cubicBezTo>
                    <a:cubicBezTo>
                      <a:pt x="5" y="2"/>
                      <a:pt x="5" y="2"/>
                      <a:pt x="5" y="2"/>
                    </a:cubicBezTo>
                    <a:cubicBezTo>
                      <a:pt x="5" y="2"/>
                      <a:pt x="5" y="3"/>
                      <a:pt x="5" y="3"/>
                    </a:cubicBezTo>
                    <a:cubicBezTo>
                      <a:pt x="4" y="3"/>
                      <a:pt x="4" y="3"/>
                      <a:pt x="4" y="3"/>
                    </a:cubicBezTo>
                    <a:cubicBezTo>
                      <a:pt x="4" y="3"/>
                      <a:pt x="4" y="3"/>
                      <a:pt x="4" y="3"/>
                    </a:cubicBezTo>
                    <a:cubicBezTo>
                      <a:pt x="4" y="3"/>
                      <a:pt x="4" y="3"/>
                      <a:pt x="4" y="3"/>
                    </a:cubicBezTo>
                    <a:cubicBezTo>
                      <a:pt x="4" y="3"/>
                      <a:pt x="4" y="3"/>
                      <a:pt x="4" y="3"/>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1" y="5"/>
                      <a:pt x="1" y="5"/>
                      <a:pt x="1" y="5"/>
                    </a:cubicBezTo>
                    <a:cubicBezTo>
                      <a:pt x="1" y="5"/>
                      <a:pt x="1" y="5"/>
                      <a:pt x="1" y="5"/>
                    </a:cubicBezTo>
                    <a:cubicBezTo>
                      <a:pt x="1" y="5"/>
                      <a:pt x="1" y="5"/>
                      <a:pt x="1" y="5"/>
                    </a:cubicBezTo>
                    <a:cubicBezTo>
                      <a:pt x="1" y="5"/>
                      <a:pt x="1" y="6"/>
                      <a:pt x="1" y="6"/>
                    </a:cubicBezTo>
                    <a:cubicBezTo>
                      <a:pt x="1" y="6"/>
                      <a:pt x="1" y="6"/>
                      <a:pt x="1" y="6"/>
                    </a:cubicBezTo>
                    <a:cubicBezTo>
                      <a:pt x="1" y="6"/>
                      <a:pt x="1" y="6"/>
                      <a:pt x="1" y="6"/>
                    </a:cubicBezTo>
                    <a:cubicBezTo>
                      <a:pt x="1" y="6"/>
                      <a:pt x="1" y="6"/>
                      <a:pt x="1" y="6"/>
                    </a:cubicBezTo>
                    <a:cubicBezTo>
                      <a:pt x="1" y="6"/>
                      <a:pt x="1" y="6"/>
                      <a:pt x="1" y="6"/>
                    </a:cubicBezTo>
                    <a:cubicBezTo>
                      <a:pt x="1" y="6"/>
                      <a:pt x="2" y="6"/>
                      <a:pt x="2" y="6"/>
                    </a:cubicBezTo>
                    <a:cubicBezTo>
                      <a:pt x="2" y="6"/>
                      <a:pt x="2" y="6"/>
                      <a:pt x="2" y="6"/>
                    </a:cubicBezTo>
                    <a:cubicBezTo>
                      <a:pt x="2" y="6"/>
                      <a:pt x="1" y="6"/>
                      <a:pt x="1" y="6"/>
                    </a:cubicBezTo>
                    <a:cubicBezTo>
                      <a:pt x="1" y="6"/>
                      <a:pt x="1" y="6"/>
                      <a:pt x="1" y="6"/>
                    </a:cubicBezTo>
                    <a:cubicBezTo>
                      <a:pt x="1" y="6"/>
                      <a:pt x="1" y="6"/>
                      <a:pt x="1" y="6"/>
                    </a:cubicBezTo>
                    <a:cubicBezTo>
                      <a:pt x="1" y="6"/>
                      <a:pt x="1" y="6"/>
                      <a:pt x="1" y="6"/>
                    </a:cubicBezTo>
                    <a:cubicBezTo>
                      <a:pt x="1" y="6"/>
                      <a:pt x="1" y="6"/>
                      <a:pt x="1" y="6"/>
                    </a:cubicBezTo>
                    <a:cubicBezTo>
                      <a:pt x="1" y="6"/>
                      <a:pt x="0" y="6"/>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1" y="7"/>
                      <a:pt x="1" y="7"/>
                    </a:cubicBezTo>
                    <a:cubicBezTo>
                      <a:pt x="1" y="7"/>
                      <a:pt x="1" y="7"/>
                      <a:pt x="1" y="7"/>
                    </a:cubicBezTo>
                    <a:cubicBezTo>
                      <a:pt x="1" y="7"/>
                      <a:pt x="1" y="7"/>
                      <a:pt x="1" y="7"/>
                    </a:cubicBezTo>
                    <a:cubicBezTo>
                      <a:pt x="1" y="7"/>
                      <a:pt x="1" y="7"/>
                      <a:pt x="1" y="7"/>
                    </a:cubicBezTo>
                    <a:cubicBezTo>
                      <a:pt x="1" y="7"/>
                      <a:pt x="1" y="7"/>
                      <a:pt x="1" y="7"/>
                    </a:cubicBezTo>
                    <a:cubicBezTo>
                      <a:pt x="1" y="7"/>
                      <a:pt x="1" y="7"/>
                      <a:pt x="1"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2" y="7"/>
                      <a:pt x="2" y="7"/>
                    </a:cubicBezTo>
                    <a:cubicBezTo>
                      <a:pt x="2"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3" y="7"/>
                    </a:cubicBezTo>
                    <a:cubicBezTo>
                      <a:pt x="3" y="7"/>
                      <a:pt x="3"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3" y="8"/>
                    </a:cubicBezTo>
                    <a:cubicBezTo>
                      <a:pt x="3" y="8"/>
                      <a:pt x="3" y="8"/>
                      <a:pt x="3"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7"/>
                      <a:pt x="4" y="7"/>
                      <a:pt x="4" y="7"/>
                    </a:cubicBezTo>
                    <a:cubicBezTo>
                      <a:pt x="4" y="7"/>
                      <a:pt x="4" y="7"/>
                      <a:pt x="5" y="7"/>
                    </a:cubicBezTo>
                    <a:cubicBezTo>
                      <a:pt x="5" y="7"/>
                      <a:pt x="5" y="7"/>
                      <a:pt x="5" y="7"/>
                    </a:cubicBezTo>
                    <a:cubicBezTo>
                      <a:pt x="5" y="7"/>
                      <a:pt x="5" y="7"/>
                      <a:pt x="5" y="7"/>
                    </a:cubicBezTo>
                    <a:cubicBezTo>
                      <a:pt x="5" y="7"/>
                      <a:pt x="5" y="7"/>
                      <a:pt x="5" y="7"/>
                    </a:cubicBezTo>
                    <a:cubicBezTo>
                      <a:pt x="5" y="7"/>
                      <a:pt x="5" y="7"/>
                      <a:pt x="5" y="7"/>
                    </a:cubicBezTo>
                    <a:cubicBezTo>
                      <a:pt x="5" y="8"/>
                      <a:pt x="5" y="8"/>
                      <a:pt x="5" y="8"/>
                    </a:cubicBezTo>
                    <a:cubicBezTo>
                      <a:pt x="5" y="8"/>
                      <a:pt x="5" y="8"/>
                      <a:pt x="5" y="8"/>
                    </a:cubicBezTo>
                    <a:cubicBezTo>
                      <a:pt x="4" y="8"/>
                      <a:pt x="4" y="8"/>
                      <a:pt x="4" y="8"/>
                    </a:cubicBezTo>
                    <a:cubicBezTo>
                      <a:pt x="4" y="8"/>
                      <a:pt x="4" y="8"/>
                      <a:pt x="4" y="8"/>
                    </a:cubicBezTo>
                    <a:cubicBezTo>
                      <a:pt x="4" y="8"/>
                      <a:pt x="4" y="8"/>
                      <a:pt x="4" y="8"/>
                    </a:cubicBezTo>
                    <a:cubicBezTo>
                      <a:pt x="4" y="8"/>
                      <a:pt x="4" y="8"/>
                      <a:pt x="4" y="8"/>
                    </a:cubicBezTo>
                    <a:cubicBezTo>
                      <a:pt x="3" y="8"/>
                      <a:pt x="3" y="8"/>
                      <a:pt x="3" y="8"/>
                    </a:cubicBezTo>
                    <a:cubicBezTo>
                      <a:pt x="3" y="8"/>
                      <a:pt x="3" y="8"/>
                      <a:pt x="3" y="9"/>
                    </a:cubicBezTo>
                    <a:cubicBezTo>
                      <a:pt x="3" y="9"/>
                      <a:pt x="3" y="9"/>
                      <a:pt x="3" y="9"/>
                    </a:cubicBezTo>
                    <a:cubicBezTo>
                      <a:pt x="3" y="9"/>
                      <a:pt x="4" y="9"/>
                      <a:pt x="4" y="9"/>
                    </a:cubicBezTo>
                    <a:cubicBezTo>
                      <a:pt x="4" y="9"/>
                      <a:pt x="4" y="9"/>
                      <a:pt x="4" y="9"/>
                    </a:cubicBezTo>
                    <a:cubicBezTo>
                      <a:pt x="4" y="9"/>
                      <a:pt x="4" y="9"/>
                      <a:pt x="4" y="9"/>
                    </a:cubicBezTo>
                    <a:cubicBezTo>
                      <a:pt x="4" y="9"/>
                      <a:pt x="4" y="9"/>
                      <a:pt x="4" y="9"/>
                    </a:cubicBezTo>
                    <a:cubicBezTo>
                      <a:pt x="4" y="9"/>
                      <a:pt x="4" y="9"/>
                      <a:pt x="4" y="9"/>
                    </a:cubicBezTo>
                    <a:cubicBezTo>
                      <a:pt x="4" y="9"/>
                      <a:pt x="4" y="9"/>
                      <a:pt x="4" y="9"/>
                    </a:cubicBezTo>
                    <a:cubicBezTo>
                      <a:pt x="4" y="9"/>
                      <a:pt x="4" y="9"/>
                      <a:pt x="4" y="8"/>
                    </a:cubicBezTo>
                    <a:cubicBezTo>
                      <a:pt x="4" y="8"/>
                      <a:pt x="5" y="8"/>
                      <a:pt x="5" y="8"/>
                    </a:cubicBezTo>
                    <a:cubicBezTo>
                      <a:pt x="5" y="8"/>
                      <a:pt x="5" y="8"/>
                      <a:pt x="5" y="8"/>
                    </a:cubicBezTo>
                    <a:cubicBezTo>
                      <a:pt x="5" y="8"/>
                      <a:pt x="5" y="8"/>
                      <a:pt x="5" y="8"/>
                    </a:cubicBezTo>
                    <a:cubicBezTo>
                      <a:pt x="5" y="8"/>
                      <a:pt x="5" y="8"/>
                      <a:pt x="5" y="8"/>
                    </a:cubicBezTo>
                    <a:cubicBezTo>
                      <a:pt x="5" y="8"/>
                      <a:pt x="5" y="8"/>
                      <a:pt x="5" y="8"/>
                    </a:cubicBezTo>
                    <a:cubicBezTo>
                      <a:pt x="5" y="8"/>
                      <a:pt x="5" y="8"/>
                      <a:pt x="5" y="8"/>
                    </a:cubicBezTo>
                    <a:cubicBezTo>
                      <a:pt x="6" y="8"/>
                      <a:pt x="6" y="8"/>
                      <a:pt x="6" y="7"/>
                    </a:cubicBezTo>
                    <a:cubicBezTo>
                      <a:pt x="6" y="7"/>
                      <a:pt x="6" y="7"/>
                      <a:pt x="6" y="7"/>
                    </a:cubicBezTo>
                    <a:cubicBezTo>
                      <a:pt x="6" y="7"/>
                      <a:pt x="6" y="7"/>
                      <a:pt x="6" y="7"/>
                    </a:cubicBezTo>
                    <a:cubicBezTo>
                      <a:pt x="6" y="8"/>
                      <a:pt x="6" y="8"/>
                      <a:pt x="6" y="8"/>
                    </a:cubicBezTo>
                    <a:cubicBezTo>
                      <a:pt x="6" y="8"/>
                      <a:pt x="6" y="8"/>
                      <a:pt x="6" y="8"/>
                    </a:cubicBezTo>
                    <a:cubicBezTo>
                      <a:pt x="6" y="8"/>
                      <a:pt x="6" y="8"/>
                      <a:pt x="6" y="8"/>
                    </a:cubicBezTo>
                    <a:cubicBezTo>
                      <a:pt x="5" y="9"/>
                      <a:pt x="5" y="9"/>
                      <a:pt x="5" y="9"/>
                    </a:cubicBezTo>
                    <a:cubicBezTo>
                      <a:pt x="5" y="9"/>
                      <a:pt x="5" y="9"/>
                      <a:pt x="5" y="9"/>
                    </a:cubicBezTo>
                    <a:cubicBezTo>
                      <a:pt x="5"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5" y="9"/>
                      <a:pt x="5" y="9"/>
                    </a:cubicBezTo>
                    <a:cubicBezTo>
                      <a:pt x="5" y="9"/>
                      <a:pt x="5" y="9"/>
                      <a:pt x="5"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7" y="9"/>
                      <a:pt x="7" y="9"/>
                    </a:cubicBezTo>
                    <a:cubicBezTo>
                      <a:pt x="7" y="9"/>
                      <a:pt x="7" y="9"/>
                      <a:pt x="7" y="9"/>
                    </a:cubicBezTo>
                    <a:cubicBezTo>
                      <a:pt x="7" y="9"/>
                      <a:pt x="7" y="9"/>
                      <a:pt x="7" y="9"/>
                    </a:cubicBezTo>
                    <a:cubicBezTo>
                      <a:pt x="7" y="9"/>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7"/>
                    </a:cubicBezTo>
                    <a:cubicBezTo>
                      <a:pt x="7" y="7"/>
                      <a:pt x="7" y="7"/>
                      <a:pt x="7" y="7"/>
                    </a:cubicBezTo>
                    <a:cubicBezTo>
                      <a:pt x="7" y="7"/>
                      <a:pt x="8" y="7"/>
                      <a:pt x="8" y="7"/>
                    </a:cubicBezTo>
                    <a:cubicBezTo>
                      <a:pt x="8" y="7"/>
                      <a:pt x="8" y="7"/>
                      <a:pt x="8" y="7"/>
                    </a:cubicBezTo>
                    <a:cubicBezTo>
                      <a:pt x="8" y="7"/>
                      <a:pt x="8" y="7"/>
                      <a:pt x="8" y="7"/>
                    </a:cubicBezTo>
                    <a:cubicBezTo>
                      <a:pt x="8" y="7"/>
                      <a:pt x="8" y="7"/>
                      <a:pt x="8" y="7"/>
                    </a:cubicBezTo>
                    <a:cubicBezTo>
                      <a:pt x="8"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7"/>
                    </a:cubicBezTo>
                    <a:cubicBezTo>
                      <a:pt x="7" y="7"/>
                      <a:pt x="7" y="7"/>
                      <a:pt x="7" y="6"/>
                    </a:cubicBezTo>
                    <a:cubicBezTo>
                      <a:pt x="7" y="6"/>
                      <a:pt x="7" y="6"/>
                      <a:pt x="7" y="6"/>
                    </a:cubicBezTo>
                    <a:cubicBezTo>
                      <a:pt x="7" y="6"/>
                      <a:pt x="7" y="6"/>
                      <a:pt x="7" y="6"/>
                    </a:cubicBezTo>
                    <a:cubicBezTo>
                      <a:pt x="7" y="6"/>
                      <a:pt x="7" y="6"/>
                      <a:pt x="7" y="6"/>
                    </a:cubicBezTo>
                    <a:cubicBezTo>
                      <a:pt x="7" y="6"/>
                      <a:pt x="8" y="6"/>
                      <a:pt x="8" y="6"/>
                    </a:cubicBezTo>
                    <a:cubicBezTo>
                      <a:pt x="8" y="6"/>
                      <a:pt x="8" y="6"/>
                      <a:pt x="8" y="6"/>
                    </a:cubicBezTo>
                    <a:cubicBezTo>
                      <a:pt x="8" y="6"/>
                      <a:pt x="8" y="6"/>
                      <a:pt x="8" y="6"/>
                    </a:cubicBezTo>
                    <a:cubicBezTo>
                      <a:pt x="8" y="6"/>
                      <a:pt x="8" y="6"/>
                      <a:pt x="8" y="6"/>
                    </a:cubicBezTo>
                    <a:cubicBezTo>
                      <a:pt x="8" y="6"/>
                      <a:pt x="8" y="6"/>
                      <a:pt x="8" y="6"/>
                    </a:cubicBezTo>
                    <a:cubicBezTo>
                      <a:pt x="8" y="6"/>
                      <a:pt x="8" y="6"/>
                      <a:pt x="7" y="6"/>
                    </a:cubicBezTo>
                    <a:cubicBezTo>
                      <a:pt x="7" y="6"/>
                      <a:pt x="7" y="6"/>
                      <a:pt x="7" y="6"/>
                    </a:cubicBezTo>
                    <a:cubicBezTo>
                      <a:pt x="7" y="6"/>
                      <a:pt x="7" y="6"/>
                      <a:pt x="7" y="6"/>
                    </a:cubicBezTo>
                    <a:cubicBezTo>
                      <a:pt x="7" y="6"/>
                      <a:pt x="7" y="6"/>
                      <a:pt x="7" y="6"/>
                    </a:cubicBezTo>
                    <a:cubicBezTo>
                      <a:pt x="7" y="6"/>
                      <a:pt x="7" y="6"/>
                      <a:pt x="7" y="6"/>
                    </a:cubicBezTo>
                    <a:cubicBezTo>
                      <a:pt x="7" y="6"/>
                      <a:pt x="7" y="6"/>
                      <a:pt x="7" y="5"/>
                    </a:cubicBezTo>
                    <a:cubicBezTo>
                      <a:pt x="7" y="5"/>
                      <a:pt x="7" y="5"/>
                      <a:pt x="7" y="5"/>
                    </a:cubicBezTo>
                    <a:cubicBezTo>
                      <a:pt x="7" y="5"/>
                      <a:pt x="7" y="5"/>
                      <a:pt x="7" y="5"/>
                    </a:cubicBezTo>
                    <a:cubicBezTo>
                      <a:pt x="8" y="5"/>
                      <a:pt x="8" y="5"/>
                      <a:pt x="8" y="5"/>
                    </a:cubicBezTo>
                    <a:cubicBezTo>
                      <a:pt x="8" y="5"/>
                      <a:pt x="8" y="4"/>
                      <a:pt x="8" y="4"/>
                    </a:cubicBezTo>
                    <a:cubicBezTo>
                      <a:pt x="8"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5"/>
                      <a:pt x="7" y="5"/>
                      <a:pt x="7" y="5"/>
                    </a:cubicBezTo>
                    <a:cubicBezTo>
                      <a:pt x="7" y="5"/>
                      <a:pt x="7" y="5"/>
                      <a:pt x="7" y="5"/>
                    </a:cubicBezTo>
                    <a:cubicBezTo>
                      <a:pt x="6" y="5"/>
                      <a:pt x="6" y="5"/>
                      <a:pt x="6" y="5"/>
                    </a:cubicBezTo>
                    <a:cubicBezTo>
                      <a:pt x="6" y="5"/>
                      <a:pt x="6" y="5"/>
                      <a:pt x="6" y="5"/>
                    </a:cubicBezTo>
                    <a:cubicBezTo>
                      <a:pt x="6" y="5"/>
                      <a:pt x="6" y="5"/>
                      <a:pt x="6" y="5"/>
                    </a:cubicBezTo>
                    <a:cubicBezTo>
                      <a:pt x="6" y="5"/>
                      <a:pt x="6" y="5"/>
                      <a:pt x="6" y="5"/>
                    </a:cubicBezTo>
                    <a:cubicBezTo>
                      <a:pt x="6" y="5"/>
                      <a:pt x="6" y="4"/>
                      <a:pt x="6" y="4"/>
                    </a:cubicBezTo>
                    <a:cubicBezTo>
                      <a:pt x="6" y="4"/>
                      <a:pt x="6" y="4"/>
                      <a:pt x="6" y="4"/>
                    </a:cubicBezTo>
                    <a:cubicBezTo>
                      <a:pt x="7" y="4"/>
                      <a:pt x="7"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5" y="3"/>
                      <a:pt x="5" y="3"/>
                      <a:pt x="5" y="3"/>
                    </a:cubicBezTo>
                    <a:cubicBezTo>
                      <a:pt x="5" y="3"/>
                      <a:pt x="5" y="3"/>
                      <a:pt x="5" y="3"/>
                    </a:cubicBezTo>
                    <a:cubicBezTo>
                      <a:pt x="5" y="4"/>
                      <a:pt x="5" y="4"/>
                      <a:pt x="5" y="4"/>
                    </a:cubicBezTo>
                    <a:cubicBezTo>
                      <a:pt x="5" y="4"/>
                      <a:pt x="5" y="4"/>
                      <a:pt x="5" y="4"/>
                    </a:cubicBezTo>
                    <a:cubicBezTo>
                      <a:pt x="5" y="4"/>
                      <a:pt x="5" y="4"/>
                      <a:pt x="5" y="4"/>
                    </a:cubicBezTo>
                    <a:cubicBezTo>
                      <a:pt x="5" y="4"/>
                      <a:pt x="5" y="3"/>
                      <a:pt x="5" y="3"/>
                    </a:cubicBezTo>
                    <a:cubicBezTo>
                      <a:pt x="5" y="3"/>
                      <a:pt x="5" y="3"/>
                      <a:pt x="5" y="3"/>
                    </a:cubicBezTo>
                    <a:cubicBezTo>
                      <a:pt x="5" y="3"/>
                      <a:pt x="5" y="3"/>
                      <a:pt x="5" y="3"/>
                    </a:cubicBezTo>
                    <a:cubicBezTo>
                      <a:pt x="5" y="3"/>
                      <a:pt x="5" y="3"/>
                      <a:pt x="6" y="3"/>
                    </a:cubicBezTo>
                    <a:cubicBezTo>
                      <a:pt x="6" y="3"/>
                      <a:pt x="6" y="3"/>
                      <a:pt x="6" y="3"/>
                    </a:cubicBezTo>
                    <a:cubicBezTo>
                      <a:pt x="6" y="3"/>
                      <a:pt x="6" y="3"/>
                      <a:pt x="6" y="3"/>
                    </a:cubicBezTo>
                    <a:cubicBezTo>
                      <a:pt x="6" y="3"/>
                      <a:pt x="6" y="3"/>
                      <a:pt x="6" y="3"/>
                    </a:cubicBezTo>
                    <a:cubicBezTo>
                      <a:pt x="6" y="3"/>
                      <a:pt x="6" y="3"/>
                      <a:pt x="6" y="3"/>
                    </a:cubicBezTo>
                    <a:cubicBezTo>
                      <a:pt x="6" y="3"/>
                      <a:pt x="6" y="2"/>
                      <a:pt x="6" y="2"/>
                    </a:cubicBezTo>
                    <a:cubicBezTo>
                      <a:pt x="6" y="2"/>
                      <a:pt x="6"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1"/>
                    </a:cubicBezTo>
                    <a:cubicBezTo>
                      <a:pt x="7" y="1"/>
                      <a:pt x="7" y="1"/>
                      <a:pt x="7" y="1"/>
                    </a:cubicBezTo>
                    <a:cubicBezTo>
                      <a:pt x="7" y="1"/>
                      <a:pt x="7" y="1"/>
                      <a:pt x="7" y="1"/>
                    </a:cubicBezTo>
                    <a:cubicBezTo>
                      <a:pt x="7" y="1"/>
                      <a:pt x="7" y="1"/>
                      <a:pt x="7" y="1"/>
                    </a:cubicBezTo>
                    <a:cubicBezTo>
                      <a:pt x="7" y="1"/>
                      <a:pt x="7" y="1"/>
                      <a:pt x="7"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3" name="Freeform 493"/>
              <p:cNvSpPr>
                <a:spLocks/>
              </p:cNvSpPr>
              <p:nvPr/>
            </p:nvSpPr>
            <p:spPr bwMode="auto">
              <a:xfrm>
                <a:off x="4383882" y="2427686"/>
                <a:ext cx="5954" cy="8335"/>
              </a:xfrm>
              <a:custGeom>
                <a:avLst/>
                <a:gdLst/>
                <a:ahLst/>
                <a:cxnLst>
                  <a:cxn ang="0">
                    <a:pos x="1" y="1"/>
                  </a:cxn>
                  <a:cxn ang="0">
                    <a:pos x="1" y="1"/>
                  </a:cxn>
                  <a:cxn ang="0">
                    <a:pos x="1" y="0"/>
                  </a:cxn>
                  <a:cxn ang="0">
                    <a:pos x="1" y="1"/>
                  </a:cxn>
                  <a:cxn ang="0">
                    <a:pos x="0" y="1"/>
                  </a:cxn>
                  <a:cxn ang="0">
                    <a:pos x="0" y="2"/>
                  </a:cxn>
                  <a:cxn ang="0">
                    <a:pos x="1" y="2"/>
                  </a:cxn>
                  <a:cxn ang="0">
                    <a:pos x="1" y="2"/>
                  </a:cxn>
                  <a:cxn ang="0">
                    <a:pos x="1" y="2"/>
                  </a:cxn>
                  <a:cxn ang="0">
                    <a:pos x="1" y="2"/>
                  </a:cxn>
                  <a:cxn ang="0">
                    <a:pos x="1" y="2"/>
                  </a:cxn>
                  <a:cxn ang="0">
                    <a:pos x="1" y="2"/>
                  </a:cxn>
                  <a:cxn ang="0">
                    <a:pos x="1" y="3"/>
                  </a:cxn>
                  <a:cxn ang="0">
                    <a:pos x="2" y="2"/>
                  </a:cxn>
                  <a:cxn ang="0">
                    <a:pos x="2" y="2"/>
                  </a:cxn>
                  <a:cxn ang="0">
                    <a:pos x="2" y="2"/>
                  </a:cxn>
                  <a:cxn ang="0">
                    <a:pos x="2" y="2"/>
                  </a:cxn>
                  <a:cxn ang="0">
                    <a:pos x="2" y="2"/>
                  </a:cxn>
                  <a:cxn ang="0">
                    <a:pos x="2" y="2"/>
                  </a:cxn>
                  <a:cxn ang="0">
                    <a:pos x="2" y="2"/>
                  </a:cxn>
                  <a:cxn ang="0">
                    <a:pos x="2" y="2"/>
                  </a:cxn>
                  <a:cxn ang="0">
                    <a:pos x="2"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1" y="1"/>
                  </a:cxn>
                  <a:cxn ang="0">
                    <a:pos x="1" y="1"/>
                  </a:cxn>
                </a:cxnLst>
                <a:rect l="0" t="0" r="r" b="b"/>
                <a:pathLst>
                  <a:path w="2" h="3">
                    <a:moveTo>
                      <a:pt x="1" y="1"/>
                    </a:moveTo>
                    <a:cubicBezTo>
                      <a:pt x="1" y="1"/>
                      <a:pt x="1" y="1"/>
                      <a:pt x="1" y="1"/>
                    </a:cubicBezTo>
                    <a:cubicBezTo>
                      <a:pt x="1" y="0"/>
                      <a:pt x="1" y="0"/>
                      <a:pt x="1" y="0"/>
                    </a:cubicBezTo>
                    <a:cubicBezTo>
                      <a:pt x="1" y="1"/>
                      <a:pt x="1" y="1"/>
                      <a:pt x="1" y="1"/>
                    </a:cubicBezTo>
                    <a:cubicBezTo>
                      <a:pt x="0" y="1"/>
                      <a:pt x="0" y="1"/>
                      <a:pt x="0" y="1"/>
                    </a:cubicBezTo>
                    <a:cubicBezTo>
                      <a:pt x="0" y="2"/>
                      <a:pt x="0" y="2"/>
                      <a:pt x="0" y="2"/>
                    </a:cubicBezTo>
                    <a:cubicBezTo>
                      <a:pt x="0" y="2"/>
                      <a:pt x="0"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3"/>
                      <a:pt x="1" y="3"/>
                    </a:cubicBezTo>
                    <a:cubicBezTo>
                      <a:pt x="1" y="3"/>
                      <a:pt x="2" y="3"/>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ubicBezTo>
                      <a:pt x="0" y="1"/>
                      <a:pt x="0"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4" name="Freeform 494"/>
              <p:cNvSpPr>
                <a:spLocks/>
              </p:cNvSpPr>
              <p:nvPr/>
            </p:nvSpPr>
            <p:spPr bwMode="auto">
              <a:xfrm>
                <a:off x="4208860" y="2365773"/>
                <a:ext cx="5954" cy="5954"/>
              </a:xfrm>
              <a:custGeom>
                <a:avLst/>
                <a:gdLst/>
                <a:ahLst/>
                <a:cxnLst>
                  <a:cxn ang="0">
                    <a:pos x="0" y="1"/>
                  </a:cxn>
                  <a:cxn ang="0">
                    <a:pos x="0" y="1"/>
                  </a:cxn>
                  <a:cxn ang="0">
                    <a:pos x="0" y="2"/>
                  </a:cxn>
                  <a:cxn ang="0">
                    <a:pos x="0" y="2"/>
                  </a:cxn>
                  <a:cxn ang="0">
                    <a:pos x="0" y="2"/>
                  </a:cxn>
                  <a:cxn ang="0">
                    <a:pos x="0" y="2"/>
                  </a:cxn>
                  <a:cxn ang="0">
                    <a:pos x="0" y="2"/>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2" y="0"/>
                  </a:cxn>
                  <a:cxn ang="0">
                    <a:pos x="2" y="0"/>
                  </a:cxn>
                  <a:cxn ang="0">
                    <a:pos x="2" y="0"/>
                  </a:cxn>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1" y="1"/>
                  </a:cxn>
                  <a:cxn ang="0">
                    <a:pos x="1" y="1"/>
                  </a:cxn>
                  <a:cxn ang="0">
                    <a:pos x="1" y="1"/>
                  </a:cxn>
                  <a:cxn ang="0">
                    <a:pos x="0" y="1"/>
                  </a:cxn>
                </a:cxnLst>
                <a:rect l="0" t="0" r="r" b="b"/>
                <a:pathLst>
                  <a:path w="2" h="2">
                    <a:moveTo>
                      <a:pt x="0" y="1"/>
                    </a:move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5" name="Freeform 495"/>
              <p:cNvSpPr>
                <a:spLocks/>
              </p:cNvSpPr>
              <p:nvPr/>
            </p:nvSpPr>
            <p:spPr bwMode="auto">
              <a:xfrm>
                <a:off x="4208860" y="2380061"/>
                <a:ext cx="8335" cy="16669"/>
              </a:xfrm>
              <a:custGeom>
                <a:avLst/>
                <a:gdLst/>
                <a:ahLst/>
                <a:cxnLst>
                  <a:cxn ang="0">
                    <a:pos x="0" y="2"/>
                  </a:cxn>
                  <a:cxn ang="0">
                    <a:pos x="0" y="2"/>
                  </a:cxn>
                  <a:cxn ang="0">
                    <a:pos x="1" y="2"/>
                  </a:cxn>
                  <a:cxn ang="0">
                    <a:pos x="1" y="2"/>
                  </a:cxn>
                  <a:cxn ang="0">
                    <a:pos x="1" y="3"/>
                  </a:cxn>
                  <a:cxn ang="0">
                    <a:pos x="1" y="3"/>
                  </a:cxn>
                  <a:cxn ang="0">
                    <a:pos x="0" y="3"/>
                  </a:cxn>
                  <a:cxn ang="0">
                    <a:pos x="0" y="3"/>
                  </a:cxn>
                  <a:cxn ang="0">
                    <a:pos x="0" y="3"/>
                  </a:cxn>
                  <a:cxn ang="0">
                    <a:pos x="1" y="3"/>
                  </a:cxn>
                  <a:cxn ang="0">
                    <a:pos x="1" y="3"/>
                  </a:cxn>
                  <a:cxn ang="0">
                    <a:pos x="1" y="3"/>
                  </a:cxn>
                  <a:cxn ang="0">
                    <a:pos x="1" y="3"/>
                  </a:cxn>
                  <a:cxn ang="0">
                    <a:pos x="1" y="4"/>
                  </a:cxn>
                  <a:cxn ang="0">
                    <a:pos x="1" y="4"/>
                  </a:cxn>
                  <a:cxn ang="0">
                    <a:pos x="1" y="4"/>
                  </a:cxn>
                  <a:cxn ang="0">
                    <a:pos x="1" y="4"/>
                  </a:cxn>
                  <a:cxn ang="0">
                    <a:pos x="1" y="4"/>
                  </a:cxn>
                  <a:cxn ang="0">
                    <a:pos x="1" y="4"/>
                  </a:cxn>
                  <a:cxn ang="0">
                    <a:pos x="1" y="4"/>
                  </a:cxn>
                  <a:cxn ang="0">
                    <a:pos x="1" y="4"/>
                  </a:cxn>
                  <a:cxn ang="0">
                    <a:pos x="1" y="5"/>
                  </a:cxn>
                  <a:cxn ang="0">
                    <a:pos x="1" y="5"/>
                  </a:cxn>
                  <a:cxn ang="0">
                    <a:pos x="1" y="5"/>
                  </a:cxn>
                  <a:cxn ang="0">
                    <a:pos x="2" y="5"/>
                  </a:cxn>
                  <a:cxn ang="0">
                    <a:pos x="2" y="5"/>
                  </a:cxn>
                  <a:cxn ang="0">
                    <a:pos x="2" y="5"/>
                  </a:cxn>
                  <a:cxn ang="0">
                    <a:pos x="2" y="5"/>
                  </a:cxn>
                  <a:cxn ang="0">
                    <a:pos x="2" y="5"/>
                  </a:cxn>
                  <a:cxn ang="0">
                    <a:pos x="3" y="4"/>
                  </a:cxn>
                  <a:cxn ang="0">
                    <a:pos x="3" y="4"/>
                  </a:cxn>
                  <a:cxn ang="0">
                    <a:pos x="3" y="4"/>
                  </a:cxn>
                  <a:cxn ang="0">
                    <a:pos x="3" y="3"/>
                  </a:cxn>
                  <a:cxn ang="0">
                    <a:pos x="3" y="3"/>
                  </a:cxn>
                  <a:cxn ang="0">
                    <a:pos x="3" y="2"/>
                  </a:cxn>
                  <a:cxn ang="0">
                    <a:pos x="2" y="1"/>
                  </a:cxn>
                  <a:cxn ang="0">
                    <a:pos x="2" y="1"/>
                  </a:cxn>
                  <a:cxn ang="0">
                    <a:pos x="2" y="0"/>
                  </a:cxn>
                  <a:cxn ang="0">
                    <a:pos x="1" y="0"/>
                  </a:cxn>
                  <a:cxn ang="0">
                    <a:pos x="1" y="0"/>
                  </a:cxn>
                  <a:cxn ang="0">
                    <a:pos x="1" y="0"/>
                  </a:cxn>
                  <a:cxn ang="0">
                    <a:pos x="0" y="0"/>
                  </a:cxn>
                  <a:cxn ang="0">
                    <a:pos x="0" y="0"/>
                  </a:cxn>
                  <a:cxn ang="0">
                    <a:pos x="1" y="1"/>
                  </a:cxn>
                  <a:cxn ang="0">
                    <a:pos x="1" y="1"/>
                  </a:cxn>
                  <a:cxn ang="0">
                    <a:pos x="1" y="1"/>
                  </a:cxn>
                  <a:cxn ang="0">
                    <a:pos x="1" y="0"/>
                  </a:cxn>
                  <a:cxn ang="0">
                    <a:pos x="1" y="0"/>
                  </a:cxn>
                  <a:cxn ang="0">
                    <a:pos x="1" y="1"/>
                  </a:cxn>
                  <a:cxn ang="0">
                    <a:pos x="1" y="1"/>
                  </a:cxn>
                  <a:cxn ang="0">
                    <a:pos x="1" y="1"/>
                  </a:cxn>
                  <a:cxn ang="0">
                    <a:pos x="1" y="1"/>
                  </a:cxn>
                  <a:cxn ang="0">
                    <a:pos x="0" y="1"/>
                  </a:cxn>
                  <a:cxn ang="0">
                    <a:pos x="0" y="1"/>
                  </a:cxn>
                </a:cxnLst>
                <a:rect l="0" t="0" r="r" b="b"/>
                <a:pathLst>
                  <a:path w="3" h="6">
                    <a:moveTo>
                      <a:pt x="0" y="1"/>
                    </a:moveTo>
                    <a:cubicBezTo>
                      <a:pt x="0" y="1"/>
                      <a:pt x="0" y="1"/>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0" y="4"/>
                      <a:pt x="0" y="4"/>
                    </a:cubicBezTo>
                    <a:cubicBezTo>
                      <a:pt x="0"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5"/>
                      <a:pt x="2" y="5"/>
                      <a:pt x="2" y="5"/>
                    </a:cubicBezTo>
                    <a:cubicBezTo>
                      <a:pt x="2" y="6"/>
                      <a:pt x="2" y="6"/>
                      <a:pt x="2" y="6"/>
                    </a:cubicBezTo>
                    <a:cubicBezTo>
                      <a:pt x="2" y="6"/>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4"/>
                      <a:pt x="2"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3"/>
                      <a:pt x="3" y="3"/>
                    </a:cubicBezTo>
                    <a:cubicBezTo>
                      <a:pt x="3" y="3"/>
                      <a:pt x="3" y="3"/>
                      <a:pt x="3" y="3"/>
                    </a:cubicBezTo>
                    <a:cubicBezTo>
                      <a:pt x="3" y="3"/>
                      <a:pt x="3" y="3"/>
                      <a:pt x="3" y="3"/>
                    </a:cubicBezTo>
                    <a:cubicBezTo>
                      <a:pt x="3" y="3"/>
                      <a:pt x="3" y="3"/>
                      <a:pt x="3" y="3"/>
                    </a:cubicBezTo>
                    <a:cubicBezTo>
                      <a:pt x="3" y="2"/>
                      <a:pt x="3" y="2"/>
                      <a:pt x="3" y="2"/>
                    </a:cubicBezTo>
                    <a:cubicBezTo>
                      <a:pt x="3" y="2"/>
                      <a:pt x="3" y="2"/>
                      <a:pt x="3" y="2"/>
                    </a:cubicBezTo>
                    <a:cubicBezTo>
                      <a:pt x="3" y="2"/>
                      <a:pt x="3" y="2"/>
                      <a:pt x="3" y="2"/>
                    </a:cubicBezTo>
                    <a:cubicBezTo>
                      <a:pt x="3" y="2"/>
                      <a:pt x="3" y="2"/>
                      <a:pt x="3" y="2"/>
                    </a:cubicBezTo>
                    <a:cubicBezTo>
                      <a:pt x="3" y="2"/>
                      <a:pt x="3" y="2"/>
                      <a:pt x="3" y="1"/>
                    </a:cubicBezTo>
                    <a:cubicBezTo>
                      <a:pt x="3"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6" name="Freeform 496"/>
              <p:cNvSpPr>
                <a:spLocks/>
              </p:cNvSpPr>
              <p:nvPr/>
            </p:nvSpPr>
            <p:spPr bwMode="auto">
              <a:xfrm>
                <a:off x="4212432" y="2361010"/>
                <a:ext cx="8335" cy="4763"/>
              </a:xfrm>
              <a:custGeom>
                <a:avLst/>
                <a:gdLst/>
                <a:ahLst/>
                <a:cxnLst>
                  <a:cxn ang="0">
                    <a:pos x="0" y="1"/>
                  </a:cxn>
                  <a:cxn ang="0">
                    <a:pos x="0" y="2"/>
                  </a:cxn>
                  <a:cxn ang="0">
                    <a:pos x="0" y="2"/>
                  </a:cxn>
                  <a:cxn ang="0">
                    <a:pos x="0" y="2"/>
                  </a:cxn>
                  <a:cxn ang="0">
                    <a:pos x="0" y="2"/>
                  </a:cxn>
                  <a:cxn ang="0">
                    <a:pos x="0" y="2"/>
                  </a:cxn>
                  <a:cxn ang="0">
                    <a:pos x="0" y="2"/>
                  </a:cxn>
                  <a:cxn ang="0">
                    <a:pos x="1" y="2"/>
                  </a:cxn>
                  <a:cxn ang="0">
                    <a:pos x="1" y="2"/>
                  </a:cxn>
                  <a:cxn ang="0">
                    <a:pos x="1" y="2"/>
                  </a:cxn>
                  <a:cxn ang="0">
                    <a:pos x="1" y="1"/>
                  </a:cxn>
                  <a:cxn ang="0">
                    <a:pos x="2" y="1"/>
                  </a:cxn>
                  <a:cxn ang="0">
                    <a:pos x="2" y="1"/>
                  </a:cxn>
                  <a:cxn ang="0">
                    <a:pos x="2" y="1"/>
                  </a:cxn>
                  <a:cxn ang="0">
                    <a:pos x="2" y="0"/>
                  </a:cxn>
                  <a:cxn ang="0">
                    <a:pos x="2" y="0"/>
                  </a:cxn>
                  <a:cxn ang="0">
                    <a:pos x="2" y="0"/>
                  </a:cxn>
                  <a:cxn ang="0">
                    <a:pos x="2" y="0"/>
                  </a:cxn>
                  <a:cxn ang="0">
                    <a:pos x="2" y="0"/>
                  </a:cxn>
                  <a:cxn ang="0">
                    <a:pos x="2" y="0"/>
                  </a:cxn>
                  <a:cxn ang="0">
                    <a:pos x="2" y="1"/>
                  </a:cxn>
                  <a:cxn ang="0">
                    <a:pos x="1" y="1"/>
                  </a:cxn>
                  <a:cxn ang="0">
                    <a:pos x="1" y="1"/>
                  </a:cxn>
                  <a:cxn ang="0">
                    <a:pos x="1" y="1"/>
                  </a:cxn>
                  <a:cxn ang="0">
                    <a:pos x="1" y="1"/>
                  </a:cxn>
                  <a:cxn ang="0">
                    <a:pos x="1" y="1"/>
                  </a:cxn>
                  <a:cxn ang="0">
                    <a:pos x="1" y="1"/>
                  </a:cxn>
                  <a:cxn ang="0">
                    <a:pos x="1" y="1"/>
                  </a:cxn>
                  <a:cxn ang="0">
                    <a:pos x="2" y="0"/>
                  </a:cxn>
                  <a:cxn ang="0">
                    <a:pos x="2" y="0"/>
                  </a:cxn>
                  <a:cxn ang="0">
                    <a:pos x="1" y="0"/>
                  </a:cxn>
                  <a:cxn ang="0">
                    <a:pos x="1" y="0"/>
                  </a:cxn>
                  <a:cxn ang="0">
                    <a:pos x="1" y="0"/>
                  </a:cxn>
                  <a:cxn ang="0">
                    <a:pos x="1" y="0"/>
                  </a:cxn>
                  <a:cxn ang="0">
                    <a:pos x="1" y="0"/>
                  </a:cxn>
                  <a:cxn ang="0">
                    <a:pos x="0" y="1"/>
                  </a:cxn>
                  <a:cxn ang="0">
                    <a:pos x="0" y="1"/>
                  </a:cxn>
                  <a:cxn ang="0">
                    <a:pos x="0" y="1"/>
                  </a:cxn>
                  <a:cxn ang="0">
                    <a:pos x="0" y="1"/>
                  </a:cxn>
                  <a:cxn ang="0">
                    <a:pos x="0" y="1"/>
                  </a:cxn>
                  <a:cxn ang="0">
                    <a:pos x="0" y="1"/>
                  </a:cxn>
                  <a:cxn ang="0">
                    <a:pos x="0" y="1"/>
                  </a:cxn>
                </a:cxnLst>
                <a:rect l="0" t="0" r="r" b="b"/>
                <a:pathLst>
                  <a:path w="3" h="2">
                    <a:moveTo>
                      <a:pt x="0" y="1"/>
                    </a:move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1" y="1"/>
                      <a:pt x="1"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0"/>
                      <a:pt x="2" y="0"/>
                      <a:pt x="2" y="0"/>
                    </a:cubicBezTo>
                    <a:cubicBezTo>
                      <a:pt x="3" y="0"/>
                      <a:pt x="3" y="0"/>
                      <a:pt x="3" y="0"/>
                    </a:cubicBezTo>
                    <a:cubicBezTo>
                      <a:pt x="3"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7" name="Freeform 497"/>
              <p:cNvSpPr>
                <a:spLocks/>
              </p:cNvSpPr>
              <p:nvPr/>
            </p:nvSpPr>
            <p:spPr bwMode="auto">
              <a:xfrm>
                <a:off x="4555332" y="2256235"/>
                <a:ext cx="5954" cy="5954"/>
              </a:xfrm>
              <a:custGeom>
                <a:avLst/>
                <a:gdLst/>
                <a:ahLst/>
                <a:cxnLst>
                  <a:cxn ang="0">
                    <a:pos x="1" y="2"/>
                  </a:cxn>
                  <a:cxn ang="0">
                    <a:pos x="1" y="2"/>
                  </a:cxn>
                  <a:cxn ang="0">
                    <a:pos x="1" y="2"/>
                  </a:cxn>
                  <a:cxn ang="0">
                    <a:pos x="1" y="2"/>
                  </a:cxn>
                  <a:cxn ang="0">
                    <a:pos x="1" y="2"/>
                  </a:cxn>
                  <a:cxn ang="0">
                    <a:pos x="1" y="2"/>
                  </a:cxn>
                  <a:cxn ang="0">
                    <a:pos x="1" y="2"/>
                  </a:cxn>
                  <a:cxn ang="0">
                    <a:pos x="1" y="2"/>
                  </a:cxn>
                  <a:cxn ang="0">
                    <a:pos x="1" y="1"/>
                  </a:cxn>
                  <a:cxn ang="0">
                    <a:pos x="1" y="1"/>
                  </a:cxn>
                  <a:cxn ang="0">
                    <a:pos x="1" y="1"/>
                  </a:cxn>
                  <a:cxn ang="0">
                    <a:pos x="1" y="1"/>
                  </a:cxn>
                  <a:cxn ang="0">
                    <a:pos x="1" y="1"/>
                  </a:cxn>
                  <a:cxn ang="0">
                    <a:pos x="1" y="1"/>
                  </a:cxn>
                  <a:cxn ang="0">
                    <a:pos x="1" y="1"/>
                  </a:cxn>
                  <a:cxn ang="0">
                    <a:pos x="2" y="1"/>
                  </a:cxn>
                  <a:cxn ang="0">
                    <a:pos x="1" y="1"/>
                  </a:cxn>
                  <a:cxn ang="0">
                    <a:pos x="1" y="1"/>
                  </a:cxn>
                  <a:cxn ang="0">
                    <a:pos x="1" y="1"/>
                  </a:cxn>
                  <a:cxn ang="0">
                    <a:pos x="1" y="0"/>
                  </a:cxn>
                  <a:cxn ang="0">
                    <a:pos x="1" y="0"/>
                  </a:cxn>
                  <a:cxn ang="0">
                    <a:pos x="1" y="0"/>
                  </a:cxn>
                  <a:cxn ang="0">
                    <a:pos x="1" y="1"/>
                  </a:cxn>
                  <a:cxn ang="0">
                    <a:pos x="1" y="1"/>
                  </a:cxn>
                  <a:cxn ang="0">
                    <a:pos x="1" y="1"/>
                  </a:cxn>
                  <a:cxn ang="0">
                    <a:pos x="1" y="1"/>
                  </a:cxn>
                  <a:cxn ang="0">
                    <a:pos x="0" y="1"/>
                  </a:cxn>
                  <a:cxn ang="0">
                    <a:pos x="1" y="2"/>
                  </a:cxn>
                </a:cxnLst>
                <a:rect l="0" t="0" r="r" b="b"/>
                <a:pathLst>
                  <a:path w="2" h="2">
                    <a:moveTo>
                      <a:pt x="1" y="2"/>
                    </a:move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0" y="1"/>
                      <a:pt x="0" y="1"/>
                      <a:pt x="0" y="1"/>
                    </a:cubicBezTo>
                    <a:cubicBezTo>
                      <a:pt x="0" y="2"/>
                      <a:pt x="0"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8" name="Freeform 498"/>
              <p:cNvSpPr>
                <a:spLocks/>
              </p:cNvSpPr>
              <p:nvPr/>
            </p:nvSpPr>
            <p:spPr bwMode="auto">
              <a:xfrm>
                <a:off x="4563666" y="2312195"/>
                <a:ext cx="5954" cy="3572"/>
              </a:xfrm>
              <a:custGeom>
                <a:avLst/>
                <a:gdLst/>
                <a:ahLst/>
                <a:cxnLst>
                  <a:cxn ang="0">
                    <a:pos x="0" y="0"/>
                  </a:cxn>
                  <a:cxn ang="0">
                    <a:pos x="0" y="0"/>
                  </a:cxn>
                  <a:cxn ang="0">
                    <a:pos x="0" y="0"/>
                  </a:cxn>
                  <a:cxn ang="0">
                    <a:pos x="0" y="0"/>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w="2" h="1">
                    <a:moveTo>
                      <a:pt x="0" y="0"/>
                    </a:moveTo>
                    <a:cubicBezTo>
                      <a:pt x="0" y="0"/>
                      <a:pt x="0" y="0"/>
                      <a:pt x="0" y="0"/>
                    </a:cubicBezTo>
                    <a:cubicBezTo>
                      <a:pt x="0" y="0"/>
                      <a:pt x="0" y="0"/>
                      <a:pt x="0" y="0"/>
                    </a:cubicBezTo>
                    <a:cubicBezTo>
                      <a:pt x="0" y="0"/>
                      <a:pt x="0" y="0"/>
                      <a:pt x="0"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19" name="Freeform 499"/>
              <p:cNvSpPr>
                <a:spLocks/>
              </p:cNvSpPr>
              <p:nvPr/>
            </p:nvSpPr>
            <p:spPr bwMode="auto">
              <a:xfrm>
                <a:off x="4563667" y="2312194"/>
                <a:ext cx="2381" cy="5954"/>
              </a:xfrm>
              <a:custGeom>
                <a:avLst/>
                <a:gdLst/>
                <a:ahLst/>
                <a:cxnLst>
                  <a:cxn ang="0">
                    <a:pos x="0" y="1"/>
                  </a:cxn>
                  <a:cxn ang="0">
                    <a:pos x="0" y="1"/>
                  </a:cxn>
                  <a:cxn ang="0">
                    <a:pos x="1" y="2"/>
                  </a:cxn>
                  <a:cxn ang="0">
                    <a:pos x="1" y="2"/>
                  </a:cxn>
                  <a:cxn ang="0">
                    <a:pos x="1" y="2"/>
                  </a:cxn>
                  <a:cxn ang="0">
                    <a:pos x="1" y="2"/>
                  </a:cxn>
                  <a:cxn ang="0">
                    <a:pos x="1" y="2"/>
                  </a:cxn>
                  <a:cxn ang="0">
                    <a:pos x="1" y="2"/>
                  </a:cxn>
                  <a:cxn ang="0">
                    <a:pos x="1" y="2"/>
                  </a:cxn>
                  <a:cxn ang="0">
                    <a:pos x="1" y="2"/>
                  </a:cxn>
                  <a:cxn ang="0">
                    <a:pos x="1" y="2"/>
                  </a:cxn>
                  <a:cxn ang="0">
                    <a:pos x="1" y="2"/>
                  </a:cxn>
                  <a:cxn ang="0">
                    <a:pos x="1" y="1"/>
                  </a:cxn>
                  <a:cxn ang="0">
                    <a:pos x="1" y="1"/>
                  </a:cxn>
                  <a:cxn ang="0">
                    <a:pos x="0" y="0"/>
                  </a:cxn>
                  <a:cxn ang="0">
                    <a:pos x="0" y="1"/>
                  </a:cxn>
                  <a:cxn ang="0">
                    <a:pos x="0" y="1"/>
                  </a:cxn>
                  <a:cxn ang="0">
                    <a:pos x="0" y="1"/>
                  </a:cxn>
                  <a:cxn ang="0">
                    <a:pos x="0" y="1"/>
                  </a:cxn>
                  <a:cxn ang="0">
                    <a:pos x="0" y="1"/>
                  </a:cxn>
                </a:cxnLst>
                <a:rect l="0" t="0" r="r" b="b"/>
                <a:pathLst>
                  <a:path w="1" h="2">
                    <a:moveTo>
                      <a:pt x="0" y="1"/>
                    </a:moveTo>
                    <a:cubicBezTo>
                      <a:pt x="0" y="1"/>
                      <a:pt x="0" y="1"/>
                      <a:pt x="0" y="1"/>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1"/>
                      <a:pt x="1" y="1"/>
                    </a:cubicBezTo>
                    <a:cubicBezTo>
                      <a:pt x="1" y="1"/>
                      <a:pt x="1" y="1"/>
                      <a:pt x="1" y="1"/>
                    </a:cubicBezTo>
                    <a:cubicBezTo>
                      <a:pt x="0" y="1"/>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0" name="Freeform 500"/>
              <p:cNvSpPr>
                <a:spLocks/>
              </p:cNvSpPr>
              <p:nvPr/>
            </p:nvSpPr>
            <p:spPr bwMode="auto">
              <a:xfrm>
                <a:off x="4561285" y="2309814"/>
                <a:ext cx="4763" cy="2381"/>
              </a:xfrm>
              <a:custGeom>
                <a:avLst/>
                <a:gdLst/>
                <a:ahLst/>
                <a:cxnLst>
                  <a:cxn ang="0">
                    <a:pos x="1" y="1"/>
                  </a:cxn>
                  <a:cxn ang="0">
                    <a:pos x="1" y="1"/>
                  </a:cxn>
                  <a:cxn ang="0">
                    <a:pos x="2" y="1"/>
                  </a:cxn>
                  <a:cxn ang="0">
                    <a:pos x="2" y="1"/>
                  </a:cxn>
                  <a:cxn ang="0">
                    <a:pos x="2" y="1"/>
                  </a:cxn>
                  <a:cxn ang="0">
                    <a:pos x="1" y="0"/>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1" y="1"/>
                  </a:cxn>
                  <a:cxn ang="0">
                    <a:pos x="1" y="1"/>
                  </a:cxn>
                  <a:cxn ang="0">
                    <a:pos x="1" y="1"/>
                  </a:cxn>
                  <a:cxn ang="0">
                    <a:pos x="1" y="1"/>
                  </a:cxn>
                </a:cxnLst>
                <a:rect l="0" t="0" r="r" b="b"/>
                <a:pathLst>
                  <a:path w="2" h="1">
                    <a:moveTo>
                      <a:pt x="1" y="1"/>
                    </a:moveTo>
                    <a:cubicBezTo>
                      <a:pt x="1" y="1"/>
                      <a:pt x="1" y="1"/>
                      <a:pt x="1" y="1"/>
                    </a:cubicBezTo>
                    <a:cubicBezTo>
                      <a:pt x="1" y="1"/>
                      <a:pt x="2" y="1"/>
                      <a:pt x="2" y="1"/>
                    </a:cubicBezTo>
                    <a:cubicBezTo>
                      <a:pt x="2" y="1"/>
                      <a:pt x="2" y="1"/>
                      <a:pt x="2" y="1"/>
                    </a:cubicBezTo>
                    <a:cubicBezTo>
                      <a:pt x="2" y="1"/>
                      <a:pt x="2" y="1"/>
                      <a:pt x="2" y="1"/>
                    </a:cubicBezTo>
                    <a:cubicBezTo>
                      <a:pt x="2" y="1"/>
                      <a:pt x="1" y="0"/>
                      <a:pt x="1" y="0"/>
                    </a:cubicBezTo>
                    <a:cubicBezTo>
                      <a:pt x="1" y="0"/>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1" name="Freeform 501"/>
              <p:cNvSpPr>
                <a:spLocks/>
              </p:cNvSpPr>
              <p:nvPr/>
            </p:nvSpPr>
            <p:spPr bwMode="auto">
              <a:xfrm>
                <a:off x="5081589" y="2889649"/>
                <a:ext cx="2381" cy="2381"/>
              </a:xfrm>
              <a:custGeom>
                <a:avLst/>
                <a:gdLst/>
                <a:ahLst/>
                <a:cxnLst>
                  <a:cxn ang="0">
                    <a:pos x="1" y="0"/>
                  </a:cxn>
                  <a:cxn ang="0">
                    <a:pos x="1" y="0"/>
                  </a:cxn>
                  <a:cxn ang="0">
                    <a:pos x="1" y="0"/>
                  </a:cxn>
                  <a:cxn ang="0">
                    <a:pos x="1" y="0"/>
                  </a:cxn>
                  <a:cxn ang="0">
                    <a:pos x="0" y="0"/>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Lst>
                <a:rect l="0" t="0" r="r" b="b"/>
                <a:pathLst>
                  <a:path w="1" h="1">
                    <a:moveTo>
                      <a:pt x="1" y="0"/>
                    </a:moveTo>
                    <a:cubicBezTo>
                      <a:pt x="1" y="0"/>
                      <a:pt x="1" y="0"/>
                      <a:pt x="1" y="0"/>
                    </a:cubicBezTo>
                    <a:cubicBezTo>
                      <a:pt x="1" y="0"/>
                      <a:pt x="1" y="0"/>
                      <a:pt x="1" y="0"/>
                    </a:cubicBezTo>
                    <a:cubicBezTo>
                      <a:pt x="1" y="0"/>
                      <a:pt x="1" y="0"/>
                      <a:pt x="1"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2" name="Freeform 502"/>
              <p:cNvSpPr>
                <a:spLocks/>
              </p:cNvSpPr>
              <p:nvPr/>
            </p:nvSpPr>
            <p:spPr bwMode="auto">
              <a:xfrm>
                <a:off x="4181476" y="2284810"/>
                <a:ext cx="4763" cy="5954"/>
              </a:xfrm>
              <a:custGeom>
                <a:avLst/>
                <a:gdLst/>
                <a:ahLst/>
                <a:cxnLst>
                  <a:cxn ang="0">
                    <a:pos x="1" y="1"/>
                  </a:cxn>
                  <a:cxn ang="0">
                    <a:pos x="1" y="1"/>
                  </a:cxn>
                  <a:cxn ang="0">
                    <a:pos x="1" y="1"/>
                  </a:cxn>
                  <a:cxn ang="0">
                    <a:pos x="1" y="1"/>
                  </a:cxn>
                  <a:cxn ang="0">
                    <a:pos x="2" y="1"/>
                  </a:cxn>
                  <a:cxn ang="0">
                    <a:pos x="2" y="1"/>
                  </a:cxn>
                  <a:cxn ang="0">
                    <a:pos x="2" y="2"/>
                  </a:cxn>
                  <a:cxn ang="0">
                    <a:pos x="2" y="2"/>
                  </a:cxn>
                  <a:cxn ang="0">
                    <a:pos x="2" y="1"/>
                  </a:cxn>
                  <a:cxn ang="0">
                    <a:pos x="2" y="1"/>
                  </a:cxn>
                  <a:cxn ang="0">
                    <a:pos x="2" y="1"/>
                  </a:cxn>
                  <a:cxn ang="0">
                    <a:pos x="2" y="0"/>
                  </a:cxn>
                  <a:cxn ang="0">
                    <a:pos x="2" y="0"/>
                  </a:cxn>
                  <a:cxn ang="0">
                    <a:pos x="2" y="0"/>
                  </a:cxn>
                  <a:cxn ang="0">
                    <a:pos x="2" y="0"/>
                  </a:cxn>
                  <a:cxn ang="0">
                    <a:pos x="2" y="0"/>
                  </a:cxn>
                  <a:cxn ang="0">
                    <a:pos x="2" y="0"/>
                  </a:cxn>
                  <a:cxn ang="0">
                    <a:pos x="1" y="0"/>
                  </a:cxn>
                  <a:cxn ang="0">
                    <a:pos x="1" y="0"/>
                  </a:cxn>
                  <a:cxn ang="0">
                    <a:pos x="0" y="0"/>
                  </a:cxn>
                  <a:cxn ang="0">
                    <a:pos x="0" y="0"/>
                  </a:cxn>
                  <a:cxn ang="0">
                    <a:pos x="1" y="1"/>
                  </a:cxn>
                </a:cxnLst>
                <a:rect l="0" t="0" r="r" b="b"/>
                <a:pathLst>
                  <a:path w="2" h="2">
                    <a:moveTo>
                      <a:pt x="1" y="1"/>
                    </a:move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2"/>
                      <a:pt x="2" y="2"/>
                      <a:pt x="2" y="2"/>
                    </a:cubicBezTo>
                    <a:cubicBezTo>
                      <a:pt x="2" y="2"/>
                      <a:pt x="2" y="2"/>
                      <a:pt x="2" y="2"/>
                    </a:cubicBezTo>
                    <a:cubicBezTo>
                      <a:pt x="2" y="1"/>
                      <a:pt x="2" y="1"/>
                      <a:pt x="2" y="1"/>
                    </a:cubicBezTo>
                    <a:cubicBezTo>
                      <a:pt x="2" y="1"/>
                      <a:pt x="2" y="1"/>
                      <a:pt x="2" y="1"/>
                    </a:cubicBezTo>
                    <a:cubicBezTo>
                      <a:pt x="2" y="1"/>
                      <a:pt x="2" y="1"/>
                      <a:pt x="2" y="1"/>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0"/>
                      <a:pt x="1" y="0"/>
                    </a:cubicBezTo>
                    <a:cubicBezTo>
                      <a:pt x="1" y="0"/>
                      <a:pt x="1" y="0"/>
                      <a:pt x="0" y="0"/>
                    </a:cubicBezTo>
                    <a:cubicBezTo>
                      <a:pt x="0" y="0"/>
                      <a:pt x="0" y="0"/>
                      <a:pt x="0" y="0"/>
                    </a:cubicBezTo>
                    <a:cubicBezTo>
                      <a:pt x="0"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3" name="Freeform 503"/>
              <p:cNvSpPr>
                <a:spLocks/>
              </p:cNvSpPr>
              <p:nvPr/>
            </p:nvSpPr>
            <p:spPr bwMode="auto">
              <a:xfrm>
                <a:off x="4133851" y="2334817"/>
                <a:ext cx="2381" cy="3572"/>
              </a:xfrm>
              <a:custGeom>
                <a:avLst/>
                <a:gdLst/>
                <a:ahLst/>
                <a:cxnLst>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0"/>
                  </a:cxn>
                  <a:cxn ang="0">
                    <a:pos x="1" y="0"/>
                  </a:cxn>
                  <a:cxn ang="0">
                    <a:pos x="1" y="0"/>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4" name="Freeform 504"/>
              <p:cNvSpPr>
                <a:spLocks/>
              </p:cNvSpPr>
              <p:nvPr/>
            </p:nvSpPr>
            <p:spPr bwMode="auto">
              <a:xfrm>
                <a:off x="4125516" y="2334817"/>
                <a:ext cx="4763" cy="5954"/>
              </a:xfrm>
              <a:custGeom>
                <a:avLst/>
                <a:gdLst/>
                <a:ahLst/>
                <a:cxnLst>
                  <a:cxn ang="0">
                    <a:pos x="2" y="0"/>
                  </a:cxn>
                  <a:cxn ang="0">
                    <a:pos x="2" y="0"/>
                  </a:cxn>
                  <a:cxn ang="0">
                    <a:pos x="1" y="0"/>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2"/>
                  </a:cxn>
                  <a:cxn ang="0">
                    <a:pos x="0" y="2"/>
                  </a:cxn>
                  <a:cxn ang="0">
                    <a:pos x="0" y="2"/>
                  </a:cxn>
                  <a:cxn ang="0">
                    <a:pos x="1" y="2"/>
                  </a:cxn>
                  <a:cxn ang="0">
                    <a:pos x="1" y="2"/>
                  </a:cxn>
                  <a:cxn ang="0">
                    <a:pos x="1" y="2"/>
                  </a:cxn>
                  <a:cxn ang="0">
                    <a:pos x="1" y="2"/>
                  </a:cxn>
                  <a:cxn ang="0">
                    <a:pos x="1" y="2"/>
                  </a:cxn>
                  <a:cxn ang="0">
                    <a:pos x="1" y="1"/>
                  </a:cxn>
                  <a:cxn ang="0">
                    <a:pos x="2" y="1"/>
                  </a:cxn>
                  <a:cxn ang="0">
                    <a:pos x="2" y="1"/>
                  </a:cxn>
                  <a:cxn ang="0">
                    <a:pos x="2" y="1"/>
                  </a:cxn>
                  <a:cxn ang="0">
                    <a:pos x="2" y="1"/>
                  </a:cxn>
                  <a:cxn ang="0">
                    <a:pos x="2" y="1"/>
                  </a:cxn>
                  <a:cxn ang="0">
                    <a:pos x="2" y="1"/>
                  </a:cxn>
                  <a:cxn ang="0">
                    <a:pos x="2" y="1"/>
                  </a:cxn>
                  <a:cxn ang="0">
                    <a:pos x="2" y="0"/>
                  </a:cxn>
                </a:cxnLst>
                <a:rect l="0" t="0" r="r" b="b"/>
                <a:pathLst>
                  <a:path w="2" h="2">
                    <a:moveTo>
                      <a:pt x="2" y="0"/>
                    </a:moveTo>
                    <a:cubicBezTo>
                      <a:pt x="2" y="0"/>
                      <a:pt x="2" y="0"/>
                      <a:pt x="2" y="0"/>
                    </a:cubicBezTo>
                    <a:cubicBezTo>
                      <a:pt x="2" y="0"/>
                      <a:pt x="1" y="0"/>
                      <a:pt x="1"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5" name="Freeform 505"/>
              <p:cNvSpPr>
                <a:spLocks/>
              </p:cNvSpPr>
              <p:nvPr/>
            </p:nvSpPr>
            <p:spPr bwMode="auto">
              <a:xfrm>
                <a:off x="4181476" y="2326483"/>
                <a:ext cx="8335" cy="3572"/>
              </a:xfrm>
              <a:custGeom>
                <a:avLst/>
                <a:gdLst/>
                <a:ahLst/>
                <a:cxnLst>
                  <a:cxn ang="0">
                    <a:pos x="0" y="1"/>
                  </a:cxn>
                  <a:cxn ang="0">
                    <a:pos x="0" y="1"/>
                  </a:cxn>
                  <a:cxn ang="0">
                    <a:pos x="0" y="1"/>
                  </a:cxn>
                  <a:cxn ang="0">
                    <a:pos x="1" y="1"/>
                  </a:cxn>
                  <a:cxn ang="0">
                    <a:pos x="1" y="1"/>
                  </a:cxn>
                  <a:cxn ang="0">
                    <a:pos x="1" y="1"/>
                  </a:cxn>
                  <a:cxn ang="0">
                    <a:pos x="1" y="1"/>
                  </a:cxn>
                  <a:cxn ang="0">
                    <a:pos x="1" y="1"/>
                  </a:cxn>
                  <a:cxn ang="0">
                    <a:pos x="2" y="1"/>
                  </a:cxn>
                  <a:cxn ang="0">
                    <a:pos x="2" y="1"/>
                  </a:cxn>
                  <a:cxn ang="0">
                    <a:pos x="2" y="1"/>
                  </a:cxn>
                  <a:cxn ang="0">
                    <a:pos x="2" y="1"/>
                  </a:cxn>
                  <a:cxn ang="0">
                    <a:pos x="2" y="1"/>
                  </a:cxn>
                  <a:cxn ang="0">
                    <a:pos x="3" y="0"/>
                  </a:cxn>
                  <a:cxn ang="0">
                    <a:pos x="3" y="0"/>
                  </a:cxn>
                  <a:cxn ang="0">
                    <a:pos x="3" y="0"/>
                  </a:cxn>
                  <a:cxn ang="0">
                    <a:pos x="3" y="0"/>
                  </a:cxn>
                  <a:cxn ang="0">
                    <a:pos x="3" y="0"/>
                  </a:cxn>
                  <a:cxn ang="0">
                    <a:pos x="3" y="0"/>
                  </a:cxn>
                  <a:cxn ang="0">
                    <a:pos x="2" y="0"/>
                  </a:cxn>
                  <a:cxn ang="0">
                    <a:pos x="2" y="0"/>
                  </a:cxn>
                  <a:cxn ang="0">
                    <a:pos x="2" y="0"/>
                  </a:cxn>
                  <a:cxn ang="0">
                    <a:pos x="2" y="0"/>
                  </a:cxn>
                  <a:cxn ang="0">
                    <a:pos x="2" y="0"/>
                  </a:cxn>
                  <a:cxn ang="0">
                    <a:pos x="1" y="0"/>
                  </a:cxn>
                  <a:cxn ang="0">
                    <a:pos x="1" y="0"/>
                  </a:cxn>
                  <a:cxn ang="0">
                    <a:pos x="1" y="0"/>
                  </a:cxn>
                  <a:cxn ang="0">
                    <a:pos x="0" y="0"/>
                  </a:cxn>
                  <a:cxn ang="0">
                    <a:pos x="0" y="0"/>
                  </a:cxn>
                  <a:cxn ang="0">
                    <a:pos x="0" y="0"/>
                  </a:cxn>
                  <a:cxn ang="0">
                    <a:pos x="0" y="1"/>
                  </a:cxn>
                  <a:cxn ang="0">
                    <a:pos x="0" y="1"/>
                  </a:cxn>
                  <a:cxn ang="0">
                    <a:pos x="0" y="1"/>
                  </a:cxn>
                </a:cxnLst>
                <a:rect l="0" t="0" r="r" b="b"/>
                <a:pathLst>
                  <a:path w="3" h="1">
                    <a:moveTo>
                      <a:pt x="0" y="1"/>
                    </a:move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3" y="1"/>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6" name="Freeform 506"/>
              <p:cNvSpPr>
                <a:spLocks/>
              </p:cNvSpPr>
              <p:nvPr/>
            </p:nvSpPr>
            <p:spPr bwMode="auto">
              <a:xfrm>
                <a:off x="4192192" y="2324101"/>
                <a:ext cx="3572" cy="2381"/>
              </a:xfrm>
              <a:custGeom>
                <a:avLst/>
                <a:gdLst/>
                <a:ahLst/>
                <a:cxnLst>
                  <a:cxn ang="0">
                    <a:pos x="0" y="1"/>
                  </a:cxn>
                  <a:cxn ang="0">
                    <a:pos x="0" y="1"/>
                  </a:cxn>
                  <a:cxn ang="0">
                    <a:pos x="0" y="1"/>
                  </a:cxn>
                  <a:cxn ang="0">
                    <a:pos x="0" y="1"/>
                  </a:cxn>
                  <a:cxn ang="0">
                    <a:pos x="1" y="1"/>
                  </a:cxn>
                  <a:cxn ang="0">
                    <a:pos x="1" y="0"/>
                  </a:cxn>
                  <a:cxn ang="0">
                    <a:pos x="1" y="0"/>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1" y="1"/>
                      <a:pt x="1" y="1"/>
                      <a:pt x="1" y="1"/>
                    </a:cubicBezTo>
                    <a:cubicBezTo>
                      <a:pt x="1" y="1"/>
                      <a:pt x="1" y="0"/>
                      <a:pt x="1" y="0"/>
                    </a:cubicBezTo>
                    <a:cubicBezTo>
                      <a:pt x="1" y="0"/>
                      <a:pt x="1" y="0"/>
                      <a:pt x="1" y="0"/>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7" name="Freeform 507"/>
              <p:cNvSpPr>
                <a:spLocks/>
              </p:cNvSpPr>
              <p:nvPr/>
            </p:nvSpPr>
            <p:spPr bwMode="auto">
              <a:xfrm>
                <a:off x="4119563" y="2338389"/>
                <a:ext cx="5954" cy="2381"/>
              </a:xfrm>
              <a:custGeom>
                <a:avLst/>
                <a:gdLst/>
                <a:ahLst/>
                <a:cxnLst>
                  <a:cxn ang="0">
                    <a:pos x="2" y="0"/>
                  </a:cxn>
                  <a:cxn ang="0">
                    <a:pos x="2" y="0"/>
                  </a:cxn>
                  <a:cxn ang="0">
                    <a:pos x="1" y="0"/>
                  </a:cxn>
                  <a:cxn ang="0">
                    <a:pos x="1" y="0"/>
                  </a:cxn>
                  <a:cxn ang="0">
                    <a:pos x="1" y="0"/>
                  </a:cxn>
                  <a:cxn ang="0">
                    <a:pos x="0" y="0"/>
                  </a:cxn>
                  <a:cxn ang="0">
                    <a:pos x="0" y="0"/>
                  </a:cxn>
                  <a:cxn ang="0">
                    <a:pos x="0" y="1"/>
                  </a:cxn>
                  <a:cxn ang="0">
                    <a:pos x="0" y="1"/>
                  </a:cxn>
                  <a:cxn ang="0">
                    <a:pos x="0" y="1"/>
                  </a:cxn>
                  <a:cxn ang="0">
                    <a:pos x="0" y="1"/>
                  </a:cxn>
                  <a:cxn ang="0">
                    <a:pos x="0" y="1"/>
                  </a:cxn>
                  <a:cxn ang="0">
                    <a:pos x="0" y="1"/>
                  </a:cxn>
                  <a:cxn ang="0">
                    <a:pos x="1" y="1"/>
                  </a:cxn>
                  <a:cxn ang="0">
                    <a:pos x="2" y="0"/>
                  </a:cxn>
                  <a:cxn ang="0">
                    <a:pos x="2" y="0"/>
                  </a:cxn>
                  <a:cxn ang="0">
                    <a:pos x="2" y="0"/>
                  </a:cxn>
                  <a:cxn ang="0">
                    <a:pos x="2" y="0"/>
                  </a:cxn>
                  <a:cxn ang="0">
                    <a:pos x="2" y="0"/>
                  </a:cxn>
                  <a:cxn ang="0">
                    <a:pos x="2" y="0"/>
                  </a:cxn>
                  <a:cxn ang="0">
                    <a:pos x="2" y="0"/>
                  </a:cxn>
                  <a:cxn ang="0">
                    <a:pos x="2" y="0"/>
                  </a:cxn>
                </a:cxnLst>
                <a:rect l="0" t="0" r="r" b="b"/>
                <a:pathLst>
                  <a:path w="2" h="1">
                    <a:moveTo>
                      <a:pt x="2" y="0"/>
                    </a:moveTo>
                    <a:cubicBezTo>
                      <a:pt x="2" y="0"/>
                      <a:pt x="2" y="0"/>
                      <a:pt x="2" y="0"/>
                    </a:cubicBezTo>
                    <a:cubicBezTo>
                      <a:pt x="2" y="0"/>
                      <a:pt x="2"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0"/>
                      <a:pt x="1"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8" name="Freeform 508"/>
              <p:cNvSpPr>
                <a:spLocks/>
              </p:cNvSpPr>
              <p:nvPr/>
            </p:nvSpPr>
            <p:spPr bwMode="auto">
              <a:xfrm>
                <a:off x="4349354" y="2276476"/>
                <a:ext cx="45244" cy="27385"/>
              </a:xfrm>
              <a:custGeom>
                <a:avLst/>
                <a:gdLst/>
                <a:ahLst/>
                <a:cxnLst>
                  <a:cxn ang="0">
                    <a:pos x="9" y="2"/>
                  </a:cxn>
                  <a:cxn ang="0">
                    <a:pos x="8" y="1"/>
                  </a:cxn>
                  <a:cxn ang="0">
                    <a:pos x="10" y="0"/>
                  </a:cxn>
                  <a:cxn ang="0">
                    <a:pos x="8" y="0"/>
                  </a:cxn>
                  <a:cxn ang="0">
                    <a:pos x="6" y="1"/>
                  </a:cxn>
                  <a:cxn ang="0">
                    <a:pos x="4" y="1"/>
                  </a:cxn>
                  <a:cxn ang="0">
                    <a:pos x="3" y="2"/>
                  </a:cxn>
                  <a:cxn ang="0">
                    <a:pos x="4" y="2"/>
                  </a:cxn>
                  <a:cxn ang="0">
                    <a:pos x="3" y="3"/>
                  </a:cxn>
                  <a:cxn ang="0">
                    <a:pos x="4" y="3"/>
                  </a:cxn>
                  <a:cxn ang="0">
                    <a:pos x="5" y="3"/>
                  </a:cxn>
                  <a:cxn ang="0">
                    <a:pos x="4" y="3"/>
                  </a:cxn>
                  <a:cxn ang="0">
                    <a:pos x="3" y="3"/>
                  </a:cxn>
                  <a:cxn ang="0">
                    <a:pos x="2" y="4"/>
                  </a:cxn>
                  <a:cxn ang="0">
                    <a:pos x="4" y="5"/>
                  </a:cxn>
                  <a:cxn ang="0">
                    <a:pos x="4" y="5"/>
                  </a:cxn>
                  <a:cxn ang="0">
                    <a:pos x="5" y="5"/>
                  </a:cxn>
                  <a:cxn ang="0">
                    <a:pos x="5" y="6"/>
                  </a:cxn>
                  <a:cxn ang="0">
                    <a:pos x="4" y="6"/>
                  </a:cxn>
                  <a:cxn ang="0">
                    <a:pos x="3" y="5"/>
                  </a:cxn>
                  <a:cxn ang="0">
                    <a:pos x="1" y="5"/>
                  </a:cxn>
                  <a:cxn ang="0">
                    <a:pos x="0" y="5"/>
                  </a:cxn>
                  <a:cxn ang="0">
                    <a:pos x="0" y="6"/>
                  </a:cxn>
                  <a:cxn ang="0">
                    <a:pos x="0" y="7"/>
                  </a:cxn>
                  <a:cxn ang="0">
                    <a:pos x="0" y="8"/>
                  </a:cxn>
                  <a:cxn ang="0">
                    <a:pos x="1" y="9"/>
                  </a:cxn>
                  <a:cxn ang="0">
                    <a:pos x="4" y="9"/>
                  </a:cxn>
                  <a:cxn ang="0">
                    <a:pos x="5" y="9"/>
                  </a:cxn>
                  <a:cxn ang="0">
                    <a:pos x="7" y="9"/>
                  </a:cxn>
                  <a:cxn ang="0">
                    <a:pos x="7" y="8"/>
                  </a:cxn>
                  <a:cxn ang="0">
                    <a:pos x="7" y="9"/>
                  </a:cxn>
                  <a:cxn ang="0">
                    <a:pos x="8" y="10"/>
                  </a:cxn>
                  <a:cxn ang="0">
                    <a:pos x="8" y="10"/>
                  </a:cxn>
                  <a:cxn ang="0">
                    <a:pos x="10" y="10"/>
                  </a:cxn>
                  <a:cxn ang="0">
                    <a:pos x="11" y="9"/>
                  </a:cxn>
                  <a:cxn ang="0">
                    <a:pos x="10" y="9"/>
                  </a:cxn>
                  <a:cxn ang="0">
                    <a:pos x="10" y="9"/>
                  </a:cxn>
                  <a:cxn ang="0">
                    <a:pos x="11" y="9"/>
                  </a:cxn>
                  <a:cxn ang="0">
                    <a:pos x="11" y="8"/>
                  </a:cxn>
                  <a:cxn ang="0">
                    <a:pos x="12" y="9"/>
                  </a:cxn>
                  <a:cxn ang="0">
                    <a:pos x="12" y="9"/>
                  </a:cxn>
                  <a:cxn ang="0">
                    <a:pos x="13" y="8"/>
                  </a:cxn>
                  <a:cxn ang="0">
                    <a:pos x="13" y="7"/>
                  </a:cxn>
                  <a:cxn ang="0">
                    <a:pos x="12" y="7"/>
                  </a:cxn>
                  <a:cxn ang="0">
                    <a:pos x="13" y="5"/>
                  </a:cxn>
                  <a:cxn ang="0">
                    <a:pos x="14" y="4"/>
                  </a:cxn>
                  <a:cxn ang="0">
                    <a:pos x="15" y="3"/>
                  </a:cxn>
                  <a:cxn ang="0">
                    <a:pos x="16" y="2"/>
                  </a:cxn>
                  <a:cxn ang="0">
                    <a:pos x="15" y="1"/>
                  </a:cxn>
                  <a:cxn ang="0">
                    <a:pos x="14" y="2"/>
                  </a:cxn>
                  <a:cxn ang="0">
                    <a:pos x="13" y="2"/>
                  </a:cxn>
                  <a:cxn ang="0">
                    <a:pos x="11" y="4"/>
                  </a:cxn>
                  <a:cxn ang="0">
                    <a:pos x="11" y="3"/>
                  </a:cxn>
                  <a:cxn ang="0">
                    <a:pos x="12" y="1"/>
                  </a:cxn>
                  <a:cxn ang="0">
                    <a:pos x="12" y="2"/>
                  </a:cxn>
                  <a:cxn ang="0">
                    <a:pos x="11" y="2"/>
                  </a:cxn>
                  <a:cxn ang="0">
                    <a:pos x="11" y="2"/>
                  </a:cxn>
                  <a:cxn ang="0">
                    <a:pos x="10" y="2"/>
                  </a:cxn>
                  <a:cxn ang="0">
                    <a:pos x="11" y="1"/>
                  </a:cxn>
                </a:cxnLst>
                <a:rect l="0" t="0" r="r" b="b"/>
                <a:pathLst>
                  <a:path w="16" h="10">
                    <a:moveTo>
                      <a:pt x="10" y="1"/>
                    </a:moveTo>
                    <a:cubicBezTo>
                      <a:pt x="10" y="1"/>
                      <a:pt x="10" y="1"/>
                      <a:pt x="10" y="1"/>
                    </a:cubicBezTo>
                    <a:cubicBezTo>
                      <a:pt x="10" y="1"/>
                      <a:pt x="10" y="1"/>
                      <a:pt x="10" y="1"/>
                    </a:cubicBezTo>
                    <a:cubicBezTo>
                      <a:pt x="10" y="1"/>
                      <a:pt x="10" y="1"/>
                      <a:pt x="10" y="1"/>
                    </a:cubicBezTo>
                    <a:cubicBezTo>
                      <a:pt x="9" y="1"/>
                      <a:pt x="9" y="1"/>
                      <a:pt x="9" y="1"/>
                    </a:cubicBezTo>
                    <a:cubicBezTo>
                      <a:pt x="9" y="2"/>
                      <a:pt x="9" y="2"/>
                      <a:pt x="9" y="2"/>
                    </a:cubicBezTo>
                    <a:cubicBezTo>
                      <a:pt x="9" y="2"/>
                      <a:pt x="9" y="2"/>
                      <a:pt x="9" y="2"/>
                    </a:cubicBezTo>
                    <a:cubicBezTo>
                      <a:pt x="9" y="1"/>
                      <a:pt x="9" y="1"/>
                      <a:pt x="9" y="1"/>
                    </a:cubicBezTo>
                    <a:cubicBezTo>
                      <a:pt x="9" y="1"/>
                      <a:pt x="9" y="1"/>
                      <a:pt x="9" y="1"/>
                    </a:cubicBezTo>
                    <a:cubicBezTo>
                      <a:pt x="9" y="1"/>
                      <a:pt x="9" y="1"/>
                      <a:pt x="9" y="1"/>
                    </a:cubicBezTo>
                    <a:cubicBezTo>
                      <a:pt x="9" y="1"/>
                      <a:pt x="9" y="1"/>
                      <a:pt x="8" y="1"/>
                    </a:cubicBezTo>
                    <a:cubicBezTo>
                      <a:pt x="8" y="1"/>
                      <a:pt x="8" y="1"/>
                      <a:pt x="8" y="1"/>
                    </a:cubicBezTo>
                    <a:cubicBezTo>
                      <a:pt x="8" y="1"/>
                      <a:pt x="8" y="1"/>
                      <a:pt x="8" y="1"/>
                    </a:cubicBezTo>
                    <a:cubicBezTo>
                      <a:pt x="9" y="1"/>
                      <a:pt x="9" y="1"/>
                      <a:pt x="9" y="1"/>
                    </a:cubicBezTo>
                    <a:cubicBezTo>
                      <a:pt x="9" y="1"/>
                      <a:pt x="9" y="1"/>
                      <a:pt x="10" y="1"/>
                    </a:cubicBezTo>
                    <a:cubicBezTo>
                      <a:pt x="10" y="1"/>
                      <a:pt x="10" y="1"/>
                      <a:pt x="10" y="1"/>
                    </a:cubicBezTo>
                    <a:cubicBezTo>
                      <a:pt x="10" y="1"/>
                      <a:pt x="10" y="0"/>
                      <a:pt x="10" y="0"/>
                    </a:cubicBezTo>
                    <a:cubicBezTo>
                      <a:pt x="10" y="0"/>
                      <a:pt x="10" y="0"/>
                      <a:pt x="10" y="0"/>
                    </a:cubicBezTo>
                    <a:cubicBezTo>
                      <a:pt x="10" y="0"/>
                      <a:pt x="10" y="0"/>
                      <a:pt x="10" y="0"/>
                    </a:cubicBezTo>
                    <a:cubicBezTo>
                      <a:pt x="10" y="0"/>
                      <a:pt x="9" y="0"/>
                      <a:pt x="9" y="0"/>
                    </a:cubicBezTo>
                    <a:cubicBezTo>
                      <a:pt x="9" y="0"/>
                      <a:pt x="9" y="0"/>
                      <a:pt x="9" y="0"/>
                    </a:cubicBezTo>
                    <a:cubicBezTo>
                      <a:pt x="8" y="0"/>
                      <a:pt x="8" y="0"/>
                      <a:pt x="8" y="0"/>
                    </a:cubicBezTo>
                    <a:cubicBezTo>
                      <a:pt x="8" y="0"/>
                      <a:pt x="8" y="0"/>
                      <a:pt x="8" y="0"/>
                    </a:cubicBezTo>
                    <a:cubicBezTo>
                      <a:pt x="8" y="0"/>
                      <a:pt x="8" y="0"/>
                      <a:pt x="8" y="0"/>
                    </a:cubicBezTo>
                    <a:cubicBezTo>
                      <a:pt x="7" y="0"/>
                      <a:pt x="7" y="0"/>
                      <a:pt x="7" y="0"/>
                    </a:cubicBezTo>
                    <a:cubicBezTo>
                      <a:pt x="7" y="0"/>
                      <a:pt x="7" y="0"/>
                      <a:pt x="7" y="1"/>
                    </a:cubicBezTo>
                    <a:cubicBezTo>
                      <a:pt x="6" y="1"/>
                      <a:pt x="6" y="1"/>
                      <a:pt x="6" y="1"/>
                    </a:cubicBezTo>
                    <a:cubicBezTo>
                      <a:pt x="6" y="1"/>
                      <a:pt x="6" y="1"/>
                      <a:pt x="6" y="1"/>
                    </a:cubicBezTo>
                    <a:cubicBezTo>
                      <a:pt x="6" y="1"/>
                      <a:pt x="6" y="1"/>
                      <a:pt x="6" y="1"/>
                    </a:cubicBezTo>
                    <a:cubicBezTo>
                      <a:pt x="6" y="1"/>
                      <a:pt x="6" y="1"/>
                      <a:pt x="6" y="1"/>
                    </a:cubicBezTo>
                    <a:cubicBezTo>
                      <a:pt x="6" y="1"/>
                      <a:pt x="5" y="1"/>
                      <a:pt x="5" y="1"/>
                    </a:cubicBezTo>
                    <a:cubicBezTo>
                      <a:pt x="5" y="1"/>
                      <a:pt x="5" y="1"/>
                      <a:pt x="5" y="1"/>
                    </a:cubicBezTo>
                    <a:cubicBezTo>
                      <a:pt x="5" y="1"/>
                      <a:pt x="5" y="1"/>
                      <a:pt x="5" y="1"/>
                    </a:cubicBezTo>
                    <a:cubicBezTo>
                      <a:pt x="5" y="1"/>
                      <a:pt x="5" y="1"/>
                      <a:pt x="5" y="1"/>
                    </a:cubicBezTo>
                    <a:cubicBezTo>
                      <a:pt x="5" y="1"/>
                      <a:pt x="4" y="1"/>
                      <a:pt x="4" y="1"/>
                    </a:cubicBezTo>
                    <a:cubicBezTo>
                      <a:pt x="4" y="1"/>
                      <a:pt x="4" y="1"/>
                      <a:pt x="4" y="1"/>
                    </a:cubicBezTo>
                    <a:cubicBezTo>
                      <a:pt x="4" y="1"/>
                      <a:pt x="4" y="1"/>
                      <a:pt x="4" y="1"/>
                    </a:cubicBezTo>
                    <a:cubicBezTo>
                      <a:pt x="4" y="1"/>
                      <a:pt x="4" y="1"/>
                      <a:pt x="4" y="2"/>
                    </a:cubicBezTo>
                    <a:cubicBezTo>
                      <a:pt x="4" y="2"/>
                      <a:pt x="4" y="2"/>
                      <a:pt x="4" y="2"/>
                    </a:cubicBezTo>
                    <a:cubicBezTo>
                      <a:pt x="4" y="2"/>
                      <a:pt x="4"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4" y="2"/>
                      <a:pt x="3" y="2"/>
                      <a:pt x="3" y="2"/>
                    </a:cubicBezTo>
                    <a:cubicBezTo>
                      <a:pt x="3" y="2"/>
                      <a:pt x="3" y="2"/>
                      <a:pt x="3" y="2"/>
                    </a:cubicBezTo>
                    <a:cubicBezTo>
                      <a:pt x="3" y="2"/>
                      <a:pt x="3" y="3"/>
                      <a:pt x="3" y="3"/>
                    </a:cubicBezTo>
                    <a:cubicBezTo>
                      <a:pt x="3" y="3"/>
                      <a:pt x="3" y="3"/>
                      <a:pt x="3" y="3"/>
                    </a:cubicBezTo>
                    <a:cubicBezTo>
                      <a:pt x="3" y="3"/>
                      <a:pt x="3" y="3"/>
                      <a:pt x="3" y="3"/>
                    </a:cubicBezTo>
                    <a:cubicBezTo>
                      <a:pt x="3" y="3"/>
                      <a:pt x="3" y="3"/>
                      <a:pt x="3" y="3"/>
                    </a:cubicBezTo>
                    <a:cubicBezTo>
                      <a:pt x="4" y="3"/>
                      <a:pt x="4" y="3"/>
                      <a:pt x="4" y="3"/>
                    </a:cubicBezTo>
                    <a:cubicBezTo>
                      <a:pt x="4" y="3"/>
                      <a:pt x="4" y="3"/>
                      <a:pt x="4" y="3"/>
                    </a:cubicBezTo>
                    <a:cubicBezTo>
                      <a:pt x="4" y="3"/>
                      <a:pt x="4" y="3"/>
                      <a:pt x="4" y="3"/>
                    </a:cubicBezTo>
                    <a:cubicBezTo>
                      <a:pt x="4" y="3"/>
                      <a:pt x="4" y="3"/>
                      <a:pt x="4" y="3"/>
                    </a:cubicBezTo>
                    <a:cubicBezTo>
                      <a:pt x="4"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3" y="3"/>
                      <a:pt x="3" y="3"/>
                      <a:pt x="3" y="3"/>
                    </a:cubicBezTo>
                    <a:cubicBezTo>
                      <a:pt x="3" y="3"/>
                      <a:pt x="3" y="3"/>
                      <a:pt x="3" y="3"/>
                    </a:cubicBezTo>
                    <a:cubicBezTo>
                      <a:pt x="3" y="3"/>
                      <a:pt x="3" y="3"/>
                      <a:pt x="3" y="3"/>
                    </a:cubicBezTo>
                    <a:cubicBezTo>
                      <a:pt x="3" y="3"/>
                      <a:pt x="2" y="3"/>
                      <a:pt x="2" y="3"/>
                    </a:cubicBezTo>
                    <a:cubicBezTo>
                      <a:pt x="2" y="3"/>
                      <a:pt x="2" y="3"/>
                      <a:pt x="2" y="3"/>
                    </a:cubicBezTo>
                    <a:cubicBezTo>
                      <a:pt x="2" y="3"/>
                      <a:pt x="2" y="3"/>
                      <a:pt x="2" y="3"/>
                    </a:cubicBezTo>
                    <a:cubicBezTo>
                      <a:pt x="2" y="3"/>
                      <a:pt x="2" y="3"/>
                      <a:pt x="2" y="3"/>
                    </a:cubicBezTo>
                    <a:cubicBezTo>
                      <a:pt x="2" y="4"/>
                      <a:pt x="2" y="4"/>
                      <a:pt x="2" y="4"/>
                    </a:cubicBezTo>
                    <a:cubicBezTo>
                      <a:pt x="2" y="4"/>
                      <a:pt x="2" y="4"/>
                      <a:pt x="2" y="4"/>
                    </a:cubicBezTo>
                    <a:cubicBezTo>
                      <a:pt x="2" y="4"/>
                      <a:pt x="2" y="4"/>
                      <a:pt x="2" y="4"/>
                    </a:cubicBezTo>
                    <a:cubicBezTo>
                      <a:pt x="2" y="4"/>
                      <a:pt x="3" y="4"/>
                      <a:pt x="3" y="4"/>
                    </a:cubicBezTo>
                    <a:cubicBezTo>
                      <a:pt x="3" y="5"/>
                      <a:pt x="3" y="5"/>
                      <a:pt x="3" y="5"/>
                    </a:cubicBezTo>
                    <a:cubicBezTo>
                      <a:pt x="3" y="5"/>
                      <a:pt x="3" y="5"/>
                      <a:pt x="3" y="5"/>
                    </a:cubicBezTo>
                    <a:cubicBezTo>
                      <a:pt x="3"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3" y="5"/>
                      <a:pt x="3" y="5"/>
                      <a:pt x="3" y="5"/>
                    </a:cubicBezTo>
                    <a:cubicBezTo>
                      <a:pt x="3" y="5"/>
                      <a:pt x="3" y="5"/>
                      <a:pt x="3" y="5"/>
                    </a:cubicBezTo>
                    <a:cubicBezTo>
                      <a:pt x="3" y="5"/>
                      <a:pt x="3" y="5"/>
                      <a:pt x="3" y="5"/>
                    </a:cubicBezTo>
                    <a:cubicBezTo>
                      <a:pt x="2" y="5"/>
                      <a:pt x="2" y="5"/>
                      <a:pt x="2" y="5"/>
                    </a:cubicBezTo>
                    <a:cubicBezTo>
                      <a:pt x="2" y="5"/>
                      <a:pt x="2" y="5"/>
                      <a:pt x="2" y="5"/>
                    </a:cubicBezTo>
                    <a:cubicBezTo>
                      <a:pt x="2" y="5"/>
                      <a:pt x="2" y="5"/>
                      <a:pt x="2" y="5"/>
                    </a:cubicBezTo>
                    <a:cubicBezTo>
                      <a:pt x="2" y="5"/>
                      <a:pt x="2" y="5"/>
                      <a:pt x="2"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0" y="5"/>
                      <a:pt x="0" y="5"/>
                    </a:cubicBezTo>
                    <a:cubicBezTo>
                      <a:pt x="0" y="5"/>
                      <a:pt x="0" y="5"/>
                      <a:pt x="0" y="5"/>
                    </a:cubicBezTo>
                    <a:cubicBezTo>
                      <a:pt x="0" y="5"/>
                      <a:pt x="0" y="5"/>
                      <a:pt x="0" y="5"/>
                    </a:cubicBezTo>
                    <a:cubicBezTo>
                      <a:pt x="0" y="5"/>
                      <a:pt x="0" y="5"/>
                      <a:pt x="0" y="5"/>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6"/>
                      <a:pt x="0" y="6"/>
                    </a:cubicBezTo>
                    <a:cubicBezTo>
                      <a:pt x="0" y="6"/>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0" y="7"/>
                      <a:pt x="0" y="7"/>
                      <a:pt x="0" y="7"/>
                    </a:cubicBezTo>
                    <a:cubicBezTo>
                      <a:pt x="1" y="7"/>
                      <a:pt x="1" y="7"/>
                      <a:pt x="1" y="7"/>
                    </a:cubicBezTo>
                    <a:cubicBezTo>
                      <a:pt x="1" y="7"/>
                      <a:pt x="1" y="7"/>
                      <a:pt x="1" y="7"/>
                    </a:cubicBezTo>
                    <a:cubicBezTo>
                      <a:pt x="1" y="7"/>
                      <a:pt x="1" y="8"/>
                      <a:pt x="0" y="8"/>
                    </a:cubicBezTo>
                    <a:cubicBezTo>
                      <a:pt x="0" y="8"/>
                      <a:pt x="0" y="8"/>
                      <a:pt x="0" y="8"/>
                    </a:cubicBezTo>
                    <a:cubicBezTo>
                      <a:pt x="0" y="8"/>
                      <a:pt x="0" y="8"/>
                      <a:pt x="0" y="9"/>
                    </a:cubicBezTo>
                    <a:cubicBezTo>
                      <a:pt x="0" y="9"/>
                      <a:pt x="0" y="9"/>
                      <a:pt x="0" y="9"/>
                    </a:cubicBezTo>
                    <a:cubicBezTo>
                      <a:pt x="0" y="9"/>
                      <a:pt x="0" y="9"/>
                      <a:pt x="1" y="9"/>
                    </a:cubicBezTo>
                    <a:cubicBezTo>
                      <a:pt x="1" y="9"/>
                      <a:pt x="1" y="9"/>
                      <a:pt x="1" y="9"/>
                    </a:cubicBezTo>
                    <a:cubicBezTo>
                      <a:pt x="1" y="9"/>
                      <a:pt x="1" y="9"/>
                      <a:pt x="1" y="9"/>
                    </a:cubicBezTo>
                    <a:cubicBezTo>
                      <a:pt x="1" y="9"/>
                      <a:pt x="1" y="9"/>
                      <a:pt x="1" y="9"/>
                    </a:cubicBezTo>
                    <a:cubicBezTo>
                      <a:pt x="2" y="9"/>
                      <a:pt x="2" y="9"/>
                      <a:pt x="2" y="9"/>
                    </a:cubicBezTo>
                    <a:cubicBezTo>
                      <a:pt x="2" y="9"/>
                      <a:pt x="3" y="9"/>
                      <a:pt x="3" y="9"/>
                    </a:cubicBezTo>
                    <a:cubicBezTo>
                      <a:pt x="3" y="9"/>
                      <a:pt x="3" y="9"/>
                      <a:pt x="3" y="9"/>
                    </a:cubicBezTo>
                    <a:cubicBezTo>
                      <a:pt x="3" y="9"/>
                      <a:pt x="4" y="9"/>
                      <a:pt x="4" y="9"/>
                    </a:cubicBezTo>
                    <a:cubicBezTo>
                      <a:pt x="4" y="9"/>
                      <a:pt x="4" y="9"/>
                      <a:pt x="4" y="9"/>
                    </a:cubicBezTo>
                    <a:cubicBezTo>
                      <a:pt x="4" y="9"/>
                      <a:pt x="4" y="9"/>
                      <a:pt x="4" y="9"/>
                    </a:cubicBezTo>
                    <a:cubicBezTo>
                      <a:pt x="4" y="9"/>
                      <a:pt x="4" y="9"/>
                      <a:pt x="4" y="9"/>
                    </a:cubicBezTo>
                    <a:cubicBezTo>
                      <a:pt x="4" y="9"/>
                      <a:pt x="4" y="9"/>
                      <a:pt x="4" y="9"/>
                    </a:cubicBezTo>
                    <a:cubicBezTo>
                      <a:pt x="4"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6" y="9"/>
                    </a:cubicBezTo>
                    <a:cubicBezTo>
                      <a:pt x="6" y="9"/>
                      <a:pt x="6" y="9"/>
                      <a:pt x="6" y="9"/>
                    </a:cubicBezTo>
                    <a:cubicBezTo>
                      <a:pt x="6" y="9"/>
                      <a:pt x="6" y="9"/>
                      <a:pt x="7" y="9"/>
                    </a:cubicBezTo>
                    <a:cubicBezTo>
                      <a:pt x="7" y="9"/>
                      <a:pt x="7" y="9"/>
                      <a:pt x="7" y="9"/>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8" y="9"/>
                      <a:pt x="8" y="9"/>
                      <a:pt x="8" y="9"/>
                    </a:cubicBezTo>
                    <a:cubicBezTo>
                      <a:pt x="8" y="9"/>
                      <a:pt x="8" y="9"/>
                      <a:pt x="8" y="9"/>
                    </a:cubicBezTo>
                    <a:cubicBezTo>
                      <a:pt x="8" y="9"/>
                      <a:pt x="8" y="9"/>
                      <a:pt x="8" y="9"/>
                    </a:cubicBezTo>
                    <a:cubicBezTo>
                      <a:pt x="8" y="9"/>
                      <a:pt x="7" y="9"/>
                      <a:pt x="7" y="9"/>
                    </a:cubicBezTo>
                    <a:cubicBezTo>
                      <a:pt x="7" y="9"/>
                      <a:pt x="7" y="9"/>
                      <a:pt x="7" y="9"/>
                    </a:cubicBezTo>
                    <a:cubicBezTo>
                      <a:pt x="7" y="9"/>
                      <a:pt x="7" y="9"/>
                      <a:pt x="7" y="9"/>
                    </a:cubicBezTo>
                    <a:cubicBezTo>
                      <a:pt x="7" y="9"/>
                      <a:pt x="7" y="9"/>
                      <a:pt x="7" y="9"/>
                    </a:cubicBezTo>
                    <a:cubicBezTo>
                      <a:pt x="8" y="9"/>
                      <a:pt x="8" y="9"/>
                      <a:pt x="8" y="9"/>
                    </a:cubicBezTo>
                    <a:cubicBezTo>
                      <a:pt x="8" y="9"/>
                      <a:pt x="8" y="9"/>
                      <a:pt x="8" y="9"/>
                    </a:cubicBezTo>
                    <a:cubicBezTo>
                      <a:pt x="8" y="9"/>
                      <a:pt x="8" y="9"/>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9" y="10"/>
                    </a:cubicBezTo>
                    <a:cubicBezTo>
                      <a:pt x="9" y="10"/>
                      <a:pt x="9" y="10"/>
                      <a:pt x="9" y="10"/>
                    </a:cubicBezTo>
                    <a:cubicBezTo>
                      <a:pt x="9" y="10"/>
                      <a:pt x="9" y="10"/>
                      <a:pt x="9" y="10"/>
                    </a:cubicBezTo>
                    <a:cubicBezTo>
                      <a:pt x="9" y="10"/>
                      <a:pt x="9" y="10"/>
                      <a:pt x="9"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9"/>
                      <a:pt x="10" y="9"/>
                      <a:pt x="11" y="9"/>
                    </a:cubicBezTo>
                    <a:cubicBezTo>
                      <a:pt x="11" y="9"/>
                      <a:pt x="11" y="9"/>
                      <a:pt x="11" y="9"/>
                    </a:cubicBezTo>
                    <a:cubicBezTo>
                      <a:pt x="11" y="9"/>
                      <a:pt x="11" y="9"/>
                      <a:pt x="11" y="9"/>
                    </a:cubicBezTo>
                    <a:cubicBezTo>
                      <a:pt x="11" y="9"/>
                      <a:pt x="11" y="9"/>
                      <a:pt x="11" y="9"/>
                    </a:cubicBezTo>
                    <a:cubicBezTo>
                      <a:pt x="11" y="9"/>
                      <a:pt x="10" y="9"/>
                      <a:pt x="10" y="9"/>
                    </a:cubicBezTo>
                    <a:cubicBezTo>
                      <a:pt x="10" y="9"/>
                      <a:pt x="10" y="9"/>
                      <a:pt x="10" y="9"/>
                    </a:cubicBezTo>
                    <a:cubicBezTo>
                      <a:pt x="10" y="9"/>
                      <a:pt x="10" y="9"/>
                      <a:pt x="10" y="9"/>
                    </a:cubicBezTo>
                    <a:cubicBezTo>
                      <a:pt x="10" y="9"/>
                      <a:pt x="10" y="9"/>
                      <a:pt x="10" y="9"/>
                    </a:cubicBezTo>
                    <a:cubicBezTo>
                      <a:pt x="10" y="9"/>
                      <a:pt x="10" y="9"/>
                      <a:pt x="9" y="9"/>
                    </a:cubicBezTo>
                    <a:cubicBezTo>
                      <a:pt x="9" y="9"/>
                      <a:pt x="9" y="9"/>
                      <a:pt x="9" y="9"/>
                    </a:cubicBezTo>
                    <a:cubicBezTo>
                      <a:pt x="9" y="9"/>
                      <a:pt x="10" y="9"/>
                      <a:pt x="10" y="9"/>
                    </a:cubicBezTo>
                    <a:cubicBezTo>
                      <a:pt x="10" y="9"/>
                      <a:pt x="10" y="9"/>
                      <a:pt x="10" y="9"/>
                    </a:cubicBezTo>
                    <a:cubicBezTo>
                      <a:pt x="10" y="9"/>
                      <a:pt x="10" y="9"/>
                      <a:pt x="10" y="9"/>
                    </a:cubicBezTo>
                    <a:cubicBezTo>
                      <a:pt x="10" y="9"/>
                      <a:pt x="10" y="9"/>
                      <a:pt x="10" y="9"/>
                    </a:cubicBezTo>
                    <a:cubicBezTo>
                      <a:pt x="10" y="9"/>
                      <a:pt x="10" y="8"/>
                      <a:pt x="10" y="8"/>
                    </a:cubicBezTo>
                    <a:cubicBezTo>
                      <a:pt x="10" y="8"/>
                      <a:pt x="10" y="9"/>
                      <a:pt x="10" y="9"/>
                    </a:cubicBezTo>
                    <a:cubicBezTo>
                      <a:pt x="10" y="9"/>
                      <a:pt x="10" y="9"/>
                      <a:pt x="10" y="9"/>
                    </a:cubicBezTo>
                    <a:cubicBezTo>
                      <a:pt x="10" y="9"/>
                      <a:pt x="11" y="9"/>
                      <a:pt x="11" y="9"/>
                    </a:cubicBezTo>
                    <a:cubicBezTo>
                      <a:pt x="11" y="9"/>
                      <a:pt x="11" y="9"/>
                      <a:pt x="11" y="9"/>
                    </a:cubicBezTo>
                    <a:cubicBezTo>
                      <a:pt x="11" y="9"/>
                      <a:pt x="11" y="9"/>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1" y="8"/>
                      <a:pt x="11" y="8"/>
                      <a:pt x="11" y="8"/>
                    </a:cubicBezTo>
                    <a:cubicBezTo>
                      <a:pt x="12" y="8"/>
                      <a:pt x="12" y="8"/>
                      <a:pt x="12" y="8"/>
                    </a:cubicBezTo>
                    <a:cubicBezTo>
                      <a:pt x="12" y="8"/>
                      <a:pt x="12" y="8"/>
                      <a:pt x="12" y="9"/>
                    </a:cubicBezTo>
                    <a:cubicBezTo>
                      <a:pt x="12" y="9"/>
                      <a:pt x="12" y="9"/>
                      <a:pt x="12" y="9"/>
                    </a:cubicBezTo>
                    <a:cubicBezTo>
                      <a:pt x="12" y="9"/>
                      <a:pt x="12" y="9"/>
                      <a:pt x="12" y="9"/>
                    </a:cubicBezTo>
                    <a:cubicBezTo>
                      <a:pt x="12" y="9"/>
                      <a:pt x="12" y="9"/>
                      <a:pt x="12" y="9"/>
                    </a:cubicBezTo>
                    <a:cubicBezTo>
                      <a:pt x="12" y="9"/>
                      <a:pt x="12" y="9"/>
                      <a:pt x="12" y="9"/>
                    </a:cubicBezTo>
                    <a:cubicBezTo>
                      <a:pt x="12" y="9"/>
                      <a:pt x="12" y="9"/>
                      <a:pt x="12" y="9"/>
                    </a:cubicBezTo>
                    <a:cubicBezTo>
                      <a:pt x="12" y="9"/>
                      <a:pt x="12" y="9"/>
                      <a:pt x="12" y="9"/>
                    </a:cubicBezTo>
                    <a:cubicBezTo>
                      <a:pt x="12" y="9"/>
                      <a:pt x="12" y="9"/>
                      <a:pt x="12" y="9"/>
                    </a:cubicBezTo>
                    <a:cubicBezTo>
                      <a:pt x="12" y="9"/>
                      <a:pt x="12" y="9"/>
                      <a:pt x="12" y="9"/>
                    </a:cubicBezTo>
                    <a:cubicBezTo>
                      <a:pt x="12" y="9"/>
                      <a:pt x="12" y="9"/>
                      <a:pt x="12" y="9"/>
                    </a:cubicBezTo>
                    <a:cubicBezTo>
                      <a:pt x="12" y="9"/>
                      <a:pt x="12" y="9"/>
                      <a:pt x="12" y="9"/>
                    </a:cubicBezTo>
                    <a:cubicBezTo>
                      <a:pt x="13" y="9"/>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7"/>
                      <a:pt x="13" y="7"/>
                      <a:pt x="13" y="7"/>
                    </a:cubicBezTo>
                    <a:cubicBezTo>
                      <a:pt x="13" y="7"/>
                      <a:pt x="13" y="7"/>
                      <a:pt x="13" y="7"/>
                    </a:cubicBezTo>
                    <a:cubicBezTo>
                      <a:pt x="13" y="7"/>
                      <a:pt x="13" y="7"/>
                      <a:pt x="13" y="7"/>
                    </a:cubicBezTo>
                    <a:cubicBezTo>
                      <a:pt x="13" y="7"/>
                      <a:pt x="13" y="7"/>
                      <a:pt x="12" y="7"/>
                    </a:cubicBezTo>
                    <a:cubicBezTo>
                      <a:pt x="12" y="7"/>
                      <a:pt x="12" y="7"/>
                      <a:pt x="12" y="7"/>
                    </a:cubicBezTo>
                    <a:cubicBezTo>
                      <a:pt x="12" y="7"/>
                      <a:pt x="12" y="7"/>
                      <a:pt x="12" y="7"/>
                    </a:cubicBezTo>
                    <a:cubicBezTo>
                      <a:pt x="12" y="7"/>
                      <a:pt x="12" y="7"/>
                      <a:pt x="12" y="7"/>
                    </a:cubicBezTo>
                    <a:cubicBezTo>
                      <a:pt x="12" y="7"/>
                      <a:pt x="12" y="6"/>
                      <a:pt x="12" y="6"/>
                    </a:cubicBezTo>
                    <a:cubicBezTo>
                      <a:pt x="12" y="6"/>
                      <a:pt x="13" y="6"/>
                      <a:pt x="13" y="6"/>
                    </a:cubicBezTo>
                    <a:cubicBezTo>
                      <a:pt x="13" y="6"/>
                      <a:pt x="13" y="6"/>
                      <a:pt x="13" y="5"/>
                    </a:cubicBezTo>
                    <a:cubicBezTo>
                      <a:pt x="13" y="5"/>
                      <a:pt x="13" y="5"/>
                      <a:pt x="13" y="5"/>
                    </a:cubicBezTo>
                    <a:cubicBezTo>
                      <a:pt x="13" y="5"/>
                      <a:pt x="13" y="5"/>
                      <a:pt x="13" y="5"/>
                    </a:cubicBezTo>
                    <a:cubicBezTo>
                      <a:pt x="13" y="5"/>
                      <a:pt x="13" y="5"/>
                      <a:pt x="13" y="5"/>
                    </a:cubicBezTo>
                    <a:cubicBezTo>
                      <a:pt x="13" y="5"/>
                      <a:pt x="14" y="5"/>
                      <a:pt x="14" y="5"/>
                    </a:cubicBezTo>
                    <a:cubicBezTo>
                      <a:pt x="14" y="5"/>
                      <a:pt x="14" y="5"/>
                      <a:pt x="14" y="5"/>
                    </a:cubicBezTo>
                    <a:cubicBezTo>
                      <a:pt x="14" y="5"/>
                      <a:pt x="14" y="5"/>
                      <a:pt x="14" y="5"/>
                    </a:cubicBezTo>
                    <a:cubicBezTo>
                      <a:pt x="14" y="5"/>
                      <a:pt x="14" y="5"/>
                      <a:pt x="14" y="5"/>
                    </a:cubicBezTo>
                    <a:cubicBezTo>
                      <a:pt x="14" y="5"/>
                      <a:pt x="14" y="5"/>
                      <a:pt x="14" y="5"/>
                    </a:cubicBezTo>
                    <a:cubicBezTo>
                      <a:pt x="14" y="5"/>
                      <a:pt x="14" y="4"/>
                      <a:pt x="14" y="4"/>
                    </a:cubicBezTo>
                    <a:cubicBezTo>
                      <a:pt x="14" y="4"/>
                      <a:pt x="14" y="4"/>
                      <a:pt x="14" y="4"/>
                    </a:cubicBezTo>
                    <a:cubicBezTo>
                      <a:pt x="14" y="4"/>
                      <a:pt x="14" y="4"/>
                      <a:pt x="14" y="4"/>
                    </a:cubicBezTo>
                    <a:cubicBezTo>
                      <a:pt x="14" y="4"/>
                      <a:pt x="15" y="4"/>
                      <a:pt x="15" y="4"/>
                    </a:cubicBezTo>
                    <a:cubicBezTo>
                      <a:pt x="15" y="4"/>
                      <a:pt x="15" y="4"/>
                      <a:pt x="15" y="4"/>
                    </a:cubicBezTo>
                    <a:cubicBezTo>
                      <a:pt x="15" y="4"/>
                      <a:pt x="15" y="3"/>
                      <a:pt x="15" y="3"/>
                    </a:cubicBezTo>
                    <a:cubicBezTo>
                      <a:pt x="15" y="3"/>
                      <a:pt x="15" y="3"/>
                      <a:pt x="15" y="3"/>
                    </a:cubicBezTo>
                    <a:cubicBezTo>
                      <a:pt x="15" y="3"/>
                      <a:pt x="15" y="3"/>
                      <a:pt x="15" y="3"/>
                    </a:cubicBezTo>
                    <a:cubicBezTo>
                      <a:pt x="15" y="3"/>
                      <a:pt x="15" y="3"/>
                      <a:pt x="15" y="3"/>
                    </a:cubicBezTo>
                    <a:cubicBezTo>
                      <a:pt x="15" y="3"/>
                      <a:pt x="15" y="3"/>
                      <a:pt x="15" y="3"/>
                    </a:cubicBezTo>
                    <a:cubicBezTo>
                      <a:pt x="16" y="3"/>
                      <a:pt x="16" y="3"/>
                      <a:pt x="15" y="3"/>
                    </a:cubicBezTo>
                    <a:cubicBezTo>
                      <a:pt x="15" y="2"/>
                      <a:pt x="15" y="2"/>
                      <a:pt x="15" y="2"/>
                    </a:cubicBezTo>
                    <a:cubicBezTo>
                      <a:pt x="16" y="2"/>
                      <a:pt x="16" y="2"/>
                      <a:pt x="16" y="2"/>
                    </a:cubicBezTo>
                    <a:cubicBezTo>
                      <a:pt x="16" y="2"/>
                      <a:pt x="16" y="2"/>
                      <a:pt x="16" y="2"/>
                    </a:cubicBezTo>
                    <a:cubicBezTo>
                      <a:pt x="16" y="2"/>
                      <a:pt x="16" y="2"/>
                      <a:pt x="15" y="2"/>
                    </a:cubicBezTo>
                    <a:cubicBezTo>
                      <a:pt x="15" y="2"/>
                      <a:pt x="15" y="2"/>
                      <a:pt x="15" y="2"/>
                    </a:cubicBezTo>
                    <a:cubicBezTo>
                      <a:pt x="15" y="2"/>
                      <a:pt x="15" y="2"/>
                      <a:pt x="15" y="2"/>
                    </a:cubicBezTo>
                    <a:cubicBezTo>
                      <a:pt x="15" y="2"/>
                      <a:pt x="15" y="2"/>
                      <a:pt x="15" y="2"/>
                    </a:cubicBezTo>
                    <a:cubicBezTo>
                      <a:pt x="15" y="2"/>
                      <a:pt x="15" y="1"/>
                      <a:pt x="15" y="1"/>
                    </a:cubicBezTo>
                    <a:cubicBezTo>
                      <a:pt x="15" y="1"/>
                      <a:pt x="15" y="1"/>
                      <a:pt x="15" y="1"/>
                    </a:cubicBezTo>
                    <a:cubicBezTo>
                      <a:pt x="15" y="1"/>
                      <a:pt x="15" y="1"/>
                      <a:pt x="15" y="1"/>
                    </a:cubicBezTo>
                    <a:cubicBezTo>
                      <a:pt x="14" y="1"/>
                      <a:pt x="14" y="1"/>
                      <a:pt x="14" y="2"/>
                    </a:cubicBezTo>
                    <a:cubicBezTo>
                      <a:pt x="14" y="2"/>
                      <a:pt x="14" y="2"/>
                      <a:pt x="14" y="2"/>
                    </a:cubicBezTo>
                    <a:cubicBezTo>
                      <a:pt x="14" y="2"/>
                      <a:pt x="14" y="2"/>
                      <a:pt x="14" y="2"/>
                    </a:cubicBezTo>
                    <a:cubicBezTo>
                      <a:pt x="14" y="2"/>
                      <a:pt x="14" y="2"/>
                      <a:pt x="14" y="2"/>
                    </a:cubicBezTo>
                    <a:cubicBezTo>
                      <a:pt x="14" y="2"/>
                      <a:pt x="14" y="2"/>
                      <a:pt x="14" y="2"/>
                    </a:cubicBezTo>
                    <a:cubicBezTo>
                      <a:pt x="14" y="2"/>
                      <a:pt x="14" y="2"/>
                      <a:pt x="14" y="2"/>
                    </a:cubicBezTo>
                    <a:cubicBezTo>
                      <a:pt x="14" y="2"/>
                      <a:pt x="14" y="2"/>
                      <a:pt x="14" y="2"/>
                    </a:cubicBezTo>
                    <a:cubicBezTo>
                      <a:pt x="14" y="2"/>
                      <a:pt x="14" y="2"/>
                      <a:pt x="14" y="2"/>
                    </a:cubicBezTo>
                    <a:cubicBezTo>
                      <a:pt x="14" y="2"/>
                      <a:pt x="14" y="2"/>
                      <a:pt x="14" y="2"/>
                    </a:cubicBezTo>
                    <a:cubicBezTo>
                      <a:pt x="14" y="2"/>
                      <a:pt x="14" y="2"/>
                      <a:pt x="13" y="2"/>
                    </a:cubicBezTo>
                    <a:cubicBezTo>
                      <a:pt x="13" y="2"/>
                      <a:pt x="13" y="3"/>
                      <a:pt x="13" y="3"/>
                    </a:cubicBezTo>
                    <a:cubicBezTo>
                      <a:pt x="13" y="3"/>
                      <a:pt x="13" y="3"/>
                      <a:pt x="13" y="3"/>
                    </a:cubicBezTo>
                    <a:cubicBezTo>
                      <a:pt x="13" y="3"/>
                      <a:pt x="13" y="3"/>
                      <a:pt x="13" y="3"/>
                    </a:cubicBezTo>
                    <a:cubicBezTo>
                      <a:pt x="12" y="3"/>
                      <a:pt x="12" y="4"/>
                      <a:pt x="12" y="4"/>
                    </a:cubicBezTo>
                    <a:cubicBezTo>
                      <a:pt x="12" y="4"/>
                      <a:pt x="12"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3"/>
                    </a:cubicBezTo>
                    <a:cubicBezTo>
                      <a:pt x="11" y="3"/>
                      <a:pt x="11" y="3"/>
                      <a:pt x="11" y="3"/>
                    </a:cubicBezTo>
                    <a:cubicBezTo>
                      <a:pt x="11" y="3"/>
                      <a:pt x="12" y="3"/>
                      <a:pt x="12" y="3"/>
                    </a:cubicBezTo>
                    <a:cubicBezTo>
                      <a:pt x="12" y="3"/>
                      <a:pt x="12" y="3"/>
                      <a:pt x="12" y="3"/>
                    </a:cubicBezTo>
                    <a:cubicBezTo>
                      <a:pt x="12" y="3"/>
                      <a:pt x="12" y="2"/>
                      <a:pt x="12" y="2"/>
                    </a:cubicBezTo>
                    <a:cubicBezTo>
                      <a:pt x="12" y="2"/>
                      <a:pt x="12" y="2"/>
                      <a:pt x="12" y="2"/>
                    </a:cubicBezTo>
                    <a:cubicBezTo>
                      <a:pt x="12" y="2"/>
                      <a:pt x="12" y="1"/>
                      <a:pt x="12" y="1"/>
                    </a:cubicBezTo>
                    <a:cubicBezTo>
                      <a:pt x="12" y="1"/>
                      <a:pt x="12" y="1"/>
                      <a:pt x="12" y="1"/>
                    </a:cubicBezTo>
                    <a:cubicBezTo>
                      <a:pt x="12" y="1"/>
                      <a:pt x="12" y="1"/>
                      <a:pt x="12" y="1"/>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2" y="2"/>
                    </a:cubicBezTo>
                    <a:cubicBezTo>
                      <a:pt x="12" y="2"/>
                      <a:pt x="12"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1" y="2"/>
                      <a:pt x="11" y="2"/>
                      <a:pt x="11" y="2"/>
                    </a:cubicBezTo>
                    <a:cubicBezTo>
                      <a:pt x="11" y="2"/>
                      <a:pt x="11" y="1"/>
                      <a:pt x="11" y="1"/>
                    </a:cubicBezTo>
                    <a:cubicBezTo>
                      <a:pt x="11" y="1"/>
                      <a:pt x="10" y="1"/>
                      <a:pt x="10" y="1"/>
                    </a:cubicBezTo>
                    <a:cubicBezTo>
                      <a:pt x="10" y="1"/>
                      <a:pt x="10" y="1"/>
                      <a:pt x="10" y="1"/>
                    </a:cubicBezTo>
                    <a:cubicBezTo>
                      <a:pt x="10" y="1"/>
                      <a:pt x="10" y="1"/>
                      <a:pt x="1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29" name="Freeform 509"/>
              <p:cNvSpPr>
                <a:spLocks/>
              </p:cNvSpPr>
              <p:nvPr/>
            </p:nvSpPr>
            <p:spPr bwMode="auto">
              <a:xfrm>
                <a:off x="4442222" y="2256236"/>
                <a:ext cx="9525" cy="8335"/>
              </a:xfrm>
              <a:custGeom>
                <a:avLst/>
                <a:gdLst/>
                <a:ahLst/>
                <a:cxnLst>
                  <a:cxn ang="0">
                    <a:pos x="1" y="3"/>
                  </a:cxn>
                  <a:cxn ang="0">
                    <a:pos x="1" y="3"/>
                  </a:cxn>
                  <a:cxn ang="0">
                    <a:pos x="1" y="3"/>
                  </a:cxn>
                  <a:cxn ang="0">
                    <a:pos x="1" y="3"/>
                  </a:cxn>
                  <a:cxn ang="0">
                    <a:pos x="1" y="3"/>
                  </a:cxn>
                  <a:cxn ang="0">
                    <a:pos x="1" y="3"/>
                  </a:cxn>
                  <a:cxn ang="0">
                    <a:pos x="1" y="3"/>
                  </a:cxn>
                  <a:cxn ang="0">
                    <a:pos x="2" y="3"/>
                  </a:cxn>
                  <a:cxn ang="0">
                    <a:pos x="2" y="3"/>
                  </a:cxn>
                  <a:cxn ang="0">
                    <a:pos x="2" y="3"/>
                  </a:cxn>
                  <a:cxn ang="0">
                    <a:pos x="2" y="2"/>
                  </a:cxn>
                  <a:cxn ang="0">
                    <a:pos x="2" y="2"/>
                  </a:cxn>
                  <a:cxn ang="0">
                    <a:pos x="2" y="2"/>
                  </a:cxn>
                  <a:cxn ang="0">
                    <a:pos x="2" y="2"/>
                  </a:cxn>
                  <a:cxn ang="0">
                    <a:pos x="2" y="2"/>
                  </a:cxn>
                  <a:cxn ang="0">
                    <a:pos x="2" y="2"/>
                  </a:cxn>
                  <a:cxn ang="0">
                    <a:pos x="3" y="2"/>
                  </a:cxn>
                  <a:cxn ang="0">
                    <a:pos x="3" y="2"/>
                  </a:cxn>
                  <a:cxn ang="0">
                    <a:pos x="3" y="2"/>
                  </a:cxn>
                  <a:cxn ang="0">
                    <a:pos x="3" y="2"/>
                  </a:cxn>
                  <a:cxn ang="0">
                    <a:pos x="3" y="1"/>
                  </a:cxn>
                  <a:cxn ang="0">
                    <a:pos x="3" y="1"/>
                  </a:cxn>
                  <a:cxn ang="0">
                    <a:pos x="2" y="1"/>
                  </a:cxn>
                  <a:cxn ang="0">
                    <a:pos x="2" y="1"/>
                  </a:cxn>
                  <a:cxn ang="0">
                    <a:pos x="2" y="1"/>
                  </a:cxn>
                  <a:cxn ang="0">
                    <a:pos x="2" y="0"/>
                  </a:cxn>
                  <a:cxn ang="0">
                    <a:pos x="2" y="0"/>
                  </a:cxn>
                  <a:cxn ang="0">
                    <a:pos x="2" y="0"/>
                  </a:cxn>
                  <a:cxn ang="0">
                    <a:pos x="2" y="0"/>
                  </a:cxn>
                  <a:cxn ang="0">
                    <a:pos x="2" y="1"/>
                  </a:cxn>
                  <a:cxn ang="0">
                    <a:pos x="2" y="1"/>
                  </a:cxn>
                  <a:cxn ang="0">
                    <a:pos x="2" y="1"/>
                  </a:cxn>
                  <a:cxn ang="0">
                    <a:pos x="1" y="1"/>
                  </a:cxn>
                  <a:cxn ang="0">
                    <a:pos x="1" y="1"/>
                  </a:cxn>
                  <a:cxn ang="0">
                    <a:pos x="1" y="1"/>
                  </a:cxn>
                  <a:cxn ang="0">
                    <a:pos x="1" y="1"/>
                  </a:cxn>
                  <a:cxn ang="0">
                    <a:pos x="1" y="2"/>
                  </a:cxn>
                  <a:cxn ang="0">
                    <a:pos x="1" y="2"/>
                  </a:cxn>
                  <a:cxn ang="0">
                    <a:pos x="1" y="2"/>
                  </a:cxn>
                  <a:cxn ang="0">
                    <a:pos x="1" y="2"/>
                  </a:cxn>
                  <a:cxn ang="0">
                    <a:pos x="1" y="2"/>
                  </a:cxn>
                  <a:cxn ang="0">
                    <a:pos x="0" y="2"/>
                  </a:cxn>
                  <a:cxn ang="0">
                    <a:pos x="0" y="2"/>
                  </a:cxn>
                  <a:cxn ang="0">
                    <a:pos x="0" y="3"/>
                  </a:cxn>
                  <a:cxn ang="0">
                    <a:pos x="0" y="3"/>
                  </a:cxn>
                  <a:cxn ang="0">
                    <a:pos x="0" y="3"/>
                  </a:cxn>
                  <a:cxn ang="0">
                    <a:pos x="1" y="3"/>
                  </a:cxn>
                </a:cxnLst>
                <a:rect l="0" t="0" r="r" b="b"/>
                <a:pathLst>
                  <a:path w="3" h="3">
                    <a:moveTo>
                      <a:pt x="1" y="3"/>
                    </a:move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2" y="3"/>
                      <a:pt x="2" y="3"/>
                    </a:cubicBezTo>
                    <a:cubicBezTo>
                      <a:pt x="2" y="3"/>
                      <a:pt x="2" y="3"/>
                      <a:pt x="2" y="3"/>
                    </a:cubicBezTo>
                    <a:cubicBezTo>
                      <a:pt x="2" y="3"/>
                      <a:pt x="2" y="3"/>
                      <a:pt x="2" y="3"/>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2"/>
                      <a:pt x="3" y="2"/>
                      <a:pt x="3" y="2"/>
                    </a:cubicBezTo>
                    <a:cubicBezTo>
                      <a:pt x="3" y="2"/>
                      <a:pt x="3" y="2"/>
                      <a:pt x="3" y="2"/>
                    </a:cubicBezTo>
                    <a:cubicBezTo>
                      <a:pt x="3" y="2"/>
                      <a:pt x="3" y="2"/>
                      <a:pt x="3" y="2"/>
                    </a:cubicBezTo>
                    <a:cubicBezTo>
                      <a:pt x="3" y="2"/>
                      <a:pt x="3" y="2"/>
                      <a:pt x="3" y="2"/>
                    </a:cubicBezTo>
                    <a:cubicBezTo>
                      <a:pt x="3" y="1"/>
                      <a:pt x="3" y="1"/>
                      <a:pt x="3" y="1"/>
                    </a:cubicBezTo>
                    <a:cubicBezTo>
                      <a:pt x="3" y="1"/>
                      <a:pt x="3" y="1"/>
                      <a:pt x="3" y="1"/>
                    </a:cubicBezTo>
                    <a:cubicBezTo>
                      <a:pt x="3" y="1"/>
                      <a:pt x="2" y="1"/>
                      <a:pt x="2" y="1"/>
                    </a:cubicBezTo>
                    <a:cubicBezTo>
                      <a:pt x="2" y="1"/>
                      <a:pt x="2" y="1"/>
                      <a:pt x="2" y="1"/>
                    </a:cubicBezTo>
                    <a:cubicBezTo>
                      <a:pt x="2" y="1"/>
                      <a:pt x="2" y="1"/>
                      <a:pt x="2" y="1"/>
                    </a:cubicBezTo>
                    <a:cubicBezTo>
                      <a:pt x="2" y="1"/>
                      <a:pt x="2" y="1"/>
                      <a:pt x="2" y="0"/>
                    </a:cubicBezTo>
                    <a:cubicBezTo>
                      <a:pt x="2" y="0"/>
                      <a:pt x="2" y="0"/>
                      <a:pt x="2" y="0"/>
                    </a:cubicBezTo>
                    <a:cubicBezTo>
                      <a:pt x="2" y="0"/>
                      <a:pt x="2" y="0"/>
                      <a:pt x="2" y="0"/>
                    </a:cubicBezTo>
                    <a:cubicBezTo>
                      <a:pt x="2" y="0"/>
                      <a:pt x="2" y="0"/>
                      <a:pt x="2" y="0"/>
                    </a:cubicBezTo>
                    <a:cubicBezTo>
                      <a:pt x="2" y="0"/>
                      <a:pt x="2" y="1"/>
                      <a:pt x="2" y="1"/>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0" y="2"/>
                      <a:pt x="0" y="2"/>
                      <a:pt x="0" y="2"/>
                    </a:cubicBezTo>
                    <a:cubicBezTo>
                      <a:pt x="0" y="2"/>
                      <a:pt x="0" y="2"/>
                      <a:pt x="0" y="2"/>
                    </a:cubicBezTo>
                    <a:cubicBezTo>
                      <a:pt x="0" y="2"/>
                      <a:pt x="0" y="3"/>
                      <a:pt x="0" y="3"/>
                    </a:cubicBezTo>
                    <a:cubicBezTo>
                      <a:pt x="0" y="3"/>
                      <a:pt x="0" y="3"/>
                      <a:pt x="0" y="3"/>
                    </a:cubicBezTo>
                    <a:cubicBezTo>
                      <a:pt x="0" y="3"/>
                      <a:pt x="0" y="3"/>
                      <a:pt x="0" y="3"/>
                    </a:cubicBezTo>
                    <a:cubicBezTo>
                      <a:pt x="0" y="3"/>
                      <a:pt x="0" y="3"/>
                      <a:pt x="1"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0" name="Freeform 510"/>
              <p:cNvSpPr>
                <a:spLocks/>
              </p:cNvSpPr>
              <p:nvPr/>
            </p:nvSpPr>
            <p:spPr bwMode="auto">
              <a:xfrm>
                <a:off x="4448176" y="2290764"/>
                <a:ext cx="5954" cy="8335"/>
              </a:xfrm>
              <a:custGeom>
                <a:avLst/>
                <a:gdLst/>
                <a:ahLst/>
                <a:cxnLst>
                  <a:cxn ang="0">
                    <a:pos x="2" y="2"/>
                  </a:cxn>
                  <a:cxn ang="0">
                    <a:pos x="2" y="1"/>
                  </a:cxn>
                  <a:cxn ang="0">
                    <a:pos x="2" y="1"/>
                  </a:cxn>
                  <a:cxn ang="0">
                    <a:pos x="2" y="1"/>
                  </a:cxn>
                  <a:cxn ang="0">
                    <a:pos x="2" y="1"/>
                  </a:cxn>
                  <a:cxn ang="0">
                    <a:pos x="2" y="1"/>
                  </a:cxn>
                  <a:cxn ang="0">
                    <a:pos x="2" y="1"/>
                  </a:cxn>
                  <a:cxn ang="0">
                    <a:pos x="1" y="1"/>
                  </a:cxn>
                  <a:cxn ang="0">
                    <a:pos x="1" y="1"/>
                  </a:cxn>
                  <a:cxn ang="0">
                    <a:pos x="1" y="0"/>
                  </a:cxn>
                  <a:cxn ang="0">
                    <a:pos x="1" y="0"/>
                  </a:cxn>
                  <a:cxn ang="0">
                    <a:pos x="0" y="0"/>
                  </a:cxn>
                  <a:cxn ang="0">
                    <a:pos x="0" y="0"/>
                  </a:cxn>
                  <a:cxn ang="0">
                    <a:pos x="0" y="0"/>
                  </a:cxn>
                  <a:cxn ang="0">
                    <a:pos x="0" y="1"/>
                  </a:cxn>
                  <a:cxn ang="0">
                    <a:pos x="0" y="1"/>
                  </a:cxn>
                  <a:cxn ang="0">
                    <a:pos x="0" y="1"/>
                  </a:cxn>
                  <a:cxn ang="0">
                    <a:pos x="0" y="2"/>
                  </a:cxn>
                  <a:cxn ang="0">
                    <a:pos x="0" y="2"/>
                  </a:cxn>
                  <a:cxn ang="0">
                    <a:pos x="0" y="2"/>
                  </a:cxn>
                  <a:cxn ang="0">
                    <a:pos x="0" y="2"/>
                  </a:cxn>
                  <a:cxn ang="0">
                    <a:pos x="0" y="2"/>
                  </a:cxn>
                  <a:cxn ang="0">
                    <a:pos x="0" y="2"/>
                  </a:cxn>
                  <a:cxn ang="0">
                    <a:pos x="0" y="2"/>
                  </a:cxn>
                  <a:cxn ang="0">
                    <a:pos x="0" y="2"/>
                  </a:cxn>
                  <a:cxn ang="0">
                    <a:pos x="1" y="2"/>
                  </a:cxn>
                  <a:cxn ang="0">
                    <a:pos x="1" y="2"/>
                  </a:cxn>
                  <a:cxn ang="0">
                    <a:pos x="1" y="2"/>
                  </a:cxn>
                  <a:cxn ang="0">
                    <a:pos x="1" y="2"/>
                  </a:cxn>
                  <a:cxn ang="0">
                    <a:pos x="2" y="3"/>
                  </a:cxn>
                  <a:cxn ang="0">
                    <a:pos x="2" y="3"/>
                  </a:cxn>
                  <a:cxn ang="0">
                    <a:pos x="2" y="2"/>
                  </a:cxn>
                  <a:cxn ang="0">
                    <a:pos x="2" y="2"/>
                  </a:cxn>
                  <a:cxn ang="0">
                    <a:pos x="2" y="2"/>
                  </a:cxn>
                  <a:cxn ang="0">
                    <a:pos x="2" y="2"/>
                  </a:cxn>
                  <a:cxn ang="0">
                    <a:pos x="2" y="2"/>
                  </a:cxn>
                  <a:cxn ang="0">
                    <a:pos x="2" y="2"/>
                  </a:cxn>
                </a:cxnLst>
                <a:rect l="0" t="0" r="r" b="b"/>
                <a:pathLst>
                  <a:path w="2" h="3">
                    <a:moveTo>
                      <a:pt x="2" y="2"/>
                    </a:move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1" y="1"/>
                      <a:pt x="1" y="1"/>
                      <a:pt x="1" y="1"/>
                    </a:cubicBezTo>
                    <a:cubicBezTo>
                      <a:pt x="1" y="1"/>
                      <a:pt x="1" y="1"/>
                      <a:pt x="1" y="1"/>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1" y="2"/>
                    </a:cubicBezTo>
                    <a:cubicBezTo>
                      <a:pt x="1" y="2"/>
                      <a:pt x="1" y="2"/>
                      <a:pt x="1" y="2"/>
                    </a:cubicBezTo>
                    <a:cubicBezTo>
                      <a:pt x="1" y="2"/>
                      <a:pt x="1" y="2"/>
                      <a:pt x="1" y="2"/>
                    </a:cubicBezTo>
                    <a:cubicBezTo>
                      <a:pt x="1" y="2"/>
                      <a:pt x="1" y="2"/>
                      <a:pt x="1" y="2"/>
                    </a:cubicBezTo>
                    <a:cubicBezTo>
                      <a:pt x="1" y="2"/>
                      <a:pt x="2" y="2"/>
                      <a:pt x="2" y="3"/>
                    </a:cubicBezTo>
                    <a:cubicBezTo>
                      <a:pt x="2" y="3"/>
                      <a:pt x="2" y="3"/>
                      <a:pt x="2" y="3"/>
                    </a:cubicBezTo>
                    <a:cubicBezTo>
                      <a:pt x="2" y="3"/>
                      <a:pt x="2" y="3"/>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1" name="Freeform 511"/>
              <p:cNvSpPr>
                <a:spLocks noEditPoints="1"/>
              </p:cNvSpPr>
              <p:nvPr/>
            </p:nvSpPr>
            <p:spPr bwMode="auto">
              <a:xfrm>
                <a:off x="4448176" y="2245519"/>
                <a:ext cx="84535" cy="33338"/>
              </a:xfrm>
              <a:custGeom>
                <a:avLst/>
                <a:gdLst/>
                <a:ahLst/>
                <a:cxnLst>
                  <a:cxn ang="0">
                    <a:pos x="8" y="11"/>
                  </a:cxn>
                  <a:cxn ang="0">
                    <a:pos x="7" y="10"/>
                  </a:cxn>
                  <a:cxn ang="0">
                    <a:pos x="8" y="10"/>
                  </a:cxn>
                  <a:cxn ang="0">
                    <a:pos x="10" y="10"/>
                  </a:cxn>
                  <a:cxn ang="0">
                    <a:pos x="12" y="10"/>
                  </a:cxn>
                  <a:cxn ang="0">
                    <a:pos x="13" y="9"/>
                  </a:cxn>
                  <a:cxn ang="0">
                    <a:pos x="15" y="8"/>
                  </a:cxn>
                  <a:cxn ang="0">
                    <a:pos x="14" y="7"/>
                  </a:cxn>
                  <a:cxn ang="0">
                    <a:pos x="14" y="7"/>
                  </a:cxn>
                  <a:cxn ang="0">
                    <a:pos x="15" y="7"/>
                  </a:cxn>
                  <a:cxn ang="0">
                    <a:pos x="15" y="7"/>
                  </a:cxn>
                  <a:cxn ang="0">
                    <a:pos x="17" y="7"/>
                  </a:cxn>
                  <a:cxn ang="0">
                    <a:pos x="18" y="7"/>
                  </a:cxn>
                  <a:cxn ang="0">
                    <a:pos x="20" y="7"/>
                  </a:cxn>
                  <a:cxn ang="0">
                    <a:pos x="21" y="6"/>
                  </a:cxn>
                  <a:cxn ang="0">
                    <a:pos x="24" y="5"/>
                  </a:cxn>
                  <a:cxn ang="0">
                    <a:pos x="23" y="5"/>
                  </a:cxn>
                  <a:cxn ang="0">
                    <a:pos x="25" y="4"/>
                  </a:cxn>
                  <a:cxn ang="0">
                    <a:pos x="26" y="4"/>
                  </a:cxn>
                  <a:cxn ang="0">
                    <a:pos x="29" y="4"/>
                  </a:cxn>
                  <a:cxn ang="0">
                    <a:pos x="30" y="2"/>
                  </a:cxn>
                  <a:cxn ang="0">
                    <a:pos x="27" y="2"/>
                  </a:cxn>
                  <a:cxn ang="0">
                    <a:pos x="28" y="2"/>
                  </a:cxn>
                  <a:cxn ang="0">
                    <a:pos x="26" y="1"/>
                  </a:cxn>
                  <a:cxn ang="0">
                    <a:pos x="24" y="1"/>
                  </a:cxn>
                  <a:cxn ang="0">
                    <a:pos x="22" y="1"/>
                  </a:cxn>
                  <a:cxn ang="0">
                    <a:pos x="21" y="0"/>
                  </a:cxn>
                  <a:cxn ang="0">
                    <a:pos x="20" y="1"/>
                  </a:cxn>
                  <a:cxn ang="0">
                    <a:pos x="18" y="2"/>
                  </a:cxn>
                  <a:cxn ang="0">
                    <a:pos x="17" y="1"/>
                  </a:cxn>
                  <a:cxn ang="0">
                    <a:pos x="16" y="0"/>
                  </a:cxn>
                  <a:cxn ang="0">
                    <a:pos x="15" y="1"/>
                  </a:cxn>
                  <a:cxn ang="0">
                    <a:pos x="12" y="0"/>
                  </a:cxn>
                  <a:cxn ang="0">
                    <a:pos x="11" y="1"/>
                  </a:cxn>
                  <a:cxn ang="0">
                    <a:pos x="12" y="2"/>
                  </a:cxn>
                  <a:cxn ang="0">
                    <a:pos x="12" y="2"/>
                  </a:cxn>
                  <a:cxn ang="0">
                    <a:pos x="14" y="3"/>
                  </a:cxn>
                  <a:cxn ang="0">
                    <a:pos x="14" y="4"/>
                  </a:cxn>
                  <a:cxn ang="0">
                    <a:pos x="16" y="4"/>
                  </a:cxn>
                  <a:cxn ang="0">
                    <a:pos x="19" y="3"/>
                  </a:cxn>
                  <a:cxn ang="0">
                    <a:pos x="17" y="4"/>
                  </a:cxn>
                  <a:cxn ang="0">
                    <a:pos x="14" y="4"/>
                  </a:cxn>
                  <a:cxn ang="0">
                    <a:pos x="13" y="6"/>
                  </a:cxn>
                  <a:cxn ang="0">
                    <a:pos x="12" y="4"/>
                  </a:cxn>
                  <a:cxn ang="0">
                    <a:pos x="10" y="5"/>
                  </a:cxn>
                  <a:cxn ang="0">
                    <a:pos x="11" y="7"/>
                  </a:cxn>
                  <a:cxn ang="0">
                    <a:pos x="8" y="7"/>
                  </a:cxn>
                  <a:cxn ang="0">
                    <a:pos x="6" y="7"/>
                  </a:cxn>
                  <a:cxn ang="0">
                    <a:pos x="6" y="8"/>
                  </a:cxn>
                  <a:cxn ang="0">
                    <a:pos x="8" y="8"/>
                  </a:cxn>
                  <a:cxn ang="0">
                    <a:pos x="5" y="10"/>
                  </a:cxn>
                  <a:cxn ang="0">
                    <a:pos x="4" y="9"/>
                  </a:cxn>
                  <a:cxn ang="0">
                    <a:pos x="0" y="10"/>
                  </a:cxn>
                  <a:cxn ang="0">
                    <a:pos x="1" y="11"/>
                  </a:cxn>
                  <a:cxn ang="0">
                    <a:pos x="2" y="11"/>
                  </a:cxn>
                  <a:cxn ang="0">
                    <a:pos x="3" y="11"/>
                  </a:cxn>
                  <a:cxn ang="0">
                    <a:pos x="5" y="11"/>
                  </a:cxn>
                  <a:cxn ang="0">
                    <a:pos x="6" y="11"/>
                  </a:cxn>
                  <a:cxn ang="0">
                    <a:pos x="7" y="12"/>
                  </a:cxn>
                  <a:cxn ang="0">
                    <a:pos x="13" y="2"/>
                  </a:cxn>
                </a:cxnLst>
                <a:rect l="0" t="0" r="r" b="b"/>
                <a:pathLst>
                  <a:path w="30" h="12">
                    <a:moveTo>
                      <a:pt x="8" y="12"/>
                    </a:moveTo>
                    <a:cubicBezTo>
                      <a:pt x="8" y="12"/>
                      <a:pt x="8" y="12"/>
                      <a:pt x="8" y="12"/>
                    </a:cubicBezTo>
                    <a:cubicBezTo>
                      <a:pt x="8" y="12"/>
                      <a:pt x="8" y="12"/>
                      <a:pt x="8" y="12"/>
                    </a:cubicBezTo>
                    <a:cubicBezTo>
                      <a:pt x="8" y="11"/>
                      <a:pt x="8" y="11"/>
                      <a:pt x="8"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8" y="11"/>
                      <a:pt x="8" y="11"/>
                    </a:cubicBezTo>
                    <a:cubicBezTo>
                      <a:pt x="8" y="11"/>
                      <a:pt x="9" y="11"/>
                      <a:pt x="9" y="10"/>
                    </a:cubicBezTo>
                    <a:cubicBezTo>
                      <a:pt x="9" y="10"/>
                      <a:pt x="9" y="10"/>
                      <a:pt x="9"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7"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7" y="10"/>
                    </a:cubicBezTo>
                    <a:cubicBezTo>
                      <a:pt x="7" y="10"/>
                      <a:pt x="7" y="10"/>
                      <a:pt x="8" y="10"/>
                    </a:cubicBezTo>
                    <a:cubicBezTo>
                      <a:pt x="8" y="10"/>
                      <a:pt x="8" y="10"/>
                      <a:pt x="8" y="10"/>
                    </a:cubicBezTo>
                    <a:cubicBezTo>
                      <a:pt x="8" y="10"/>
                      <a:pt x="8" y="10"/>
                      <a:pt x="8" y="10"/>
                    </a:cubicBezTo>
                    <a:cubicBezTo>
                      <a:pt x="8" y="10"/>
                      <a:pt x="8" y="10"/>
                      <a:pt x="8" y="10"/>
                    </a:cubicBezTo>
                    <a:cubicBezTo>
                      <a:pt x="8" y="10"/>
                      <a:pt x="8" y="10"/>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9"/>
                      <a:pt x="8" y="9"/>
                      <a:pt x="8" y="9"/>
                    </a:cubicBezTo>
                    <a:cubicBezTo>
                      <a:pt x="8" y="10"/>
                      <a:pt x="8" y="10"/>
                      <a:pt x="8" y="10"/>
                    </a:cubicBezTo>
                    <a:cubicBezTo>
                      <a:pt x="8" y="10"/>
                      <a:pt x="8" y="10"/>
                      <a:pt x="8" y="10"/>
                    </a:cubicBezTo>
                    <a:cubicBezTo>
                      <a:pt x="8" y="10"/>
                      <a:pt x="8" y="10"/>
                      <a:pt x="8" y="10"/>
                    </a:cubicBezTo>
                    <a:cubicBezTo>
                      <a:pt x="8" y="10"/>
                      <a:pt x="8" y="10"/>
                      <a:pt x="8" y="10"/>
                    </a:cubicBezTo>
                    <a:cubicBezTo>
                      <a:pt x="8" y="10"/>
                      <a:pt x="8" y="10"/>
                      <a:pt x="8"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9" y="10"/>
                    </a:cubicBezTo>
                    <a:cubicBezTo>
                      <a:pt x="9" y="10"/>
                      <a:pt x="9"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1" y="10"/>
                    </a:cubicBezTo>
                    <a:cubicBezTo>
                      <a:pt x="11" y="10"/>
                      <a:pt x="11" y="10"/>
                      <a:pt x="11" y="10"/>
                    </a:cubicBezTo>
                    <a:cubicBezTo>
                      <a:pt x="11" y="10"/>
                      <a:pt x="11" y="10"/>
                      <a:pt x="11" y="10"/>
                    </a:cubicBezTo>
                    <a:cubicBezTo>
                      <a:pt x="11" y="9"/>
                      <a:pt x="11" y="9"/>
                      <a:pt x="11" y="9"/>
                    </a:cubicBezTo>
                    <a:cubicBezTo>
                      <a:pt x="11" y="9"/>
                      <a:pt x="11" y="9"/>
                      <a:pt x="11" y="9"/>
                    </a:cubicBezTo>
                    <a:cubicBezTo>
                      <a:pt x="11" y="9"/>
                      <a:pt x="11" y="9"/>
                      <a:pt x="11" y="9"/>
                    </a:cubicBezTo>
                    <a:cubicBezTo>
                      <a:pt x="11" y="9"/>
                      <a:pt x="11" y="9"/>
                      <a:pt x="11" y="9"/>
                    </a:cubicBezTo>
                    <a:cubicBezTo>
                      <a:pt x="12" y="9"/>
                      <a:pt x="12" y="9"/>
                      <a:pt x="12" y="10"/>
                    </a:cubicBezTo>
                    <a:cubicBezTo>
                      <a:pt x="12" y="10"/>
                      <a:pt x="12" y="10"/>
                      <a:pt x="12" y="10"/>
                    </a:cubicBezTo>
                    <a:cubicBezTo>
                      <a:pt x="12" y="10"/>
                      <a:pt x="12" y="10"/>
                      <a:pt x="12" y="10"/>
                    </a:cubicBezTo>
                    <a:cubicBezTo>
                      <a:pt x="12" y="10"/>
                      <a:pt x="12" y="10"/>
                      <a:pt x="12" y="10"/>
                    </a:cubicBezTo>
                    <a:cubicBezTo>
                      <a:pt x="12" y="9"/>
                      <a:pt x="12" y="9"/>
                      <a:pt x="12" y="9"/>
                    </a:cubicBezTo>
                    <a:cubicBezTo>
                      <a:pt x="12" y="9"/>
                      <a:pt x="12" y="9"/>
                      <a:pt x="12" y="9"/>
                    </a:cubicBezTo>
                    <a:cubicBezTo>
                      <a:pt x="12" y="9"/>
                      <a:pt x="12" y="9"/>
                      <a:pt x="12" y="9"/>
                    </a:cubicBezTo>
                    <a:cubicBezTo>
                      <a:pt x="12" y="9"/>
                      <a:pt x="12" y="10"/>
                      <a:pt x="13" y="10"/>
                    </a:cubicBezTo>
                    <a:cubicBezTo>
                      <a:pt x="13" y="10"/>
                      <a:pt x="13" y="9"/>
                      <a:pt x="13" y="9"/>
                    </a:cubicBezTo>
                    <a:cubicBezTo>
                      <a:pt x="13" y="9"/>
                      <a:pt x="13" y="9"/>
                      <a:pt x="13" y="9"/>
                    </a:cubicBezTo>
                    <a:cubicBezTo>
                      <a:pt x="13" y="9"/>
                      <a:pt x="13" y="9"/>
                      <a:pt x="13" y="9"/>
                    </a:cubicBezTo>
                    <a:cubicBezTo>
                      <a:pt x="13" y="9"/>
                      <a:pt x="13" y="9"/>
                      <a:pt x="12" y="9"/>
                    </a:cubicBezTo>
                    <a:cubicBezTo>
                      <a:pt x="12" y="9"/>
                      <a:pt x="12" y="9"/>
                      <a:pt x="12" y="9"/>
                    </a:cubicBezTo>
                    <a:cubicBezTo>
                      <a:pt x="12" y="9"/>
                      <a:pt x="12" y="9"/>
                      <a:pt x="13" y="9"/>
                    </a:cubicBezTo>
                    <a:cubicBezTo>
                      <a:pt x="13" y="9"/>
                      <a:pt x="13" y="9"/>
                      <a:pt x="13" y="9"/>
                    </a:cubicBezTo>
                    <a:cubicBezTo>
                      <a:pt x="13" y="9"/>
                      <a:pt x="13" y="9"/>
                      <a:pt x="13" y="9"/>
                    </a:cubicBezTo>
                    <a:cubicBezTo>
                      <a:pt x="13" y="9"/>
                      <a:pt x="13" y="9"/>
                      <a:pt x="13" y="9"/>
                    </a:cubicBezTo>
                    <a:cubicBezTo>
                      <a:pt x="13" y="9"/>
                      <a:pt x="13" y="9"/>
                      <a:pt x="13" y="9"/>
                    </a:cubicBezTo>
                    <a:cubicBezTo>
                      <a:pt x="13" y="9"/>
                      <a:pt x="13" y="9"/>
                      <a:pt x="13" y="9"/>
                    </a:cubicBezTo>
                    <a:cubicBezTo>
                      <a:pt x="13" y="9"/>
                      <a:pt x="13" y="9"/>
                      <a:pt x="13" y="9"/>
                    </a:cubicBezTo>
                    <a:cubicBezTo>
                      <a:pt x="13" y="9"/>
                      <a:pt x="13" y="9"/>
                      <a:pt x="13" y="9"/>
                    </a:cubicBezTo>
                    <a:cubicBezTo>
                      <a:pt x="13" y="9"/>
                      <a:pt x="13" y="9"/>
                      <a:pt x="13" y="9"/>
                    </a:cubicBezTo>
                    <a:cubicBezTo>
                      <a:pt x="13" y="9"/>
                      <a:pt x="13" y="9"/>
                      <a:pt x="13" y="9"/>
                    </a:cubicBezTo>
                    <a:cubicBezTo>
                      <a:pt x="13" y="9"/>
                      <a:pt x="13" y="9"/>
                      <a:pt x="13" y="9"/>
                    </a:cubicBezTo>
                    <a:cubicBezTo>
                      <a:pt x="14" y="9"/>
                      <a:pt x="14" y="9"/>
                      <a:pt x="14" y="9"/>
                    </a:cubicBezTo>
                    <a:cubicBezTo>
                      <a:pt x="14" y="9"/>
                      <a:pt x="14" y="9"/>
                      <a:pt x="14" y="9"/>
                    </a:cubicBezTo>
                    <a:cubicBezTo>
                      <a:pt x="14" y="9"/>
                      <a:pt x="14" y="9"/>
                      <a:pt x="14" y="8"/>
                    </a:cubicBezTo>
                    <a:cubicBezTo>
                      <a:pt x="13" y="8"/>
                      <a:pt x="13" y="8"/>
                      <a:pt x="13" y="8"/>
                    </a:cubicBezTo>
                    <a:cubicBezTo>
                      <a:pt x="13" y="8"/>
                      <a:pt x="13" y="8"/>
                      <a:pt x="14" y="8"/>
                    </a:cubicBezTo>
                    <a:cubicBezTo>
                      <a:pt x="14" y="8"/>
                      <a:pt x="14" y="8"/>
                      <a:pt x="14" y="8"/>
                    </a:cubicBezTo>
                    <a:cubicBezTo>
                      <a:pt x="14" y="8"/>
                      <a:pt x="14" y="8"/>
                      <a:pt x="14" y="8"/>
                    </a:cubicBezTo>
                    <a:cubicBezTo>
                      <a:pt x="14" y="9"/>
                      <a:pt x="14" y="9"/>
                      <a:pt x="14" y="9"/>
                    </a:cubicBezTo>
                    <a:cubicBezTo>
                      <a:pt x="14" y="9"/>
                      <a:pt x="14" y="8"/>
                      <a:pt x="14" y="8"/>
                    </a:cubicBezTo>
                    <a:cubicBezTo>
                      <a:pt x="14" y="8"/>
                      <a:pt x="14" y="8"/>
                      <a:pt x="15" y="8"/>
                    </a:cubicBezTo>
                    <a:cubicBezTo>
                      <a:pt x="15" y="8"/>
                      <a:pt x="15" y="8"/>
                      <a:pt x="15" y="8"/>
                    </a:cubicBezTo>
                    <a:cubicBezTo>
                      <a:pt x="15" y="8"/>
                      <a:pt x="14" y="8"/>
                      <a:pt x="14" y="8"/>
                    </a:cubicBezTo>
                    <a:cubicBezTo>
                      <a:pt x="14" y="8"/>
                      <a:pt x="14" y="8"/>
                      <a:pt x="14" y="8"/>
                    </a:cubicBezTo>
                    <a:cubicBezTo>
                      <a:pt x="14" y="8"/>
                      <a:pt x="14" y="8"/>
                      <a:pt x="14" y="8"/>
                    </a:cubicBezTo>
                    <a:cubicBezTo>
                      <a:pt x="14" y="8"/>
                      <a:pt x="14" y="8"/>
                      <a:pt x="14" y="8"/>
                    </a:cubicBezTo>
                    <a:cubicBezTo>
                      <a:pt x="14" y="8"/>
                      <a:pt x="14" y="8"/>
                      <a:pt x="14" y="8"/>
                    </a:cubicBezTo>
                    <a:cubicBezTo>
                      <a:pt x="14" y="8"/>
                      <a:pt x="14" y="8"/>
                      <a:pt x="14" y="8"/>
                    </a:cubicBezTo>
                    <a:cubicBezTo>
                      <a:pt x="14" y="8"/>
                      <a:pt x="14" y="8"/>
                      <a:pt x="14" y="8"/>
                    </a:cubicBezTo>
                    <a:cubicBezTo>
                      <a:pt x="14" y="8"/>
                      <a:pt x="14" y="8"/>
                      <a:pt x="14" y="8"/>
                    </a:cubicBezTo>
                    <a:cubicBezTo>
                      <a:pt x="14" y="8"/>
                      <a:pt x="14" y="8"/>
                      <a:pt x="14" y="8"/>
                    </a:cubicBezTo>
                    <a:cubicBezTo>
                      <a:pt x="14" y="8"/>
                      <a:pt x="14"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8"/>
                      <a:pt x="13" y="8"/>
                      <a:pt x="13" y="8"/>
                    </a:cubicBezTo>
                    <a:cubicBezTo>
                      <a:pt x="13" y="7"/>
                      <a:pt x="13"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3" y="7"/>
                    </a:cubicBezTo>
                    <a:cubicBezTo>
                      <a:pt x="13" y="7"/>
                      <a:pt x="13" y="7"/>
                      <a:pt x="13" y="7"/>
                    </a:cubicBezTo>
                    <a:cubicBezTo>
                      <a:pt x="13" y="7"/>
                      <a:pt x="13"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5" y="7"/>
                      <a:pt x="15" y="7"/>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4" y="7"/>
                      <a:pt x="14" y="7"/>
                    </a:cubicBezTo>
                    <a:cubicBezTo>
                      <a:pt x="14"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5"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6"/>
                      <a:pt x="17" y="6"/>
                    </a:cubicBezTo>
                    <a:cubicBezTo>
                      <a:pt x="17" y="6"/>
                      <a:pt x="17" y="6"/>
                      <a:pt x="17" y="6"/>
                    </a:cubicBezTo>
                    <a:cubicBezTo>
                      <a:pt x="17" y="6"/>
                      <a:pt x="17" y="6"/>
                      <a:pt x="17" y="6"/>
                    </a:cubicBezTo>
                    <a:cubicBezTo>
                      <a:pt x="17" y="6"/>
                      <a:pt x="17" y="6"/>
                      <a:pt x="17" y="6"/>
                    </a:cubicBezTo>
                    <a:cubicBezTo>
                      <a:pt x="17" y="6"/>
                      <a:pt x="17" y="6"/>
                      <a:pt x="17" y="6"/>
                    </a:cubicBezTo>
                    <a:cubicBezTo>
                      <a:pt x="17" y="7"/>
                      <a:pt x="17"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8" y="7"/>
                      <a:pt x="18" y="7"/>
                    </a:cubicBezTo>
                    <a:cubicBezTo>
                      <a:pt x="18"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7"/>
                      <a:pt x="19" y="7"/>
                    </a:cubicBezTo>
                    <a:cubicBezTo>
                      <a:pt x="19" y="7"/>
                      <a:pt x="19" y="6"/>
                      <a:pt x="19" y="6"/>
                    </a:cubicBezTo>
                    <a:cubicBezTo>
                      <a:pt x="19" y="6"/>
                      <a:pt x="19" y="6"/>
                      <a:pt x="19" y="6"/>
                    </a:cubicBezTo>
                    <a:cubicBezTo>
                      <a:pt x="19" y="6"/>
                      <a:pt x="19" y="6"/>
                      <a:pt x="19" y="6"/>
                    </a:cubicBezTo>
                    <a:cubicBezTo>
                      <a:pt x="19" y="6"/>
                      <a:pt x="19" y="6"/>
                      <a:pt x="19" y="6"/>
                    </a:cubicBezTo>
                    <a:cubicBezTo>
                      <a:pt x="19" y="6"/>
                      <a:pt x="19" y="7"/>
                      <a:pt x="20" y="7"/>
                    </a:cubicBezTo>
                    <a:cubicBezTo>
                      <a:pt x="20" y="7"/>
                      <a:pt x="20" y="7"/>
                      <a:pt x="20" y="7"/>
                    </a:cubicBezTo>
                    <a:cubicBezTo>
                      <a:pt x="20" y="7"/>
                      <a:pt x="20" y="7"/>
                      <a:pt x="20" y="7"/>
                    </a:cubicBezTo>
                    <a:cubicBezTo>
                      <a:pt x="20" y="7"/>
                      <a:pt x="20" y="7"/>
                      <a:pt x="20" y="7"/>
                    </a:cubicBezTo>
                    <a:cubicBezTo>
                      <a:pt x="20" y="7"/>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0" y="6"/>
                      <a:pt x="20" y="6"/>
                      <a:pt x="20" y="6"/>
                    </a:cubicBezTo>
                    <a:cubicBezTo>
                      <a:pt x="20" y="6"/>
                      <a:pt x="20"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1" y="6"/>
                      <a:pt x="21" y="6"/>
                      <a:pt x="21" y="6"/>
                    </a:cubicBezTo>
                    <a:cubicBezTo>
                      <a:pt x="22" y="6"/>
                      <a:pt x="22" y="6"/>
                      <a:pt x="22" y="6"/>
                    </a:cubicBezTo>
                    <a:cubicBezTo>
                      <a:pt x="22" y="6"/>
                      <a:pt x="22" y="6"/>
                      <a:pt x="22" y="6"/>
                    </a:cubicBezTo>
                    <a:cubicBezTo>
                      <a:pt x="22" y="6"/>
                      <a:pt x="22" y="6"/>
                      <a:pt x="22" y="6"/>
                    </a:cubicBezTo>
                    <a:cubicBezTo>
                      <a:pt x="22" y="6"/>
                      <a:pt x="22" y="6"/>
                      <a:pt x="22" y="6"/>
                    </a:cubicBezTo>
                    <a:cubicBezTo>
                      <a:pt x="22" y="6"/>
                      <a:pt x="22" y="5"/>
                      <a:pt x="23" y="5"/>
                    </a:cubicBezTo>
                    <a:cubicBezTo>
                      <a:pt x="23" y="5"/>
                      <a:pt x="23" y="5"/>
                      <a:pt x="23" y="5"/>
                    </a:cubicBezTo>
                    <a:cubicBezTo>
                      <a:pt x="23" y="5"/>
                      <a:pt x="23" y="5"/>
                      <a:pt x="23" y="5"/>
                    </a:cubicBezTo>
                    <a:cubicBezTo>
                      <a:pt x="23" y="6"/>
                      <a:pt x="23" y="6"/>
                      <a:pt x="23" y="6"/>
                    </a:cubicBezTo>
                    <a:cubicBezTo>
                      <a:pt x="23" y="6"/>
                      <a:pt x="23" y="6"/>
                      <a:pt x="23" y="5"/>
                    </a:cubicBezTo>
                    <a:cubicBezTo>
                      <a:pt x="23" y="5"/>
                      <a:pt x="24" y="5"/>
                      <a:pt x="24" y="5"/>
                    </a:cubicBezTo>
                    <a:cubicBezTo>
                      <a:pt x="24" y="5"/>
                      <a:pt x="24" y="5"/>
                      <a:pt x="24" y="5"/>
                    </a:cubicBezTo>
                    <a:cubicBezTo>
                      <a:pt x="24" y="5"/>
                      <a:pt x="24" y="5"/>
                      <a:pt x="24" y="5"/>
                    </a:cubicBezTo>
                    <a:cubicBezTo>
                      <a:pt x="24" y="5"/>
                      <a:pt x="24" y="5"/>
                      <a:pt x="24" y="5"/>
                    </a:cubicBezTo>
                    <a:cubicBezTo>
                      <a:pt x="24" y="5"/>
                      <a:pt x="24" y="5"/>
                      <a:pt x="24" y="5"/>
                    </a:cubicBezTo>
                    <a:cubicBezTo>
                      <a:pt x="24" y="5"/>
                      <a:pt x="24" y="5"/>
                      <a:pt x="24" y="5"/>
                    </a:cubicBezTo>
                    <a:cubicBezTo>
                      <a:pt x="24" y="5"/>
                      <a:pt x="24" y="5"/>
                      <a:pt x="24" y="5"/>
                    </a:cubicBezTo>
                    <a:cubicBezTo>
                      <a:pt x="24" y="5"/>
                      <a:pt x="24" y="5"/>
                      <a:pt x="24" y="5"/>
                    </a:cubicBezTo>
                    <a:cubicBezTo>
                      <a:pt x="25" y="5"/>
                      <a:pt x="25" y="5"/>
                      <a:pt x="25" y="5"/>
                    </a:cubicBezTo>
                    <a:cubicBezTo>
                      <a:pt x="25" y="5"/>
                      <a:pt x="25" y="5"/>
                      <a:pt x="25" y="5"/>
                    </a:cubicBezTo>
                    <a:cubicBezTo>
                      <a:pt x="26" y="5"/>
                      <a:pt x="26" y="5"/>
                      <a:pt x="26" y="5"/>
                    </a:cubicBezTo>
                    <a:cubicBezTo>
                      <a:pt x="26" y="5"/>
                      <a:pt x="26" y="5"/>
                      <a:pt x="26" y="5"/>
                    </a:cubicBezTo>
                    <a:cubicBezTo>
                      <a:pt x="26" y="5"/>
                      <a:pt x="26" y="5"/>
                      <a:pt x="26" y="5"/>
                    </a:cubicBezTo>
                    <a:cubicBezTo>
                      <a:pt x="26" y="5"/>
                      <a:pt x="26" y="5"/>
                      <a:pt x="26" y="5"/>
                    </a:cubicBezTo>
                    <a:cubicBezTo>
                      <a:pt x="26" y="5"/>
                      <a:pt x="26" y="5"/>
                      <a:pt x="25" y="5"/>
                    </a:cubicBezTo>
                    <a:cubicBezTo>
                      <a:pt x="25" y="5"/>
                      <a:pt x="25" y="5"/>
                      <a:pt x="25" y="5"/>
                    </a:cubicBezTo>
                    <a:cubicBezTo>
                      <a:pt x="25" y="5"/>
                      <a:pt x="24" y="5"/>
                      <a:pt x="24" y="5"/>
                    </a:cubicBezTo>
                    <a:cubicBezTo>
                      <a:pt x="24" y="5"/>
                      <a:pt x="24" y="5"/>
                      <a:pt x="24" y="5"/>
                    </a:cubicBezTo>
                    <a:cubicBezTo>
                      <a:pt x="24" y="5"/>
                      <a:pt x="24" y="5"/>
                      <a:pt x="24" y="5"/>
                    </a:cubicBezTo>
                    <a:cubicBezTo>
                      <a:pt x="24" y="5"/>
                      <a:pt x="24" y="5"/>
                      <a:pt x="24" y="5"/>
                    </a:cubicBezTo>
                    <a:cubicBezTo>
                      <a:pt x="23" y="5"/>
                      <a:pt x="23" y="5"/>
                      <a:pt x="23" y="5"/>
                    </a:cubicBezTo>
                    <a:cubicBezTo>
                      <a:pt x="23" y="5"/>
                      <a:pt x="23" y="5"/>
                      <a:pt x="23" y="5"/>
                    </a:cubicBezTo>
                    <a:cubicBezTo>
                      <a:pt x="23" y="5"/>
                      <a:pt x="23" y="5"/>
                      <a:pt x="23" y="5"/>
                    </a:cubicBezTo>
                    <a:cubicBezTo>
                      <a:pt x="23" y="4"/>
                      <a:pt x="23" y="4"/>
                      <a:pt x="23" y="4"/>
                    </a:cubicBezTo>
                    <a:cubicBezTo>
                      <a:pt x="23" y="4"/>
                      <a:pt x="23" y="4"/>
                      <a:pt x="23" y="4"/>
                    </a:cubicBezTo>
                    <a:cubicBezTo>
                      <a:pt x="23" y="4"/>
                      <a:pt x="23" y="4"/>
                      <a:pt x="23" y="4"/>
                    </a:cubicBezTo>
                    <a:cubicBezTo>
                      <a:pt x="23" y="4"/>
                      <a:pt x="23" y="4"/>
                      <a:pt x="23" y="4"/>
                    </a:cubicBezTo>
                    <a:cubicBezTo>
                      <a:pt x="24" y="4"/>
                      <a:pt x="24" y="4"/>
                      <a:pt x="24" y="4"/>
                    </a:cubicBezTo>
                    <a:cubicBezTo>
                      <a:pt x="24" y="4"/>
                      <a:pt x="24" y="4"/>
                      <a:pt x="24" y="4"/>
                    </a:cubicBezTo>
                    <a:cubicBezTo>
                      <a:pt x="24" y="4"/>
                      <a:pt x="24" y="4"/>
                      <a:pt x="24" y="4"/>
                    </a:cubicBezTo>
                    <a:cubicBezTo>
                      <a:pt x="24" y="4"/>
                      <a:pt x="24" y="4"/>
                      <a:pt x="25" y="4"/>
                    </a:cubicBezTo>
                    <a:cubicBezTo>
                      <a:pt x="25" y="4"/>
                      <a:pt x="25" y="4"/>
                      <a:pt x="25" y="4"/>
                    </a:cubicBezTo>
                    <a:cubicBezTo>
                      <a:pt x="25" y="4"/>
                      <a:pt x="25" y="4"/>
                      <a:pt x="25" y="4"/>
                    </a:cubicBezTo>
                    <a:cubicBezTo>
                      <a:pt x="25" y="4"/>
                      <a:pt x="25" y="4"/>
                      <a:pt x="25" y="4"/>
                    </a:cubicBezTo>
                    <a:cubicBezTo>
                      <a:pt x="25" y="4"/>
                      <a:pt x="25" y="4"/>
                      <a:pt x="25" y="4"/>
                    </a:cubicBezTo>
                    <a:cubicBezTo>
                      <a:pt x="25" y="4"/>
                      <a:pt x="25" y="4"/>
                      <a:pt x="25" y="4"/>
                    </a:cubicBezTo>
                    <a:cubicBezTo>
                      <a:pt x="25" y="4"/>
                      <a:pt x="25" y="4"/>
                      <a:pt x="25" y="4"/>
                    </a:cubicBezTo>
                    <a:cubicBezTo>
                      <a:pt x="24" y="4"/>
                      <a:pt x="24" y="4"/>
                      <a:pt x="24" y="4"/>
                    </a:cubicBezTo>
                    <a:cubicBezTo>
                      <a:pt x="24" y="4"/>
                      <a:pt x="24" y="4"/>
                      <a:pt x="25" y="4"/>
                    </a:cubicBezTo>
                    <a:cubicBezTo>
                      <a:pt x="25" y="4"/>
                      <a:pt x="25" y="4"/>
                      <a:pt x="25" y="4"/>
                    </a:cubicBezTo>
                    <a:cubicBezTo>
                      <a:pt x="25" y="4"/>
                      <a:pt x="25" y="4"/>
                      <a:pt x="25" y="4"/>
                    </a:cubicBezTo>
                    <a:cubicBezTo>
                      <a:pt x="25" y="4"/>
                      <a:pt x="25" y="4"/>
                      <a:pt x="25" y="4"/>
                    </a:cubicBezTo>
                    <a:cubicBezTo>
                      <a:pt x="25" y="4"/>
                      <a:pt x="25" y="4"/>
                      <a:pt x="25" y="4"/>
                    </a:cubicBezTo>
                    <a:cubicBezTo>
                      <a:pt x="25" y="4"/>
                      <a:pt x="25" y="4"/>
                      <a:pt x="25" y="4"/>
                    </a:cubicBezTo>
                    <a:cubicBezTo>
                      <a:pt x="25" y="4"/>
                      <a:pt x="25" y="4"/>
                      <a:pt x="25"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6" y="4"/>
                      <a:pt x="26" y="4"/>
                      <a:pt x="26" y="4"/>
                    </a:cubicBezTo>
                    <a:cubicBezTo>
                      <a:pt x="27" y="4"/>
                      <a:pt x="27" y="4"/>
                      <a:pt x="27" y="4"/>
                    </a:cubicBezTo>
                    <a:cubicBezTo>
                      <a:pt x="27" y="4"/>
                      <a:pt x="27" y="4"/>
                      <a:pt x="27" y="4"/>
                    </a:cubicBezTo>
                    <a:cubicBezTo>
                      <a:pt x="27" y="4"/>
                      <a:pt x="27" y="4"/>
                      <a:pt x="27" y="4"/>
                    </a:cubicBezTo>
                    <a:cubicBezTo>
                      <a:pt x="27" y="4"/>
                      <a:pt x="27" y="4"/>
                      <a:pt x="27" y="4"/>
                    </a:cubicBezTo>
                    <a:cubicBezTo>
                      <a:pt x="27" y="4"/>
                      <a:pt x="27" y="4"/>
                      <a:pt x="27" y="4"/>
                    </a:cubicBezTo>
                    <a:cubicBezTo>
                      <a:pt x="27" y="4"/>
                      <a:pt x="27" y="4"/>
                      <a:pt x="27" y="4"/>
                    </a:cubicBezTo>
                    <a:cubicBezTo>
                      <a:pt x="27" y="4"/>
                      <a:pt x="27" y="4"/>
                      <a:pt x="27" y="4"/>
                    </a:cubicBezTo>
                    <a:cubicBezTo>
                      <a:pt x="27" y="4"/>
                      <a:pt x="27" y="4"/>
                      <a:pt x="27" y="4"/>
                    </a:cubicBezTo>
                    <a:cubicBezTo>
                      <a:pt x="27" y="4"/>
                      <a:pt x="27" y="4"/>
                      <a:pt x="27" y="4"/>
                    </a:cubicBezTo>
                    <a:cubicBezTo>
                      <a:pt x="28" y="4"/>
                      <a:pt x="28" y="4"/>
                      <a:pt x="28" y="4"/>
                    </a:cubicBezTo>
                    <a:cubicBezTo>
                      <a:pt x="28" y="4"/>
                      <a:pt x="28" y="4"/>
                      <a:pt x="28" y="4"/>
                    </a:cubicBezTo>
                    <a:cubicBezTo>
                      <a:pt x="28" y="4"/>
                      <a:pt x="28" y="4"/>
                      <a:pt x="29" y="4"/>
                    </a:cubicBezTo>
                    <a:cubicBezTo>
                      <a:pt x="29" y="4"/>
                      <a:pt x="29" y="4"/>
                      <a:pt x="29" y="4"/>
                    </a:cubicBezTo>
                    <a:cubicBezTo>
                      <a:pt x="29" y="4"/>
                      <a:pt x="29" y="4"/>
                      <a:pt x="29" y="4"/>
                    </a:cubicBezTo>
                    <a:cubicBezTo>
                      <a:pt x="29" y="4"/>
                      <a:pt x="29" y="4"/>
                      <a:pt x="29" y="4"/>
                    </a:cubicBezTo>
                    <a:cubicBezTo>
                      <a:pt x="29" y="4"/>
                      <a:pt x="29" y="4"/>
                      <a:pt x="29" y="4"/>
                    </a:cubicBezTo>
                    <a:cubicBezTo>
                      <a:pt x="29" y="4"/>
                      <a:pt x="29" y="4"/>
                      <a:pt x="29" y="4"/>
                    </a:cubicBezTo>
                    <a:cubicBezTo>
                      <a:pt x="29" y="4"/>
                      <a:pt x="29" y="4"/>
                      <a:pt x="29" y="4"/>
                    </a:cubicBezTo>
                    <a:cubicBezTo>
                      <a:pt x="30" y="4"/>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3"/>
                    </a:cubicBezTo>
                    <a:cubicBezTo>
                      <a:pt x="30" y="3"/>
                      <a:pt x="30" y="3"/>
                      <a:pt x="30" y="2"/>
                    </a:cubicBezTo>
                    <a:cubicBezTo>
                      <a:pt x="30" y="2"/>
                      <a:pt x="30" y="2"/>
                      <a:pt x="30" y="2"/>
                    </a:cubicBezTo>
                    <a:cubicBezTo>
                      <a:pt x="30" y="2"/>
                      <a:pt x="30" y="2"/>
                      <a:pt x="30" y="2"/>
                    </a:cubicBezTo>
                    <a:cubicBezTo>
                      <a:pt x="30" y="2"/>
                      <a:pt x="30" y="2"/>
                      <a:pt x="30" y="2"/>
                    </a:cubicBezTo>
                    <a:cubicBezTo>
                      <a:pt x="30" y="2"/>
                      <a:pt x="30" y="2"/>
                      <a:pt x="30" y="2"/>
                    </a:cubicBezTo>
                    <a:cubicBezTo>
                      <a:pt x="30" y="2"/>
                      <a:pt x="30" y="2"/>
                      <a:pt x="30" y="2"/>
                    </a:cubicBezTo>
                    <a:cubicBezTo>
                      <a:pt x="30" y="2"/>
                      <a:pt x="30" y="2"/>
                      <a:pt x="30" y="2"/>
                    </a:cubicBezTo>
                    <a:cubicBezTo>
                      <a:pt x="30" y="2"/>
                      <a:pt x="30" y="2"/>
                      <a:pt x="30"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9" y="2"/>
                      <a:pt x="29" y="2"/>
                      <a:pt x="29"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7" y="2"/>
                      <a:pt x="27" y="2"/>
                      <a:pt x="27"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2"/>
                      <a:pt x="28" y="2"/>
                      <a:pt x="28" y="2"/>
                    </a:cubicBezTo>
                    <a:cubicBezTo>
                      <a:pt x="28" y="1"/>
                      <a:pt x="28" y="1"/>
                      <a:pt x="28" y="1"/>
                    </a:cubicBezTo>
                    <a:cubicBezTo>
                      <a:pt x="28" y="1"/>
                      <a:pt x="28" y="1"/>
                      <a:pt x="28" y="1"/>
                    </a:cubicBezTo>
                    <a:cubicBezTo>
                      <a:pt x="28" y="1"/>
                      <a:pt x="28" y="1"/>
                      <a:pt x="28" y="1"/>
                    </a:cubicBezTo>
                    <a:cubicBezTo>
                      <a:pt x="28"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7" y="1"/>
                    </a:cubicBezTo>
                    <a:cubicBezTo>
                      <a:pt x="27" y="1"/>
                      <a:pt x="27" y="1"/>
                      <a:pt x="26" y="1"/>
                    </a:cubicBezTo>
                    <a:cubicBezTo>
                      <a:pt x="26" y="1"/>
                      <a:pt x="26" y="1"/>
                      <a:pt x="26" y="1"/>
                    </a:cubicBezTo>
                    <a:cubicBezTo>
                      <a:pt x="26" y="1"/>
                      <a:pt x="26" y="1"/>
                      <a:pt x="26" y="1"/>
                    </a:cubicBezTo>
                    <a:cubicBezTo>
                      <a:pt x="26" y="1"/>
                      <a:pt x="26" y="1"/>
                      <a:pt x="26" y="1"/>
                    </a:cubicBezTo>
                    <a:cubicBezTo>
                      <a:pt x="26" y="1"/>
                      <a:pt x="26" y="1"/>
                      <a:pt x="26" y="1"/>
                    </a:cubicBezTo>
                    <a:cubicBezTo>
                      <a:pt x="26" y="1"/>
                      <a:pt x="26" y="1"/>
                      <a:pt x="26" y="1"/>
                    </a:cubicBezTo>
                    <a:cubicBezTo>
                      <a:pt x="26" y="1"/>
                      <a:pt x="26" y="1"/>
                      <a:pt x="26" y="1"/>
                    </a:cubicBezTo>
                    <a:cubicBezTo>
                      <a:pt x="26" y="1"/>
                      <a:pt x="26" y="1"/>
                      <a:pt x="26" y="1"/>
                    </a:cubicBezTo>
                    <a:cubicBezTo>
                      <a:pt x="26" y="1"/>
                      <a:pt x="26" y="1"/>
                      <a:pt x="26" y="1"/>
                    </a:cubicBezTo>
                    <a:cubicBezTo>
                      <a:pt x="26" y="1"/>
                      <a:pt x="25" y="1"/>
                      <a:pt x="25" y="1"/>
                    </a:cubicBezTo>
                    <a:cubicBezTo>
                      <a:pt x="25" y="1"/>
                      <a:pt x="25" y="1"/>
                      <a:pt x="25" y="1"/>
                    </a:cubicBezTo>
                    <a:cubicBezTo>
                      <a:pt x="25" y="1"/>
                      <a:pt x="25" y="1"/>
                      <a:pt x="25" y="1"/>
                    </a:cubicBezTo>
                    <a:cubicBezTo>
                      <a:pt x="25" y="1"/>
                      <a:pt x="25" y="1"/>
                      <a:pt x="25" y="1"/>
                    </a:cubicBezTo>
                    <a:cubicBezTo>
                      <a:pt x="25" y="1"/>
                      <a:pt x="25" y="1"/>
                      <a:pt x="25" y="1"/>
                    </a:cubicBezTo>
                    <a:cubicBezTo>
                      <a:pt x="25" y="1"/>
                      <a:pt x="25"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4" y="1"/>
                      <a:pt x="24" y="1"/>
                    </a:cubicBezTo>
                    <a:cubicBezTo>
                      <a:pt x="24" y="1"/>
                      <a:pt x="23" y="0"/>
                      <a:pt x="23" y="0"/>
                    </a:cubicBezTo>
                    <a:cubicBezTo>
                      <a:pt x="23" y="0"/>
                      <a:pt x="23" y="0"/>
                      <a:pt x="23" y="0"/>
                    </a:cubicBezTo>
                    <a:cubicBezTo>
                      <a:pt x="23" y="0"/>
                      <a:pt x="23" y="0"/>
                      <a:pt x="23" y="0"/>
                    </a:cubicBezTo>
                    <a:cubicBezTo>
                      <a:pt x="23" y="0"/>
                      <a:pt x="23" y="0"/>
                      <a:pt x="23" y="0"/>
                    </a:cubicBezTo>
                    <a:cubicBezTo>
                      <a:pt x="23" y="0"/>
                      <a:pt x="23" y="1"/>
                      <a:pt x="22" y="1"/>
                    </a:cubicBezTo>
                    <a:cubicBezTo>
                      <a:pt x="22" y="1"/>
                      <a:pt x="22" y="1"/>
                      <a:pt x="22" y="1"/>
                    </a:cubicBezTo>
                    <a:cubicBezTo>
                      <a:pt x="22" y="1"/>
                      <a:pt x="22" y="1"/>
                      <a:pt x="22" y="1"/>
                    </a:cubicBezTo>
                    <a:cubicBezTo>
                      <a:pt x="22" y="1"/>
                      <a:pt x="22" y="1"/>
                      <a:pt x="22" y="1"/>
                    </a:cubicBezTo>
                    <a:cubicBezTo>
                      <a:pt x="22" y="1"/>
                      <a:pt x="22" y="1"/>
                      <a:pt x="22" y="1"/>
                    </a:cubicBezTo>
                    <a:cubicBezTo>
                      <a:pt x="22" y="1"/>
                      <a:pt x="22" y="1"/>
                      <a:pt x="22" y="1"/>
                    </a:cubicBezTo>
                    <a:cubicBezTo>
                      <a:pt x="22" y="1"/>
                      <a:pt x="22" y="1"/>
                      <a:pt x="22" y="1"/>
                    </a:cubicBezTo>
                    <a:cubicBezTo>
                      <a:pt x="22" y="1"/>
                      <a:pt x="22" y="1"/>
                      <a:pt x="22" y="1"/>
                    </a:cubicBezTo>
                    <a:cubicBezTo>
                      <a:pt x="22" y="1"/>
                      <a:pt x="22" y="1"/>
                      <a:pt x="22" y="1"/>
                    </a:cubicBezTo>
                    <a:cubicBezTo>
                      <a:pt x="22" y="0"/>
                      <a:pt x="22" y="0"/>
                      <a:pt x="22" y="0"/>
                    </a:cubicBezTo>
                    <a:cubicBezTo>
                      <a:pt x="22" y="0"/>
                      <a:pt x="22" y="0"/>
                      <a:pt x="22" y="0"/>
                    </a:cubicBezTo>
                    <a:cubicBezTo>
                      <a:pt x="22" y="1"/>
                      <a:pt x="22" y="1"/>
                      <a:pt x="22" y="1"/>
                    </a:cubicBezTo>
                    <a:cubicBezTo>
                      <a:pt x="22" y="1"/>
                      <a:pt x="22" y="1"/>
                      <a:pt x="22" y="1"/>
                    </a:cubicBezTo>
                    <a:cubicBezTo>
                      <a:pt x="22" y="1"/>
                      <a:pt x="22" y="1"/>
                      <a:pt x="22" y="1"/>
                    </a:cubicBezTo>
                    <a:cubicBezTo>
                      <a:pt x="22" y="1"/>
                      <a:pt x="21" y="1"/>
                      <a:pt x="21" y="1"/>
                    </a:cubicBezTo>
                    <a:cubicBezTo>
                      <a:pt x="21" y="1"/>
                      <a:pt x="21" y="1"/>
                      <a:pt x="21" y="1"/>
                    </a:cubicBezTo>
                    <a:cubicBezTo>
                      <a:pt x="21" y="1"/>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0"/>
                      <a:pt x="21" y="0"/>
                      <a:pt x="21" y="0"/>
                    </a:cubicBezTo>
                    <a:cubicBezTo>
                      <a:pt x="21" y="1"/>
                      <a:pt x="21" y="1"/>
                      <a:pt x="21" y="1"/>
                    </a:cubicBezTo>
                    <a:cubicBezTo>
                      <a:pt x="21" y="1"/>
                      <a:pt x="21" y="1"/>
                      <a:pt x="21" y="1"/>
                    </a:cubicBezTo>
                    <a:cubicBezTo>
                      <a:pt x="21" y="1"/>
                      <a:pt x="21" y="1"/>
                      <a:pt x="21" y="1"/>
                    </a:cubicBezTo>
                    <a:cubicBezTo>
                      <a:pt x="21" y="1"/>
                      <a:pt x="21" y="1"/>
                      <a:pt x="21" y="1"/>
                    </a:cubicBezTo>
                    <a:cubicBezTo>
                      <a:pt x="21" y="1"/>
                      <a:pt x="21" y="1"/>
                      <a:pt x="20" y="1"/>
                    </a:cubicBezTo>
                    <a:cubicBezTo>
                      <a:pt x="20" y="1"/>
                      <a:pt x="20" y="1"/>
                      <a:pt x="20" y="1"/>
                    </a:cubicBezTo>
                    <a:cubicBezTo>
                      <a:pt x="20" y="1"/>
                      <a:pt x="20" y="0"/>
                      <a:pt x="20" y="0"/>
                    </a:cubicBezTo>
                    <a:cubicBezTo>
                      <a:pt x="20" y="0"/>
                      <a:pt x="20" y="0"/>
                      <a:pt x="20" y="0"/>
                    </a:cubicBezTo>
                    <a:cubicBezTo>
                      <a:pt x="20" y="0"/>
                      <a:pt x="20" y="0"/>
                      <a:pt x="20" y="0"/>
                    </a:cubicBezTo>
                    <a:cubicBezTo>
                      <a:pt x="20" y="0"/>
                      <a:pt x="20" y="0"/>
                      <a:pt x="20" y="0"/>
                    </a:cubicBezTo>
                    <a:cubicBezTo>
                      <a:pt x="20" y="0"/>
                      <a:pt x="20" y="0"/>
                      <a:pt x="20" y="0"/>
                    </a:cubicBezTo>
                    <a:cubicBezTo>
                      <a:pt x="20" y="0"/>
                      <a:pt x="20" y="0"/>
                      <a:pt x="20" y="0"/>
                    </a:cubicBezTo>
                    <a:cubicBezTo>
                      <a:pt x="20" y="0"/>
                      <a:pt x="20" y="1"/>
                      <a:pt x="20" y="1"/>
                    </a:cubicBezTo>
                    <a:cubicBezTo>
                      <a:pt x="20" y="1"/>
                      <a:pt x="20" y="1"/>
                      <a:pt x="20" y="1"/>
                    </a:cubicBezTo>
                    <a:cubicBezTo>
                      <a:pt x="19" y="1"/>
                      <a:pt x="19" y="1"/>
                      <a:pt x="19" y="0"/>
                    </a:cubicBezTo>
                    <a:cubicBezTo>
                      <a:pt x="19" y="0"/>
                      <a:pt x="19" y="0"/>
                      <a:pt x="19" y="0"/>
                    </a:cubicBezTo>
                    <a:cubicBezTo>
                      <a:pt x="19" y="0"/>
                      <a:pt x="19" y="0"/>
                      <a:pt x="19" y="0"/>
                    </a:cubicBezTo>
                    <a:cubicBezTo>
                      <a:pt x="19" y="0"/>
                      <a:pt x="19" y="0"/>
                      <a:pt x="19" y="0"/>
                    </a:cubicBezTo>
                    <a:cubicBezTo>
                      <a:pt x="19" y="0"/>
                      <a:pt x="19" y="0"/>
                      <a:pt x="19" y="0"/>
                    </a:cubicBezTo>
                    <a:cubicBezTo>
                      <a:pt x="19" y="0"/>
                      <a:pt x="19" y="0"/>
                      <a:pt x="19" y="1"/>
                    </a:cubicBezTo>
                    <a:cubicBezTo>
                      <a:pt x="19" y="1"/>
                      <a:pt x="19" y="1"/>
                      <a:pt x="19" y="1"/>
                    </a:cubicBezTo>
                    <a:cubicBezTo>
                      <a:pt x="19" y="1"/>
                      <a:pt x="19" y="0"/>
                      <a:pt x="19" y="0"/>
                    </a:cubicBezTo>
                    <a:cubicBezTo>
                      <a:pt x="19" y="0"/>
                      <a:pt x="19" y="0"/>
                      <a:pt x="19" y="0"/>
                    </a:cubicBezTo>
                    <a:cubicBezTo>
                      <a:pt x="19" y="0"/>
                      <a:pt x="19" y="0"/>
                      <a:pt x="19" y="0"/>
                    </a:cubicBezTo>
                    <a:cubicBezTo>
                      <a:pt x="19" y="1"/>
                      <a:pt x="19" y="1"/>
                      <a:pt x="18" y="1"/>
                    </a:cubicBezTo>
                    <a:cubicBezTo>
                      <a:pt x="18" y="1"/>
                      <a:pt x="18" y="1"/>
                      <a:pt x="18" y="1"/>
                    </a:cubicBezTo>
                    <a:cubicBezTo>
                      <a:pt x="18" y="1"/>
                      <a:pt x="18" y="1"/>
                      <a:pt x="18" y="1"/>
                    </a:cubicBezTo>
                    <a:cubicBezTo>
                      <a:pt x="18" y="1"/>
                      <a:pt x="18" y="1"/>
                      <a:pt x="18" y="1"/>
                    </a:cubicBezTo>
                    <a:cubicBezTo>
                      <a:pt x="18" y="1"/>
                      <a:pt x="18" y="1"/>
                      <a:pt x="18" y="1"/>
                    </a:cubicBezTo>
                    <a:cubicBezTo>
                      <a:pt x="18" y="1"/>
                      <a:pt x="18" y="1"/>
                      <a:pt x="18" y="1"/>
                    </a:cubicBezTo>
                    <a:cubicBezTo>
                      <a:pt x="18" y="1"/>
                      <a:pt x="18" y="1"/>
                      <a:pt x="18" y="2"/>
                    </a:cubicBezTo>
                    <a:cubicBezTo>
                      <a:pt x="18" y="2"/>
                      <a:pt x="18" y="2"/>
                      <a:pt x="18" y="2"/>
                    </a:cubicBezTo>
                    <a:cubicBezTo>
                      <a:pt x="18" y="2"/>
                      <a:pt x="18" y="2"/>
                      <a:pt x="18" y="2"/>
                    </a:cubicBezTo>
                    <a:cubicBezTo>
                      <a:pt x="18" y="2"/>
                      <a:pt x="18" y="2"/>
                      <a:pt x="18" y="2"/>
                    </a:cubicBezTo>
                    <a:cubicBezTo>
                      <a:pt x="18" y="2"/>
                      <a:pt x="18" y="2"/>
                      <a:pt x="18" y="1"/>
                    </a:cubicBezTo>
                    <a:cubicBezTo>
                      <a:pt x="18" y="1"/>
                      <a:pt x="18" y="1"/>
                      <a:pt x="18" y="1"/>
                    </a:cubicBezTo>
                    <a:cubicBezTo>
                      <a:pt x="18" y="1"/>
                      <a:pt x="18" y="1"/>
                      <a:pt x="18" y="1"/>
                    </a:cubicBezTo>
                    <a:cubicBezTo>
                      <a:pt x="18" y="1"/>
                      <a:pt x="18" y="1"/>
                      <a:pt x="18" y="1"/>
                    </a:cubicBezTo>
                    <a:cubicBezTo>
                      <a:pt x="18" y="1"/>
                      <a:pt x="18" y="1"/>
                      <a:pt x="18" y="1"/>
                    </a:cubicBezTo>
                    <a:cubicBezTo>
                      <a:pt x="18" y="1"/>
                      <a:pt x="18" y="1"/>
                      <a:pt x="18" y="1"/>
                    </a:cubicBezTo>
                    <a:cubicBezTo>
                      <a:pt x="18" y="1"/>
                      <a:pt x="18" y="1"/>
                      <a:pt x="18" y="1"/>
                    </a:cubicBezTo>
                    <a:cubicBezTo>
                      <a:pt x="18" y="1"/>
                      <a:pt x="17" y="1"/>
                      <a:pt x="17" y="1"/>
                    </a:cubicBezTo>
                    <a:cubicBezTo>
                      <a:pt x="17" y="1"/>
                      <a:pt x="17" y="1"/>
                      <a:pt x="17" y="1"/>
                    </a:cubicBezTo>
                    <a:cubicBezTo>
                      <a:pt x="17" y="1"/>
                      <a:pt x="17" y="2"/>
                      <a:pt x="17" y="2"/>
                    </a:cubicBezTo>
                    <a:cubicBezTo>
                      <a:pt x="17" y="2"/>
                      <a:pt x="17" y="2"/>
                      <a:pt x="17" y="2"/>
                    </a:cubicBezTo>
                    <a:cubicBezTo>
                      <a:pt x="17" y="2"/>
                      <a:pt x="17" y="2"/>
                      <a:pt x="17" y="2"/>
                    </a:cubicBezTo>
                    <a:cubicBezTo>
                      <a:pt x="17" y="2"/>
                      <a:pt x="17" y="1"/>
                      <a:pt x="17" y="1"/>
                    </a:cubicBezTo>
                    <a:cubicBezTo>
                      <a:pt x="17" y="1"/>
                      <a:pt x="17" y="1"/>
                      <a:pt x="17" y="1"/>
                    </a:cubicBezTo>
                    <a:cubicBezTo>
                      <a:pt x="17" y="1"/>
                      <a:pt x="17" y="1"/>
                      <a:pt x="17" y="1"/>
                    </a:cubicBezTo>
                    <a:cubicBezTo>
                      <a:pt x="17" y="1"/>
                      <a:pt x="17" y="1"/>
                      <a:pt x="17" y="1"/>
                    </a:cubicBezTo>
                    <a:cubicBezTo>
                      <a:pt x="17" y="1"/>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7" y="0"/>
                      <a:pt x="17" y="0"/>
                      <a:pt x="17" y="0"/>
                    </a:cubicBezTo>
                    <a:cubicBezTo>
                      <a:pt x="16" y="0"/>
                      <a:pt x="16" y="0"/>
                      <a:pt x="16" y="0"/>
                    </a:cubicBezTo>
                    <a:cubicBezTo>
                      <a:pt x="16" y="0"/>
                      <a:pt x="16" y="0"/>
                      <a:pt x="16" y="0"/>
                    </a:cubicBezTo>
                    <a:cubicBezTo>
                      <a:pt x="16" y="0"/>
                      <a:pt x="16" y="0"/>
                      <a:pt x="16" y="0"/>
                    </a:cubicBezTo>
                    <a:cubicBezTo>
                      <a:pt x="16" y="0"/>
                      <a:pt x="16" y="0"/>
                      <a:pt x="16" y="0"/>
                    </a:cubicBezTo>
                    <a:cubicBezTo>
                      <a:pt x="16" y="0"/>
                      <a:pt x="16" y="0"/>
                      <a:pt x="16" y="1"/>
                    </a:cubicBezTo>
                    <a:cubicBezTo>
                      <a:pt x="16" y="1"/>
                      <a:pt x="16" y="1"/>
                      <a:pt x="16" y="1"/>
                    </a:cubicBezTo>
                    <a:cubicBezTo>
                      <a:pt x="16" y="1"/>
                      <a:pt x="16" y="1"/>
                      <a:pt x="16" y="1"/>
                    </a:cubicBezTo>
                    <a:cubicBezTo>
                      <a:pt x="16" y="1"/>
                      <a:pt x="16" y="1"/>
                      <a:pt x="16" y="1"/>
                    </a:cubicBezTo>
                    <a:cubicBezTo>
                      <a:pt x="16" y="1"/>
                      <a:pt x="16" y="1"/>
                      <a:pt x="16" y="1"/>
                    </a:cubicBezTo>
                    <a:cubicBezTo>
                      <a:pt x="16" y="1"/>
                      <a:pt x="16" y="1"/>
                      <a:pt x="16" y="1"/>
                    </a:cubicBezTo>
                    <a:cubicBezTo>
                      <a:pt x="15" y="1"/>
                      <a:pt x="15" y="1"/>
                      <a:pt x="15" y="1"/>
                    </a:cubicBezTo>
                    <a:cubicBezTo>
                      <a:pt x="15" y="1"/>
                      <a:pt x="15" y="1"/>
                      <a:pt x="15" y="1"/>
                    </a:cubicBezTo>
                    <a:cubicBezTo>
                      <a:pt x="15" y="1"/>
                      <a:pt x="15" y="1"/>
                      <a:pt x="15" y="1"/>
                    </a:cubicBezTo>
                    <a:cubicBezTo>
                      <a:pt x="15" y="1"/>
                      <a:pt x="15" y="1"/>
                      <a:pt x="15" y="1"/>
                    </a:cubicBezTo>
                    <a:cubicBezTo>
                      <a:pt x="15" y="1"/>
                      <a:pt x="15" y="1"/>
                      <a:pt x="15" y="1"/>
                    </a:cubicBezTo>
                    <a:cubicBezTo>
                      <a:pt x="15" y="1"/>
                      <a:pt x="15" y="1"/>
                      <a:pt x="15" y="1"/>
                    </a:cubicBezTo>
                    <a:cubicBezTo>
                      <a:pt x="15" y="1"/>
                      <a:pt x="15" y="1"/>
                      <a:pt x="15" y="1"/>
                    </a:cubicBezTo>
                    <a:cubicBezTo>
                      <a:pt x="15" y="1"/>
                      <a:pt x="15" y="1"/>
                      <a:pt x="15" y="1"/>
                    </a:cubicBezTo>
                    <a:cubicBezTo>
                      <a:pt x="15" y="1"/>
                      <a:pt x="15" y="1"/>
                      <a:pt x="15" y="1"/>
                    </a:cubicBezTo>
                    <a:cubicBezTo>
                      <a:pt x="15" y="0"/>
                      <a:pt x="15" y="0"/>
                      <a:pt x="14" y="0"/>
                    </a:cubicBezTo>
                    <a:cubicBezTo>
                      <a:pt x="14" y="0"/>
                      <a:pt x="14" y="0"/>
                      <a:pt x="14" y="0"/>
                    </a:cubicBezTo>
                    <a:cubicBezTo>
                      <a:pt x="14" y="0"/>
                      <a:pt x="14" y="0"/>
                      <a:pt x="14" y="0"/>
                    </a:cubicBezTo>
                    <a:cubicBezTo>
                      <a:pt x="14" y="0"/>
                      <a:pt x="14" y="0"/>
                      <a:pt x="14" y="0"/>
                    </a:cubicBezTo>
                    <a:cubicBezTo>
                      <a:pt x="14" y="0"/>
                      <a:pt x="14" y="0"/>
                      <a:pt x="14" y="0"/>
                    </a:cubicBezTo>
                    <a:cubicBezTo>
                      <a:pt x="14" y="0"/>
                      <a:pt x="14" y="0"/>
                      <a:pt x="14" y="0"/>
                    </a:cubicBezTo>
                    <a:cubicBezTo>
                      <a:pt x="14" y="0"/>
                      <a:pt x="14" y="0"/>
                      <a:pt x="13" y="0"/>
                    </a:cubicBezTo>
                    <a:cubicBezTo>
                      <a:pt x="13" y="0"/>
                      <a:pt x="13" y="0"/>
                      <a:pt x="13" y="0"/>
                    </a:cubicBezTo>
                    <a:cubicBezTo>
                      <a:pt x="13" y="0"/>
                      <a:pt x="13" y="0"/>
                      <a:pt x="13" y="0"/>
                    </a:cubicBezTo>
                    <a:cubicBezTo>
                      <a:pt x="13" y="0"/>
                      <a:pt x="13" y="0"/>
                      <a:pt x="13" y="0"/>
                    </a:cubicBezTo>
                    <a:cubicBezTo>
                      <a:pt x="13" y="0"/>
                      <a:pt x="13" y="0"/>
                      <a:pt x="13" y="0"/>
                    </a:cubicBezTo>
                    <a:cubicBezTo>
                      <a:pt x="13" y="0"/>
                      <a:pt x="13" y="0"/>
                      <a:pt x="13" y="0"/>
                    </a:cubicBezTo>
                    <a:cubicBezTo>
                      <a:pt x="13" y="0"/>
                      <a:pt x="13" y="0"/>
                      <a:pt x="12" y="0"/>
                    </a:cubicBezTo>
                    <a:cubicBezTo>
                      <a:pt x="12" y="0"/>
                      <a:pt x="12" y="0"/>
                      <a:pt x="12" y="0"/>
                    </a:cubicBezTo>
                    <a:cubicBezTo>
                      <a:pt x="12" y="0"/>
                      <a:pt x="12" y="0"/>
                      <a:pt x="12" y="0"/>
                    </a:cubicBezTo>
                    <a:cubicBezTo>
                      <a:pt x="12" y="0"/>
                      <a:pt x="12" y="0"/>
                      <a:pt x="12" y="0"/>
                    </a:cubicBezTo>
                    <a:cubicBezTo>
                      <a:pt x="12" y="0"/>
                      <a:pt x="12" y="0"/>
                      <a:pt x="12" y="0"/>
                    </a:cubicBezTo>
                    <a:cubicBezTo>
                      <a:pt x="12" y="0"/>
                      <a:pt x="12" y="0"/>
                      <a:pt x="12" y="0"/>
                    </a:cubicBezTo>
                    <a:cubicBezTo>
                      <a:pt x="12" y="0"/>
                      <a:pt x="11" y="0"/>
                      <a:pt x="11" y="0"/>
                    </a:cubicBezTo>
                    <a:cubicBezTo>
                      <a:pt x="11" y="0"/>
                      <a:pt x="11" y="0"/>
                      <a:pt x="11" y="0"/>
                    </a:cubicBezTo>
                    <a:cubicBezTo>
                      <a:pt x="11" y="0"/>
                      <a:pt x="11" y="0"/>
                      <a:pt x="11" y="0"/>
                    </a:cubicBezTo>
                    <a:cubicBezTo>
                      <a:pt x="11" y="0"/>
                      <a:pt x="11" y="0"/>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2" y="1"/>
                    </a:cubicBezTo>
                    <a:cubicBezTo>
                      <a:pt x="12" y="1"/>
                      <a:pt x="12" y="1"/>
                      <a:pt x="12" y="1"/>
                    </a:cubicBezTo>
                    <a:cubicBezTo>
                      <a:pt x="12" y="1"/>
                      <a:pt x="12" y="1"/>
                      <a:pt x="12" y="1"/>
                    </a:cubicBezTo>
                    <a:cubicBezTo>
                      <a:pt x="12" y="1"/>
                      <a:pt x="12" y="1"/>
                      <a:pt x="12" y="1"/>
                    </a:cubicBezTo>
                    <a:cubicBezTo>
                      <a:pt x="12" y="1"/>
                      <a:pt x="12" y="1"/>
                      <a:pt x="12"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2" y="1"/>
                      <a:pt x="12" y="1"/>
                      <a:pt x="12" y="1"/>
                    </a:cubicBezTo>
                    <a:cubicBezTo>
                      <a:pt x="12" y="1"/>
                      <a:pt x="12" y="1"/>
                      <a:pt x="12" y="1"/>
                    </a:cubicBezTo>
                    <a:cubicBezTo>
                      <a:pt x="12" y="1"/>
                      <a:pt x="12" y="1"/>
                      <a:pt x="12" y="1"/>
                    </a:cubicBezTo>
                    <a:cubicBezTo>
                      <a:pt x="12" y="1"/>
                      <a:pt x="12" y="1"/>
                      <a:pt x="12" y="1"/>
                    </a:cubicBezTo>
                    <a:cubicBezTo>
                      <a:pt x="12" y="1"/>
                      <a:pt x="12" y="1"/>
                      <a:pt x="12" y="1"/>
                    </a:cubicBezTo>
                    <a:cubicBezTo>
                      <a:pt x="12" y="1"/>
                      <a:pt x="13" y="1"/>
                      <a:pt x="13" y="1"/>
                    </a:cubicBezTo>
                    <a:cubicBezTo>
                      <a:pt x="13" y="1"/>
                      <a:pt x="13" y="2"/>
                      <a:pt x="13" y="2"/>
                    </a:cubicBezTo>
                    <a:cubicBezTo>
                      <a:pt x="13" y="2"/>
                      <a:pt x="13" y="2"/>
                      <a:pt x="13" y="2"/>
                    </a:cubicBezTo>
                    <a:cubicBezTo>
                      <a:pt x="13" y="2"/>
                      <a:pt x="13" y="2"/>
                      <a:pt x="13" y="2"/>
                    </a:cubicBezTo>
                    <a:cubicBezTo>
                      <a:pt x="13" y="2"/>
                      <a:pt x="13" y="2"/>
                      <a:pt x="12" y="1"/>
                    </a:cubicBezTo>
                    <a:cubicBezTo>
                      <a:pt x="12" y="1"/>
                      <a:pt x="12" y="1"/>
                      <a:pt x="12" y="1"/>
                    </a:cubicBezTo>
                    <a:cubicBezTo>
                      <a:pt x="12" y="1"/>
                      <a:pt x="12" y="1"/>
                      <a:pt x="12" y="1"/>
                    </a:cubicBezTo>
                    <a:cubicBezTo>
                      <a:pt x="12" y="1"/>
                      <a:pt x="12" y="1"/>
                      <a:pt x="12" y="1"/>
                    </a:cubicBezTo>
                    <a:cubicBezTo>
                      <a:pt x="12" y="1"/>
                      <a:pt x="12" y="2"/>
                      <a:pt x="12" y="2"/>
                    </a:cubicBezTo>
                    <a:cubicBezTo>
                      <a:pt x="12" y="2"/>
                      <a:pt x="12" y="2"/>
                      <a:pt x="12" y="2"/>
                    </a:cubicBezTo>
                    <a:cubicBezTo>
                      <a:pt x="12" y="2"/>
                      <a:pt x="12" y="2"/>
                      <a:pt x="12" y="2"/>
                    </a:cubicBezTo>
                    <a:cubicBezTo>
                      <a:pt x="11" y="2"/>
                      <a:pt x="11" y="1"/>
                      <a:pt x="11" y="1"/>
                    </a:cubicBezTo>
                    <a:cubicBezTo>
                      <a:pt x="11" y="1"/>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0" y="2"/>
                      <a:pt x="10" y="2"/>
                    </a:cubicBezTo>
                    <a:cubicBezTo>
                      <a:pt x="10" y="2"/>
                      <a:pt x="10" y="2"/>
                      <a:pt x="10" y="2"/>
                    </a:cubicBezTo>
                    <a:cubicBezTo>
                      <a:pt x="11" y="2"/>
                      <a:pt x="11" y="2"/>
                      <a:pt x="11" y="2"/>
                    </a:cubicBezTo>
                    <a:cubicBezTo>
                      <a:pt x="11" y="2"/>
                      <a:pt x="11" y="2"/>
                      <a:pt x="11" y="2"/>
                    </a:cubicBezTo>
                    <a:cubicBezTo>
                      <a:pt x="11" y="2"/>
                      <a:pt x="11" y="2"/>
                      <a:pt x="11" y="2"/>
                    </a:cubicBezTo>
                    <a:cubicBezTo>
                      <a:pt x="11" y="2"/>
                      <a:pt x="12" y="2"/>
                      <a:pt x="12" y="2"/>
                    </a:cubicBezTo>
                    <a:cubicBezTo>
                      <a:pt x="12" y="2"/>
                      <a:pt x="12" y="2"/>
                      <a:pt x="12" y="2"/>
                    </a:cubicBezTo>
                    <a:cubicBezTo>
                      <a:pt x="12" y="2"/>
                      <a:pt x="12" y="2"/>
                      <a:pt x="12" y="2"/>
                    </a:cubicBezTo>
                    <a:cubicBezTo>
                      <a:pt x="12" y="2"/>
                      <a:pt x="12" y="2"/>
                      <a:pt x="12" y="2"/>
                    </a:cubicBezTo>
                    <a:cubicBezTo>
                      <a:pt x="12" y="2"/>
                      <a:pt x="13" y="2"/>
                      <a:pt x="13" y="2"/>
                    </a:cubicBezTo>
                    <a:cubicBezTo>
                      <a:pt x="13" y="2"/>
                      <a:pt x="13" y="2"/>
                      <a:pt x="13" y="2"/>
                    </a:cubicBezTo>
                    <a:cubicBezTo>
                      <a:pt x="13" y="2"/>
                      <a:pt x="12" y="2"/>
                      <a:pt x="12" y="2"/>
                    </a:cubicBezTo>
                    <a:cubicBezTo>
                      <a:pt x="12" y="2"/>
                      <a:pt x="12" y="2"/>
                      <a:pt x="12" y="2"/>
                    </a:cubicBezTo>
                    <a:cubicBezTo>
                      <a:pt x="12" y="2"/>
                      <a:pt x="11" y="2"/>
                      <a:pt x="11" y="2"/>
                    </a:cubicBezTo>
                    <a:cubicBezTo>
                      <a:pt x="11" y="2"/>
                      <a:pt x="11" y="2"/>
                      <a:pt x="11" y="2"/>
                    </a:cubicBezTo>
                    <a:cubicBezTo>
                      <a:pt x="11" y="2"/>
                      <a:pt x="11" y="2"/>
                      <a:pt x="11" y="3"/>
                    </a:cubicBezTo>
                    <a:cubicBezTo>
                      <a:pt x="10" y="3"/>
                      <a:pt x="11" y="3"/>
                      <a:pt x="11" y="3"/>
                    </a:cubicBezTo>
                    <a:cubicBezTo>
                      <a:pt x="11" y="3"/>
                      <a:pt x="11" y="3"/>
                      <a:pt x="11" y="3"/>
                    </a:cubicBezTo>
                    <a:cubicBezTo>
                      <a:pt x="11" y="3"/>
                      <a:pt x="11" y="3"/>
                      <a:pt x="11" y="3"/>
                    </a:cubicBezTo>
                    <a:cubicBezTo>
                      <a:pt x="11" y="3"/>
                      <a:pt x="12" y="3"/>
                      <a:pt x="12" y="3"/>
                    </a:cubicBezTo>
                    <a:cubicBezTo>
                      <a:pt x="12" y="3"/>
                      <a:pt x="12" y="3"/>
                      <a:pt x="12" y="3"/>
                    </a:cubicBezTo>
                    <a:cubicBezTo>
                      <a:pt x="12" y="3"/>
                      <a:pt x="13" y="3"/>
                      <a:pt x="13" y="3"/>
                    </a:cubicBezTo>
                    <a:cubicBezTo>
                      <a:pt x="13" y="3"/>
                      <a:pt x="13" y="3"/>
                      <a:pt x="14" y="3"/>
                    </a:cubicBezTo>
                    <a:cubicBezTo>
                      <a:pt x="14" y="3"/>
                      <a:pt x="14" y="3"/>
                      <a:pt x="14" y="3"/>
                    </a:cubicBezTo>
                    <a:cubicBezTo>
                      <a:pt x="14" y="3"/>
                      <a:pt x="14" y="3"/>
                      <a:pt x="14" y="3"/>
                    </a:cubicBezTo>
                    <a:cubicBezTo>
                      <a:pt x="14" y="3"/>
                      <a:pt x="14" y="3"/>
                      <a:pt x="15" y="3"/>
                    </a:cubicBezTo>
                    <a:cubicBezTo>
                      <a:pt x="15" y="3"/>
                      <a:pt x="15" y="3"/>
                      <a:pt x="15" y="3"/>
                    </a:cubicBezTo>
                    <a:cubicBezTo>
                      <a:pt x="15" y="3"/>
                      <a:pt x="15" y="3"/>
                      <a:pt x="15" y="3"/>
                    </a:cubicBezTo>
                    <a:cubicBezTo>
                      <a:pt x="14" y="3"/>
                      <a:pt x="14" y="3"/>
                      <a:pt x="14" y="3"/>
                    </a:cubicBezTo>
                    <a:cubicBezTo>
                      <a:pt x="14" y="3"/>
                      <a:pt x="14" y="3"/>
                      <a:pt x="14" y="3"/>
                    </a:cubicBezTo>
                    <a:cubicBezTo>
                      <a:pt x="14" y="3"/>
                      <a:pt x="14" y="3"/>
                      <a:pt x="14" y="3"/>
                    </a:cubicBezTo>
                    <a:cubicBezTo>
                      <a:pt x="14" y="3"/>
                      <a:pt x="14" y="3"/>
                      <a:pt x="13" y="3"/>
                    </a:cubicBezTo>
                    <a:cubicBezTo>
                      <a:pt x="13" y="3"/>
                      <a:pt x="13" y="3"/>
                      <a:pt x="13" y="3"/>
                    </a:cubicBezTo>
                    <a:cubicBezTo>
                      <a:pt x="13" y="3"/>
                      <a:pt x="13" y="3"/>
                      <a:pt x="12" y="3"/>
                    </a:cubicBezTo>
                    <a:cubicBezTo>
                      <a:pt x="12" y="3"/>
                      <a:pt x="12" y="3"/>
                      <a:pt x="12" y="3"/>
                    </a:cubicBezTo>
                    <a:cubicBezTo>
                      <a:pt x="12" y="3"/>
                      <a:pt x="12" y="3"/>
                      <a:pt x="12" y="3"/>
                    </a:cubicBezTo>
                    <a:cubicBezTo>
                      <a:pt x="12" y="4"/>
                      <a:pt x="12" y="4"/>
                      <a:pt x="12" y="4"/>
                    </a:cubicBezTo>
                    <a:cubicBezTo>
                      <a:pt x="12" y="4"/>
                      <a:pt x="12" y="4"/>
                      <a:pt x="13" y="4"/>
                    </a:cubicBezTo>
                    <a:cubicBezTo>
                      <a:pt x="13" y="4"/>
                      <a:pt x="13" y="4"/>
                      <a:pt x="13" y="4"/>
                    </a:cubicBezTo>
                    <a:cubicBezTo>
                      <a:pt x="13" y="4"/>
                      <a:pt x="13" y="4"/>
                      <a:pt x="13" y="4"/>
                    </a:cubicBezTo>
                    <a:cubicBezTo>
                      <a:pt x="13"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4" y="4"/>
                      <a:pt x="14" y="4"/>
                      <a:pt x="14" y="4"/>
                    </a:cubicBezTo>
                    <a:cubicBezTo>
                      <a:pt x="13" y="4"/>
                      <a:pt x="13" y="4"/>
                      <a:pt x="13" y="4"/>
                    </a:cubicBezTo>
                    <a:cubicBezTo>
                      <a:pt x="13" y="4"/>
                      <a:pt x="13" y="4"/>
                      <a:pt x="14" y="4"/>
                    </a:cubicBezTo>
                    <a:cubicBezTo>
                      <a:pt x="14" y="4"/>
                      <a:pt x="14" y="4"/>
                      <a:pt x="14" y="4"/>
                    </a:cubicBezTo>
                    <a:cubicBezTo>
                      <a:pt x="14" y="4"/>
                      <a:pt x="14" y="4"/>
                      <a:pt x="14" y="4"/>
                    </a:cubicBezTo>
                    <a:cubicBezTo>
                      <a:pt x="14" y="4"/>
                      <a:pt x="14" y="4"/>
                      <a:pt x="15" y="4"/>
                    </a:cubicBezTo>
                    <a:cubicBezTo>
                      <a:pt x="15" y="4"/>
                      <a:pt x="15" y="4"/>
                      <a:pt x="15" y="4"/>
                    </a:cubicBezTo>
                    <a:cubicBezTo>
                      <a:pt x="15" y="4"/>
                      <a:pt x="15" y="4"/>
                      <a:pt x="15" y="4"/>
                    </a:cubicBezTo>
                    <a:cubicBezTo>
                      <a:pt x="15" y="4"/>
                      <a:pt x="15" y="4"/>
                      <a:pt x="15" y="4"/>
                    </a:cubicBezTo>
                    <a:cubicBezTo>
                      <a:pt x="15" y="4"/>
                      <a:pt x="15" y="4"/>
                      <a:pt x="15" y="4"/>
                    </a:cubicBezTo>
                    <a:cubicBezTo>
                      <a:pt x="15" y="4"/>
                      <a:pt x="15" y="4"/>
                      <a:pt x="15" y="4"/>
                    </a:cubicBezTo>
                    <a:cubicBezTo>
                      <a:pt x="16" y="4"/>
                      <a:pt x="16" y="4"/>
                      <a:pt x="16" y="4"/>
                    </a:cubicBezTo>
                    <a:cubicBezTo>
                      <a:pt x="17" y="4"/>
                      <a:pt x="17" y="4"/>
                      <a:pt x="17" y="3"/>
                    </a:cubicBezTo>
                    <a:cubicBezTo>
                      <a:pt x="17" y="3"/>
                      <a:pt x="17" y="3"/>
                      <a:pt x="17" y="3"/>
                    </a:cubicBezTo>
                    <a:cubicBezTo>
                      <a:pt x="17" y="3"/>
                      <a:pt x="17" y="3"/>
                      <a:pt x="17" y="3"/>
                    </a:cubicBezTo>
                    <a:cubicBezTo>
                      <a:pt x="17" y="3"/>
                      <a:pt x="17" y="3"/>
                      <a:pt x="17" y="3"/>
                    </a:cubicBezTo>
                    <a:cubicBezTo>
                      <a:pt x="17" y="3"/>
                      <a:pt x="17" y="3"/>
                      <a:pt x="17" y="3"/>
                    </a:cubicBezTo>
                    <a:cubicBezTo>
                      <a:pt x="17" y="3"/>
                      <a:pt x="17" y="3"/>
                      <a:pt x="17" y="3"/>
                    </a:cubicBezTo>
                    <a:cubicBezTo>
                      <a:pt x="17" y="3"/>
                      <a:pt x="17" y="3"/>
                      <a:pt x="17" y="3"/>
                    </a:cubicBezTo>
                    <a:cubicBezTo>
                      <a:pt x="17" y="3"/>
                      <a:pt x="17" y="3"/>
                      <a:pt x="17"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8" y="3"/>
                    </a:cubicBezTo>
                    <a:cubicBezTo>
                      <a:pt x="18" y="3"/>
                      <a:pt x="18" y="3"/>
                      <a:pt x="19" y="3"/>
                    </a:cubicBezTo>
                    <a:cubicBezTo>
                      <a:pt x="19" y="3"/>
                      <a:pt x="19" y="3"/>
                      <a:pt x="19" y="3"/>
                    </a:cubicBezTo>
                    <a:cubicBezTo>
                      <a:pt x="19" y="3"/>
                      <a:pt x="19" y="3"/>
                      <a:pt x="19" y="3"/>
                    </a:cubicBezTo>
                    <a:cubicBezTo>
                      <a:pt x="18" y="3"/>
                      <a:pt x="18" y="3"/>
                      <a:pt x="18" y="3"/>
                    </a:cubicBezTo>
                    <a:cubicBezTo>
                      <a:pt x="18" y="3"/>
                      <a:pt x="18" y="3"/>
                      <a:pt x="18" y="3"/>
                    </a:cubicBezTo>
                    <a:cubicBezTo>
                      <a:pt x="18" y="3"/>
                      <a:pt x="17" y="3"/>
                      <a:pt x="17" y="3"/>
                    </a:cubicBezTo>
                    <a:cubicBezTo>
                      <a:pt x="17" y="3"/>
                      <a:pt x="17" y="4"/>
                      <a:pt x="17" y="4"/>
                    </a:cubicBezTo>
                    <a:cubicBezTo>
                      <a:pt x="17" y="4"/>
                      <a:pt x="17" y="4"/>
                      <a:pt x="17" y="4"/>
                    </a:cubicBezTo>
                    <a:cubicBezTo>
                      <a:pt x="17" y="4"/>
                      <a:pt x="17" y="4"/>
                      <a:pt x="17" y="4"/>
                    </a:cubicBezTo>
                    <a:cubicBezTo>
                      <a:pt x="17" y="4"/>
                      <a:pt x="17" y="4"/>
                      <a:pt x="18" y="4"/>
                    </a:cubicBezTo>
                    <a:cubicBezTo>
                      <a:pt x="18" y="4"/>
                      <a:pt x="18" y="4"/>
                      <a:pt x="18" y="4"/>
                    </a:cubicBezTo>
                    <a:cubicBezTo>
                      <a:pt x="18" y="4"/>
                      <a:pt x="18" y="4"/>
                      <a:pt x="18" y="4"/>
                    </a:cubicBezTo>
                    <a:cubicBezTo>
                      <a:pt x="18" y="5"/>
                      <a:pt x="18" y="5"/>
                      <a:pt x="18" y="5"/>
                    </a:cubicBezTo>
                    <a:cubicBezTo>
                      <a:pt x="18" y="5"/>
                      <a:pt x="18" y="5"/>
                      <a:pt x="18" y="5"/>
                    </a:cubicBezTo>
                    <a:cubicBezTo>
                      <a:pt x="18" y="5"/>
                      <a:pt x="18" y="5"/>
                      <a:pt x="18" y="5"/>
                    </a:cubicBezTo>
                    <a:cubicBezTo>
                      <a:pt x="18" y="5"/>
                      <a:pt x="18" y="5"/>
                      <a:pt x="18" y="5"/>
                    </a:cubicBezTo>
                    <a:cubicBezTo>
                      <a:pt x="18" y="4"/>
                      <a:pt x="18" y="4"/>
                      <a:pt x="17" y="4"/>
                    </a:cubicBezTo>
                    <a:cubicBezTo>
                      <a:pt x="17" y="4"/>
                      <a:pt x="17" y="4"/>
                      <a:pt x="17" y="4"/>
                    </a:cubicBezTo>
                    <a:cubicBezTo>
                      <a:pt x="17" y="4"/>
                      <a:pt x="17" y="4"/>
                      <a:pt x="17" y="4"/>
                    </a:cubicBezTo>
                    <a:cubicBezTo>
                      <a:pt x="17" y="4"/>
                      <a:pt x="17" y="4"/>
                      <a:pt x="17" y="4"/>
                    </a:cubicBezTo>
                    <a:cubicBezTo>
                      <a:pt x="17" y="4"/>
                      <a:pt x="17" y="4"/>
                      <a:pt x="17"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5"/>
                    </a:cubicBezTo>
                    <a:cubicBezTo>
                      <a:pt x="16" y="5"/>
                      <a:pt x="16" y="5"/>
                      <a:pt x="16" y="5"/>
                    </a:cubicBezTo>
                    <a:cubicBezTo>
                      <a:pt x="16" y="5"/>
                      <a:pt x="16" y="5"/>
                      <a:pt x="16" y="5"/>
                    </a:cubicBezTo>
                    <a:cubicBezTo>
                      <a:pt x="16" y="5"/>
                      <a:pt x="16" y="5"/>
                      <a:pt x="16" y="5"/>
                    </a:cubicBezTo>
                    <a:cubicBezTo>
                      <a:pt x="16" y="5"/>
                      <a:pt x="16" y="5"/>
                      <a:pt x="16" y="5"/>
                    </a:cubicBezTo>
                    <a:cubicBezTo>
                      <a:pt x="16" y="4"/>
                      <a:pt x="15" y="4"/>
                      <a:pt x="15" y="4"/>
                    </a:cubicBezTo>
                    <a:cubicBezTo>
                      <a:pt x="15" y="4"/>
                      <a:pt x="15" y="4"/>
                      <a:pt x="15" y="4"/>
                    </a:cubicBezTo>
                    <a:cubicBezTo>
                      <a:pt x="15" y="4"/>
                      <a:pt x="15" y="4"/>
                      <a:pt x="15" y="4"/>
                    </a:cubicBezTo>
                    <a:cubicBezTo>
                      <a:pt x="15" y="4"/>
                      <a:pt x="14" y="4"/>
                      <a:pt x="14" y="4"/>
                    </a:cubicBezTo>
                    <a:cubicBezTo>
                      <a:pt x="14" y="4"/>
                      <a:pt x="14" y="4"/>
                      <a:pt x="14" y="4"/>
                    </a:cubicBezTo>
                    <a:cubicBezTo>
                      <a:pt x="14" y="5"/>
                      <a:pt x="14" y="5"/>
                      <a:pt x="14" y="5"/>
                    </a:cubicBezTo>
                    <a:cubicBezTo>
                      <a:pt x="14" y="5"/>
                      <a:pt x="14" y="5"/>
                      <a:pt x="14" y="5"/>
                    </a:cubicBezTo>
                    <a:cubicBezTo>
                      <a:pt x="14" y="5"/>
                      <a:pt x="14" y="4"/>
                      <a:pt x="14" y="4"/>
                    </a:cubicBezTo>
                    <a:cubicBezTo>
                      <a:pt x="14" y="4"/>
                      <a:pt x="14"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5"/>
                      <a:pt x="13" y="5"/>
                      <a:pt x="13" y="5"/>
                    </a:cubicBezTo>
                    <a:cubicBezTo>
                      <a:pt x="13" y="5"/>
                      <a:pt x="13" y="5"/>
                      <a:pt x="13" y="5"/>
                    </a:cubicBezTo>
                    <a:cubicBezTo>
                      <a:pt x="13" y="5"/>
                      <a:pt x="13" y="5"/>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3" y="6"/>
                      <a:pt x="13" y="6"/>
                    </a:cubicBezTo>
                    <a:cubicBezTo>
                      <a:pt x="13" y="6"/>
                      <a:pt x="12" y="6"/>
                      <a:pt x="12" y="6"/>
                    </a:cubicBezTo>
                    <a:cubicBezTo>
                      <a:pt x="12" y="6"/>
                      <a:pt x="12" y="6"/>
                      <a:pt x="12" y="6"/>
                    </a:cubicBezTo>
                    <a:cubicBezTo>
                      <a:pt x="12" y="6"/>
                      <a:pt x="12" y="6"/>
                      <a:pt x="12" y="6"/>
                    </a:cubicBezTo>
                    <a:cubicBezTo>
                      <a:pt x="13" y="6"/>
                      <a:pt x="13" y="5"/>
                      <a:pt x="13" y="5"/>
                    </a:cubicBezTo>
                    <a:cubicBezTo>
                      <a:pt x="13" y="5"/>
                      <a:pt x="13" y="5"/>
                      <a:pt x="12" y="5"/>
                    </a:cubicBezTo>
                    <a:cubicBezTo>
                      <a:pt x="12" y="5"/>
                      <a:pt x="12" y="5"/>
                      <a:pt x="12" y="5"/>
                    </a:cubicBezTo>
                    <a:cubicBezTo>
                      <a:pt x="12" y="5"/>
                      <a:pt x="12" y="5"/>
                      <a:pt x="12" y="5"/>
                    </a:cubicBezTo>
                    <a:cubicBezTo>
                      <a:pt x="12" y="5"/>
                      <a:pt x="12" y="5"/>
                      <a:pt x="12" y="5"/>
                    </a:cubicBezTo>
                    <a:cubicBezTo>
                      <a:pt x="12" y="5"/>
                      <a:pt x="12" y="4"/>
                      <a:pt x="12" y="4"/>
                    </a:cubicBezTo>
                    <a:cubicBezTo>
                      <a:pt x="12" y="4"/>
                      <a:pt x="12" y="4"/>
                      <a:pt x="12" y="4"/>
                    </a:cubicBezTo>
                    <a:cubicBezTo>
                      <a:pt x="12" y="4"/>
                      <a:pt x="12" y="4"/>
                      <a:pt x="12"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1" y="4"/>
                    </a:cubicBezTo>
                    <a:cubicBezTo>
                      <a:pt x="11" y="4"/>
                      <a:pt x="11" y="4"/>
                      <a:pt x="10" y="4"/>
                    </a:cubicBezTo>
                    <a:cubicBezTo>
                      <a:pt x="10" y="4"/>
                      <a:pt x="10" y="4"/>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5"/>
                      <a:pt x="10" y="5"/>
                      <a:pt x="10" y="5"/>
                    </a:cubicBezTo>
                    <a:cubicBezTo>
                      <a:pt x="10" y="6"/>
                      <a:pt x="10" y="6"/>
                      <a:pt x="10" y="6"/>
                    </a:cubicBezTo>
                    <a:cubicBezTo>
                      <a:pt x="10" y="6"/>
                      <a:pt x="10"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7"/>
                    </a:cubicBezTo>
                    <a:cubicBezTo>
                      <a:pt x="9" y="7"/>
                      <a:pt x="9" y="7"/>
                      <a:pt x="10" y="7"/>
                    </a:cubicBezTo>
                    <a:cubicBezTo>
                      <a:pt x="10" y="7"/>
                      <a:pt x="10" y="7"/>
                      <a:pt x="10" y="7"/>
                    </a:cubicBezTo>
                    <a:cubicBezTo>
                      <a:pt x="10" y="7"/>
                      <a:pt x="10" y="7"/>
                      <a:pt x="10" y="7"/>
                    </a:cubicBezTo>
                    <a:cubicBezTo>
                      <a:pt x="10" y="7"/>
                      <a:pt x="10" y="7"/>
                      <a:pt x="10" y="7"/>
                    </a:cubicBezTo>
                    <a:cubicBezTo>
                      <a:pt x="10" y="7"/>
                      <a:pt x="11" y="7"/>
                      <a:pt x="11" y="7"/>
                    </a:cubicBezTo>
                    <a:cubicBezTo>
                      <a:pt x="11" y="7"/>
                      <a:pt x="11" y="7"/>
                      <a:pt x="11" y="7"/>
                    </a:cubicBezTo>
                    <a:cubicBezTo>
                      <a:pt x="11" y="7"/>
                      <a:pt x="11" y="7"/>
                      <a:pt x="11" y="7"/>
                    </a:cubicBezTo>
                    <a:cubicBezTo>
                      <a:pt x="11" y="7"/>
                      <a:pt x="11"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9"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8" y="7"/>
                      <a:pt x="8" y="7"/>
                      <a:pt x="8" y="7"/>
                    </a:cubicBezTo>
                    <a:cubicBezTo>
                      <a:pt x="8" y="7"/>
                      <a:pt x="8" y="7"/>
                      <a:pt x="8" y="7"/>
                    </a:cubicBezTo>
                    <a:cubicBezTo>
                      <a:pt x="8" y="7"/>
                      <a:pt x="8" y="7"/>
                      <a:pt x="8" y="7"/>
                    </a:cubicBezTo>
                    <a:cubicBezTo>
                      <a:pt x="8" y="7"/>
                      <a:pt x="8" y="7"/>
                      <a:pt x="8" y="7"/>
                    </a:cubicBezTo>
                    <a:cubicBezTo>
                      <a:pt x="8" y="7"/>
                      <a:pt x="8" y="7"/>
                      <a:pt x="8" y="7"/>
                    </a:cubicBezTo>
                    <a:cubicBezTo>
                      <a:pt x="8" y="7"/>
                      <a:pt x="8" y="7"/>
                      <a:pt x="8" y="7"/>
                    </a:cubicBezTo>
                    <a:cubicBezTo>
                      <a:pt x="8" y="7"/>
                      <a:pt x="8" y="7"/>
                      <a:pt x="8" y="7"/>
                    </a:cubicBezTo>
                    <a:cubicBezTo>
                      <a:pt x="7" y="7"/>
                      <a:pt x="7" y="6"/>
                      <a:pt x="7" y="6"/>
                    </a:cubicBezTo>
                    <a:cubicBezTo>
                      <a:pt x="7" y="6"/>
                      <a:pt x="7" y="6"/>
                      <a:pt x="7" y="6"/>
                    </a:cubicBezTo>
                    <a:cubicBezTo>
                      <a:pt x="7" y="7"/>
                      <a:pt x="7" y="7"/>
                      <a:pt x="7" y="7"/>
                    </a:cubicBezTo>
                    <a:cubicBezTo>
                      <a:pt x="7" y="7"/>
                      <a:pt x="6" y="7"/>
                      <a:pt x="6" y="7"/>
                    </a:cubicBezTo>
                    <a:cubicBezTo>
                      <a:pt x="6" y="7"/>
                      <a:pt x="6" y="7"/>
                      <a:pt x="6" y="7"/>
                    </a:cubicBezTo>
                    <a:cubicBezTo>
                      <a:pt x="6" y="7"/>
                      <a:pt x="6" y="7"/>
                      <a:pt x="6" y="7"/>
                    </a:cubicBezTo>
                    <a:cubicBezTo>
                      <a:pt x="5" y="7"/>
                      <a:pt x="5" y="7"/>
                      <a:pt x="5" y="8"/>
                    </a:cubicBezTo>
                    <a:cubicBezTo>
                      <a:pt x="5" y="8"/>
                      <a:pt x="5" y="8"/>
                      <a:pt x="5" y="8"/>
                    </a:cubicBezTo>
                    <a:cubicBezTo>
                      <a:pt x="6" y="8"/>
                      <a:pt x="6" y="8"/>
                      <a:pt x="6" y="8"/>
                    </a:cubicBezTo>
                    <a:cubicBezTo>
                      <a:pt x="6" y="7"/>
                      <a:pt x="6" y="7"/>
                      <a:pt x="6" y="7"/>
                    </a:cubicBezTo>
                    <a:cubicBezTo>
                      <a:pt x="6" y="7"/>
                      <a:pt x="6" y="7"/>
                      <a:pt x="6" y="7"/>
                    </a:cubicBezTo>
                    <a:cubicBezTo>
                      <a:pt x="6" y="7"/>
                      <a:pt x="6" y="8"/>
                      <a:pt x="6" y="8"/>
                    </a:cubicBezTo>
                    <a:cubicBezTo>
                      <a:pt x="6" y="8"/>
                      <a:pt x="6" y="8"/>
                      <a:pt x="6" y="8"/>
                    </a:cubicBezTo>
                    <a:cubicBezTo>
                      <a:pt x="6" y="8"/>
                      <a:pt x="6" y="8"/>
                      <a:pt x="6" y="8"/>
                    </a:cubicBezTo>
                    <a:cubicBezTo>
                      <a:pt x="6" y="8"/>
                      <a:pt x="6" y="8"/>
                      <a:pt x="6" y="8"/>
                    </a:cubicBezTo>
                    <a:cubicBezTo>
                      <a:pt x="6" y="8"/>
                      <a:pt x="6" y="8"/>
                      <a:pt x="6" y="8"/>
                    </a:cubicBezTo>
                    <a:cubicBezTo>
                      <a:pt x="7" y="8"/>
                      <a:pt x="7" y="8"/>
                      <a:pt x="7" y="8"/>
                    </a:cubicBezTo>
                    <a:cubicBezTo>
                      <a:pt x="7" y="7"/>
                      <a:pt x="7" y="7"/>
                      <a:pt x="7" y="7"/>
                    </a:cubicBezTo>
                    <a:cubicBezTo>
                      <a:pt x="7" y="7"/>
                      <a:pt x="7" y="7"/>
                      <a:pt x="7" y="7"/>
                    </a:cubicBezTo>
                    <a:cubicBezTo>
                      <a:pt x="7" y="7"/>
                      <a:pt x="8" y="7"/>
                      <a:pt x="8" y="7"/>
                    </a:cubicBezTo>
                    <a:cubicBezTo>
                      <a:pt x="8" y="7"/>
                      <a:pt x="8" y="7"/>
                      <a:pt x="8" y="7"/>
                    </a:cubicBezTo>
                    <a:cubicBezTo>
                      <a:pt x="8" y="7"/>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9"/>
                      <a:pt x="6" y="9"/>
                    </a:cubicBezTo>
                    <a:cubicBezTo>
                      <a:pt x="6" y="9"/>
                      <a:pt x="6" y="9"/>
                      <a:pt x="6" y="9"/>
                    </a:cubicBezTo>
                    <a:cubicBezTo>
                      <a:pt x="6" y="9"/>
                      <a:pt x="6" y="9"/>
                      <a:pt x="6" y="9"/>
                    </a:cubicBezTo>
                    <a:cubicBezTo>
                      <a:pt x="6" y="9"/>
                      <a:pt x="6" y="9"/>
                      <a:pt x="6" y="9"/>
                    </a:cubicBezTo>
                    <a:cubicBezTo>
                      <a:pt x="6" y="9"/>
                      <a:pt x="6" y="9"/>
                      <a:pt x="7" y="9"/>
                    </a:cubicBezTo>
                    <a:cubicBezTo>
                      <a:pt x="7" y="9"/>
                      <a:pt x="7" y="9"/>
                      <a:pt x="7" y="9"/>
                    </a:cubicBezTo>
                    <a:cubicBezTo>
                      <a:pt x="7" y="9"/>
                      <a:pt x="7" y="9"/>
                      <a:pt x="7" y="9"/>
                    </a:cubicBezTo>
                    <a:cubicBezTo>
                      <a:pt x="7" y="9"/>
                      <a:pt x="7" y="9"/>
                      <a:pt x="8" y="9"/>
                    </a:cubicBezTo>
                    <a:cubicBezTo>
                      <a:pt x="8" y="9"/>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9"/>
                      <a:pt x="8" y="9"/>
                      <a:pt x="8" y="9"/>
                    </a:cubicBezTo>
                    <a:cubicBezTo>
                      <a:pt x="8" y="9"/>
                      <a:pt x="8" y="9"/>
                      <a:pt x="8" y="9"/>
                    </a:cubicBezTo>
                    <a:cubicBezTo>
                      <a:pt x="8" y="9"/>
                      <a:pt x="8" y="9"/>
                      <a:pt x="8" y="9"/>
                    </a:cubicBezTo>
                    <a:cubicBezTo>
                      <a:pt x="8" y="9"/>
                      <a:pt x="7" y="9"/>
                      <a:pt x="7" y="9"/>
                    </a:cubicBezTo>
                    <a:cubicBezTo>
                      <a:pt x="7" y="9"/>
                      <a:pt x="7" y="9"/>
                      <a:pt x="7" y="9"/>
                    </a:cubicBezTo>
                    <a:cubicBezTo>
                      <a:pt x="7" y="9"/>
                      <a:pt x="7" y="9"/>
                      <a:pt x="7" y="9"/>
                    </a:cubicBezTo>
                    <a:cubicBezTo>
                      <a:pt x="7" y="9"/>
                      <a:pt x="6" y="9"/>
                      <a:pt x="6" y="9"/>
                    </a:cubicBezTo>
                    <a:cubicBezTo>
                      <a:pt x="6" y="9"/>
                      <a:pt x="6" y="10"/>
                      <a:pt x="6" y="10"/>
                    </a:cubicBezTo>
                    <a:cubicBezTo>
                      <a:pt x="6" y="9"/>
                      <a:pt x="6" y="9"/>
                      <a:pt x="6" y="9"/>
                    </a:cubicBezTo>
                    <a:cubicBezTo>
                      <a:pt x="6" y="9"/>
                      <a:pt x="6" y="9"/>
                      <a:pt x="6" y="9"/>
                    </a:cubicBezTo>
                    <a:cubicBezTo>
                      <a:pt x="6" y="9"/>
                      <a:pt x="6" y="9"/>
                      <a:pt x="6" y="9"/>
                    </a:cubicBezTo>
                    <a:cubicBezTo>
                      <a:pt x="6" y="9"/>
                      <a:pt x="6" y="9"/>
                      <a:pt x="6" y="9"/>
                    </a:cubicBezTo>
                    <a:cubicBezTo>
                      <a:pt x="6" y="9"/>
                      <a:pt x="6" y="9"/>
                      <a:pt x="6" y="9"/>
                    </a:cubicBezTo>
                    <a:cubicBezTo>
                      <a:pt x="6" y="9"/>
                      <a:pt x="6" y="9"/>
                      <a:pt x="5" y="9"/>
                    </a:cubicBezTo>
                    <a:cubicBezTo>
                      <a:pt x="5" y="10"/>
                      <a:pt x="5" y="10"/>
                      <a:pt x="5" y="10"/>
                    </a:cubicBezTo>
                    <a:cubicBezTo>
                      <a:pt x="5" y="10"/>
                      <a:pt x="5" y="9"/>
                      <a:pt x="5" y="9"/>
                    </a:cubicBezTo>
                    <a:cubicBezTo>
                      <a:pt x="5" y="9"/>
                      <a:pt x="5" y="9"/>
                      <a:pt x="5" y="9"/>
                    </a:cubicBezTo>
                    <a:cubicBezTo>
                      <a:pt x="5" y="9"/>
                      <a:pt x="5" y="9"/>
                      <a:pt x="5" y="9"/>
                    </a:cubicBezTo>
                    <a:cubicBezTo>
                      <a:pt x="5" y="9"/>
                      <a:pt x="5" y="9"/>
                      <a:pt x="5" y="9"/>
                    </a:cubicBezTo>
                    <a:cubicBezTo>
                      <a:pt x="5" y="9"/>
                      <a:pt x="5" y="9"/>
                      <a:pt x="5" y="9"/>
                    </a:cubicBezTo>
                    <a:cubicBezTo>
                      <a:pt x="5" y="9"/>
                      <a:pt x="5" y="9"/>
                      <a:pt x="5" y="9"/>
                    </a:cubicBezTo>
                    <a:cubicBezTo>
                      <a:pt x="5" y="8"/>
                      <a:pt x="5" y="8"/>
                      <a:pt x="5" y="8"/>
                    </a:cubicBezTo>
                    <a:cubicBezTo>
                      <a:pt x="5" y="8"/>
                      <a:pt x="5" y="8"/>
                      <a:pt x="5" y="8"/>
                    </a:cubicBezTo>
                    <a:cubicBezTo>
                      <a:pt x="5"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8"/>
                    </a:cubicBezTo>
                    <a:cubicBezTo>
                      <a:pt x="4" y="8"/>
                      <a:pt x="4" y="8"/>
                      <a:pt x="4" y="9"/>
                    </a:cubicBezTo>
                    <a:cubicBezTo>
                      <a:pt x="4" y="9"/>
                      <a:pt x="4" y="9"/>
                      <a:pt x="4" y="9"/>
                    </a:cubicBezTo>
                    <a:cubicBezTo>
                      <a:pt x="3" y="9"/>
                      <a:pt x="3" y="9"/>
                      <a:pt x="3" y="9"/>
                    </a:cubicBezTo>
                    <a:cubicBezTo>
                      <a:pt x="4" y="9"/>
                      <a:pt x="4" y="9"/>
                      <a:pt x="4" y="9"/>
                    </a:cubicBezTo>
                    <a:cubicBezTo>
                      <a:pt x="4" y="9"/>
                      <a:pt x="3" y="9"/>
                      <a:pt x="3" y="10"/>
                    </a:cubicBezTo>
                    <a:cubicBezTo>
                      <a:pt x="3" y="10"/>
                      <a:pt x="3" y="10"/>
                      <a:pt x="3" y="10"/>
                    </a:cubicBezTo>
                    <a:cubicBezTo>
                      <a:pt x="3" y="10"/>
                      <a:pt x="3" y="10"/>
                      <a:pt x="3" y="10"/>
                    </a:cubicBezTo>
                    <a:cubicBezTo>
                      <a:pt x="3" y="9"/>
                      <a:pt x="3" y="9"/>
                      <a:pt x="3" y="9"/>
                    </a:cubicBezTo>
                    <a:cubicBezTo>
                      <a:pt x="3" y="9"/>
                      <a:pt x="3" y="9"/>
                      <a:pt x="3" y="9"/>
                    </a:cubicBezTo>
                    <a:cubicBezTo>
                      <a:pt x="3" y="9"/>
                      <a:pt x="3" y="9"/>
                      <a:pt x="3" y="9"/>
                    </a:cubicBezTo>
                    <a:cubicBezTo>
                      <a:pt x="3" y="9"/>
                      <a:pt x="2" y="9"/>
                      <a:pt x="2" y="9"/>
                    </a:cubicBezTo>
                    <a:cubicBezTo>
                      <a:pt x="2" y="9"/>
                      <a:pt x="2" y="9"/>
                      <a:pt x="2" y="9"/>
                    </a:cubicBezTo>
                    <a:cubicBezTo>
                      <a:pt x="2" y="9"/>
                      <a:pt x="2" y="9"/>
                      <a:pt x="2" y="9"/>
                    </a:cubicBezTo>
                    <a:cubicBezTo>
                      <a:pt x="2" y="9"/>
                      <a:pt x="2" y="9"/>
                      <a:pt x="2" y="9"/>
                    </a:cubicBezTo>
                    <a:cubicBezTo>
                      <a:pt x="1" y="9"/>
                      <a:pt x="1" y="9"/>
                      <a:pt x="1" y="9"/>
                    </a:cubicBezTo>
                    <a:cubicBezTo>
                      <a:pt x="1" y="9"/>
                      <a:pt x="1" y="9"/>
                      <a:pt x="1" y="9"/>
                    </a:cubicBezTo>
                    <a:cubicBezTo>
                      <a:pt x="1" y="9"/>
                      <a:pt x="1" y="9"/>
                      <a:pt x="1" y="10"/>
                    </a:cubicBezTo>
                    <a:cubicBezTo>
                      <a:pt x="1" y="10"/>
                      <a:pt x="1" y="10"/>
                      <a:pt x="1"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0" y="10"/>
                      <a:pt x="0" y="10"/>
                      <a:pt x="0"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0"/>
                    </a:cubicBezTo>
                    <a:cubicBezTo>
                      <a:pt x="1" y="10"/>
                      <a:pt x="1" y="10"/>
                      <a:pt x="1" y="11"/>
                    </a:cubicBezTo>
                    <a:cubicBezTo>
                      <a:pt x="1" y="11"/>
                      <a:pt x="1" y="11"/>
                      <a:pt x="1" y="11"/>
                    </a:cubicBezTo>
                    <a:cubicBezTo>
                      <a:pt x="1" y="11"/>
                      <a:pt x="1" y="11"/>
                      <a:pt x="1" y="11"/>
                    </a:cubicBezTo>
                    <a:cubicBezTo>
                      <a:pt x="1" y="11"/>
                      <a:pt x="1" y="11"/>
                      <a:pt x="1" y="11"/>
                    </a:cubicBezTo>
                    <a:cubicBezTo>
                      <a:pt x="1" y="11"/>
                      <a:pt x="1" y="11"/>
                      <a:pt x="1" y="11"/>
                    </a:cubicBezTo>
                    <a:cubicBezTo>
                      <a:pt x="1" y="11"/>
                      <a:pt x="1"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2" y="10"/>
                    </a:cubicBezTo>
                    <a:cubicBezTo>
                      <a:pt x="2" y="10"/>
                      <a:pt x="2" y="10"/>
                      <a:pt x="2" y="10"/>
                    </a:cubicBezTo>
                    <a:cubicBezTo>
                      <a:pt x="2" y="10"/>
                      <a:pt x="2" y="10"/>
                      <a:pt x="2" y="10"/>
                    </a:cubicBezTo>
                    <a:cubicBezTo>
                      <a:pt x="2" y="10"/>
                      <a:pt x="2" y="10"/>
                      <a:pt x="3" y="10"/>
                    </a:cubicBezTo>
                    <a:cubicBezTo>
                      <a:pt x="3" y="10"/>
                      <a:pt x="3" y="10"/>
                      <a:pt x="3" y="10"/>
                    </a:cubicBezTo>
                    <a:cubicBezTo>
                      <a:pt x="3" y="10"/>
                      <a:pt x="3" y="10"/>
                      <a:pt x="2" y="11"/>
                    </a:cubicBezTo>
                    <a:cubicBezTo>
                      <a:pt x="2" y="11"/>
                      <a:pt x="2" y="11"/>
                      <a:pt x="2" y="11"/>
                    </a:cubicBezTo>
                    <a:cubicBezTo>
                      <a:pt x="2" y="11"/>
                      <a:pt x="2" y="11"/>
                      <a:pt x="2" y="11"/>
                    </a:cubicBezTo>
                    <a:cubicBezTo>
                      <a:pt x="2" y="11"/>
                      <a:pt x="2" y="11"/>
                      <a:pt x="2" y="11"/>
                    </a:cubicBezTo>
                    <a:cubicBezTo>
                      <a:pt x="2" y="11"/>
                      <a:pt x="2" y="11"/>
                      <a:pt x="2" y="11"/>
                    </a:cubicBezTo>
                    <a:cubicBezTo>
                      <a:pt x="2" y="11"/>
                      <a:pt x="2"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3" y="11"/>
                    </a:cubicBezTo>
                    <a:cubicBezTo>
                      <a:pt x="3" y="11"/>
                      <a:pt x="3"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4" y="11"/>
                      <a:pt x="4" y="11"/>
                    </a:cubicBezTo>
                    <a:cubicBezTo>
                      <a:pt x="4"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5" y="11"/>
                    </a:cubicBezTo>
                    <a:cubicBezTo>
                      <a:pt x="5" y="11"/>
                      <a:pt x="5"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1"/>
                      <a:pt x="6" y="11"/>
                    </a:cubicBezTo>
                    <a:cubicBezTo>
                      <a:pt x="6" y="11"/>
                      <a:pt x="6" y="12"/>
                      <a:pt x="6" y="12"/>
                    </a:cubicBezTo>
                    <a:cubicBezTo>
                      <a:pt x="6" y="12"/>
                      <a:pt x="6" y="12"/>
                      <a:pt x="6" y="12"/>
                    </a:cubicBezTo>
                    <a:cubicBezTo>
                      <a:pt x="6" y="12"/>
                      <a:pt x="5" y="12"/>
                      <a:pt x="5" y="12"/>
                    </a:cubicBezTo>
                    <a:cubicBezTo>
                      <a:pt x="5" y="12"/>
                      <a:pt x="5" y="12"/>
                      <a:pt x="5" y="12"/>
                    </a:cubicBezTo>
                    <a:cubicBezTo>
                      <a:pt x="5" y="12"/>
                      <a:pt x="6" y="12"/>
                      <a:pt x="6" y="12"/>
                    </a:cubicBezTo>
                    <a:cubicBezTo>
                      <a:pt x="6" y="12"/>
                      <a:pt x="6" y="12"/>
                      <a:pt x="6" y="12"/>
                    </a:cubicBezTo>
                    <a:cubicBezTo>
                      <a:pt x="6" y="12"/>
                      <a:pt x="6" y="12"/>
                      <a:pt x="6" y="12"/>
                    </a:cubicBezTo>
                    <a:cubicBezTo>
                      <a:pt x="6" y="12"/>
                      <a:pt x="6" y="12"/>
                      <a:pt x="6" y="12"/>
                    </a:cubicBezTo>
                    <a:cubicBezTo>
                      <a:pt x="6" y="12"/>
                      <a:pt x="6" y="12"/>
                      <a:pt x="6" y="12"/>
                    </a:cubicBezTo>
                    <a:cubicBezTo>
                      <a:pt x="6" y="12"/>
                      <a:pt x="6"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7" y="12"/>
                    </a:cubicBezTo>
                    <a:cubicBezTo>
                      <a:pt x="7" y="12"/>
                      <a:pt x="7"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ubicBezTo>
                      <a:pt x="8" y="12"/>
                      <a:pt x="8" y="12"/>
                      <a:pt x="8" y="12"/>
                    </a:cubicBezTo>
                    <a:close/>
                    <a:moveTo>
                      <a:pt x="14" y="2"/>
                    </a:moveTo>
                    <a:cubicBezTo>
                      <a:pt x="14" y="2"/>
                      <a:pt x="14" y="2"/>
                      <a:pt x="14" y="2"/>
                    </a:cubicBezTo>
                    <a:cubicBezTo>
                      <a:pt x="14" y="2"/>
                      <a:pt x="14" y="2"/>
                      <a:pt x="14" y="2"/>
                    </a:cubicBezTo>
                    <a:cubicBezTo>
                      <a:pt x="14" y="2"/>
                      <a:pt x="13" y="2"/>
                      <a:pt x="13" y="2"/>
                    </a:cubicBezTo>
                    <a:cubicBezTo>
                      <a:pt x="13" y="2"/>
                      <a:pt x="13" y="2"/>
                      <a:pt x="13" y="2"/>
                    </a:cubicBezTo>
                    <a:cubicBezTo>
                      <a:pt x="13" y="2"/>
                      <a:pt x="13" y="2"/>
                      <a:pt x="13" y="2"/>
                    </a:cubicBezTo>
                    <a:cubicBezTo>
                      <a:pt x="13" y="2"/>
                      <a:pt x="13" y="2"/>
                      <a:pt x="13" y="2"/>
                    </a:cubicBezTo>
                    <a:cubicBezTo>
                      <a:pt x="13" y="2"/>
                      <a:pt x="14" y="2"/>
                      <a:pt x="14" y="2"/>
                    </a:cubicBezTo>
                    <a:cubicBezTo>
                      <a:pt x="14" y="2"/>
                      <a:pt x="14" y="2"/>
                      <a:pt x="14" y="2"/>
                    </a:cubicBezTo>
                    <a:cubicBezTo>
                      <a:pt x="14" y="2"/>
                      <a:pt x="14" y="2"/>
                      <a:pt x="14" y="2"/>
                    </a:cubicBezTo>
                    <a:cubicBezTo>
                      <a:pt x="14" y="2"/>
                      <a:pt x="14" y="2"/>
                      <a:pt x="14" y="2"/>
                    </a:cubicBezTo>
                    <a:cubicBezTo>
                      <a:pt x="14" y="2"/>
                      <a:pt x="14" y="2"/>
                      <a:pt x="14"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2" name="Freeform 512"/>
              <p:cNvSpPr>
                <a:spLocks/>
              </p:cNvSpPr>
              <p:nvPr/>
            </p:nvSpPr>
            <p:spPr bwMode="auto">
              <a:xfrm>
                <a:off x="4398170" y="2281238"/>
                <a:ext cx="19050" cy="14288"/>
              </a:xfrm>
              <a:custGeom>
                <a:avLst/>
                <a:gdLst/>
                <a:ahLst/>
                <a:cxnLst>
                  <a:cxn ang="0">
                    <a:pos x="3" y="4"/>
                  </a:cxn>
                  <a:cxn ang="0">
                    <a:pos x="4" y="3"/>
                  </a:cxn>
                  <a:cxn ang="0">
                    <a:pos x="4" y="3"/>
                  </a:cxn>
                  <a:cxn ang="0">
                    <a:pos x="4" y="3"/>
                  </a:cxn>
                  <a:cxn ang="0">
                    <a:pos x="5" y="3"/>
                  </a:cxn>
                  <a:cxn ang="0">
                    <a:pos x="5" y="2"/>
                  </a:cxn>
                  <a:cxn ang="0">
                    <a:pos x="4" y="2"/>
                  </a:cxn>
                  <a:cxn ang="0">
                    <a:pos x="4" y="2"/>
                  </a:cxn>
                  <a:cxn ang="0">
                    <a:pos x="4" y="2"/>
                  </a:cxn>
                  <a:cxn ang="0">
                    <a:pos x="5" y="2"/>
                  </a:cxn>
                  <a:cxn ang="0">
                    <a:pos x="5" y="2"/>
                  </a:cxn>
                  <a:cxn ang="0">
                    <a:pos x="4" y="2"/>
                  </a:cxn>
                  <a:cxn ang="0">
                    <a:pos x="4" y="2"/>
                  </a:cxn>
                  <a:cxn ang="0">
                    <a:pos x="5" y="1"/>
                  </a:cxn>
                  <a:cxn ang="0">
                    <a:pos x="5" y="1"/>
                  </a:cxn>
                  <a:cxn ang="0">
                    <a:pos x="6" y="1"/>
                  </a:cxn>
                  <a:cxn ang="0">
                    <a:pos x="6" y="1"/>
                  </a:cxn>
                  <a:cxn ang="0">
                    <a:pos x="7" y="0"/>
                  </a:cxn>
                  <a:cxn ang="0">
                    <a:pos x="6" y="0"/>
                  </a:cxn>
                  <a:cxn ang="0">
                    <a:pos x="6" y="0"/>
                  </a:cxn>
                  <a:cxn ang="0">
                    <a:pos x="5" y="0"/>
                  </a:cxn>
                  <a:cxn ang="0">
                    <a:pos x="5" y="0"/>
                  </a:cxn>
                  <a:cxn ang="0">
                    <a:pos x="4" y="0"/>
                  </a:cxn>
                  <a:cxn ang="0">
                    <a:pos x="4" y="0"/>
                  </a:cxn>
                  <a:cxn ang="0">
                    <a:pos x="3" y="0"/>
                  </a:cxn>
                  <a:cxn ang="0">
                    <a:pos x="3" y="0"/>
                  </a:cxn>
                  <a:cxn ang="0">
                    <a:pos x="3" y="0"/>
                  </a:cxn>
                  <a:cxn ang="0">
                    <a:pos x="3" y="1"/>
                  </a:cxn>
                  <a:cxn ang="0">
                    <a:pos x="3" y="1"/>
                  </a:cxn>
                  <a:cxn ang="0">
                    <a:pos x="3" y="1"/>
                  </a:cxn>
                  <a:cxn ang="0">
                    <a:pos x="3" y="1"/>
                  </a:cxn>
                  <a:cxn ang="0">
                    <a:pos x="3" y="1"/>
                  </a:cxn>
                  <a:cxn ang="0">
                    <a:pos x="3" y="2"/>
                  </a:cxn>
                  <a:cxn ang="0">
                    <a:pos x="3" y="1"/>
                  </a:cxn>
                  <a:cxn ang="0">
                    <a:pos x="2" y="2"/>
                  </a:cxn>
                  <a:cxn ang="0">
                    <a:pos x="2" y="2"/>
                  </a:cxn>
                  <a:cxn ang="0">
                    <a:pos x="2" y="2"/>
                  </a:cxn>
                  <a:cxn ang="0">
                    <a:pos x="1" y="2"/>
                  </a:cxn>
                  <a:cxn ang="0">
                    <a:pos x="1" y="1"/>
                  </a:cxn>
                  <a:cxn ang="0">
                    <a:pos x="0" y="1"/>
                  </a:cxn>
                  <a:cxn ang="0">
                    <a:pos x="0" y="2"/>
                  </a:cxn>
                  <a:cxn ang="0">
                    <a:pos x="0" y="3"/>
                  </a:cxn>
                  <a:cxn ang="0">
                    <a:pos x="1" y="3"/>
                  </a:cxn>
                  <a:cxn ang="0">
                    <a:pos x="1" y="4"/>
                  </a:cxn>
                  <a:cxn ang="0">
                    <a:pos x="1" y="4"/>
                  </a:cxn>
                  <a:cxn ang="0">
                    <a:pos x="0" y="4"/>
                  </a:cxn>
                  <a:cxn ang="0">
                    <a:pos x="0" y="4"/>
                  </a:cxn>
                  <a:cxn ang="0">
                    <a:pos x="0" y="5"/>
                  </a:cxn>
                  <a:cxn ang="0">
                    <a:pos x="0" y="5"/>
                  </a:cxn>
                  <a:cxn ang="0">
                    <a:pos x="1" y="4"/>
                  </a:cxn>
                  <a:cxn ang="0">
                    <a:pos x="1" y="4"/>
                  </a:cxn>
                  <a:cxn ang="0">
                    <a:pos x="1" y="4"/>
                  </a:cxn>
                  <a:cxn ang="0">
                    <a:pos x="2" y="4"/>
                  </a:cxn>
                  <a:cxn ang="0">
                    <a:pos x="2" y="4"/>
                  </a:cxn>
                  <a:cxn ang="0">
                    <a:pos x="2" y="4"/>
                  </a:cxn>
                  <a:cxn ang="0">
                    <a:pos x="2" y="4"/>
                  </a:cxn>
                  <a:cxn ang="0">
                    <a:pos x="2" y="4"/>
                  </a:cxn>
                  <a:cxn ang="0">
                    <a:pos x="2" y="4"/>
                  </a:cxn>
                  <a:cxn ang="0">
                    <a:pos x="2" y="4"/>
                  </a:cxn>
                  <a:cxn ang="0">
                    <a:pos x="3" y="4"/>
                  </a:cxn>
                  <a:cxn ang="0">
                    <a:pos x="3" y="4"/>
                  </a:cxn>
                  <a:cxn ang="0">
                    <a:pos x="3" y="4"/>
                  </a:cxn>
                  <a:cxn ang="0">
                    <a:pos x="3" y="4"/>
                  </a:cxn>
                </a:cxnLst>
                <a:rect l="0" t="0" r="r" b="b"/>
                <a:pathLst>
                  <a:path w="7" h="5">
                    <a:moveTo>
                      <a:pt x="3" y="4"/>
                    </a:moveTo>
                    <a:cubicBezTo>
                      <a:pt x="3" y="4"/>
                      <a:pt x="3" y="4"/>
                      <a:pt x="3" y="4"/>
                    </a:cubicBezTo>
                    <a:cubicBezTo>
                      <a:pt x="3" y="4"/>
                      <a:pt x="3" y="4"/>
                      <a:pt x="3" y="4"/>
                    </a:cubicBezTo>
                    <a:cubicBezTo>
                      <a:pt x="3" y="4"/>
                      <a:pt x="3" y="4"/>
                      <a:pt x="4" y="4"/>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5" y="3"/>
                    </a:cubicBezTo>
                    <a:cubicBezTo>
                      <a:pt x="5" y="3"/>
                      <a:pt x="5" y="3"/>
                      <a:pt x="5" y="3"/>
                    </a:cubicBezTo>
                    <a:cubicBezTo>
                      <a:pt x="5" y="3"/>
                      <a:pt x="5" y="3"/>
                      <a:pt x="5" y="2"/>
                    </a:cubicBezTo>
                    <a:cubicBezTo>
                      <a:pt x="5" y="2"/>
                      <a:pt x="5" y="2"/>
                      <a:pt x="5"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7" y="0"/>
                      <a:pt x="7" y="0"/>
                    </a:cubicBezTo>
                    <a:cubicBezTo>
                      <a:pt x="7" y="0"/>
                      <a:pt x="6" y="0"/>
                      <a:pt x="6" y="0"/>
                    </a:cubicBezTo>
                    <a:cubicBezTo>
                      <a:pt x="6" y="0"/>
                      <a:pt x="6" y="0"/>
                      <a:pt x="6" y="0"/>
                    </a:cubicBezTo>
                    <a:cubicBezTo>
                      <a:pt x="6" y="0"/>
                      <a:pt x="6" y="0"/>
                      <a:pt x="6" y="0"/>
                    </a:cubicBezTo>
                    <a:cubicBezTo>
                      <a:pt x="6" y="0"/>
                      <a:pt x="6" y="0"/>
                      <a:pt x="6" y="0"/>
                    </a:cubicBezTo>
                    <a:cubicBezTo>
                      <a:pt x="6" y="0"/>
                      <a:pt x="6" y="0"/>
                      <a:pt x="6" y="0"/>
                    </a:cubicBezTo>
                    <a:cubicBezTo>
                      <a:pt x="6" y="0"/>
                      <a:pt x="6" y="0"/>
                      <a:pt x="6" y="0"/>
                    </a:cubicBezTo>
                    <a:cubicBezTo>
                      <a:pt x="6" y="0"/>
                      <a:pt x="6" y="0"/>
                      <a:pt x="6" y="0"/>
                    </a:cubicBezTo>
                    <a:cubicBezTo>
                      <a:pt x="6" y="0"/>
                      <a:pt x="6" y="0"/>
                      <a:pt x="6" y="0"/>
                    </a:cubicBezTo>
                    <a:cubicBezTo>
                      <a:pt x="6"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4" y="0"/>
                    </a:cubicBezTo>
                    <a:cubicBezTo>
                      <a:pt x="4" y="0"/>
                      <a:pt x="4" y="0"/>
                      <a:pt x="4" y="0"/>
                    </a:cubicBezTo>
                    <a:cubicBezTo>
                      <a:pt x="4" y="0"/>
                      <a:pt x="4" y="0"/>
                      <a:pt x="4" y="0"/>
                    </a:cubicBezTo>
                    <a:cubicBezTo>
                      <a:pt x="4" y="0"/>
                      <a:pt x="4" y="0"/>
                      <a:pt x="4" y="0"/>
                    </a:cubicBezTo>
                    <a:cubicBezTo>
                      <a:pt x="4" y="0"/>
                      <a:pt x="4" y="0"/>
                      <a:pt x="4" y="0"/>
                    </a:cubicBezTo>
                    <a:cubicBezTo>
                      <a:pt x="4" y="0"/>
                      <a:pt x="4"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2"/>
                      <a:pt x="3" y="2"/>
                    </a:cubicBezTo>
                    <a:cubicBezTo>
                      <a:pt x="3" y="2"/>
                      <a:pt x="3" y="2"/>
                      <a:pt x="3" y="2"/>
                    </a:cubicBezTo>
                    <a:cubicBezTo>
                      <a:pt x="3" y="2"/>
                      <a:pt x="3" y="2"/>
                      <a:pt x="3" y="2"/>
                    </a:cubicBezTo>
                    <a:cubicBezTo>
                      <a:pt x="3" y="1"/>
                      <a:pt x="3" y="1"/>
                      <a:pt x="3" y="1"/>
                    </a:cubicBezTo>
                    <a:cubicBezTo>
                      <a:pt x="3" y="1"/>
                      <a:pt x="2" y="1"/>
                      <a:pt x="2" y="1"/>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1" y="2"/>
                      <a:pt x="1" y="2"/>
                      <a:pt x="1" y="2"/>
                    </a:cubicBezTo>
                    <a:cubicBezTo>
                      <a:pt x="1" y="2"/>
                      <a:pt x="1" y="2"/>
                      <a:pt x="1" y="2"/>
                    </a:cubicBezTo>
                    <a:cubicBezTo>
                      <a:pt x="1" y="2"/>
                      <a:pt x="1" y="1"/>
                      <a:pt x="1" y="1"/>
                    </a:cubicBezTo>
                    <a:cubicBezTo>
                      <a:pt x="1" y="1"/>
                      <a:pt x="1" y="1"/>
                      <a:pt x="1" y="1"/>
                    </a:cubicBezTo>
                    <a:cubicBezTo>
                      <a:pt x="1" y="1"/>
                      <a:pt x="1" y="1"/>
                      <a:pt x="1" y="1"/>
                    </a:cubicBezTo>
                    <a:cubicBezTo>
                      <a:pt x="1" y="1"/>
                      <a:pt x="1" y="1"/>
                      <a:pt x="1" y="1"/>
                    </a:cubicBezTo>
                    <a:cubicBezTo>
                      <a:pt x="1" y="1"/>
                      <a:pt x="0" y="1"/>
                      <a:pt x="0" y="1"/>
                    </a:cubicBezTo>
                    <a:cubicBezTo>
                      <a:pt x="0" y="2"/>
                      <a:pt x="0" y="2"/>
                      <a:pt x="0" y="2"/>
                    </a:cubicBezTo>
                    <a:cubicBezTo>
                      <a:pt x="0" y="2"/>
                      <a:pt x="0" y="2"/>
                      <a:pt x="0" y="2"/>
                    </a:cubicBezTo>
                    <a:cubicBezTo>
                      <a:pt x="0" y="2"/>
                      <a:pt x="0" y="2"/>
                      <a:pt x="0" y="2"/>
                    </a:cubicBezTo>
                    <a:cubicBezTo>
                      <a:pt x="0" y="2"/>
                      <a:pt x="0" y="3"/>
                      <a:pt x="0" y="3"/>
                    </a:cubicBezTo>
                    <a:cubicBezTo>
                      <a:pt x="0" y="3"/>
                      <a:pt x="0" y="3"/>
                      <a:pt x="0" y="3"/>
                    </a:cubicBezTo>
                    <a:cubicBezTo>
                      <a:pt x="0" y="3"/>
                      <a:pt x="0" y="3"/>
                      <a:pt x="0" y="3"/>
                    </a:cubicBezTo>
                    <a:cubicBezTo>
                      <a:pt x="0" y="3"/>
                      <a:pt x="1" y="3"/>
                      <a:pt x="1" y="3"/>
                    </a:cubicBezTo>
                    <a:cubicBezTo>
                      <a:pt x="1" y="3"/>
                      <a:pt x="1" y="3"/>
                      <a:pt x="1" y="3"/>
                    </a:cubicBezTo>
                    <a:cubicBezTo>
                      <a:pt x="1" y="3"/>
                      <a:pt x="1" y="3"/>
                      <a:pt x="1" y="3"/>
                    </a:cubicBezTo>
                    <a:cubicBezTo>
                      <a:pt x="1" y="3"/>
                      <a:pt x="1" y="3"/>
                      <a:pt x="0" y="3"/>
                    </a:cubicBezTo>
                    <a:cubicBezTo>
                      <a:pt x="0" y="3"/>
                      <a:pt x="0" y="3"/>
                      <a:pt x="0" y="3"/>
                    </a:cubicBezTo>
                    <a:cubicBezTo>
                      <a:pt x="0" y="3"/>
                      <a:pt x="0"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5"/>
                    </a:cubicBezTo>
                    <a:cubicBezTo>
                      <a:pt x="0" y="5"/>
                      <a:pt x="0" y="5"/>
                      <a:pt x="0" y="5"/>
                    </a:cubicBezTo>
                    <a:cubicBezTo>
                      <a:pt x="0" y="5"/>
                      <a:pt x="0" y="5"/>
                      <a:pt x="0" y="5"/>
                    </a:cubicBezTo>
                    <a:cubicBezTo>
                      <a:pt x="0" y="5"/>
                      <a:pt x="0" y="5"/>
                      <a:pt x="0" y="5"/>
                    </a:cubicBezTo>
                    <a:cubicBezTo>
                      <a:pt x="1" y="5"/>
                      <a:pt x="1" y="5"/>
                      <a:pt x="1" y="5"/>
                    </a:cubicBezTo>
                    <a:cubicBezTo>
                      <a:pt x="1" y="5"/>
                      <a:pt x="1" y="5"/>
                      <a:pt x="1" y="5"/>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1" y="4"/>
                      <a:pt x="1" y="4"/>
                    </a:cubicBezTo>
                    <a:cubicBezTo>
                      <a:pt x="1" y="4"/>
                      <a:pt x="1"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3" name="Freeform 513"/>
              <p:cNvSpPr>
                <a:spLocks/>
              </p:cNvSpPr>
              <p:nvPr/>
            </p:nvSpPr>
            <p:spPr bwMode="auto">
              <a:xfrm>
                <a:off x="4386263" y="2259808"/>
                <a:ext cx="28575" cy="13097"/>
              </a:xfrm>
              <a:custGeom>
                <a:avLst/>
                <a:gdLst/>
                <a:ahLst/>
                <a:cxnLst>
                  <a:cxn ang="0">
                    <a:pos x="7" y="3"/>
                  </a:cxn>
                  <a:cxn ang="0">
                    <a:pos x="7" y="3"/>
                  </a:cxn>
                  <a:cxn ang="0">
                    <a:pos x="6" y="3"/>
                  </a:cxn>
                  <a:cxn ang="0">
                    <a:pos x="6" y="3"/>
                  </a:cxn>
                  <a:cxn ang="0">
                    <a:pos x="5" y="3"/>
                  </a:cxn>
                  <a:cxn ang="0">
                    <a:pos x="5" y="2"/>
                  </a:cxn>
                  <a:cxn ang="0">
                    <a:pos x="6" y="2"/>
                  </a:cxn>
                  <a:cxn ang="0">
                    <a:pos x="6" y="1"/>
                  </a:cxn>
                  <a:cxn ang="0">
                    <a:pos x="5" y="1"/>
                  </a:cxn>
                  <a:cxn ang="0">
                    <a:pos x="4" y="0"/>
                  </a:cxn>
                  <a:cxn ang="0">
                    <a:pos x="4" y="1"/>
                  </a:cxn>
                  <a:cxn ang="0">
                    <a:pos x="3" y="1"/>
                  </a:cxn>
                  <a:cxn ang="0">
                    <a:pos x="4" y="2"/>
                  </a:cxn>
                  <a:cxn ang="0">
                    <a:pos x="3" y="1"/>
                  </a:cxn>
                  <a:cxn ang="0">
                    <a:pos x="1" y="2"/>
                  </a:cxn>
                  <a:cxn ang="0">
                    <a:pos x="2" y="2"/>
                  </a:cxn>
                  <a:cxn ang="0">
                    <a:pos x="1" y="2"/>
                  </a:cxn>
                  <a:cxn ang="0">
                    <a:pos x="0" y="2"/>
                  </a:cxn>
                  <a:cxn ang="0">
                    <a:pos x="1" y="3"/>
                  </a:cxn>
                  <a:cxn ang="0">
                    <a:pos x="1" y="3"/>
                  </a:cxn>
                  <a:cxn ang="0">
                    <a:pos x="2" y="3"/>
                  </a:cxn>
                  <a:cxn ang="0">
                    <a:pos x="3" y="2"/>
                  </a:cxn>
                  <a:cxn ang="0">
                    <a:pos x="3" y="2"/>
                  </a:cxn>
                  <a:cxn ang="0">
                    <a:pos x="3" y="3"/>
                  </a:cxn>
                  <a:cxn ang="0">
                    <a:pos x="3" y="3"/>
                  </a:cxn>
                  <a:cxn ang="0">
                    <a:pos x="4" y="3"/>
                  </a:cxn>
                  <a:cxn ang="0">
                    <a:pos x="4" y="3"/>
                  </a:cxn>
                  <a:cxn ang="0">
                    <a:pos x="4" y="4"/>
                  </a:cxn>
                  <a:cxn ang="0">
                    <a:pos x="3" y="4"/>
                  </a:cxn>
                  <a:cxn ang="0">
                    <a:pos x="3" y="4"/>
                  </a:cxn>
                  <a:cxn ang="0">
                    <a:pos x="2" y="3"/>
                  </a:cxn>
                  <a:cxn ang="0">
                    <a:pos x="2" y="4"/>
                  </a:cxn>
                  <a:cxn ang="0">
                    <a:pos x="1" y="4"/>
                  </a:cxn>
                  <a:cxn ang="0">
                    <a:pos x="2" y="5"/>
                  </a:cxn>
                  <a:cxn ang="0">
                    <a:pos x="3" y="5"/>
                  </a:cxn>
                  <a:cxn ang="0">
                    <a:pos x="4" y="4"/>
                  </a:cxn>
                  <a:cxn ang="0">
                    <a:pos x="4" y="5"/>
                  </a:cxn>
                  <a:cxn ang="0">
                    <a:pos x="5" y="4"/>
                  </a:cxn>
                  <a:cxn ang="0">
                    <a:pos x="5" y="4"/>
                  </a:cxn>
                  <a:cxn ang="0">
                    <a:pos x="6" y="4"/>
                  </a:cxn>
                  <a:cxn ang="0">
                    <a:pos x="6" y="5"/>
                  </a:cxn>
                  <a:cxn ang="0">
                    <a:pos x="6" y="5"/>
                  </a:cxn>
                  <a:cxn ang="0">
                    <a:pos x="7" y="5"/>
                  </a:cxn>
                  <a:cxn ang="0">
                    <a:pos x="8" y="5"/>
                  </a:cxn>
                  <a:cxn ang="0">
                    <a:pos x="8" y="4"/>
                  </a:cxn>
                  <a:cxn ang="0">
                    <a:pos x="9" y="4"/>
                  </a:cxn>
                  <a:cxn ang="0">
                    <a:pos x="10" y="3"/>
                  </a:cxn>
                  <a:cxn ang="0">
                    <a:pos x="9" y="3"/>
                  </a:cxn>
                  <a:cxn ang="0">
                    <a:pos x="9" y="3"/>
                  </a:cxn>
                  <a:cxn ang="0">
                    <a:pos x="9" y="3"/>
                  </a:cxn>
                  <a:cxn ang="0">
                    <a:pos x="9" y="3"/>
                  </a:cxn>
                  <a:cxn ang="0">
                    <a:pos x="10" y="2"/>
                  </a:cxn>
                  <a:cxn ang="0">
                    <a:pos x="9" y="1"/>
                  </a:cxn>
                  <a:cxn ang="0">
                    <a:pos x="8" y="1"/>
                  </a:cxn>
                  <a:cxn ang="0">
                    <a:pos x="8" y="2"/>
                  </a:cxn>
                  <a:cxn ang="0">
                    <a:pos x="7" y="2"/>
                  </a:cxn>
                </a:cxnLst>
                <a:rect l="0" t="0" r="r" b="b"/>
                <a:pathLst>
                  <a:path w="10" h="5">
                    <a:moveTo>
                      <a:pt x="7" y="2"/>
                    </a:moveTo>
                    <a:cubicBezTo>
                      <a:pt x="7" y="2"/>
                      <a:pt x="7" y="3"/>
                      <a:pt x="6" y="3"/>
                    </a:cubicBezTo>
                    <a:cubicBezTo>
                      <a:pt x="6" y="3"/>
                      <a:pt x="6" y="3"/>
                      <a:pt x="6" y="3"/>
                    </a:cubicBezTo>
                    <a:cubicBezTo>
                      <a:pt x="6"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3"/>
                      <a:pt x="7" y="3"/>
                      <a:pt x="7" y="3"/>
                    </a:cubicBezTo>
                    <a:cubicBezTo>
                      <a:pt x="7" y="4"/>
                      <a:pt x="7" y="4"/>
                      <a:pt x="7" y="4"/>
                    </a:cubicBezTo>
                    <a:cubicBezTo>
                      <a:pt x="7" y="4"/>
                      <a:pt x="7" y="4"/>
                      <a:pt x="7" y="4"/>
                    </a:cubicBezTo>
                    <a:cubicBezTo>
                      <a:pt x="7" y="4"/>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2"/>
                    </a:cubicBezTo>
                    <a:cubicBezTo>
                      <a:pt x="5" y="2"/>
                      <a:pt x="5" y="2"/>
                      <a:pt x="5" y="2"/>
                    </a:cubicBezTo>
                    <a:cubicBezTo>
                      <a:pt x="5" y="2"/>
                      <a:pt x="5" y="2"/>
                      <a:pt x="5" y="2"/>
                    </a:cubicBezTo>
                    <a:cubicBezTo>
                      <a:pt x="5" y="2"/>
                      <a:pt x="5" y="2"/>
                      <a:pt x="5" y="2"/>
                    </a:cubicBezTo>
                    <a:cubicBezTo>
                      <a:pt x="5" y="2"/>
                      <a:pt x="5" y="2"/>
                      <a:pt x="5" y="2"/>
                    </a:cubicBezTo>
                    <a:cubicBezTo>
                      <a:pt x="5" y="2"/>
                      <a:pt x="5" y="2"/>
                      <a:pt x="6" y="2"/>
                    </a:cubicBezTo>
                    <a:cubicBezTo>
                      <a:pt x="6" y="2"/>
                      <a:pt x="6" y="2"/>
                      <a:pt x="6" y="2"/>
                    </a:cubicBezTo>
                    <a:cubicBezTo>
                      <a:pt x="6" y="2"/>
                      <a:pt x="6" y="2"/>
                      <a:pt x="6" y="2"/>
                    </a:cubicBezTo>
                    <a:cubicBezTo>
                      <a:pt x="6" y="2"/>
                      <a:pt x="6" y="2"/>
                      <a:pt x="6" y="2"/>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0"/>
                      <a:pt x="5" y="0"/>
                    </a:cubicBezTo>
                    <a:cubicBezTo>
                      <a:pt x="5" y="0"/>
                      <a:pt x="5" y="0"/>
                      <a:pt x="5" y="0"/>
                    </a:cubicBezTo>
                    <a:cubicBezTo>
                      <a:pt x="5" y="0"/>
                      <a:pt x="5" y="0"/>
                      <a:pt x="4" y="0"/>
                    </a:cubicBezTo>
                    <a:cubicBezTo>
                      <a:pt x="4" y="0"/>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3" y="1"/>
                      <a:pt x="3" y="1"/>
                    </a:cubicBezTo>
                    <a:cubicBezTo>
                      <a:pt x="3" y="1"/>
                      <a:pt x="3" y="1"/>
                      <a:pt x="3" y="1"/>
                    </a:cubicBezTo>
                    <a:cubicBezTo>
                      <a:pt x="3" y="1"/>
                      <a:pt x="3" y="1"/>
                      <a:pt x="3" y="1"/>
                    </a:cubicBezTo>
                    <a:cubicBezTo>
                      <a:pt x="3" y="1"/>
                      <a:pt x="3" y="1"/>
                      <a:pt x="3" y="1"/>
                    </a:cubicBezTo>
                    <a:cubicBezTo>
                      <a:pt x="3" y="1"/>
                      <a:pt x="3" y="1"/>
                      <a:pt x="3" y="1"/>
                    </a:cubicBezTo>
                    <a:cubicBezTo>
                      <a:pt x="3" y="1"/>
                      <a:pt x="4" y="1"/>
                      <a:pt x="4" y="2"/>
                    </a:cubicBezTo>
                    <a:cubicBezTo>
                      <a:pt x="4" y="2"/>
                      <a:pt x="4" y="2"/>
                      <a:pt x="4" y="2"/>
                    </a:cubicBezTo>
                    <a:cubicBezTo>
                      <a:pt x="4" y="2"/>
                      <a:pt x="4" y="2"/>
                      <a:pt x="4" y="2"/>
                    </a:cubicBezTo>
                    <a:cubicBezTo>
                      <a:pt x="3" y="2"/>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2" y="1"/>
                      <a:pt x="2" y="1"/>
                    </a:cubicBezTo>
                    <a:cubicBezTo>
                      <a:pt x="2" y="1"/>
                      <a:pt x="1" y="1"/>
                      <a:pt x="1" y="2"/>
                    </a:cubicBezTo>
                    <a:cubicBezTo>
                      <a:pt x="1"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1" y="2"/>
                    </a:cubicBezTo>
                    <a:cubicBezTo>
                      <a:pt x="1" y="2"/>
                      <a:pt x="1" y="2"/>
                      <a:pt x="1" y="2"/>
                    </a:cubicBezTo>
                    <a:cubicBezTo>
                      <a:pt x="1" y="2"/>
                      <a:pt x="1" y="2"/>
                      <a:pt x="1" y="2"/>
                    </a:cubicBezTo>
                    <a:cubicBezTo>
                      <a:pt x="1" y="2"/>
                      <a:pt x="1" y="2"/>
                      <a:pt x="0" y="2"/>
                    </a:cubicBezTo>
                    <a:cubicBezTo>
                      <a:pt x="0" y="2"/>
                      <a:pt x="0" y="2"/>
                      <a:pt x="0" y="2"/>
                    </a:cubicBezTo>
                    <a:cubicBezTo>
                      <a:pt x="0" y="2"/>
                      <a:pt x="0" y="2"/>
                      <a:pt x="0" y="2"/>
                    </a:cubicBezTo>
                    <a:cubicBezTo>
                      <a:pt x="0" y="2"/>
                      <a:pt x="0" y="2"/>
                      <a:pt x="0" y="2"/>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2" y="3"/>
                    </a:cubicBezTo>
                    <a:cubicBezTo>
                      <a:pt x="2" y="3"/>
                      <a:pt x="2" y="3"/>
                      <a:pt x="2" y="3"/>
                    </a:cubicBezTo>
                    <a:cubicBezTo>
                      <a:pt x="2" y="3"/>
                      <a:pt x="2" y="3"/>
                      <a:pt x="2" y="3"/>
                    </a:cubicBezTo>
                    <a:cubicBezTo>
                      <a:pt x="2" y="3"/>
                      <a:pt x="3" y="3"/>
                      <a:pt x="3" y="3"/>
                    </a:cubicBezTo>
                    <a:cubicBezTo>
                      <a:pt x="3" y="3"/>
                      <a:pt x="3" y="3"/>
                      <a:pt x="3" y="3"/>
                    </a:cubicBezTo>
                    <a:cubicBezTo>
                      <a:pt x="3" y="3"/>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2" y="4"/>
                    </a:cubicBezTo>
                    <a:cubicBezTo>
                      <a:pt x="2" y="4"/>
                      <a:pt x="2" y="3"/>
                      <a:pt x="2" y="3"/>
                    </a:cubicBezTo>
                    <a:cubicBezTo>
                      <a:pt x="2" y="3"/>
                      <a:pt x="2" y="3"/>
                      <a:pt x="2" y="3"/>
                    </a:cubicBezTo>
                    <a:cubicBezTo>
                      <a:pt x="2" y="3"/>
                      <a:pt x="2" y="3"/>
                      <a:pt x="2" y="3"/>
                    </a:cubicBezTo>
                    <a:cubicBezTo>
                      <a:pt x="2" y="3"/>
                      <a:pt x="2" y="3"/>
                      <a:pt x="2" y="3"/>
                    </a:cubicBezTo>
                    <a:cubicBezTo>
                      <a:pt x="2" y="3"/>
                      <a:pt x="2" y="4"/>
                      <a:pt x="2" y="4"/>
                    </a:cubicBezTo>
                    <a:cubicBezTo>
                      <a:pt x="2" y="4"/>
                      <a:pt x="2" y="4"/>
                      <a:pt x="2" y="4"/>
                    </a:cubicBezTo>
                    <a:cubicBezTo>
                      <a:pt x="2" y="4"/>
                      <a:pt x="2" y="4"/>
                      <a:pt x="2" y="4"/>
                    </a:cubicBezTo>
                    <a:cubicBezTo>
                      <a:pt x="2" y="4"/>
                      <a:pt x="2" y="4"/>
                      <a:pt x="2" y="4"/>
                    </a:cubicBezTo>
                    <a:cubicBezTo>
                      <a:pt x="2" y="4"/>
                      <a:pt x="2" y="4"/>
                      <a:pt x="2" y="4"/>
                    </a:cubicBezTo>
                    <a:cubicBezTo>
                      <a:pt x="2" y="4"/>
                      <a:pt x="1" y="4"/>
                      <a:pt x="1" y="4"/>
                    </a:cubicBezTo>
                    <a:cubicBezTo>
                      <a:pt x="1" y="4"/>
                      <a:pt x="1" y="4"/>
                      <a:pt x="1" y="4"/>
                    </a:cubicBezTo>
                    <a:cubicBezTo>
                      <a:pt x="1" y="4"/>
                      <a:pt x="1" y="4"/>
                      <a:pt x="1" y="4"/>
                    </a:cubicBezTo>
                    <a:cubicBezTo>
                      <a:pt x="1" y="4"/>
                      <a:pt x="1" y="4"/>
                      <a:pt x="1" y="4"/>
                    </a:cubicBezTo>
                    <a:cubicBezTo>
                      <a:pt x="1" y="4"/>
                      <a:pt x="1" y="4"/>
                      <a:pt x="1" y="4"/>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5"/>
                      <a:pt x="2" y="5"/>
                      <a:pt x="2" y="5"/>
                    </a:cubicBezTo>
                    <a:cubicBezTo>
                      <a:pt x="2" y="5"/>
                      <a:pt x="2" y="5"/>
                      <a:pt x="3" y="5"/>
                    </a:cubicBezTo>
                    <a:cubicBezTo>
                      <a:pt x="3" y="5"/>
                      <a:pt x="3" y="5"/>
                      <a:pt x="3" y="5"/>
                    </a:cubicBezTo>
                    <a:cubicBezTo>
                      <a:pt x="3" y="5"/>
                      <a:pt x="3" y="5"/>
                      <a:pt x="3" y="5"/>
                    </a:cubicBezTo>
                    <a:cubicBezTo>
                      <a:pt x="3" y="5"/>
                      <a:pt x="3" y="5"/>
                      <a:pt x="3" y="5"/>
                    </a:cubicBezTo>
                    <a:cubicBezTo>
                      <a:pt x="3" y="5"/>
                      <a:pt x="3" y="5"/>
                      <a:pt x="3" y="5"/>
                    </a:cubicBezTo>
                    <a:cubicBezTo>
                      <a:pt x="3" y="5"/>
                      <a:pt x="3" y="5"/>
                      <a:pt x="3" y="5"/>
                    </a:cubicBezTo>
                    <a:cubicBezTo>
                      <a:pt x="3" y="4"/>
                      <a:pt x="3" y="4"/>
                      <a:pt x="3" y="4"/>
                    </a:cubicBezTo>
                    <a:cubicBezTo>
                      <a:pt x="3" y="4"/>
                      <a:pt x="4" y="4"/>
                      <a:pt x="4" y="4"/>
                    </a:cubicBezTo>
                    <a:cubicBezTo>
                      <a:pt x="4" y="4"/>
                      <a:pt x="4" y="4"/>
                      <a:pt x="4" y="4"/>
                    </a:cubicBezTo>
                    <a:cubicBezTo>
                      <a:pt x="4" y="4"/>
                      <a:pt x="4" y="4"/>
                      <a:pt x="4" y="4"/>
                    </a:cubicBezTo>
                    <a:cubicBezTo>
                      <a:pt x="4" y="5"/>
                      <a:pt x="4" y="5"/>
                      <a:pt x="4" y="5"/>
                    </a:cubicBezTo>
                    <a:cubicBezTo>
                      <a:pt x="4" y="5"/>
                      <a:pt x="4" y="5"/>
                      <a:pt x="4" y="5"/>
                    </a:cubicBezTo>
                    <a:cubicBezTo>
                      <a:pt x="4" y="5"/>
                      <a:pt x="4" y="5"/>
                      <a:pt x="4" y="5"/>
                    </a:cubicBezTo>
                    <a:cubicBezTo>
                      <a:pt x="4" y="5"/>
                      <a:pt x="4" y="5"/>
                      <a:pt x="4" y="5"/>
                    </a:cubicBezTo>
                    <a:cubicBezTo>
                      <a:pt x="4" y="4"/>
                      <a:pt x="4" y="4"/>
                      <a:pt x="4" y="4"/>
                    </a:cubicBezTo>
                    <a:cubicBezTo>
                      <a:pt x="4" y="4"/>
                      <a:pt x="4" y="4"/>
                      <a:pt x="4" y="4"/>
                    </a:cubicBezTo>
                    <a:cubicBezTo>
                      <a:pt x="4" y="4"/>
                      <a:pt x="4"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8" y="5"/>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9" y="4"/>
                    </a:cubicBezTo>
                    <a:cubicBezTo>
                      <a:pt x="9" y="4"/>
                      <a:pt x="9" y="4"/>
                      <a:pt x="9" y="4"/>
                    </a:cubicBezTo>
                    <a:cubicBezTo>
                      <a:pt x="9" y="4"/>
                      <a:pt x="9" y="4"/>
                      <a:pt x="9" y="4"/>
                    </a:cubicBezTo>
                    <a:cubicBezTo>
                      <a:pt x="9" y="4"/>
                      <a:pt x="9" y="4"/>
                      <a:pt x="9" y="4"/>
                    </a:cubicBezTo>
                    <a:cubicBezTo>
                      <a:pt x="9" y="4"/>
                      <a:pt x="10" y="4"/>
                      <a:pt x="10" y="3"/>
                    </a:cubicBezTo>
                    <a:cubicBezTo>
                      <a:pt x="10" y="3"/>
                      <a:pt x="10" y="3"/>
                      <a:pt x="10" y="3"/>
                    </a:cubicBezTo>
                    <a:cubicBezTo>
                      <a:pt x="10" y="3"/>
                      <a:pt x="10" y="3"/>
                      <a:pt x="10" y="3"/>
                    </a:cubicBezTo>
                    <a:cubicBezTo>
                      <a:pt x="10"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3"/>
                    </a:cubicBezTo>
                    <a:cubicBezTo>
                      <a:pt x="9" y="3"/>
                      <a:pt x="8" y="3"/>
                      <a:pt x="8" y="3"/>
                    </a:cubicBezTo>
                    <a:cubicBezTo>
                      <a:pt x="8" y="3"/>
                      <a:pt x="8" y="3"/>
                      <a:pt x="8" y="3"/>
                    </a:cubicBezTo>
                    <a:cubicBezTo>
                      <a:pt x="8" y="3"/>
                      <a:pt x="8" y="3"/>
                      <a:pt x="9" y="3"/>
                    </a:cubicBezTo>
                    <a:cubicBezTo>
                      <a:pt x="9" y="3"/>
                      <a:pt x="9" y="3"/>
                      <a:pt x="9" y="3"/>
                    </a:cubicBezTo>
                    <a:cubicBezTo>
                      <a:pt x="9" y="3"/>
                      <a:pt x="9" y="3"/>
                      <a:pt x="9" y="2"/>
                    </a:cubicBezTo>
                    <a:cubicBezTo>
                      <a:pt x="9" y="2"/>
                      <a:pt x="9" y="2"/>
                      <a:pt x="9" y="2"/>
                    </a:cubicBezTo>
                    <a:cubicBezTo>
                      <a:pt x="9" y="2"/>
                      <a:pt x="9" y="2"/>
                      <a:pt x="9" y="2"/>
                    </a:cubicBezTo>
                    <a:cubicBezTo>
                      <a:pt x="9" y="2"/>
                      <a:pt x="10" y="2"/>
                      <a:pt x="10" y="2"/>
                    </a:cubicBezTo>
                    <a:cubicBezTo>
                      <a:pt x="10" y="2"/>
                      <a:pt x="10" y="2"/>
                      <a:pt x="10" y="2"/>
                    </a:cubicBezTo>
                    <a:cubicBezTo>
                      <a:pt x="10" y="2"/>
                      <a:pt x="10" y="1"/>
                      <a:pt x="10" y="1"/>
                    </a:cubicBezTo>
                    <a:cubicBezTo>
                      <a:pt x="10" y="1"/>
                      <a:pt x="10" y="1"/>
                      <a:pt x="10" y="1"/>
                    </a:cubicBezTo>
                    <a:cubicBezTo>
                      <a:pt x="10" y="1"/>
                      <a:pt x="10" y="1"/>
                      <a:pt x="10" y="1"/>
                    </a:cubicBezTo>
                    <a:cubicBezTo>
                      <a:pt x="10" y="1"/>
                      <a:pt x="9" y="1"/>
                      <a:pt x="9" y="1"/>
                    </a:cubicBezTo>
                    <a:cubicBezTo>
                      <a:pt x="9" y="1"/>
                      <a:pt x="9" y="1"/>
                      <a:pt x="9" y="1"/>
                    </a:cubicBezTo>
                    <a:cubicBezTo>
                      <a:pt x="9" y="1"/>
                      <a:pt x="9" y="1"/>
                      <a:pt x="9" y="1"/>
                    </a:cubicBezTo>
                    <a:cubicBezTo>
                      <a:pt x="9" y="2"/>
                      <a:pt x="9" y="2"/>
                      <a:pt x="8" y="2"/>
                    </a:cubicBezTo>
                    <a:cubicBezTo>
                      <a:pt x="8" y="2"/>
                      <a:pt x="8" y="2"/>
                      <a:pt x="8" y="1"/>
                    </a:cubicBezTo>
                    <a:cubicBezTo>
                      <a:pt x="8" y="1"/>
                      <a:pt x="8" y="1"/>
                      <a:pt x="8" y="1"/>
                    </a:cubicBezTo>
                    <a:cubicBezTo>
                      <a:pt x="8" y="1"/>
                      <a:pt x="8" y="1"/>
                      <a:pt x="8" y="1"/>
                    </a:cubicBezTo>
                    <a:cubicBezTo>
                      <a:pt x="8" y="1"/>
                      <a:pt x="8" y="1"/>
                      <a:pt x="8" y="1"/>
                    </a:cubicBezTo>
                    <a:cubicBezTo>
                      <a:pt x="8" y="1"/>
                      <a:pt x="8" y="1"/>
                      <a:pt x="8" y="2"/>
                    </a:cubicBezTo>
                    <a:cubicBezTo>
                      <a:pt x="8" y="2"/>
                      <a:pt x="8" y="2"/>
                      <a:pt x="8" y="2"/>
                    </a:cubicBezTo>
                    <a:cubicBezTo>
                      <a:pt x="8" y="2"/>
                      <a:pt x="8" y="2"/>
                      <a:pt x="8" y="2"/>
                    </a:cubicBezTo>
                    <a:cubicBezTo>
                      <a:pt x="8" y="2"/>
                      <a:pt x="8" y="2"/>
                      <a:pt x="8" y="2"/>
                    </a:cubicBezTo>
                    <a:cubicBezTo>
                      <a:pt x="8" y="2"/>
                      <a:pt x="8" y="2"/>
                      <a:pt x="8" y="2"/>
                    </a:cubicBezTo>
                    <a:cubicBezTo>
                      <a:pt x="8" y="2"/>
                      <a:pt x="8" y="2"/>
                      <a:pt x="7" y="3"/>
                    </a:cubicBezTo>
                    <a:cubicBezTo>
                      <a:pt x="7" y="3"/>
                      <a:pt x="7" y="3"/>
                      <a:pt x="7" y="3"/>
                    </a:cubicBezTo>
                    <a:cubicBezTo>
                      <a:pt x="7" y="3"/>
                      <a:pt x="7" y="3"/>
                      <a:pt x="7" y="3"/>
                    </a:cubicBezTo>
                    <a:cubicBezTo>
                      <a:pt x="7" y="3"/>
                      <a:pt x="7" y="3"/>
                      <a:pt x="7" y="2"/>
                    </a:cubicBezTo>
                    <a:cubicBezTo>
                      <a:pt x="7" y="2"/>
                      <a:pt x="7" y="2"/>
                      <a:pt x="7"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4" name="Freeform 514"/>
              <p:cNvSpPr>
                <a:spLocks/>
              </p:cNvSpPr>
              <p:nvPr/>
            </p:nvSpPr>
            <p:spPr bwMode="auto">
              <a:xfrm>
                <a:off x="4383882" y="2343151"/>
                <a:ext cx="8335" cy="3572"/>
              </a:xfrm>
              <a:custGeom>
                <a:avLst/>
                <a:gdLst/>
                <a:ahLst/>
                <a:cxnLst>
                  <a:cxn ang="0">
                    <a:pos x="2" y="0"/>
                  </a:cxn>
                  <a:cxn ang="0">
                    <a:pos x="2" y="0"/>
                  </a:cxn>
                  <a:cxn ang="0">
                    <a:pos x="2" y="0"/>
                  </a:cxn>
                  <a:cxn ang="0">
                    <a:pos x="2" y="0"/>
                  </a:cxn>
                  <a:cxn ang="0">
                    <a:pos x="2" y="0"/>
                  </a:cxn>
                  <a:cxn ang="0">
                    <a:pos x="2" y="0"/>
                  </a:cxn>
                  <a:cxn ang="0">
                    <a:pos x="2" y="0"/>
                  </a:cxn>
                  <a:cxn ang="0">
                    <a:pos x="1" y="0"/>
                  </a:cxn>
                  <a:cxn ang="0">
                    <a:pos x="1" y="0"/>
                  </a:cxn>
                  <a:cxn ang="0">
                    <a:pos x="1" y="0"/>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3" y="0"/>
                  </a:cxn>
                  <a:cxn ang="0">
                    <a:pos x="3" y="0"/>
                  </a:cxn>
                  <a:cxn ang="0">
                    <a:pos x="3" y="0"/>
                  </a:cxn>
                  <a:cxn ang="0">
                    <a:pos x="3" y="0"/>
                  </a:cxn>
                  <a:cxn ang="0">
                    <a:pos x="2" y="0"/>
                  </a:cxn>
                </a:cxnLst>
                <a:rect l="0" t="0" r="r" b="b"/>
                <a:pathLst>
                  <a:path w="3" h="1">
                    <a:moveTo>
                      <a:pt x="2"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1"/>
                      <a:pt x="2" y="1"/>
                    </a:cubicBezTo>
                    <a:cubicBezTo>
                      <a:pt x="3" y="1"/>
                      <a:pt x="3" y="1"/>
                      <a:pt x="3" y="0"/>
                    </a:cubicBezTo>
                    <a:cubicBezTo>
                      <a:pt x="3" y="0"/>
                      <a:pt x="3" y="0"/>
                      <a:pt x="3" y="0"/>
                    </a:cubicBezTo>
                    <a:cubicBezTo>
                      <a:pt x="3" y="0"/>
                      <a:pt x="3" y="0"/>
                      <a:pt x="3" y="0"/>
                    </a:cubicBezTo>
                    <a:cubicBezTo>
                      <a:pt x="3" y="0"/>
                      <a:pt x="3" y="0"/>
                      <a:pt x="3" y="0"/>
                    </a:cubicBezTo>
                    <a:cubicBezTo>
                      <a:pt x="3" y="0"/>
                      <a:pt x="3" y="0"/>
                      <a:pt x="2"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5" name="Freeform 515"/>
              <p:cNvSpPr>
                <a:spLocks/>
              </p:cNvSpPr>
              <p:nvPr/>
            </p:nvSpPr>
            <p:spPr bwMode="auto">
              <a:xfrm>
                <a:off x="4383883" y="2253855"/>
                <a:ext cx="22622" cy="8335"/>
              </a:xfrm>
              <a:custGeom>
                <a:avLst/>
                <a:gdLst/>
                <a:ahLst/>
                <a:cxnLst>
                  <a:cxn ang="0">
                    <a:pos x="0" y="2"/>
                  </a:cxn>
                  <a:cxn ang="0">
                    <a:pos x="0" y="2"/>
                  </a:cxn>
                  <a:cxn ang="0">
                    <a:pos x="0" y="2"/>
                  </a:cxn>
                  <a:cxn ang="0">
                    <a:pos x="0" y="2"/>
                  </a:cxn>
                  <a:cxn ang="0">
                    <a:pos x="1" y="2"/>
                  </a:cxn>
                  <a:cxn ang="0">
                    <a:pos x="1" y="2"/>
                  </a:cxn>
                  <a:cxn ang="0">
                    <a:pos x="1" y="2"/>
                  </a:cxn>
                  <a:cxn ang="0">
                    <a:pos x="1" y="2"/>
                  </a:cxn>
                  <a:cxn ang="0">
                    <a:pos x="1" y="3"/>
                  </a:cxn>
                  <a:cxn ang="0">
                    <a:pos x="1" y="3"/>
                  </a:cxn>
                  <a:cxn ang="0">
                    <a:pos x="2" y="3"/>
                  </a:cxn>
                  <a:cxn ang="0">
                    <a:pos x="2" y="2"/>
                  </a:cxn>
                  <a:cxn ang="0">
                    <a:pos x="2" y="2"/>
                  </a:cxn>
                  <a:cxn ang="0">
                    <a:pos x="2" y="2"/>
                  </a:cxn>
                  <a:cxn ang="0">
                    <a:pos x="2" y="3"/>
                  </a:cxn>
                  <a:cxn ang="0">
                    <a:pos x="2" y="3"/>
                  </a:cxn>
                  <a:cxn ang="0">
                    <a:pos x="3" y="2"/>
                  </a:cxn>
                  <a:cxn ang="0">
                    <a:pos x="3" y="2"/>
                  </a:cxn>
                  <a:cxn ang="0">
                    <a:pos x="4" y="2"/>
                  </a:cxn>
                  <a:cxn ang="0">
                    <a:pos x="4" y="2"/>
                  </a:cxn>
                  <a:cxn ang="0">
                    <a:pos x="4" y="2"/>
                  </a:cxn>
                  <a:cxn ang="0">
                    <a:pos x="5" y="2"/>
                  </a:cxn>
                  <a:cxn ang="0">
                    <a:pos x="5" y="2"/>
                  </a:cxn>
                  <a:cxn ang="0">
                    <a:pos x="4" y="2"/>
                  </a:cxn>
                  <a:cxn ang="0">
                    <a:pos x="4" y="2"/>
                  </a:cxn>
                  <a:cxn ang="0">
                    <a:pos x="4" y="2"/>
                  </a:cxn>
                  <a:cxn ang="0">
                    <a:pos x="5" y="2"/>
                  </a:cxn>
                  <a:cxn ang="0">
                    <a:pos x="5" y="2"/>
                  </a:cxn>
                  <a:cxn ang="0">
                    <a:pos x="6" y="2"/>
                  </a:cxn>
                  <a:cxn ang="0">
                    <a:pos x="6" y="2"/>
                  </a:cxn>
                  <a:cxn ang="0">
                    <a:pos x="6" y="2"/>
                  </a:cxn>
                  <a:cxn ang="0">
                    <a:pos x="6" y="2"/>
                  </a:cxn>
                  <a:cxn ang="0">
                    <a:pos x="7" y="2"/>
                  </a:cxn>
                  <a:cxn ang="0">
                    <a:pos x="7" y="1"/>
                  </a:cxn>
                  <a:cxn ang="0">
                    <a:pos x="7" y="1"/>
                  </a:cxn>
                  <a:cxn ang="0">
                    <a:pos x="8" y="1"/>
                  </a:cxn>
                  <a:cxn ang="0">
                    <a:pos x="7" y="1"/>
                  </a:cxn>
                  <a:cxn ang="0">
                    <a:pos x="7" y="1"/>
                  </a:cxn>
                  <a:cxn ang="0">
                    <a:pos x="7" y="1"/>
                  </a:cxn>
                  <a:cxn ang="0">
                    <a:pos x="6" y="0"/>
                  </a:cxn>
                  <a:cxn ang="0">
                    <a:pos x="6" y="1"/>
                  </a:cxn>
                  <a:cxn ang="0">
                    <a:pos x="5" y="1"/>
                  </a:cxn>
                  <a:cxn ang="0">
                    <a:pos x="4" y="1"/>
                  </a:cxn>
                  <a:cxn ang="0">
                    <a:pos x="3" y="1"/>
                  </a:cxn>
                  <a:cxn ang="0">
                    <a:pos x="2" y="1"/>
                  </a:cxn>
                  <a:cxn ang="0">
                    <a:pos x="1" y="1"/>
                  </a:cxn>
                  <a:cxn ang="0">
                    <a:pos x="0" y="2"/>
                  </a:cxn>
                  <a:cxn ang="0">
                    <a:pos x="0" y="2"/>
                  </a:cxn>
                  <a:cxn ang="0">
                    <a:pos x="0" y="2"/>
                  </a:cxn>
                  <a:cxn ang="0">
                    <a:pos x="0" y="2"/>
                  </a:cxn>
                  <a:cxn ang="0">
                    <a:pos x="0" y="2"/>
                  </a:cxn>
                  <a:cxn ang="0">
                    <a:pos x="0" y="2"/>
                  </a:cxn>
                </a:cxnLst>
                <a:rect l="0" t="0" r="r" b="b"/>
                <a:pathLst>
                  <a:path w="8" h="3">
                    <a:moveTo>
                      <a:pt x="0" y="2"/>
                    </a:move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3"/>
                      <a:pt x="1" y="3"/>
                      <a:pt x="1" y="3"/>
                    </a:cubicBezTo>
                    <a:cubicBezTo>
                      <a:pt x="2" y="3"/>
                      <a:pt x="2" y="3"/>
                      <a:pt x="2" y="3"/>
                    </a:cubicBezTo>
                    <a:cubicBezTo>
                      <a:pt x="2" y="3"/>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3"/>
                      <a:pt x="2" y="3"/>
                      <a:pt x="2" y="3"/>
                    </a:cubicBezTo>
                    <a:cubicBezTo>
                      <a:pt x="2" y="3"/>
                      <a:pt x="2" y="3"/>
                      <a:pt x="2" y="3"/>
                    </a:cubicBezTo>
                    <a:cubicBezTo>
                      <a:pt x="2" y="3"/>
                      <a:pt x="2" y="3"/>
                      <a:pt x="2" y="3"/>
                    </a:cubicBezTo>
                    <a:cubicBezTo>
                      <a:pt x="2" y="3"/>
                      <a:pt x="2" y="3"/>
                      <a:pt x="2" y="2"/>
                    </a:cubicBezTo>
                    <a:cubicBezTo>
                      <a:pt x="2" y="2"/>
                      <a:pt x="3" y="2"/>
                      <a:pt x="3" y="2"/>
                    </a:cubicBezTo>
                    <a:cubicBezTo>
                      <a:pt x="3" y="2"/>
                      <a:pt x="3" y="2"/>
                      <a:pt x="3" y="2"/>
                    </a:cubicBezTo>
                    <a:cubicBezTo>
                      <a:pt x="3" y="2"/>
                      <a:pt x="3" y="2"/>
                      <a:pt x="3" y="2"/>
                    </a:cubicBezTo>
                    <a:cubicBezTo>
                      <a:pt x="3" y="2"/>
                      <a:pt x="3"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5" y="2"/>
                    </a:cubicBezTo>
                    <a:cubicBezTo>
                      <a:pt x="5" y="2"/>
                      <a:pt x="5" y="2"/>
                      <a:pt x="5" y="2"/>
                    </a:cubicBezTo>
                    <a:cubicBezTo>
                      <a:pt x="5" y="2"/>
                      <a:pt x="5" y="2"/>
                      <a:pt x="5" y="2"/>
                    </a:cubicBezTo>
                    <a:cubicBezTo>
                      <a:pt x="5" y="2"/>
                      <a:pt x="4" y="2"/>
                      <a:pt x="4" y="2"/>
                    </a:cubicBezTo>
                    <a:cubicBezTo>
                      <a:pt x="4" y="2"/>
                      <a:pt x="4" y="2"/>
                      <a:pt x="4" y="2"/>
                    </a:cubicBezTo>
                    <a:cubicBezTo>
                      <a:pt x="4" y="2"/>
                      <a:pt x="4" y="2"/>
                      <a:pt x="4" y="2"/>
                    </a:cubicBezTo>
                    <a:cubicBezTo>
                      <a:pt x="4" y="2"/>
                      <a:pt x="4" y="2"/>
                      <a:pt x="4" y="2"/>
                    </a:cubicBezTo>
                    <a:cubicBezTo>
                      <a:pt x="4" y="3"/>
                      <a:pt x="4" y="3"/>
                      <a:pt x="4" y="3"/>
                    </a:cubicBezTo>
                    <a:cubicBezTo>
                      <a:pt x="4" y="3"/>
                      <a:pt x="4" y="2"/>
                      <a:pt x="4" y="2"/>
                    </a:cubicBezTo>
                    <a:cubicBezTo>
                      <a:pt x="4" y="2"/>
                      <a:pt x="4" y="2"/>
                      <a:pt x="5" y="2"/>
                    </a:cubicBezTo>
                    <a:cubicBezTo>
                      <a:pt x="5" y="2"/>
                      <a:pt x="5" y="2"/>
                      <a:pt x="5" y="2"/>
                    </a:cubicBezTo>
                    <a:cubicBezTo>
                      <a:pt x="5" y="2"/>
                      <a:pt x="5" y="2"/>
                      <a:pt x="5" y="2"/>
                    </a:cubicBezTo>
                    <a:cubicBezTo>
                      <a:pt x="5" y="2"/>
                      <a:pt x="5" y="2"/>
                      <a:pt x="5" y="2"/>
                    </a:cubicBezTo>
                    <a:cubicBezTo>
                      <a:pt x="5" y="2"/>
                      <a:pt x="5" y="2"/>
                      <a:pt x="5"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6" y="2"/>
                      <a:pt x="7" y="2"/>
                    </a:cubicBezTo>
                    <a:cubicBezTo>
                      <a:pt x="7" y="2"/>
                      <a:pt x="7" y="2"/>
                      <a:pt x="7" y="2"/>
                    </a:cubicBezTo>
                    <a:cubicBezTo>
                      <a:pt x="7" y="2"/>
                      <a:pt x="7" y="2"/>
                      <a:pt x="7" y="2"/>
                    </a:cubicBezTo>
                    <a:cubicBezTo>
                      <a:pt x="7" y="2"/>
                      <a:pt x="7" y="2"/>
                      <a:pt x="7" y="1"/>
                    </a:cubicBezTo>
                    <a:cubicBezTo>
                      <a:pt x="7" y="1"/>
                      <a:pt x="7" y="1"/>
                      <a:pt x="7" y="1"/>
                    </a:cubicBezTo>
                    <a:cubicBezTo>
                      <a:pt x="7" y="1"/>
                      <a:pt x="7" y="1"/>
                      <a:pt x="7" y="1"/>
                    </a:cubicBezTo>
                    <a:cubicBezTo>
                      <a:pt x="7" y="1"/>
                      <a:pt x="8" y="1"/>
                      <a:pt x="8" y="1"/>
                    </a:cubicBezTo>
                    <a:cubicBezTo>
                      <a:pt x="8" y="1"/>
                      <a:pt x="8" y="1"/>
                      <a:pt x="8" y="1"/>
                    </a:cubicBezTo>
                    <a:cubicBezTo>
                      <a:pt x="8" y="1"/>
                      <a:pt x="8" y="0"/>
                      <a:pt x="8" y="0"/>
                    </a:cubicBezTo>
                    <a:cubicBezTo>
                      <a:pt x="8" y="0"/>
                      <a:pt x="7" y="1"/>
                      <a:pt x="7" y="1"/>
                    </a:cubicBezTo>
                    <a:cubicBezTo>
                      <a:pt x="7" y="1"/>
                      <a:pt x="7" y="1"/>
                      <a:pt x="7" y="1"/>
                    </a:cubicBezTo>
                    <a:cubicBezTo>
                      <a:pt x="7" y="1"/>
                      <a:pt x="7" y="1"/>
                      <a:pt x="7" y="1"/>
                    </a:cubicBezTo>
                    <a:cubicBezTo>
                      <a:pt x="7" y="1"/>
                      <a:pt x="7" y="1"/>
                      <a:pt x="7" y="1"/>
                    </a:cubicBezTo>
                    <a:cubicBezTo>
                      <a:pt x="7" y="1"/>
                      <a:pt x="7" y="1"/>
                      <a:pt x="7" y="1"/>
                    </a:cubicBezTo>
                    <a:cubicBezTo>
                      <a:pt x="7" y="1"/>
                      <a:pt x="7" y="0"/>
                      <a:pt x="7" y="0"/>
                    </a:cubicBezTo>
                    <a:cubicBezTo>
                      <a:pt x="7" y="0"/>
                      <a:pt x="6" y="0"/>
                      <a:pt x="6" y="0"/>
                    </a:cubicBezTo>
                    <a:cubicBezTo>
                      <a:pt x="6" y="0"/>
                      <a:pt x="6" y="0"/>
                      <a:pt x="6" y="0"/>
                    </a:cubicBezTo>
                    <a:cubicBezTo>
                      <a:pt x="6" y="0"/>
                      <a:pt x="6" y="1"/>
                      <a:pt x="6" y="1"/>
                    </a:cubicBezTo>
                    <a:cubicBezTo>
                      <a:pt x="5" y="1"/>
                      <a:pt x="5" y="1"/>
                      <a:pt x="5" y="1"/>
                    </a:cubicBezTo>
                    <a:cubicBezTo>
                      <a:pt x="5" y="1"/>
                      <a:pt x="5" y="1"/>
                      <a:pt x="5" y="1"/>
                    </a:cubicBezTo>
                    <a:cubicBezTo>
                      <a:pt x="5" y="1"/>
                      <a:pt x="5" y="1"/>
                      <a:pt x="5" y="1"/>
                    </a:cubicBezTo>
                    <a:cubicBezTo>
                      <a:pt x="5" y="1"/>
                      <a:pt x="5" y="1"/>
                      <a:pt x="4" y="1"/>
                    </a:cubicBezTo>
                    <a:cubicBezTo>
                      <a:pt x="4" y="1"/>
                      <a:pt x="4" y="1"/>
                      <a:pt x="4" y="1"/>
                    </a:cubicBezTo>
                    <a:cubicBezTo>
                      <a:pt x="4" y="1"/>
                      <a:pt x="4" y="1"/>
                      <a:pt x="3" y="1"/>
                    </a:cubicBezTo>
                    <a:cubicBezTo>
                      <a:pt x="3" y="1"/>
                      <a:pt x="3" y="1"/>
                      <a:pt x="3" y="1"/>
                    </a:cubicBezTo>
                    <a:cubicBezTo>
                      <a:pt x="3" y="1"/>
                      <a:pt x="3" y="1"/>
                      <a:pt x="2" y="1"/>
                    </a:cubicBezTo>
                    <a:cubicBezTo>
                      <a:pt x="2" y="1"/>
                      <a:pt x="1" y="1"/>
                      <a:pt x="1" y="1"/>
                    </a:cubicBezTo>
                    <a:cubicBezTo>
                      <a:pt x="1" y="1"/>
                      <a:pt x="1" y="1"/>
                      <a:pt x="1" y="1"/>
                    </a:cubicBezTo>
                    <a:cubicBezTo>
                      <a:pt x="1"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6" name="Freeform 516"/>
              <p:cNvSpPr>
                <a:spLocks/>
              </p:cNvSpPr>
              <p:nvPr/>
            </p:nvSpPr>
            <p:spPr bwMode="auto">
              <a:xfrm>
                <a:off x="4411266" y="2253854"/>
                <a:ext cx="9525" cy="5954"/>
              </a:xfrm>
              <a:custGeom>
                <a:avLst/>
                <a:gdLst/>
                <a:ahLst/>
                <a:cxnLst>
                  <a:cxn ang="0">
                    <a:pos x="0" y="2"/>
                  </a:cxn>
                  <a:cxn ang="0">
                    <a:pos x="0" y="2"/>
                  </a:cxn>
                  <a:cxn ang="0">
                    <a:pos x="0" y="2"/>
                  </a:cxn>
                  <a:cxn ang="0">
                    <a:pos x="0" y="2"/>
                  </a:cxn>
                  <a:cxn ang="0">
                    <a:pos x="0" y="2"/>
                  </a:cxn>
                  <a:cxn ang="0">
                    <a:pos x="0" y="2"/>
                  </a:cxn>
                  <a:cxn ang="0">
                    <a:pos x="0" y="2"/>
                  </a:cxn>
                  <a:cxn ang="0">
                    <a:pos x="1" y="2"/>
                  </a:cxn>
                  <a:cxn ang="0">
                    <a:pos x="1" y="2"/>
                  </a:cxn>
                  <a:cxn ang="0">
                    <a:pos x="1" y="2"/>
                  </a:cxn>
                  <a:cxn ang="0">
                    <a:pos x="1" y="2"/>
                  </a:cxn>
                  <a:cxn ang="0">
                    <a:pos x="1" y="2"/>
                  </a:cxn>
                  <a:cxn ang="0">
                    <a:pos x="1" y="2"/>
                  </a:cxn>
                  <a:cxn ang="0">
                    <a:pos x="2" y="2"/>
                  </a:cxn>
                  <a:cxn ang="0">
                    <a:pos x="2" y="2"/>
                  </a:cxn>
                  <a:cxn ang="0">
                    <a:pos x="2" y="2"/>
                  </a:cxn>
                  <a:cxn ang="0">
                    <a:pos x="2" y="1"/>
                  </a:cxn>
                  <a:cxn ang="0">
                    <a:pos x="2" y="1"/>
                  </a:cxn>
                  <a:cxn ang="0">
                    <a:pos x="2" y="1"/>
                  </a:cxn>
                  <a:cxn ang="0">
                    <a:pos x="2" y="1"/>
                  </a:cxn>
                  <a:cxn ang="0">
                    <a:pos x="2" y="1"/>
                  </a:cxn>
                  <a:cxn ang="0">
                    <a:pos x="2" y="1"/>
                  </a:cxn>
                  <a:cxn ang="0">
                    <a:pos x="3" y="1"/>
                  </a:cxn>
                  <a:cxn ang="0">
                    <a:pos x="3" y="1"/>
                  </a:cxn>
                  <a:cxn ang="0">
                    <a:pos x="3" y="1"/>
                  </a:cxn>
                  <a:cxn ang="0">
                    <a:pos x="3" y="1"/>
                  </a:cxn>
                  <a:cxn ang="0">
                    <a:pos x="3" y="1"/>
                  </a:cxn>
                  <a:cxn ang="0">
                    <a:pos x="3" y="1"/>
                  </a:cxn>
                  <a:cxn ang="0">
                    <a:pos x="2" y="1"/>
                  </a:cxn>
                  <a:cxn ang="0">
                    <a:pos x="2" y="1"/>
                  </a:cxn>
                  <a:cxn ang="0">
                    <a:pos x="2" y="1"/>
                  </a:cxn>
                  <a:cxn ang="0">
                    <a:pos x="2" y="1"/>
                  </a:cxn>
                  <a:cxn ang="0">
                    <a:pos x="1" y="0"/>
                  </a:cxn>
                  <a:cxn ang="0">
                    <a:pos x="1" y="1"/>
                  </a:cxn>
                  <a:cxn ang="0">
                    <a:pos x="1" y="1"/>
                  </a:cxn>
                  <a:cxn ang="0">
                    <a:pos x="1" y="1"/>
                  </a:cxn>
                  <a:cxn ang="0">
                    <a:pos x="0" y="1"/>
                  </a:cxn>
                  <a:cxn ang="0">
                    <a:pos x="0" y="1"/>
                  </a:cxn>
                  <a:cxn ang="0">
                    <a:pos x="0" y="1"/>
                  </a:cxn>
                  <a:cxn ang="0">
                    <a:pos x="0" y="2"/>
                  </a:cxn>
                  <a:cxn ang="0">
                    <a:pos x="0" y="2"/>
                  </a:cxn>
                  <a:cxn ang="0">
                    <a:pos x="0" y="2"/>
                  </a:cxn>
                  <a:cxn ang="0">
                    <a:pos x="0" y="2"/>
                  </a:cxn>
                  <a:cxn ang="0">
                    <a:pos x="0" y="2"/>
                  </a:cxn>
                </a:cxnLst>
                <a:rect l="0" t="0" r="r" b="b"/>
                <a:pathLst>
                  <a:path w="3" h="2">
                    <a:moveTo>
                      <a:pt x="0" y="2"/>
                    </a:move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2" y="1"/>
                    </a:cubicBezTo>
                    <a:cubicBezTo>
                      <a:pt x="2" y="1"/>
                      <a:pt x="2" y="1"/>
                      <a:pt x="2" y="1"/>
                    </a:cubicBezTo>
                    <a:cubicBezTo>
                      <a:pt x="2" y="1"/>
                      <a:pt x="2" y="1"/>
                      <a:pt x="2" y="1"/>
                    </a:cubicBezTo>
                    <a:cubicBezTo>
                      <a:pt x="2" y="1"/>
                      <a:pt x="2" y="1"/>
                      <a:pt x="2" y="1"/>
                    </a:cubicBezTo>
                    <a:cubicBezTo>
                      <a:pt x="2" y="0"/>
                      <a:pt x="1" y="0"/>
                      <a:pt x="1" y="0"/>
                    </a:cubicBezTo>
                    <a:cubicBezTo>
                      <a:pt x="1" y="0"/>
                      <a:pt x="1" y="0"/>
                      <a:pt x="1" y="1"/>
                    </a:cubicBezTo>
                    <a:cubicBezTo>
                      <a:pt x="1" y="1"/>
                      <a:pt x="1" y="1"/>
                      <a:pt x="1" y="1"/>
                    </a:cubicBezTo>
                    <a:cubicBezTo>
                      <a:pt x="1" y="1"/>
                      <a:pt x="1" y="1"/>
                      <a:pt x="1"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7" name="Freeform 517"/>
              <p:cNvSpPr>
                <a:spLocks/>
              </p:cNvSpPr>
              <p:nvPr/>
            </p:nvSpPr>
            <p:spPr bwMode="auto">
              <a:xfrm>
                <a:off x="4417220" y="2250282"/>
                <a:ext cx="8335" cy="5954"/>
              </a:xfrm>
              <a:custGeom>
                <a:avLst/>
                <a:gdLst/>
                <a:ahLst/>
                <a:cxnLst>
                  <a:cxn ang="0">
                    <a:pos x="0" y="1"/>
                  </a:cxn>
                  <a:cxn ang="0">
                    <a:pos x="1" y="1"/>
                  </a:cxn>
                  <a:cxn ang="0">
                    <a:pos x="1" y="1"/>
                  </a:cxn>
                  <a:cxn ang="0">
                    <a:pos x="1" y="1"/>
                  </a:cxn>
                  <a:cxn ang="0">
                    <a:pos x="1" y="1"/>
                  </a:cxn>
                  <a:cxn ang="0">
                    <a:pos x="1" y="1"/>
                  </a:cxn>
                  <a:cxn ang="0">
                    <a:pos x="1" y="1"/>
                  </a:cxn>
                  <a:cxn ang="0">
                    <a:pos x="2" y="1"/>
                  </a:cxn>
                  <a:cxn ang="0">
                    <a:pos x="2" y="2"/>
                  </a:cxn>
                  <a:cxn ang="0">
                    <a:pos x="2" y="2"/>
                  </a:cxn>
                  <a:cxn ang="0">
                    <a:pos x="2" y="2"/>
                  </a:cxn>
                  <a:cxn ang="0">
                    <a:pos x="3" y="1"/>
                  </a:cxn>
                  <a:cxn ang="0">
                    <a:pos x="2" y="0"/>
                  </a:cxn>
                  <a:cxn ang="0">
                    <a:pos x="2" y="0"/>
                  </a:cxn>
                  <a:cxn ang="0">
                    <a:pos x="2" y="1"/>
                  </a:cxn>
                  <a:cxn ang="0">
                    <a:pos x="2" y="1"/>
                  </a:cxn>
                  <a:cxn ang="0">
                    <a:pos x="2" y="1"/>
                  </a:cxn>
                  <a:cxn ang="0">
                    <a:pos x="1" y="1"/>
                  </a:cxn>
                  <a:cxn ang="0">
                    <a:pos x="1" y="1"/>
                  </a:cxn>
                  <a:cxn ang="0">
                    <a:pos x="1" y="1"/>
                  </a:cxn>
                  <a:cxn ang="0">
                    <a:pos x="0" y="1"/>
                  </a:cxn>
                  <a:cxn ang="0">
                    <a:pos x="0" y="1"/>
                  </a:cxn>
                  <a:cxn ang="0">
                    <a:pos x="0" y="1"/>
                  </a:cxn>
                  <a:cxn ang="0">
                    <a:pos x="0" y="1"/>
                  </a:cxn>
                  <a:cxn ang="0">
                    <a:pos x="0" y="1"/>
                  </a:cxn>
                </a:cxnLst>
                <a:rect l="0" t="0" r="r" b="b"/>
                <a:pathLst>
                  <a:path w="3" h="2">
                    <a:moveTo>
                      <a:pt x="0" y="1"/>
                    </a:move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2" y="1"/>
                      <a:pt x="2" y="1"/>
                    </a:cubicBezTo>
                    <a:cubicBezTo>
                      <a:pt x="2" y="2"/>
                      <a:pt x="2" y="2"/>
                      <a:pt x="2" y="2"/>
                    </a:cubicBezTo>
                    <a:cubicBezTo>
                      <a:pt x="2" y="2"/>
                      <a:pt x="2" y="2"/>
                      <a:pt x="2" y="2"/>
                    </a:cubicBezTo>
                    <a:cubicBezTo>
                      <a:pt x="2" y="2"/>
                      <a:pt x="2" y="2"/>
                      <a:pt x="2" y="2"/>
                    </a:cubicBezTo>
                    <a:cubicBezTo>
                      <a:pt x="3" y="2"/>
                      <a:pt x="3" y="1"/>
                      <a:pt x="3" y="1"/>
                    </a:cubicBezTo>
                    <a:cubicBezTo>
                      <a:pt x="3" y="1"/>
                      <a:pt x="3" y="0"/>
                      <a:pt x="2" y="0"/>
                    </a:cubicBezTo>
                    <a:cubicBezTo>
                      <a:pt x="2" y="0"/>
                      <a:pt x="2" y="0"/>
                      <a:pt x="2" y="0"/>
                    </a:cubicBezTo>
                    <a:cubicBezTo>
                      <a:pt x="2" y="0"/>
                      <a:pt x="2" y="0"/>
                      <a:pt x="2" y="1"/>
                    </a:cubicBezTo>
                    <a:cubicBezTo>
                      <a:pt x="2" y="1"/>
                      <a:pt x="2" y="1"/>
                      <a:pt x="2" y="1"/>
                    </a:cubicBezTo>
                    <a:cubicBezTo>
                      <a:pt x="2" y="1"/>
                      <a:pt x="2" y="1"/>
                      <a:pt x="2" y="1"/>
                    </a:cubicBezTo>
                    <a:cubicBezTo>
                      <a:pt x="2" y="1"/>
                      <a:pt x="1" y="1"/>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8" name="Freeform 518"/>
              <p:cNvSpPr>
                <a:spLocks/>
              </p:cNvSpPr>
              <p:nvPr/>
            </p:nvSpPr>
            <p:spPr bwMode="auto">
              <a:xfrm>
                <a:off x="4408885" y="2287192"/>
                <a:ext cx="51197" cy="67866"/>
              </a:xfrm>
              <a:custGeom>
                <a:avLst/>
                <a:gdLst/>
                <a:ahLst/>
                <a:cxnLst>
                  <a:cxn ang="0">
                    <a:pos x="17" y="9"/>
                  </a:cxn>
                  <a:cxn ang="0">
                    <a:pos x="18" y="9"/>
                  </a:cxn>
                  <a:cxn ang="0">
                    <a:pos x="16" y="8"/>
                  </a:cxn>
                  <a:cxn ang="0">
                    <a:pos x="17" y="8"/>
                  </a:cxn>
                  <a:cxn ang="0">
                    <a:pos x="16" y="7"/>
                  </a:cxn>
                  <a:cxn ang="0">
                    <a:pos x="15" y="6"/>
                  </a:cxn>
                  <a:cxn ang="0">
                    <a:pos x="15" y="6"/>
                  </a:cxn>
                  <a:cxn ang="0">
                    <a:pos x="16" y="4"/>
                  </a:cxn>
                  <a:cxn ang="0">
                    <a:pos x="13" y="5"/>
                  </a:cxn>
                  <a:cxn ang="0">
                    <a:pos x="11" y="4"/>
                  </a:cxn>
                  <a:cxn ang="0">
                    <a:pos x="13" y="1"/>
                  </a:cxn>
                  <a:cxn ang="0">
                    <a:pos x="11" y="2"/>
                  </a:cxn>
                  <a:cxn ang="0">
                    <a:pos x="9" y="3"/>
                  </a:cxn>
                  <a:cxn ang="0">
                    <a:pos x="7" y="5"/>
                  </a:cxn>
                  <a:cxn ang="0">
                    <a:pos x="7" y="3"/>
                  </a:cxn>
                  <a:cxn ang="0">
                    <a:pos x="10" y="0"/>
                  </a:cxn>
                  <a:cxn ang="0">
                    <a:pos x="6" y="2"/>
                  </a:cxn>
                  <a:cxn ang="0">
                    <a:pos x="4" y="4"/>
                  </a:cxn>
                  <a:cxn ang="0">
                    <a:pos x="2" y="5"/>
                  </a:cxn>
                  <a:cxn ang="0">
                    <a:pos x="4" y="6"/>
                  </a:cxn>
                  <a:cxn ang="0">
                    <a:pos x="5" y="8"/>
                  </a:cxn>
                  <a:cxn ang="0">
                    <a:pos x="7" y="8"/>
                  </a:cxn>
                  <a:cxn ang="0">
                    <a:pos x="10" y="7"/>
                  </a:cxn>
                  <a:cxn ang="0">
                    <a:pos x="10" y="7"/>
                  </a:cxn>
                  <a:cxn ang="0">
                    <a:pos x="10" y="9"/>
                  </a:cxn>
                  <a:cxn ang="0">
                    <a:pos x="9" y="10"/>
                  </a:cxn>
                  <a:cxn ang="0">
                    <a:pos x="11" y="10"/>
                  </a:cxn>
                  <a:cxn ang="0">
                    <a:pos x="11" y="12"/>
                  </a:cxn>
                  <a:cxn ang="0">
                    <a:pos x="9" y="14"/>
                  </a:cxn>
                  <a:cxn ang="0">
                    <a:pos x="11" y="15"/>
                  </a:cxn>
                  <a:cxn ang="0">
                    <a:pos x="9" y="16"/>
                  </a:cxn>
                  <a:cxn ang="0">
                    <a:pos x="6" y="17"/>
                  </a:cxn>
                  <a:cxn ang="0">
                    <a:pos x="3" y="17"/>
                  </a:cxn>
                  <a:cxn ang="0">
                    <a:pos x="2" y="18"/>
                  </a:cxn>
                  <a:cxn ang="0">
                    <a:pos x="4" y="19"/>
                  </a:cxn>
                  <a:cxn ang="0">
                    <a:pos x="4" y="20"/>
                  </a:cxn>
                  <a:cxn ang="0">
                    <a:pos x="4" y="21"/>
                  </a:cxn>
                  <a:cxn ang="0">
                    <a:pos x="6" y="24"/>
                  </a:cxn>
                  <a:cxn ang="0">
                    <a:pos x="7" y="22"/>
                  </a:cxn>
                  <a:cxn ang="0">
                    <a:pos x="9" y="23"/>
                  </a:cxn>
                  <a:cxn ang="0">
                    <a:pos x="10" y="22"/>
                  </a:cxn>
                  <a:cxn ang="0">
                    <a:pos x="11" y="21"/>
                  </a:cxn>
                  <a:cxn ang="0">
                    <a:pos x="11" y="19"/>
                  </a:cxn>
                  <a:cxn ang="0">
                    <a:pos x="11" y="18"/>
                  </a:cxn>
                  <a:cxn ang="0">
                    <a:pos x="12" y="17"/>
                  </a:cxn>
                  <a:cxn ang="0">
                    <a:pos x="13" y="16"/>
                  </a:cxn>
                  <a:cxn ang="0">
                    <a:pos x="13" y="17"/>
                  </a:cxn>
                  <a:cxn ang="0">
                    <a:pos x="13" y="18"/>
                  </a:cxn>
                  <a:cxn ang="0">
                    <a:pos x="13" y="19"/>
                  </a:cxn>
                  <a:cxn ang="0">
                    <a:pos x="15" y="18"/>
                  </a:cxn>
                  <a:cxn ang="0">
                    <a:pos x="16" y="18"/>
                  </a:cxn>
                  <a:cxn ang="0">
                    <a:pos x="17" y="17"/>
                  </a:cxn>
                  <a:cxn ang="0">
                    <a:pos x="18" y="17"/>
                  </a:cxn>
                  <a:cxn ang="0">
                    <a:pos x="16" y="16"/>
                  </a:cxn>
                  <a:cxn ang="0">
                    <a:pos x="16" y="15"/>
                  </a:cxn>
                  <a:cxn ang="0">
                    <a:pos x="17" y="15"/>
                  </a:cxn>
                  <a:cxn ang="0">
                    <a:pos x="16" y="14"/>
                  </a:cxn>
                  <a:cxn ang="0">
                    <a:pos x="15" y="13"/>
                  </a:cxn>
                  <a:cxn ang="0">
                    <a:pos x="15" y="12"/>
                  </a:cxn>
                  <a:cxn ang="0">
                    <a:pos x="16" y="11"/>
                  </a:cxn>
                  <a:cxn ang="0">
                    <a:pos x="16" y="10"/>
                  </a:cxn>
                </a:cxnLst>
                <a:rect l="0" t="0" r="r" b="b"/>
                <a:pathLst>
                  <a:path w="18" h="24">
                    <a:moveTo>
                      <a:pt x="18" y="9"/>
                    </a:moveTo>
                    <a:cubicBezTo>
                      <a:pt x="18" y="9"/>
                      <a:pt x="18" y="9"/>
                      <a:pt x="18" y="9"/>
                    </a:cubicBezTo>
                    <a:cubicBezTo>
                      <a:pt x="18" y="9"/>
                      <a:pt x="18" y="9"/>
                      <a:pt x="18" y="9"/>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7" y="10"/>
                      <a:pt x="17" y="10"/>
                    </a:cubicBezTo>
                    <a:cubicBezTo>
                      <a:pt x="17" y="10"/>
                      <a:pt x="16" y="10"/>
                      <a:pt x="16" y="10"/>
                    </a:cubicBezTo>
                    <a:cubicBezTo>
                      <a:pt x="16" y="10"/>
                      <a:pt x="16" y="10"/>
                      <a:pt x="16" y="10"/>
                    </a:cubicBezTo>
                    <a:cubicBezTo>
                      <a:pt x="16" y="10"/>
                      <a:pt x="16" y="10"/>
                      <a:pt x="16" y="10"/>
                    </a:cubicBezTo>
                    <a:cubicBezTo>
                      <a:pt x="16" y="10"/>
                      <a:pt x="16" y="10"/>
                      <a:pt x="16" y="10"/>
                    </a:cubicBezTo>
                    <a:cubicBezTo>
                      <a:pt x="16" y="10"/>
                      <a:pt x="16" y="10"/>
                      <a:pt x="16" y="10"/>
                    </a:cubicBezTo>
                    <a:cubicBezTo>
                      <a:pt x="16" y="10"/>
                      <a:pt x="16" y="10"/>
                      <a:pt x="16" y="10"/>
                    </a:cubicBezTo>
                    <a:cubicBezTo>
                      <a:pt x="16" y="10"/>
                      <a:pt x="16" y="10"/>
                      <a:pt x="17" y="10"/>
                    </a:cubicBezTo>
                    <a:cubicBezTo>
                      <a:pt x="17" y="10"/>
                      <a:pt x="17" y="10"/>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7" y="9"/>
                    </a:cubicBezTo>
                    <a:cubicBezTo>
                      <a:pt x="17" y="9"/>
                      <a:pt x="17"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10"/>
                      <a:pt x="16" y="10"/>
                    </a:cubicBezTo>
                    <a:cubicBezTo>
                      <a:pt x="16" y="10"/>
                      <a:pt x="16" y="9"/>
                      <a:pt x="16" y="9"/>
                    </a:cubicBezTo>
                    <a:cubicBezTo>
                      <a:pt x="15" y="9"/>
                      <a:pt x="15" y="9"/>
                      <a:pt x="15" y="9"/>
                    </a:cubicBezTo>
                    <a:cubicBezTo>
                      <a:pt x="15" y="9"/>
                      <a:pt x="15"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6" y="9"/>
                      <a:pt x="16" y="9"/>
                      <a:pt x="16" y="9"/>
                    </a:cubicBezTo>
                    <a:cubicBezTo>
                      <a:pt x="17" y="9"/>
                      <a:pt x="17" y="9"/>
                      <a:pt x="17" y="9"/>
                    </a:cubicBezTo>
                    <a:cubicBezTo>
                      <a:pt x="17" y="9"/>
                      <a:pt x="17" y="9"/>
                      <a:pt x="17" y="9"/>
                    </a:cubicBezTo>
                    <a:cubicBezTo>
                      <a:pt x="17" y="9"/>
                      <a:pt x="17" y="9"/>
                      <a:pt x="17" y="9"/>
                    </a:cubicBezTo>
                    <a:cubicBezTo>
                      <a:pt x="18" y="9"/>
                      <a:pt x="18" y="9"/>
                      <a:pt x="18" y="9"/>
                    </a:cubicBezTo>
                    <a:cubicBezTo>
                      <a:pt x="18" y="9"/>
                      <a:pt x="18" y="9"/>
                      <a:pt x="18" y="9"/>
                    </a:cubicBezTo>
                    <a:cubicBezTo>
                      <a:pt x="18" y="9"/>
                      <a:pt x="18" y="9"/>
                      <a:pt x="18" y="8"/>
                    </a:cubicBezTo>
                    <a:cubicBezTo>
                      <a:pt x="18" y="8"/>
                      <a:pt x="18" y="8"/>
                      <a:pt x="18" y="8"/>
                    </a:cubicBezTo>
                    <a:cubicBezTo>
                      <a:pt x="18" y="8"/>
                      <a:pt x="18" y="8"/>
                      <a:pt x="18" y="8"/>
                    </a:cubicBezTo>
                    <a:cubicBezTo>
                      <a:pt x="18" y="8"/>
                      <a:pt x="18" y="8"/>
                      <a:pt x="18" y="8"/>
                    </a:cubicBezTo>
                    <a:cubicBezTo>
                      <a:pt x="18" y="8"/>
                      <a:pt x="18" y="8"/>
                      <a:pt x="18" y="8"/>
                    </a:cubicBezTo>
                    <a:cubicBezTo>
                      <a:pt x="18" y="8"/>
                      <a:pt x="18" y="8"/>
                      <a:pt x="18" y="8"/>
                    </a:cubicBezTo>
                    <a:cubicBezTo>
                      <a:pt x="17" y="8"/>
                      <a:pt x="17" y="8"/>
                      <a:pt x="17" y="8"/>
                    </a:cubicBezTo>
                    <a:cubicBezTo>
                      <a:pt x="17" y="8"/>
                      <a:pt x="17" y="8"/>
                      <a:pt x="17" y="8"/>
                    </a:cubicBezTo>
                    <a:cubicBezTo>
                      <a:pt x="17" y="8"/>
                      <a:pt x="17" y="8"/>
                      <a:pt x="17" y="8"/>
                    </a:cubicBezTo>
                    <a:cubicBezTo>
                      <a:pt x="17" y="8"/>
                      <a:pt x="17" y="8"/>
                      <a:pt x="17" y="9"/>
                    </a:cubicBezTo>
                    <a:cubicBezTo>
                      <a:pt x="17" y="9"/>
                      <a:pt x="17" y="9"/>
                      <a:pt x="17" y="9"/>
                    </a:cubicBezTo>
                    <a:cubicBezTo>
                      <a:pt x="17" y="9"/>
                      <a:pt x="17" y="9"/>
                      <a:pt x="17" y="8"/>
                    </a:cubicBezTo>
                    <a:cubicBezTo>
                      <a:pt x="17" y="8"/>
                      <a:pt x="17" y="8"/>
                      <a:pt x="17" y="8"/>
                    </a:cubicBezTo>
                    <a:cubicBezTo>
                      <a:pt x="17" y="8"/>
                      <a:pt x="17" y="8"/>
                      <a:pt x="17" y="8"/>
                    </a:cubicBezTo>
                    <a:cubicBezTo>
                      <a:pt x="17" y="8"/>
                      <a:pt x="17" y="8"/>
                      <a:pt x="17" y="8"/>
                    </a:cubicBezTo>
                    <a:cubicBezTo>
                      <a:pt x="17" y="8"/>
                      <a:pt x="17" y="8"/>
                      <a:pt x="17" y="8"/>
                    </a:cubicBezTo>
                    <a:cubicBezTo>
                      <a:pt x="17" y="8"/>
                      <a:pt x="17" y="8"/>
                      <a:pt x="17" y="8"/>
                    </a:cubicBezTo>
                    <a:cubicBezTo>
                      <a:pt x="17" y="8"/>
                      <a:pt x="18" y="8"/>
                      <a:pt x="18" y="8"/>
                    </a:cubicBezTo>
                    <a:cubicBezTo>
                      <a:pt x="18" y="8"/>
                      <a:pt x="18" y="8"/>
                      <a:pt x="17" y="8"/>
                    </a:cubicBezTo>
                    <a:cubicBezTo>
                      <a:pt x="17" y="8"/>
                      <a:pt x="17" y="8"/>
                      <a:pt x="17" y="8"/>
                    </a:cubicBezTo>
                    <a:cubicBezTo>
                      <a:pt x="17" y="8"/>
                      <a:pt x="17" y="8"/>
                      <a:pt x="17" y="8"/>
                    </a:cubicBezTo>
                    <a:cubicBezTo>
                      <a:pt x="17" y="8"/>
                      <a:pt x="17" y="8"/>
                      <a:pt x="16" y="8"/>
                    </a:cubicBezTo>
                    <a:cubicBezTo>
                      <a:pt x="16" y="8"/>
                      <a:pt x="16" y="8"/>
                      <a:pt x="16" y="8"/>
                    </a:cubicBezTo>
                    <a:cubicBezTo>
                      <a:pt x="16" y="8"/>
                      <a:pt x="16" y="8"/>
                      <a:pt x="16" y="8"/>
                    </a:cubicBezTo>
                    <a:cubicBezTo>
                      <a:pt x="16" y="8"/>
                      <a:pt x="16" y="9"/>
                      <a:pt x="16" y="9"/>
                    </a:cubicBezTo>
                    <a:cubicBezTo>
                      <a:pt x="16" y="9"/>
                      <a:pt x="16" y="9"/>
                      <a:pt x="15" y="9"/>
                    </a:cubicBezTo>
                    <a:cubicBezTo>
                      <a:pt x="15" y="9"/>
                      <a:pt x="15" y="9"/>
                      <a:pt x="15" y="9"/>
                    </a:cubicBezTo>
                    <a:cubicBezTo>
                      <a:pt x="15" y="9"/>
                      <a:pt x="15" y="9"/>
                      <a:pt x="15" y="9"/>
                    </a:cubicBezTo>
                    <a:cubicBezTo>
                      <a:pt x="15" y="9"/>
                      <a:pt x="15" y="9"/>
                      <a:pt x="15" y="9"/>
                    </a:cubicBezTo>
                    <a:cubicBezTo>
                      <a:pt x="15" y="9"/>
                      <a:pt x="15" y="9"/>
                      <a:pt x="15" y="9"/>
                    </a:cubicBezTo>
                    <a:cubicBezTo>
                      <a:pt x="15" y="9"/>
                      <a:pt x="16" y="9"/>
                      <a:pt x="16" y="8"/>
                    </a:cubicBezTo>
                    <a:cubicBezTo>
                      <a:pt x="16" y="8"/>
                      <a:pt x="16"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5" y="8"/>
                      <a:pt x="15" y="8"/>
                    </a:cubicBezTo>
                    <a:cubicBezTo>
                      <a:pt x="15"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7" y="8"/>
                      <a:pt x="17" y="8"/>
                      <a:pt x="17" y="8"/>
                    </a:cubicBezTo>
                    <a:cubicBezTo>
                      <a:pt x="17" y="8"/>
                      <a:pt x="17" y="8"/>
                      <a:pt x="17" y="8"/>
                    </a:cubicBezTo>
                    <a:cubicBezTo>
                      <a:pt x="17" y="8"/>
                      <a:pt x="17" y="8"/>
                      <a:pt x="17" y="8"/>
                    </a:cubicBezTo>
                    <a:cubicBezTo>
                      <a:pt x="17" y="8"/>
                      <a:pt x="17" y="8"/>
                      <a:pt x="17" y="8"/>
                    </a:cubicBezTo>
                    <a:cubicBezTo>
                      <a:pt x="17" y="8"/>
                      <a:pt x="17" y="8"/>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7"/>
                    </a:cubicBezTo>
                    <a:cubicBezTo>
                      <a:pt x="17" y="7"/>
                      <a:pt x="17" y="7"/>
                      <a:pt x="17" y="8"/>
                    </a:cubicBezTo>
                    <a:cubicBezTo>
                      <a:pt x="17"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8"/>
                      <a:pt x="16" y="8"/>
                      <a:pt x="16" y="8"/>
                    </a:cubicBezTo>
                    <a:cubicBezTo>
                      <a:pt x="16" y="7"/>
                      <a:pt x="16" y="7"/>
                      <a:pt x="16" y="7"/>
                    </a:cubicBezTo>
                    <a:cubicBezTo>
                      <a:pt x="16" y="7"/>
                      <a:pt x="16" y="7"/>
                      <a:pt x="16" y="7"/>
                    </a:cubicBezTo>
                    <a:cubicBezTo>
                      <a:pt x="16" y="7"/>
                      <a:pt x="16" y="7"/>
                      <a:pt x="16" y="7"/>
                    </a:cubicBezTo>
                    <a:cubicBezTo>
                      <a:pt x="16" y="7"/>
                      <a:pt x="16" y="7"/>
                      <a:pt x="16" y="7"/>
                    </a:cubicBezTo>
                    <a:cubicBezTo>
                      <a:pt x="16" y="7"/>
                      <a:pt x="16" y="7"/>
                      <a:pt x="16" y="7"/>
                    </a:cubicBezTo>
                    <a:cubicBezTo>
                      <a:pt x="16" y="7"/>
                      <a:pt x="17" y="7"/>
                      <a:pt x="17" y="7"/>
                    </a:cubicBezTo>
                    <a:cubicBezTo>
                      <a:pt x="17" y="7"/>
                      <a:pt x="17" y="7"/>
                      <a:pt x="17" y="7"/>
                    </a:cubicBezTo>
                    <a:cubicBezTo>
                      <a:pt x="17" y="7"/>
                      <a:pt x="17" y="7"/>
                      <a:pt x="17" y="7"/>
                    </a:cubicBezTo>
                    <a:cubicBezTo>
                      <a:pt x="17" y="7"/>
                      <a:pt x="17" y="7"/>
                      <a:pt x="17" y="7"/>
                    </a:cubicBezTo>
                    <a:cubicBezTo>
                      <a:pt x="17" y="6"/>
                      <a:pt x="17" y="6"/>
                      <a:pt x="17" y="6"/>
                    </a:cubicBezTo>
                    <a:cubicBezTo>
                      <a:pt x="17" y="6"/>
                      <a:pt x="17" y="6"/>
                      <a:pt x="17" y="6"/>
                    </a:cubicBezTo>
                    <a:cubicBezTo>
                      <a:pt x="17" y="6"/>
                      <a:pt x="17" y="6"/>
                      <a:pt x="16" y="6"/>
                    </a:cubicBezTo>
                    <a:cubicBezTo>
                      <a:pt x="16" y="6"/>
                      <a:pt x="16" y="6"/>
                      <a:pt x="16" y="6"/>
                    </a:cubicBezTo>
                    <a:cubicBezTo>
                      <a:pt x="16" y="7"/>
                      <a:pt x="16" y="7"/>
                      <a:pt x="16" y="7"/>
                    </a:cubicBezTo>
                    <a:cubicBezTo>
                      <a:pt x="16" y="7"/>
                      <a:pt x="16" y="7"/>
                      <a:pt x="16" y="7"/>
                    </a:cubicBezTo>
                    <a:cubicBezTo>
                      <a:pt x="16" y="7"/>
                      <a:pt x="16" y="7"/>
                      <a:pt x="15" y="7"/>
                    </a:cubicBezTo>
                    <a:cubicBezTo>
                      <a:pt x="15" y="7"/>
                      <a:pt x="15" y="7"/>
                      <a:pt x="15" y="7"/>
                    </a:cubicBezTo>
                    <a:cubicBezTo>
                      <a:pt x="15" y="7"/>
                      <a:pt x="15" y="7"/>
                      <a:pt x="15" y="7"/>
                    </a:cubicBezTo>
                    <a:cubicBezTo>
                      <a:pt x="15" y="7"/>
                      <a:pt x="15" y="7"/>
                      <a:pt x="15" y="7"/>
                    </a:cubicBezTo>
                    <a:cubicBezTo>
                      <a:pt x="15" y="7"/>
                      <a:pt x="15" y="7"/>
                      <a:pt x="15" y="7"/>
                    </a:cubicBezTo>
                    <a:cubicBezTo>
                      <a:pt x="15" y="7"/>
                      <a:pt x="16" y="7"/>
                      <a:pt x="16" y="6"/>
                    </a:cubicBezTo>
                    <a:cubicBezTo>
                      <a:pt x="16" y="6"/>
                      <a:pt x="16" y="6"/>
                      <a:pt x="16" y="6"/>
                    </a:cubicBezTo>
                    <a:cubicBezTo>
                      <a:pt x="16" y="6"/>
                      <a:pt x="16" y="6"/>
                      <a:pt x="16" y="6"/>
                    </a:cubicBezTo>
                    <a:cubicBezTo>
                      <a:pt x="16"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6" y="6"/>
                    </a:cubicBezTo>
                    <a:cubicBezTo>
                      <a:pt x="16" y="6"/>
                      <a:pt x="16" y="6"/>
                      <a:pt x="16" y="6"/>
                    </a:cubicBezTo>
                    <a:cubicBezTo>
                      <a:pt x="16" y="6"/>
                      <a:pt x="16" y="6"/>
                      <a:pt x="16" y="6"/>
                    </a:cubicBezTo>
                    <a:cubicBezTo>
                      <a:pt x="16" y="6"/>
                      <a:pt x="16" y="6"/>
                      <a:pt x="16" y="6"/>
                    </a:cubicBezTo>
                    <a:cubicBezTo>
                      <a:pt x="16" y="6"/>
                      <a:pt x="16" y="6"/>
                      <a:pt x="16" y="6"/>
                    </a:cubicBezTo>
                    <a:cubicBezTo>
                      <a:pt x="16"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5" y="6"/>
                      <a:pt x="15" y="6"/>
                      <a:pt x="15" y="6"/>
                    </a:cubicBezTo>
                    <a:cubicBezTo>
                      <a:pt x="16" y="6"/>
                      <a:pt x="16" y="6"/>
                      <a:pt x="16" y="5"/>
                    </a:cubicBezTo>
                    <a:cubicBezTo>
                      <a:pt x="16" y="5"/>
                      <a:pt x="16" y="5"/>
                      <a:pt x="16" y="5"/>
                    </a:cubicBezTo>
                    <a:cubicBezTo>
                      <a:pt x="16" y="5"/>
                      <a:pt x="16" y="5"/>
                      <a:pt x="16" y="5"/>
                    </a:cubicBezTo>
                    <a:cubicBezTo>
                      <a:pt x="16" y="5"/>
                      <a:pt x="16" y="5"/>
                      <a:pt x="16" y="5"/>
                    </a:cubicBezTo>
                    <a:cubicBezTo>
                      <a:pt x="16" y="5"/>
                      <a:pt x="16" y="5"/>
                      <a:pt x="16" y="5"/>
                    </a:cubicBezTo>
                    <a:cubicBezTo>
                      <a:pt x="16" y="5"/>
                      <a:pt x="15" y="5"/>
                      <a:pt x="15" y="5"/>
                    </a:cubicBezTo>
                    <a:cubicBezTo>
                      <a:pt x="15" y="5"/>
                      <a:pt x="15" y="5"/>
                      <a:pt x="15" y="5"/>
                    </a:cubicBezTo>
                    <a:cubicBezTo>
                      <a:pt x="15" y="5"/>
                      <a:pt x="15" y="5"/>
                      <a:pt x="15" y="5"/>
                    </a:cubicBezTo>
                    <a:cubicBezTo>
                      <a:pt x="15" y="5"/>
                      <a:pt x="15" y="6"/>
                      <a:pt x="15" y="6"/>
                    </a:cubicBezTo>
                    <a:cubicBezTo>
                      <a:pt x="15" y="6"/>
                      <a:pt x="15" y="6"/>
                      <a:pt x="15" y="6"/>
                    </a:cubicBezTo>
                    <a:cubicBezTo>
                      <a:pt x="15" y="5"/>
                      <a:pt x="15" y="5"/>
                      <a:pt x="15" y="5"/>
                    </a:cubicBezTo>
                    <a:cubicBezTo>
                      <a:pt x="15" y="5"/>
                      <a:pt x="15" y="5"/>
                      <a:pt x="15" y="5"/>
                    </a:cubicBezTo>
                    <a:cubicBezTo>
                      <a:pt x="16" y="5"/>
                      <a:pt x="16" y="5"/>
                      <a:pt x="16" y="5"/>
                    </a:cubicBezTo>
                    <a:cubicBezTo>
                      <a:pt x="16" y="5"/>
                      <a:pt x="16" y="5"/>
                      <a:pt x="16" y="5"/>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ubicBezTo>
                      <a:pt x="15" y="4"/>
                      <a:pt x="15" y="4"/>
                      <a:pt x="15" y="4"/>
                    </a:cubicBezTo>
                    <a:cubicBezTo>
                      <a:pt x="15" y="3"/>
                      <a:pt x="15" y="3"/>
                      <a:pt x="15" y="3"/>
                    </a:cubicBezTo>
                    <a:cubicBezTo>
                      <a:pt x="15" y="3"/>
                      <a:pt x="15" y="3"/>
                      <a:pt x="15" y="3"/>
                    </a:cubicBezTo>
                    <a:cubicBezTo>
                      <a:pt x="15" y="3"/>
                      <a:pt x="15" y="3"/>
                      <a:pt x="15" y="3"/>
                    </a:cubicBezTo>
                    <a:cubicBezTo>
                      <a:pt x="14" y="3"/>
                      <a:pt x="14" y="3"/>
                      <a:pt x="14" y="3"/>
                    </a:cubicBezTo>
                    <a:cubicBezTo>
                      <a:pt x="14" y="3"/>
                      <a:pt x="14" y="3"/>
                      <a:pt x="14" y="4"/>
                    </a:cubicBezTo>
                    <a:cubicBezTo>
                      <a:pt x="14" y="4"/>
                      <a:pt x="14" y="4"/>
                      <a:pt x="14" y="4"/>
                    </a:cubicBezTo>
                    <a:cubicBezTo>
                      <a:pt x="14" y="4"/>
                      <a:pt x="14" y="4"/>
                      <a:pt x="14" y="4"/>
                    </a:cubicBezTo>
                    <a:cubicBezTo>
                      <a:pt x="14" y="4"/>
                      <a:pt x="14" y="4"/>
                      <a:pt x="14" y="5"/>
                    </a:cubicBezTo>
                    <a:cubicBezTo>
                      <a:pt x="14" y="5"/>
                      <a:pt x="14" y="5"/>
                      <a:pt x="14" y="5"/>
                    </a:cubicBezTo>
                    <a:cubicBezTo>
                      <a:pt x="14" y="5"/>
                      <a:pt x="14" y="5"/>
                      <a:pt x="14" y="4"/>
                    </a:cubicBezTo>
                    <a:cubicBezTo>
                      <a:pt x="14" y="4"/>
                      <a:pt x="14" y="4"/>
                      <a:pt x="14" y="4"/>
                    </a:cubicBezTo>
                    <a:cubicBezTo>
                      <a:pt x="14" y="4"/>
                      <a:pt x="14" y="4"/>
                      <a:pt x="14" y="4"/>
                    </a:cubicBezTo>
                    <a:cubicBezTo>
                      <a:pt x="14" y="4"/>
                      <a:pt x="13" y="4"/>
                      <a:pt x="13" y="4"/>
                    </a:cubicBezTo>
                    <a:cubicBezTo>
                      <a:pt x="13" y="5"/>
                      <a:pt x="13" y="5"/>
                      <a:pt x="13" y="5"/>
                    </a:cubicBezTo>
                    <a:cubicBezTo>
                      <a:pt x="13" y="5"/>
                      <a:pt x="13" y="5"/>
                      <a:pt x="13" y="5"/>
                    </a:cubicBezTo>
                    <a:cubicBezTo>
                      <a:pt x="13" y="5"/>
                      <a:pt x="13" y="5"/>
                      <a:pt x="13" y="5"/>
                    </a:cubicBezTo>
                    <a:cubicBezTo>
                      <a:pt x="13" y="5"/>
                      <a:pt x="13" y="5"/>
                      <a:pt x="13" y="5"/>
                    </a:cubicBezTo>
                    <a:cubicBezTo>
                      <a:pt x="13" y="5"/>
                      <a:pt x="13" y="5"/>
                      <a:pt x="13" y="5"/>
                    </a:cubicBezTo>
                    <a:cubicBezTo>
                      <a:pt x="13" y="5"/>
                      <a:pt x="13" y="5"/>
                      <a:pt x="13" y="5"/>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3" y="4"/>
                    </a:cubicBezTo>
                    <a:cubicBezTo>
                      <a:pt x="13" y="4"/>
                      <a:pt x="13" y="4"/>
                      <a:pt x="12" y="4"/>
                    </a:cubicBezTo>
                    <a:cubicBezTo>
                      <a:pt x="12" y="4"/>
                      <a:pt x="12" y="4"/>
                      <a:pt x="12" y="4"/>
                    </a:cubicBezTo>
                    <a:cubicBezTo>
                      <a:pt x="12" y="4"/>
                      <a:pt x="12" y="4"/>
                      <a:pt x="12" y="4"/>
                    </a:cubicBezTo>
                    <a:cubicBezTo>
                      <a:pt x="12" y="4"/>
                      <a:pt x="12" y="4"/>
                      <a:pt x="12" y="4"/>
                    </a:cubicBezTo>
                    <a:cubicBezTo>
                      <a:pt x="12" y="4"/>
                      <a:pt x="12" y="4"/>
                      <a:pt x="12" y="4"/>
                    </a:cubicBezTo>
                    <a:cubicBezTo>
                      <a:pt x="11" y="4"/>
                      <a:pt x="11" y="5"/>
                      <a:pt x="11" y="5"/>
                    </a:cubicBezTo>
                    <a:cubicBezTo>
                      <a:pt x="11" y="5"/>
                      <a:pt x="11" y="5"/>
                      <a:pt x="11" y="5"/>
                    </a:cubicBezTo>
                    <a:cubicBezTo>
                      <a:pt x="11" y="5"/>
                      <a:pt x="11" y="5"/>
                      <a:pt x="11" y="5"/>
                    </a:cubicBezTo>
                    <a:cubicBezTo>
                      <a:pt x="11" y="5"/>
                      <a:pt x="11" y="5"/>
                      <a:pt x="11" y="5"/>
                    </a:cubicBezTo>
                    <a:cubicBezTo>
                      <a:pt x="11" y="5"/>
                      <a:pt x="11" y="5"/>
                      <a:pt x="11" y="4"/>
                    </a:cubicBezTo>
                    <a:cubicBezTo>
                      <a:pt x="11" y="4"/>
                      <a:pt x="11" y="4"/>
                      <a:pt x="11" y="4"/>
                    </a:cubicBezTo>
                    <a:cubicBezTo>
                      <a:pt x="11" y="4"/>
                      <a:pt x="11" y="4"/>
                      <a:pt x="11" y="4"/>
                    </a:cubicBezTo>
                    <a:cubicBezTo>
                      <a:pt x="11" y="4"/>
                      <a:pt x="11" y="4"/>
                      <a:pt x="11" y="4"/>
                    </a:cubicBezTo>
                    <a:cubicBezTo>
                      <a:pt x="11" y="4"/>
                      <a:pt x="11"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4"/>
                      <a:pt x="12" y="4"/>
                      <a:pt x="12" y="4"/>
                    </a:cubicBezTo>
                    <a:cubicBezTo>
                      <a:pt x="12" y="3"/>
                      <a:pt x="12" y="3"/>
                      <a:pt x="12" y="3"/>
                    </a:cubicBezTo>
                    <a:cubicBezTo>
                      <a:pt x="12" y="3"/>
                      <a:pt x="13" y="3"/>
                      <a:pt x="13" y="3"/>
                    </a:cubicBezTo>
                    <a:cubicBezTo>
                      <a:pt x="13" y="3"/>
                      <a:pt x="13" y="3"/>
                      <a:pt x="13" y="3"/>
                    </a:cubicBezTo>
                    <a:cubicBezTo>
                      <a:pt x="13" y="2"/>
                      <a:pt x="13" y="2"/>
                      <a:pt x="14" y="2"/>
                    </a:cubicBezTo>
                    <a:cubicBezTo>
                      <a:pt x="14" y="2"/>
                      <a:pt x="14" y="2"/>
                      <a:pt x="14" y="2"/>
                    </a:cubicBezTo>
                    <a:cubicBezTo>
                      <a:pt x="14" y="2"/>
                      <a:pt x="14" y="2"/>
                      <a:pt x="14" y="2"/>
                    </a:cubicBezTo>
                    <a:cubicBezTo>
                      <a:pt x="14" y="2"/>
                      <a:pt x="14" y="2"/>
                      <a:pt x="14" y="1"/>
                    </a:cubicBezTo>
                    <a:cubicBezTo>
                      <a:pt x="14" y="1"/>
                      <a:pt x="14" y="1"/>
                      <a:pt x="14" y="1"/>
                    </a:cubicBezTo>
                    <a:cubicBezTo>
                      <a:pt x="14" y="1"/>
                      <a:pt x="14" y="1"/>
                      <a:pt x="13" y="1"/>
                    </a:cubicBezTo>
                    <a:cubicBezTo>
                      <a:pt x="13" y="1"/>
                      <a:pt x="13" y="1"/>
                      <a:pt x="13" y="1"/>
                    </a:cubicBezTo>
                    <a:cubicBezTo>
                      <a:pt x="13" y="1"/>
                      <a:pt x="13" y="1"/>
                      <a:pt x="13" y="1"/>
                    </a:cubicBezTo>
                    <a:cubicBezTo>
                      <a:pt x="13" y="1"/>
                      <a:pt x="13" y="1"/>
                      <a:pt x="13" y="1"/>
                    </a:cubicBezTo>
                    <a:cubicBezTo>
                      <a:pt x="13" y="1"/>
                      <a:pt x="13" y="1"/>
                      <a:pt x="13" y="1"/>
                    </a:cubicBezTo>
                    <a:cubicBezTo>
                      <a:pt x="13" y="1"/>
                      <a:pt x="13" y="1"/>
                      <a:pt x="12" y="1"/>
                    </a:cubicBezTo>
                    <a:cubicBezTo>
                      <a:pt x="12" y="1"/>
                      <a:pt x="12" y="1"/>
                      <a:pt x="12" y="1"/>
                    </a:cubicBezTo>
                    <a:cubicBezTo>
                      <a:pt x="12" y="1"/>
                      <a:pt x="12" y="1"/>
                      <a:pt x="12" y="1"/>
                    </a:cubicBezTo>
                    <a:cubicBezTo>
                      <a:pt x="12" y="1"/>
                      <a:pt x="12" y="1"/>
                      <a:pt x="12" y="1"/>
                    </a:cubicBezTo>
                    <a:cubicBezTo>
                      <a:pt x="12" y="1"/>
                      <a:pt x="12" y="1"/>
                      <a:pt x="12" y="1"/>
                    </a:cubicBezTo>
                    <a:cubicBezTo>
                      <a:pt x="12" y="1"/>
                      <a:pt x="12" y="1"/>
                      <a:pt x="12" y="1"/>
                    </a:cubicBezTo>
                    <a:cubicBezTo>
                      <a:pt x="12" y="1"/>
                      <a:pt x="12" y="1"/>
                      <a:pt x="12" y="1"/>
                    </a:cubicBezTo>
                    <a:cubicBezTo>
                      <a:pt x="12" y="1"/>
                      <a:pt x="12" y="1"/>
                      <a:pt x="12" y="1"/>
                    </a:cubicBezTo>
                    <a:cubicBezTo>
                      <a:pt x="12" y="1"/>
                      <a:pt x="12"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1"/>
                    </a:cubicBezTo>
                    <a:cubicBezTo>
                      <a:pt x="11" y="1"/>
                      <a:pt x="11" y="1"/>
                      <a:pt x="11" y="2"/>
                    </a:cubicBezTo>
                    <a:cubicBezTo>
                      <a:pt x="11" y="2"/>
                      <a:pt x="11" y="2"/>
                      <a:pt x="11" y="2"/>
                    </a:cubicBezTo>
                    <a:cubicBezTo>
                      <a:pt x="11" y="2"/>
                      <a:pt x="11" y="2"/>
                      <a:pt x="11" y="2"/>
                    </a:cubicBezTo>
                    <a:cubicBezTo>
                      <a:pt x="11" y="2"/>
                      <a:pt x="11" y="2"/>
                      <a:pt x="11" y="2"/>
                    </a:cubicBezTo>
                    <a:cubicBezTo>
                      <a:pt x="11" y="2"/>
                      <a:pt x="11" y="2"/>
                      <a:pt x="11"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10" y="2"/>
                      <a:pt x="10" y="2"/>
                    </a:cubicBezTo>
                    <a:cubicBezTo>
                      <a:pt x="10" y="2"/>
                      <a:pt x="9" y="2"/>
                      <a:pt x="9" y="2"/>
                    </a:cubicBezTo>
                    <a:cubicBezTo>
                      <a:pt x="9" y="2"/>
                      <a:pt x="9" y="2"/>
                      <a:pt x="9" y="2"/>
                    </a:cubicBezTo>
                    <a:cubicBezTo>
                      <a:pt x="9" y="2"/>
                      <a:pt x="9" y="2"/>
                      <a:pt x="9" y="2"/>
                    </a:cubicBezTo>
                    <a:cubicBezTo>
                      <a:pt x="9" y="2"/>
                      <a:pt x="9" y="2"/>
                      <a:pt x="9" y="2"/>
                    </a:cubicBezTo>
                    <a:cubicBezTo>
                      <a:pt x="9" y="2"/>
                      <a:pt x="9" y="3"/>
                      <a:pt x="9" y="3"/>
                    </a:cubicBezTo>
                    <a:cubicBezTo>
                      <a:pt x="9" y="3"/>
                      <a:pt x="9" y="3"/>
                      <a:pt x="9" y="3"/>
                    </a:cubicBezTo>
                    <a:cubicBezTo>
                      <a:pt x="9" y="3"/>
                      <a:pt x="9" y="3"/>
                      <a:pt x="9" y="3"/>
                    </a:cubicBezTo>
                    <a:cubicBezTo>
                      <a:pt x="9" y="3"/>
                      <a:pt x="9" y="3"/>
                      <a:pt x="9" y="3"/>
                    </a:cubicBezTo>
                    <a:cubicBezTo>
                      <a:pt x="9" y="3"/>
                      <a:pt x="9" y="3"/>
                      <a:pt x="9" y="3"/>
                    </a:cubicBezTo>
                    <a:cubicBezTo>
                      <a:pt x="9" y="3"/>
                      <a:pt x="9" y="3"/>
                      <a:pt x="9" y="4"/>
                    </a:cubicBezTo>
                    <a:cubicBezTo>
                      <a:pt x="9" y="4"/>
                      <a:pt x="9" y="4"/>
                      <a:pt x="9" y="4"/>
                    </a:cubicBezTo>
                    <a:cubicBezTo>
                      <a:pt x="9" y="4"/>
                      <a:pt x="9" y="4"/>
                      <a:pt x="9" y="4"/>
                    </a:cubicBezTo>
                    <a:cubicBezTo>
                      <a:pt x="9" y="4"/>
                      <a:pt x="9" y="4"/>
                      <a:pt x="9" y="4"/>
                    </a:cubicBezTo>
                    <a:cubicBezTo>
                      <a:pt x="9" y="4"/>
                      <a:pt x="9" y="4"/>
                      <a:pt x="9" y="4"/>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7" y="3"/>
                      <a:pt x="7" y="4"/>
                      <a:pt x="7" y="4"/>
                    </a:cubicBezTo>
                    <a:cubicBezTo>
                      <a:pt x="7" y="4"/>
                      <a:pt x="7" y="4"/>
                      <a:pt x="7" y="4"/>
                    </a:cubicBezTo>
                    <a:cubicBezTo>
                      <a:pt x="7" y="4"/>
                      <a:pt x="7" y="4"/>
                      <a:pt x="7" y="4"/>
                    </a:cubicBezTo>
                    <a:cubicBezTo>
                      <a:pt x="7" y="4"/>
                      <a:pt x="7" y="4"/>
                      <a:pt x="7" y="5"/>
                    </a:cubicBezTo>
                    <a:cubicBezTo>
                      <a:pt x="7" y="5"/>
                      <a:pt x="7" y="5"/>
                      <a:pt x="7" y="5"/>
                    </a:cubicBezTo>
                    <a:cubicBezTo>
                      <a:pt x="7" y="5"/>
                      <a:pt x="7" y="5"/>
                      <a:pt x="7" y="5"/>
                    </a:cubicBezTo>
                    <a:cubicBezTo>
                      <a:pt x="7" y="5"/>
                      <a:pt x="7" y="5"/>
                      <a:pt x="7" y="5"/>
                    </a:cubicBezTo>
                    <a:cubicBezTo>
                      <a:pt x="7" y="5"/>
                      <a:pt x="7" y="5"/>
                      <a:pt x="7" y="5"/>
                    </a:cubicBezTo>
                    <a:cubicBezTo>
                      <a:pt x="6" y="5"/>
                      <a:pt x="6" y="5"/>
                      <a:pt x="6" y="5"/>
                    </a:cubicBezTo>
                    <a:cubicBezTo>
                      <a:pt x="6" y="5"/>
                      <a:pt x="6" y="5"/>
                      <a:pt x="6" y="5"/>
                    </a:cubicBezTo>
                    <a:cubicBezTo>
                      <a:pt x="6" y="5"/>
                      <a:pt x="6" y="5"/>
                      <a:pt x="6" y="5"/>
                    </a:cubicBezTo>
                    <a:cubicBezTo>
                      <a:pt x="6" y="5"/>
                      <a:pt x="6" y="5"/>
                      <a:pt x="6" y="5"/>
                    </a:cubicBezTo>
                    <a:cubicBezTo>
                      <a:pt x="6"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7" y="5"/>
                      <a:pt x="7" y="5"/>
                    </a:cubicBezTo>
                    <a:cubicBezTo>
                      <a:pt x="7" y="5"/>
                      <a:pt x="7" y="5"/>
                      <a:pt x="7" y="5"/>
                    </a:cubicBezTo>
                    <a:cubicBezTo>
                      <a:pt x="7" y="4"/>
                      <a:pt x="7" y="4"/>
                      <a:pt x="7" y="4"/>
                    </a:cubicBezTo>
                    <a:cubicBezTo>
                      <a:pt x="7" y="4"/>
                      <a:pt x="7" y="4"/>
                      <a:pt x="7" y="3"/>
                    </a:cubicBezTo>
                    <a:cubicBezTo>
                      <a:pt x="7" y="3"/>
                      <a:pt x="7" y="3"/>
                      <a:pt x="7" y="3"/>
                    </a:cubicBezTo>
                    <a:cubicBezTo>
                      <a:pt x="7" y="3"/>
                      <a:pt x="7" y="3"/>
                      <a:pt x="7" y="3"/>
                    </a:cubicBezTo>
                    <a:cubicBezTo>
                      <a:pt x="7" y="3"/>
                      <a:pt x="7" y="3"/>
                      <a:pt x="8" y="3"/>
                    </a:cubicBezTo>
                    <a:cubicBezTo>
                      <a:pt x="8" y="3"/>
                      <a:pt x="8" y="3"/>
                      <a:pt x="8" y="3"/>
                    </a:cubicBezTo>
                    <a:cubicBezTo>
                      <a:pt x="8" y="3"/>
                      <a:pt x="8" y="3"/>
                      <a:pt x="8" y="3"/>
                    </a:cubicBezTo>
                    <a:cubicBezTo>
                      <a:pt x="8" y="2"/>
                      <a:pt x="8" y="2"/>
                      <a:pt x="8" y="2"/>
                    </a:cubicBezTo>
                    <a:cubicBezTo>
                      <a:pt x="8" y="2"/>
                      <a:pt x="8" y="2"/>
                      <a:pt x="8" y="2"/>
                    </a:cubicBezTo>
                    <a:cubicBezTo>
                      <a:pt x="8" y="2"/>
                      <a:pt x="8" y="2"/>
                      <a:pt x="8" y="2"/>
                    </a:cubicBezTo>
                    <a:cubicBezTo>
                      <a:pt x="8" y="2"/>
                      <a:pt x="8" y="2"/>
                      <a:pt x="9" y="2"/>
                    </a:cubicBezTo>
                    <a:cubicBezTo>
                      <a:pt x="9" y="2"/>
                      <a:pt x="9" y="2"/>
                      <a:pt x="9" y="1"/>
                    </a:cubicBezTo>
                    <a:cubicBezTo>
                      <a:pt x="9" y="1"/>
                      <a:pt x="9" y="1"/>
                      <a:pt x="9" y="1"/>
                    </a:cubicBezTo>
                    <a:cubicBezTo>
                      <a:pt x="10" y="1"/>
                      <a:pt x="10" y="1"/>
                      <a:pt x="10" y="1"/>
                    </a:cubicBezTo>
                    <a:cubicBezTo>
                      <a:pt x="10" y="1"/>
                      <a:pt x="10" y="1"/>
                      <a:pt x="10" y="1"/>
                    </a:cubicBezTo>
                    <a:cubicBezTo>
                      <a:pt x="10" y="1"/>
                      <a:pt x="10" y="1"/>
                      <a:pt x="10" y="1"/>
                    </a:cubicBezTo>
                    <a:cubicBezTo>
                      <a:pt x="10" y="1"/>
                      <a:pt x="10" y="1"/>
                      <a:pt x="10" y="1"/>
                    </a:cubicBezTo>
                    <a:cubicBezTo>
                      <a:pt x="11" y="1"/>
                      <a:pt x="11" y="1"/>
                      <a:pt x="11" y="1"/>
                    </a:cubicBezTo>
                    <a:cubicBezTo>
                      <a:pt x="11" y="1"/>
                      <a:pt x="11" y="1"/>
                      <a:pt x="11" y="1"/>
                    </a:cubicBezTo>
                    <a:cubicBezTo>
                      <a:pt x="11" y="1"/>
                      <a:pt x="11" y="1"/>
                      <a:pt x="12" y="1"/>
                    </a:cubicBezTo>
                    <a:cubicBezTo>
                      <a:pt x="12" y="1"/>
                      <a:pt x="12" y="1"/>
                      <a:pt x="12" y="1"/>
                    </a:cubicBezTo>
                    <a:cubicBezTo>
                      <a:pt x="12" y="0"/>
                      <a:pt x="11" y="0"/>
                      <a:pt x="11" y="0"/>
                    </a:cubicBezTo>
                    <a:cubicBezTo>
                      <a:pt x="11" y="0"/>
                      <a:pt x="11" y="0"/>
                      <a:pt x="11" y="0"/>
                    </a:cubicBezTo>
                    <a:cubicBezTo>
                      <a:pt x="11" y="0"/>
                      <a:pt x="11" y="0"/>
                      <a:pt x="11" y="0"/>
                    </a:cubicBezTo>
                    <a:cubicBezTo>
                      <a:pt x="11" y="0"/>
                      <a:pt x="11" y="0"/>
                      <a:pt x="11" y="0"/>
                    </a:cubicBezTo>
                    <a:cubicBezTo>
                      <a:pt x="11" y="0"/>
                      <a:pt x="10" y="0"/>
                      <a:pt x="10" y="0"/>
                    </a:cubicBezTo>
                    <a:cubicBezTo>
                      <a:pt x="10" y="0"/>
                      <a:pt x="10" y="0"/>
                      <a:pt x="10" y="0"/>
                    </a:cubicBezTo>
                    <a:cubicBezTo>
                      <a:pt x="10" y="0"/>
                      <a:pt x="10" y="0"/>
                      <a:pt x="9" y="0"/>
                    </a:cubicBezTo>
                    <a:cubicBezTo>
                      <a:pt x="9" y="0"/>
                      <a:pt x="9" y="0"/>
                      <a:pt x="9" y="0"/>
                    </a:cubicBezTo>
                    <a:cubicBezTo>
                      <a:pt x="9" y="0"/>
                      <a:pt x="9" y="0"/>
                      <a:pt x="9" y="0"/>
                    </a:cubicBezTo>
                    <a:cubicBezTo>
                      <a:pt x="9" y="1"/>
                      <a:pt x="9"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8" y="1"/>
                      <a:pt x="8" y="1"/>
                    </a:cubicBezTo>
                    <a:cubicBezTo>
                      <a:pt x="8"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6" y="1"/>
                    </a:cubicBezTo>
                    <a:cubicBezTo>
                      <a:pt x="6" y="1"/>
                      <a:pt x="6" y="2"/>
                      <a:pt x="6" y="2"/>
                    </a:cubicBezTo>
                    <a:cubicBezTo>
                      <a:pt x="6" y="2"/>
                      <a:pt x="6" y="2"/>
                      <a:pt x="6" y="2"/>
                    </a:cubicBezTo>
                    <a:cubicBezTo>
                      <a:pt x="6" y="2"/>
                      <a:pt x="6" y="2"/>
                      <a:pt x="6" y="2"/>
                    </a:cubicBezTo>
                    <a:cubicBezTo>
                      <a:pt x="6" y="2"/>
                      <a:pt x="6" y="2"/>
                      <a:pt x="6" y="2"/>
                    </a:cubicBezTo>
                    <a:cubicBezTo>
                      <a:pt x="5" y="2"/>
                      <a:pt x="5" y="2"/>
                      <a:pt x="5" y="2"/>
                    </a:cubicBezTo>
                    <a:cubicBezTo>
                      <a:pt x="5" y="2"/>
                      <a:pt x="5" y="2"/>
                      <a:pt x="5" y="2"/>
                    </a:cubicBezTo>
                    <a:cubicBezTo>
                      <a:pt x="5" y="2"/>
                      <a:pt x="5" y="2"/>
                      <a:pt x="5" y="2"/>
                    </a:cubicBezTo>
                    <a:cubicBezTo>
                      <a:pt x="5" y="2"/>
                      <a:pt x="5" y="2"/>
                      <a:pt x="5" y="2"/>
                    </a:cubicBezTo>
                    <a:cubicBezTo>
                      <a:pt x="5" y="2"/>
                      <a:pt x="5" y="2"/>
                      <a:pt x="5" y="2"/>
                    </a:cubicBezTo>
                    <a:cubicBezTo>
                      <a:pt x="5" y="3"/>
                      <a:pt x="5"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4"/>
                    </a:cubicBezTo>
                    <a:cubicBezTo>
                      <a:pt x="4" y="4"/>
                      <a:pt x="4" y="4"/>
                      <a:pt x="4" y="4"/>
                    </a:cubicBezTo>
                    <a:cubicBezTo>
                      <a:pt x="4" y="4"/>
                      <a:pt x="4" y="4"/>
                      <a:pt x="4" y="4"/>
                    </a:cubicBezTo>
                    <a:cubicBezTo>
                      <a:pt x="3" y="4"/>
                      <a:pt x="3" y="4"/>
                      <a:pt x="3" y="4"/>
                    </a:cubicBezTo>
                    <a:cubicBezTo>
                      <a:pt x="3" y="4"/>
                      <a:pt x="3"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5"/>
                      <a:pt x="4" y="5"/>
                    </a:cubicBezTo>
                    <a:cubicBezTo>
                      <a:pt x="4" y="5"/>
                      <a:pt x="4" y="4"/>
                      <a:pt x="3" y="4"/>
                    </a:cubicBezTo>
                    <a:cubicBezTo>
                      <a:pt x="3" y="4"/>
                      <a:pt x="3" y="4"/>
                      <a:pt x="3" y="4"/>
                    </a:cubicBezTo>
                    <a:cubicBezTo>
                      <a:pt x="3" y="4"/>
                      <a:pt x="3" y="4"/>
                      <a:pt x="3" y="4"/>
                    </a:cubicBezTo>
                    <a:cubicBezTo>
                      <a:pt x="3" y="4"/>
                      <a:pt x="3" y="4"/>
                      <a:pt x="3" y="5"/>
                    </a:cubicBezTo>
                    <a:cubicBezTo>
                      <a:pt x="3" y="5"/>
                      <a:pt x="3" y="5"/>
                      <a:pt x="3" y="5"/>
                    </a:cubicBezTo>
                    <a:cubicBezTo>
                      <a:pt x="3" y="5"/>
                      <a:pt x="3" y="5"/>
                      <a:pt x="3" y="5"/>
                    </a:cubicBezTo>
                    <a:cubicBezTo>
                      <a:pt x="3" y="5"/>
                      <a:pt x="3" y="5"/>
                      <a:pt x="3" y="5"/>
                    </a:cubicBezTo>
                    <a:cubicBezTo>
                      <a:pt x="3" y="5"/>
                      <a:pt x="2" y="5"/>
                      <a:pt x="2" y="5"/>
                    </a:cubicBezTo>
                    <a:cubicBezTo>
                      <a:pt x="2" y="5"/>
                      <a:pt x="2" y="5"/>
                      <a:pt x="2" y="5"/>
                    </a:cubicBezTo>
                    <a:cubicBezTo>
                      <a:pt x="2" y="5"/>
                      <a:pt x="2" y="5"/>
                      <a:pt x="2" y="5"/>
                    </a:cubicBezTo>
                    <a:cubicBezTo>
                      <a:pt x="2" y="5"/>
                      <a:pt x="2" y="5"/>
                      <a:pt x="2" y="5"/>
                    </a:cubicBezTo>
                    <a:cubicBezTo>
                      <a:pt x="2" y="5"/>
                      <a:pt x="2" y="5"/>
                      <a:pt x="2" y="5"/>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4" y="7"/>
                    </a:cubicBezTo>
                    <a:cubicBezTo>
                      <a:pt x="4" y="7"/>
                      <a:pt x="4"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7"/>
                      <a:pt x="5" y="7"/>
                    </a:cubicBezTo>
                    <a:cubicBezTo>
                      <a:pt x="5" y="7"/>
                      <a:pt x="5" y="8"/>
                      <a:pt x="5" y="8"/>
                    </a:cubicBezTo>
                    <a:cubicBezTo>
                      <a:pt x="5" y="8"/>
                      <a:pt x="5" y="8"/>
                      <a:pt x="5" y="8"/>
                    </a:cubicBezTo>
                    <a:cubicBezTo>
                      <a:pt x="5" y="8"/>
                      <a:pt x="5" y="8"/>
                      <a:pt x="5"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6" y="8"/>
                      <a:pt x="6" y="8"/>
                    </a:cubicBezTo>
                    <a:cubicBezTo>
                      <a:pt x="6" y="8"/>
                      <a:pt x="7" y="8"/>
                      <a:pt x="7" y="8"/>
                    </a:cubicBezTo>
                    <a:cubicBezTo>
                      <a:pt x="7" y="8"/>
                      <a:pt x="7" y="8"/>
                      <a:pt x="7" y="8"/>
                    </a:cubicBezTo>
                    <a:cubicBezTo>
                      <a:pt x="7" y="8"/>
                      <a:pt x="7" y="8"/>
                      <a:pt x="7" y="8"/>
                    </a:cubicBezTo>
                    <a:cubicBezTo>
                      <a:pt x="7" y="8"/>
                      <a:pt x="7" y="8"/>
                      <a:pt x="7" y="8"/>
                    </a:cubicBezTo>
                    <a:cubicBezTo>
                      <a:pt x="7" y="8"/>
                      <a:pt x="7" y="8"/>
                      <a:pt x="7" y="8"/>
                    </a:cubicBezTo>
                    <a:cubicBezTo>
                      <a:pt x="7" y="8"/>
                      <a:pt x="6" y="7"/>
                      <a:pt x="6" y="7"/>
                    </a:cubicBezTo>
                    <a:cubicBezTo>
                      <a:pt x="6" y="7"/>
                      <a:pt x="6" y="7"/>
                      <a:pt x="6" y="7"/>
                    </a:cubicBezTo>
                    <a:cubicBezTo>
                      <a:pt x="7" y="7"/>
                      <a:pt x="7" y="7"/>
                      <a:pt x="7" y="7"/>
                    </a:cubicBezTo>
                    <a:cubicBezTo>
                      <a:pt x="7" y="7"/>
                      <a:pt x="7" y="7"/>
                      <a:pt x="7" y="7"/>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8"/>
                      <a:pt x="7" y="8"/>
                    </a:cubicBezTo>
                    <a:cubicBezTo>
                      <a:pt x="7" y="8"/>
                      <a:pt x="7" y="7"/>
                      <a:pt x="7" y="7"/>
                    </a:cubicBezTo>
                    <a:cubicBezTo>
                      <a:pt x="7" y="7"/>
                      <a:pt x="7" y="7"/>
                      <a:pt x="7" y="8"/>
                    </a:cubicBezTo>
                    <a:cubicBezTo>
                      <a:pt x="7" y="8"/>
                      <a:pt x="7" y="8"/>
                      <a:pt x="7"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8" y="8"/>
                      <a:pt x="8" y="8"/>
                    </a:cubicBezTo>
                    <a:cubicBezTo>
                      <a:pt x="8"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9" y="8"/>
                    </a:cubicBezTo>
                    <a:cubicBezTo>
                      <a:pt x="9" y="8"/>
                      <a:pt x="9" y="8"/>
                      <a:pt x="10" y="8"/>
                    </a:cubicBezTo>
                    <a:cubicBezTo>
                      <a:pt x="10" y="8"/>
                      <a:pt x="10" y="8"/>
                      <a:pt x="10" y="8"/>
                    </a:cubicBezTo>
                    <a:cubicBezTo>
                      <a:pt x="10" y="8"/>
                      <a:pt x="10" y="8"/>
                      <a:pt x="10" y="8"/>
                    </a:cubicBezTo>
                    <a:cubicBezTo>
                      <a:pt x="10" y="8"/>
                      <a:pt x="10" y="7"/>
                      <a:pt x="10"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9" y="7"/>
                      <a:pt x="9" y="7"/>
                      <a:pt x="9" y="7"/>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7"/>
                    </a:cubicBezTo>
                    <a:cubicBezTo>
                      <a:pt x="9" y="7"/>
                      <a:pt x="9" y="7"/>
                      <a:pt x="9" y="7"/>
                    </a:cubicBezTo>
                    <a:cubicBezTo>
                      <a:pt x="9"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7"/>
                      <a:pt x="10" y="7"/>
                      <a:pt x="10" y="7"/>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8"/>
                      <a:pt x="10" y="8"/>
                    </a:cubicBezTo>
                    <a:cubicBezTo>
                      <a:pt x="10" y="8"/>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9"/>
                      <a:pt x="10" y="9"/>
                      <a:pt x="10" y="9"/>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10" y="10"/>
                      <a:pt x="10" y="10"/>
                    </a:cubicBezTo>
                    <a:cubicBezTo>
                      <a:pt x="10" y="10"/>
                      <a:pt x="9" y="10"/>
                      <a:pt x="9" y="10"/>
                    </a:cubicBezTo>
                    <a:cubicBezTo>
                      <a:pt x="9" y="10"/>
                      <a:pt x="9" y="10"/>
                      <a:pt x="9" y="10"/>
                    </a:cubicBezTo>
                    <a:cubicBezTo>
                      <a:pt x="9" y="10"/>
                      <a:pt x="9" y="10"/>
                      <a:pt x="9" y="10"/>
                    </a:cubicBezTo>
                    <a:cubicBezTo>
                      <a:pt x="9" y="10"/>
                      <a:pt x="9" y="10"/>
                      <a:pt x="9" y="10"/>
                    </a:cubicBezTo>
                    <a:cubicBezTo>
                      <a:pt x="9" y="10"/>
                      <a:pt x="9" y="10"/>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9" y="11"/>
                      <a:pt x="9" y="11"/>
                      <a:pt x="9" y="11"/>
                    </a:cubicBezTo>
                    <a:cubicBezTo>
                      <a:pt x="10" y="11"/>
                      <a:pt x="10" y="11"/>
                      <a:pt x="10" y="11"/>
                    </a:cubicBezTo>
                    <a:cubicBezTo>
                      <a:pt x="10" y="10"/>
                      <a:pt x="10" y="10"/>
                      <a:pt x="10" y="10"/>
                    </a:cubicBezTo>
                    <a:cubicBezTo>
                      <a:pt x="10" y="10"/>
                      <a:pt x="10" y="10"/>
                      <a:pt x="10" y="10"/>
                    </a:cubicBezTo>
                    <a:cubicBezTo>
                      <a:pt x="10" y="10"/>
                      <a:pt x="10" y="11"/>
                      <a:pt x="10" y="11"/>
                    </a:cubicBezTo>
                    <a:cubicBezTo>
                      <a:pt x="10" y="11"/>
                      <a:pt x="10" y="11"/>
                      <a:pt x="10" y="11"/>
                    </a:cubicBezTo>
                    <a:cubicBezTo>
                      <a:pt x="10" y="11"/>
                      <a:pt x="10" y="10"/>
                      <a:pt x="10" y="10"/>
                    </a:cubicBezTo>
                    <a:cubicBezTo>
                      <a:pt x="10" y="10"/>
                      <a:pt x="10" y="10"/>
                      <a:pt x="10" y="10"/>
                    </a:cubicBezTo>
                    <a:cubicBezTo>
                      <a:pt x="10"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1" y="10"/>
                    </a:cubicBezTo>
                    <a:cubicBezTo>
                      <a:pt x="11" y="10"/>
                      <a:pt x="11" y="10"/>
                      <a:pt x="10" y="10"/>
                    </a:cubicBezTo>
                    <a:cubicBezTo>
                      <a:pt x="10" y="10"/>
                      <a:pt x="10" y="11"/>
                      <a:pt x="10" y="11"/>
                    </a:cubicBezTo>
                    <a:cubicBezTo>
                      <a:pt x="10" y="11"/>
                      <a:pt x="10" y="11"/>
                      <a:pt x="10" y="11"/>
                    </a:cubicBezTo>
                    <a:cubicBezTo>
                      <a:pt x="10" y="11"/>
                      <a:pt x="10" y="11"/>
                      <a:pt x="10" y="11"/>
                    </a:cubicBezTo>
                    <a:cubicBezTo>
                      <a:pt x="10" y="11"/>
                      <a:pt x="10" y="11"/>
                      <a:pt x="10" y="11"/>
                    </a:cubicBezTo>
                    <a:cubicBezTo>
                      <a:pt x="10" y="11"/>
                      <a:pt x="10" y="11"/>
                      <a:pt x="10" y="11"/>
                    </a:cubicBezTo>
                    <a:cubicBezTo>
                      <a:pt x="10" y="11"/>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0" y="12"/>
                    </a:cubicBezTo>
                    <a:cubicBezTo>
                      <a:pt x="10" y="12"/>
                      <a:pt x="10"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1" y="12"/>
                      <a:pt x="11" y="12"/>
                      <a:pt x="11" y="12"/>
                    </a:cubicBezTo>
                    <a:cubicBezTo>
                      <a:pt x="10" y="12"/>
                      <a:pt x="10" y="12"/>
                      <a:pt x="10" y="12"/>
                    </a:cubicBezTo>
                    <a:cubicBezTo>
                      <a:pt x="10" y="12"/>
                      <a:pt x="10" y="12"/>
                      <a:pt x="10" y="12"/>
                    </a:cubicBezTo>
                    <a:cubicBezTo>
                      <a:pt x="10" y="12"/>
                      <a:pt x="10" y="12"/>
                      <a:pt x="11" y="12"/>
                    </a:cubicBezTo>
                    <a:cubicBezTo>
                      <a:pt x="11" y="12"/>
                      <a:pt x="11" y="12"/>
                      <a:pt x="11" y="12"/>
                    </a:cubicBezTo>
                    <a:cubicBezTo>
                      <a:pt x="11" y="12"/>
                      <a:pt x="11" y="12"/>
                      <a:pt x="11" y="12"/>
                    </a:cubicBezTo>
                    <a:cubicBezTo>
                      <a:pt x="11" y="12"/>
                      <a:pt x="10" y="12"/>
                      <a:pt x="10" y="12"/>
                    </a:cubicBezTo>
                    <a:cubicBezTo>
                      <a:pt x="10" y="13"/>
                      <a:pt x="10" y="13"/>
                      <a:pt x="10" y="13"/>
                    </a:cubicBezTo>
                    <a:cubicBezTo>
                      <a:pt x="10" y="13"/>
                      <a:pt x="10" y="13"/>
                      <a:pt x="10" y="13"/>
                    </a:cubicBezTo>
                    <a:cubicBezTo>
                      <a:pt x="10" y="13"/>
                      <a:pt x="10" y="13"/>
                      <a:pt x="11" y="13"/>
                    </a:cubicBezTo>
                    <a:cubicBezTo>
                      <a:pt x="11" y="14"/>
                      <a:pt x="11" y="14"/>
                      <a:pt x="11" y="14"/>
                    </a:cubicBezTo>
                    <a:cubicBezTo>
                      <a:pt x="11" y="14"/>
                      <a:pt x="11" y="14"/>
                      <a:pt x="11" y="14"/>
                    </a:cubicBezTo>
                    <a:cubicBezTo>
                      <a:pt x="11" y="14"/>
                      <a:pt x="11" y="14"/>
                      <a:pt x="10" y="14"/>
                    </a:cubicBezTo>
                    <a:cubicBezTo>
                      <a:pt x="10" y="14"/>
                      <a:pt x="10" y="14"/>
                      <a:pt x="10" y="14"/>
                    </a:cubicBezTo>
                    <a:cubicBezTo>
                      <a:pt x="10" y="14"/>
                      <a:pt x="10" y="13"/>
                      <a:pt x="10" y="13"/>
                    </a:cubicBezTo>
                    <a:cubicBezTo>
                      <a:pt x="10" y="13"/>
                      <a:pt x="10" y="13"/>
                      <a:pt x="10" y="13"/>
                    </a:cubicBezTo>
                    <a:cubicBezTo>
                      <a:pt x="10" y="13"/>
                      <a:pt x="10" y="13"/>
                      <a:pt x="10" y="13"/>
                    </a:cubicBezTo>
                    <a:cubicBezTo>
                      <a:pt x="10" y="14"/>
                      <a:pt x="10" y="14"/>
                      <a:pt x="9" y="14"/>
                    </a:cubicBezTo>
                    <a:cubicBezTo>
                      <a:pt x="9" y="14"/>
                      <a:pt x="9" y="14"/>
                      <a:pt x="9" y="14"/>
                    </a:cubicBezTo>
                    <a:cubicBezTo>
                      <a:pt x="9" y="14"/>
                      <a:pt x="9" y="14"/>
                      <a:pt x="9" y="14"/>
                    </a:cubicBezTo>
                    <a:cubicBezTo>
                      <a:pt x="9" y="14"/>
                      <a:pt x="9" y="14"/>
                      <a:pt x="9" y="14"/>
                    </a:cubicBezTo>
                    <a:cubicBezTo>
                      <a:pt x="9" y="14"/>
                      <a:pt x="9" y="14"/>
                      <a:pt x="9" y="14"/>
                    </a:cubicBezTo>
                    <a:cubicBezTo>
                      <a:pt x="9" y="14"/>
                      <a:pt x="9" y="14"/>
                      <a:pt x="9" y="14"/>
                    </a:cubicBezTo>
                    <a:cubicBezTo>
                      <a:pt x="9" y="14"/>
                      <a:pt x="8" y="14"/>
                      <a:pt x="8" y="14"/>
                    </a:cubicBezTo>
                    <a:cubicBezTo>
                      <a:pt x="8" y="14"/>
                      <a:pt x="8" y="14"/>
                      <a:pt x="8" y="14"/>
                    </a:cubicBezTo>
                    <a:cubicBezTo>
                      <a:pt x="9" y="15"/>
                      <a:pt x="9" y="15"/>
                      <a:pt x="9" y="15"/>
                    </a:cubicBezTo>
                    <a:cubicBezTo>
                      <a:pt x="9" y="15"/>
                      <a:pt x="9" y="15"/>
                      <a:pt x="9" y="15"/>
                    </a:cubicBezTo>
                    <a:cubicBezTo>
                      <a:pt x="9" y="15"/>
                      <a:pt x="9" y="15"/>
                      <a:pt x="9" y="15"/>
                    </a:cubicBezTo>
                    <a:cubicBezTo>
                      <a:pt x="9" y="15"/>
                      <a:pt x="9" y="15"/>
                      <a:pt x="9" y="15"/>
                    </a:cubicBezTo>
                    <a:cubicBezTo>
                      <a:pt x="10" y="15"/>
                      <a:pt x="10" y="15"/>
                      <a:pt x="10" y="15"/>
                    </a:cubicBezTo>
                    <a:cubicBezTo>
                      <a:pt x="10" y="15"/>
                      <a:pt x="10" y="15"/>
                      <a:pt x="10" y="15"/>
                    </a:cubicBezTo>
                    <a:cubicBezTo>
                      <a:pt x="10" y="15"/>
                      <a:pt x="10" y="15"/>
                      <a:pt x="10" y="15"/>
                    </a:cubicBezTo>
                    <a:cubicBezTo>
                      <a:pt x="10" y="15"/>
                      <a:pt x="10" y="15"/>
                      <a:pt x="10" y="15"/>
                    </a:cubicBezTo>
                    <a:cubicBezTo>
                      <a:pt x="10" y="14"/>
                      <a:pt x="10" y="14"/>
                      <a:pt x="10" y="14"/>
                    </a:cubicBezTo>
                    <a:cubicBezTo>
                      <a:pt x="10" y="14"/>
                      <a:pt x="10" y="14"/>
                      <a:pt x="10" y="14"/>
                    </a:cubicBezTo>
                    <a:cubicBezTo>
                      <a:pt x="10" y="14"/>
                      <a:pt x="10" y="15"/>
                      <a:pt x="10" y="15"/>
                    </a:cubicBezTo>
                    <a:cubicBezTo>
                      <a:pt x="10" y="15"/>
                      <a:pt x="10" y="15"/>
                      <a:pt x="10" y="15"/>
                    </a:cubicBezTo>
                    <a:cubicBezTo>
                      <a:pt x="10"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5"/>
                      <a:pt x="11" y="15"/>
                      <a:pt x="11" y="15"/>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1" y="16"/>
                      <a:pt x="11" y="16"/>
                      <a:pt x="11" y="16"/>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10" y="16"/>
                    </a:cubicBezTo>
                    <a:cubicBezTo>
                      <a:pt x="10" y="16"/>
                      <a:pt x="10" y="16"/>
                      <a:pt x="9" y="16"/>
                    </a:cubicBezTo>
                    <a:cubicBezTo>
                      <a:pt x="9" y="16"/>
                      <a:pt x="9" y="16"/>
                      <a:pt x="9" y="16"/>
                    </a:cubicBezTo>
                    <a:cubicBezTo>
                      <a:pt x="9" y="16"/>
                      <a:pt x="9" y="16"/>
                      <a:pt x="9" y="16"/>
                    </a:cubicBezTo>
                    <a:cubicBezTo>
                      <a:pt x="9" y="16"/>
                      <a:pt x="9" y="16"/>
                      <a:pt x="9" y="16"/>
                    </a:cubicBezTo>
                    <a:cubicBezTo>
                      <a:pt x="9" y="16"/>
                      <a:pt x="9" y="16"/>
                      <a:pt x="9" y="16"/>
                    </a:cubicBezTo>
                    <a:cubicBezTo>
                      <a:pt x="9" y="16"/>
                      <a:pt x="9" y="16"/>
                      <a:pt x="9" y="16"/>
                    </a:cubicBezTo>
                    <a:cubicBezTo>
                      <a:pt x="9" y="16"/>
                      <a:pt x="9" y="16"/>
                      <a:pt x="9" y="16"/>
                    </a:cubicBezTo>
                    <a:cubicBezTo>
                      <a:pt x="9" y="16"/>
                      <a:pt x="9" y="16"/>
                      <a:pt x="9" y="16"/>
                    </a:cubicBezTo>
                    <a:cubicBezTo>
                      <a:pt x="9" y="16"/>
                      <a:pt x="10" y="15"/>
                      <a:pt x="9" y="15"/>
                    </a:cubicBezTo>
                    <a:cubicBezTo>
                      <a:pt x="9" y="15"/>
                      <a:pt x="9" y="15"/>
                      <a:pt x="9" y="15"/>
                    </a:cubicBezTo>
                    <a:cubicBezTo>
                      <a:pt x="9" y="15"/>
                      <a:pt x="9" y="15"/>
                      <a:pt x="9" y="15"/>
                    </a:cubicBezTo>
                    <a:cubicBezTo>
                      <a:pt x="9" y="15"/>
                      <a:pt x="9" y="15"/>
                      <a:pt x="9" y="15"/>
                    </a:cubicBezTo>
                    <a:cubicBezTo>
                      <a:pt x="8" y="15"/>
                      <a:pt x="8" y="15"/>
                      <a:pt x="8" y="15"/>
                    </a:cubicBezTo>
                    <a:cubicBezTo>
                      <a:pt x="8" y="15"/>
                      <a:pt x="8" y="15"/>
                      <a:pt x="8" y="15"/>
                    </a:cubicBezTo>
                    <a:cubicBezTo>
                      <a:pt x="8" y="15"/>
                      <a:pt x="8" y="15"/>
                      <a:pt x="8" y="15"/>
                    </a:cubicBezTo>
                    <a:cubicBezTo>
                      <a:pt x="8" y="15"/>
                      <a:pt x="8" y="15"/>
                      <a:pt x="8" y="15"/>
                    </a:cubicBezTo>
                    <a:cubicBezTo>
                      <a:pt x="8" y="15"/>
                      <a:pt x="7" y="15"/>
                      <a:pt x="7" y="15"/>
                    </a:cubicBezTo>
                    <a:cubicBezTo>
                      <a:pt x="7" y="15"/>
                      <a:pt x="7" y="15"/>
                      <a:pt x="7" y="15"/>
                    </a:cubicBezTo>
                    <a:cubicBezTo>
                      <a:pt x="7" y="15"/>
                      <a:pt x="7" y="15"/>
                      <a:pt x="7" y="15"/>
                    </a:cubicBezTo>
                    <a:cubicBezTo>
                      <a:pt x="7" y="15"/>
                      <a:pt x="6" y="15"/>
                      <a:pt x="6" y="15"/>
                    </a:cubicBezTo>
                    <a:cubicBezTo>
                      <a:pt x="6" y="16"/>
                      <a:pt x="6" y="16"/>
                      <a:pt x="6" y="16"/>
                    </a:cubicBezTo>
                    <a:cubicBezTo>
                      <a:pt x="6" y="16"/>
                      <a:pt x="6" y="16"/>
                      <a:pt x="6" y="16"/>
                    </a:cubicBezTo>
                    <a:cubicBezTo>
                      <a:pt x="6" y="16"/>
                      <a:pt x="6" y="16"/>
                      <a:pt x="6" y="17"/>
                    </a:cubicBezTo>
                    <a:cubicBezTo>
                      <a:pt x="6" y="17"/>
                      <a:pt x="6" y="17"/>
                      <a:pt x="6" y="17"/>
                    </a:cubicBezTo>
                    <a:cubicBezTo>
                      <a:pt x="6" y="17"/>
                      <a:pt x="6" y="17"/>
                      <a:pt x="6" y="17"/>
                    </a:cubicBezTo>
                    <a:cubicBezTo>
                      <a:pt x="6" y="17"/>
                      <a:pt x="6" y="17"/>
                      <a:pt x="6" y="17"/>
                    </a:cubicBezTo>
                    <a:cubicBezTo>
                      <a:pt x="6" y="17"/>
                      <a:pt x="6" y="17"/>
                      <a:pt x="6" y="17"/>
                    </a:cubicBezTo>
                    <a:cubicBezTo>
                      <a:pt x="6" y="17"/>
                      <a:pt x="5" y="17"/>
                      <a:pt x="5" y="17"/>
                    </a:cubicBezTo>
                    <a:cubicBezTo>
                      <a:pt x="5" y="17"/>
                      <a:pt x="5" y="17"/>
                      <a:pt x="5" y="17"/>
                    </a:cubicBezTo>
                    <a:cubicBezTo>
                      <a:pt x="5" y="17"/>
                      <a:pt x="5" y="17"/>
                      <a:pt x="5" y="17"/>
                    </a:cubicBezTo>
                    <a:cubicBezTo>
                      <a:pt x="5" y="17"/>
                      <a:pt x="5" y="17"/>
                      <a:pt x="5" y="17"/>
                    </a:cubicBezTo>
                    <a:cubicBezTo>
                      <a:pt x="5" y="17"/>
                      <a:pt x="5" y="17"/>
                      <a:pt x="5" y="17"/>
                    </a:cubicBezTo>
                    <a:cubicBezTo>
                      <a:pt x="5" y="17"/>
                      <a:pt x="5" y="17"/>
                      <a:pt x="5" y="17"/>
                    </a:cubicBezTo>
                    <a:cubicBezTo>
                      <a:pt x="5" y="17"/>
                      <a:pt x="5" y="17"/>
                      <a:pt x="5" y="17"/>
                    </a:cubicBezTo>
                    <a:cubicBezTo>
                      <a:pt x="5"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4" y="17"/>
                      <a:pt x="4" y="17"/>
                    </a:cubicBezTo>
                    <a:cubicBezTo>
                      <a:pt x="4" y="17"/>
                      <a:pt x="3" y="17"/>
                      <a:pt x="3" y="17"/>
                    </a:cubicBezTo>
                    <a:cubicBezTo>
                      <a:pt x="3" y="17"/>
                      <a:pt x="3" y="17"/>
                      <a:pt x="3" y="17"/>
                    </a:cubicBezTo>
                    <a:cubicBezTo>
                      <a:pt x="3" y="17"/>
                      <a:pt x="3" y="17"/>
                      <a:pt x="3" y="17"/>
                    </a:cubicBezTo>
                    <a:cubicBezTo>
                      <a:pt x="3" y="17"/>
                      <a:pt x="3" y="17"/>
                      <a:pt x="3" y="17"/>
                    </a:cubicBezTo>
                    <a:cubicBezTo>
                      <a:pt x="3" y="17"/>
                      <a:pt x="3" y="17"/>
                      <a:pt x="3" y="17"/>
                    </a:cubicBezTo>
                    <a:cubicBezTo>
                      <a:pt x="3" y="17"/>
                      <a:pt x="3" y="17"/>
                      <a:pt x="3" y="17"/>
                    </a:cubicBezTo>
                    <a:cubicBezTo>
                      <a:pt x="3" y="16"/>
                      <a:pt x="3" y="16"/>
                      <a:pt x="3" y="16"/>
                    </a:cubicBezTo>
                    <a:cubicBezTo>
                      <a:pt x="3" y="16"/>
                      <a:pt x="3" y="16"/>
                      <a:pt x="3" y="16"/>
                    </a:cubicBezTo>
                    <a:cubicBezTo>
                      <a:pt x="2" y="16"/>
                      <a:pt x="2" y="16"/>
                      <a:pt x="2" y="17"/>
                    </a:cubicBezTo>
                    <a:cubicBezTo>
                      <a:pt x="2" y="17"/>
                      <a:pt x="2" y="17"/>
                      <a:pt x="2" y="17"/>
                    </a:cubicBezTo>
                    <a:cubicBezTo>
                      <a:pt x="2" y="17"/>
                      <a:pt x="2" y="17"/>
                      <a:pt x="2" y="17"/>
                    </a:cubicBezTo>
                    <a:cubicBezTo>
                      <a:pt x="2" y="17"/>
                      <a:pt x="2" y="17"/>
                      <a:pt x="1" y="17"/>
                    </a:cubicBezTo>
                    <a:cubicBezTo>
                      <a:pt x="1" y="17"/>
                      <a:pt x="1" y="17"/>
                      <a:pt x="1" y="17"/>
                    </a:cubicBezTo>
                    <a:cubicBezTo>
                      <a:pt x="1" y="17"/>
                      <a:pt x="1" y="17"/>
                      <a:pt x="0" y="17"/>
                    </a:cubicBezTo>
                    <a:cubicBezTo>
                      <a:pt x="0" y="17"/>
                      <a:pt x="0" y="18"/>
                      <a:pt x="0" y="18"/>
                    </a:cubicBezTo>
                    <a:cubicBezTo>
                      <a:pt x="0" y="18"/>
                      <a:pt x="0" y="18"/>
                      <a:pt x="0" y="18"/>
                    </a:cubicBezTo>
                    <a:cubicBezTo>
                      <a:pt x="0" y="18"/>
                      <a:pt x="0" y="18"/>
                      <a:pt x="0" y="18"/>
                    </a:cubicBezTo>
                    <a:cubicBezTo>
                      <a:pt x="0" y="18"/>
                      <a:pt x="1" y="18"/>
                      <a:pt x="1" y="18"/>
                    </a:cubicBezTo>
                    <a:cubicBezTo>
                      <a:pt x="1" y="18"/>
                      <a:pt x="1" y="18"/>
                      <a:pt x="1" y="18"/>
                    </a:cubicBezTo>
                    <a:cubicBezTo>
                      <a:pt x="1" y="18"/>
                      <a:pt x="1" y="18"/>
                      <a:pt x="1" y="18"/>
                    </a:cubicBezTo>
                    <a:cubicBezTo>
                      <a:pt x="1" y="18"/>
                      <a:pt x="1" y="18"/>
                      <a:pt x="1" y="18"/>
                    </a:cubicBezTo>
                    <a:cubicBezTo>
                      <a:pt x="1" y="18"/>
                      <a:pt x="1" y="18"/>
                      <a:pt x="1" y="18"/>
                    </a:cubicBezTo>
                    <a:cubicBezTo>
                      <a:pt x="1" y="18"/>
                      <a:pt x="1" y="18"/>
                      <a:pt x="1" y="18"/>
                    </a:cubicBezTo>
                    <a:cubicBezTo>
                      <a:pt x="2" y="18"/>
                      <a:pt x="2" y="18"/>
                      <a:pt x="2" y="18"/>
                    </a:cubicBezTo>
                    <a:cubicBezTo>
                      <a:pt x="2" y="18"/>
                      <a:pt x="2" y="18"/>
                      <a:pt x="2" y="18"/>
                    </a:cubicBezTo>
                    <a:cubicBezTo>
                      <a:pt x="2" y="18"/>
                      <a:pt x="2" y="18"/>
                      <a:pt x="2" y="18"/>
                    </a:cubicBezTo>
                    <a:cubicBezTo>
                      <a:pt x="2" y="18"/>
                      <a:pt x="2" y="18"/>
                      <a:pt x="2" y="18"/>
                    </a:cubicBezTo>
                    <a:cubicBezTo>
                      <a:pt x="2" y="18"/>
                      <a:pt x="2" y="18"/>
                      <a:pt x="2" y="18"/>
                    </a:cubicBezTo>
                    <a:cubicBezTo>
                      <a:pt x="2" y="18"/>
                      <a:pt x="2" y="18"/>
                      <a:pt x="2" y="18"/>
                    </a:cubicBezTo>
                    <a:cubicBezTo>
                      <a:pt x="2" y="18"/>
                      <a:pt x="2" y="18"/>
                      <a:pt x="2" y="18"/>
                    </a:cubicBezTo>
                    <a:cubicBezTo>
                      <a:pt x="2" y="18"/>
                      <a:pt x="2" y="18"/>
                      <a:pt x="3" y="18"/>
                    </a:cubicBezTo>
                    <a:cubicBezTo>
                      <a:pt x="3" y="18"/>
                      <a:pt x="3" y="18"/>
                      <a:pt x="3" y="18"/>
                    </a:cubicBezTo>
                    <a:cubicBezTo>
                      <a:pt x="3" y="18"/>
                      <a:pt x="3" y="18"/>
                      <a:pt x="3" y="18"/>
                    </a:cubicBezTo>
                    <a:cubicBezTo>
                      <a:pt x="3" y="18"/>
                      <a:pt x="3" y="18"/>
                      <a:pt x="3" y="18"/>
                    </a:cubicBezTo>
                    <a:cubicBezTo>
                      <a:pt x="3" y="18"/>
                      <a:pt x="3" y="18"/>
                      <a:pt x="3" y="18"/>
                    </a:cubicBezTo>
                    <a:cubicBezTo>
                      <a:pt x="3" y="18"/>
                      <a:pt x="3" y="18"/>
                      <a:pt x="3" y="18"/>
                    </a:cubicBezTo>
                    <a:cubicBezTo>
                      <a:pt x="3" y="18"/>
                      <a:pt x="3" y="18"/>
                      <a:pt x="3" y="18"/>
                    </a:cubicBezTo>
                    <a:cubicBezTo>
                      <a:pt x="3" y="18"/>
                      <a:pt x="3" y="18"/>
                      <a:pt x="3" y="18"/>
                    </a:cubicBezTo>
                    <a:cubicBezTo>
                      <a:pt x="3" y="18"/>
                      <a:pt x="3" y="18"/>
                      <a:pt x="3" y="18"/>
                    </a:cubicBezTo>
                    <a:cubicBezTo>
                      <a:pt x="3" y="18"/>
                      <a:pt x="3" y="18"/>
                      <a:pt x="3" y="18"/>
                    </a:cubicBezTo>
                    <a:cubicBezTo>
                      <a:pt x="3" y="18"/>
                      <a:pt x="3"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8"/>
                      <a:pt x="4" y="18"/>
                    </a:cubicBezTo>
                    <a:cubicBezTo>
                      <a:pt x="4" y="18"/>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8"/>
                    </a:cubicBezTo>
                    <a:cubicBezTo>
                      <a:pt x="4" y="18"/>
                      <a:pt x="4" y="18"/>
                      <a:pt x="4" y="18"/>
                    </a:cubicBezTo>
                    <a:cubicBezTo>
                      <a:pt x="4" y="18"/>
                      <a:pt x="4" y="18"/>
                      <a:pt x="4" y="18"/>
                    </a:cubicBezTo>
                    <a:cubicBezTo>
                      <a:pt x="4" y="18"/>
                      <a:pt x="4" y="18"/>
                      <a:pt x="4" y="18"/>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19"/>
                    </a:cubicBezTo>
                    <a:cubicBezTo>
                      <a:pt x="4" y="19"/>
                      <a:pt x="4" y="19"/>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0"/>
                      <a:pt x="4" y="20"/>
                    </a:cubicBezTo>
                    <a:cubicBezTo>
                      <a:pt x="4" y="20"/>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1"/>
                      <a:pt x="4" y="21"/>
                      <a:pt x="4" y="21"/>
                    </a:cubicBezTo>
                    <a:cubicBezTo>
                      <a:pt x="4" y="22"/>
                      <a:pt x="4" y="22"/>
                      <a:pt x="4" y="22"/>
                    </a:cubicBezTo>
                    <a:cubicBezTo>
                      <a:pt x="4" y="22"/>
                      <a:pt x="4" y="22"/>
                      <a:pt x="4" y="22"/>
                    </a:cubicBezTo>
                    <a:cubicBezTo>
                      <a:pt x="4" y="22"/>
                      <a:pt x="4" y="22"/>
                      <a:pt x="4" y="22"/>
                    </a:cubicBezTo>
                    <a:cubicBezTo>
                      <a:pt x="4" y="22"/>
                      <a:pt x="4" y="22"/>
                      <a:pt x="5" y="22"/>
                    </a:cubicBezTo>
                    <a:cubicBezTo>
                      <a:pt x="5" y="22"/>
                      <a:pt x="5" y="22"/>
                      <a:pt x="5" y="22"/>
                    </a:cubicBezTo>
                    <a:cubicBezTo>
                      <a:pt x="5" y="22"/>
                      <a:pt x="5" y="22"/>
                      <a:pt x="5" y="22"/>
                    </a:cubicBezTo>
                    <a:cubicBezTo>
                      <a:pt x="5" y="22"/>
                      <a:pt x="5" y="22"/>
                      <a:pt x="5" y="22"/>
                    </a:cubicBezTo>
                    <a:cubicBezTo>
                      <a:pt x="5" y="22"/>
                      <a:pt x="5" y="22"/>
                      <a:pt x="5" y="22"/>
                    </a:cubicBezTo>
                    <a:cubicBezTo>
                      <a:pt x="5" y="22"/>
                      <a:pt x="5" y="22"/>
                      <a:pt x="5" y="22"/>
                    </a:cubicBezTo>
                    <a:cubicBezTo>
                      <a:pt x="5" y="22"/>
                      <a:pt x="5" y="22"/>
                      <a:pt x="5" y="22"/>
                    </a:cubicBezTo>
                    <a:cubicBezTo>
                      <a:pt x="5" y="22"/>
                      <a:pt x="5" y="22"/>
                      <a:pt x="5" y="22"/>
                    </a:cubicBezTo>
                    <a:cubicBezTo>
                      <a:pt x="5" y="22"/>
                      <a:pt x="5" y="22"/>
                      <a:pt x="5" y="22"/>
                    </a:cubicBezTo>
                    <a:cubicBezTo>
                      <a:pt x="5" y="22"/>
                      <a:pt x="5" y="22"/>
                      <a:pt x="5" y="23"/>
                    </a:cubicBezTo>
                    <a:cubicBezTo>
                      <a:pt x="5" y="23"/>
                      <a:pt x="5" y="23"/>
                      <a:pt x="5" y="23"/>
                    </a:cubicBezTo>
                    <a:cubicBezTo>
                      <a:pt x="5" y="23"/>
                      <a:pt x="5" y="23"/>
                      <a:pt x="5" y="23"/>
                    </a:cubicBezTo>
                    <a:cubicBezTo>
                      <a:pt x="5" y="23"/>
                      <a:pt x="5" y="23"/>
                      <a:pt x="5" y="23"/>
                    </a:cubicBezTo>
                    <a:cubicBezTo>
                      <a:pt x="5" y="23"/>
                      <a:pt x="5" y="23"/>
                      <a:pt x="5" y="23"/>
                    </a:cubicBezTo>
                    <a:cubicBezTo>
                      <a:pt x="5" y="23"/>
                      <a:pt x="5" y="23"/>
                      <a:pt x="5" y="23"/>
                    </a:cubicBezTo>
                    <a:cubicBezTo>
                      <a:pt x="5" y="23"/>
                      <a:pt x="5" y="24"/>
                      <a:pt x="6" y="24"/>
                    </a:cubicBezTo>
                    <a:cubicBezTo>
                      <a:pt x="6" y="24"/>
                      <a:pt x="6" y="24"/>
                      <a:pt x="6" y="24"/>
                    </a:cubicBezTo>
                    <a:cubicBezTo>
                      <a:pt x="6" y="24"/>
                      <a:pt x="6" y="24"/>
                      <a:pt x="6" y="24"/>
                    </a:cubicBezTo>
                    <a:cubicBezTo>
                      <a:pt x="6" y="24"/>
                      <a:pt x="6" y="24"/>
                      <a:pt x="6"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7" y="24"/>
                      <a:pt x="7" y="24"/>
                    </a:cubicBezTo>
                    <a:cubicBezTo>
                      <a:pt x="7" y="24"/>
                      <a:pt x="8" y="24"/>
                      <a:pt x="8" y="24"/>
                    </a:cubicBezTo>
                    <a:cubicBezTo>
                      <a:pt x="8" y="24"/>
                      <a:pt x="8" y="24"/>
                      <a:pt x="8" y="24"/>
                    </a:cubicBezTo>
                    <a:cubicBezTo>
                      <a:pt x="8" y="24"/>
                      <a:pt x="8" y="24"/>
                      <a:pt x="8" y="24"/>
                    </a:cubicBezTo>
                    <a:cubicBezTo>
                      <a:pt x="8" y="24"/>
                      <a:pt x="8" y="24"/>
                      <a:pt x="7" y="24"/>
                    </a:cubicBezTo>
                    <a:cubicBezTo>
                      <a:pt x="7" y="23"/>
                      <a:pt x="7" y="23"/>
                      <a:pt x="8" y="23"/>
                    </a:cubicBezTo>
                    <a:cubicBezTo>
                      <a:pt x="8" y="23"/>
                      <a:pt x="8" y="23"/>
                      <a:pt x="8" y="23"/>
                    </a:cubicBezTo>
                    <a:cubicBezTo>
                      <a:pt x="8" y="23"/>
                      <a:pt x="8" y="23"/>
                      <a:pt x="8" y="23"/>
                    </a:cubicBezTo>
                    <a:cubicBezTo>
                      <a:pt x="8" y="23"/>
                      <a:pt x="8" y="23"/>
                      <a:pt x="7" y="23"/>
                    </a:cubicBezTo>
                    <a:cubicBezTo>
                      <a:pt x="7" y="23"/>
                      <a:pt x="7" y="23"/>
                      <a:pt x="7" y="23"/>
                    </a:cubicBezTo>
                    <a:cubicBezTo>
                      <a:pt x="7" y="23"/>
                      <a:pt x="7" y="23"/>
                      <a:pt x="7" y="23"/>
                    </a:cubicBezTo>
                    <a:cubicBezTo>
                      <a:pt x="7" y="23"/>
                      <a:pt x="7" y="22"/>
                      <a:pt x="7" y="22"/>
                    </a:cubicBezTo>
                    <a:cubicBezTo>
                      <a:pt x="7" y="22"/>
                      <a:pt x="7" y="22"/>
                      <a:pt x="7" y="22"/>
                    </a:cubicBezTo>
                    <a:cubicBezTo>
                      <a:pt x="7" y="22"/>
                      <a:pt x="7" y="22"/>
                      <a:pt x="7" y="22"/>
                    </a:cubicBezTo>
                    <a:cubicBezTo>
                      <a:pt x="7" y="22"/>
                      <a:pt x="7" y="22"/>
                      <a:pt x="7" y="22"/>
                    </a:cubicBezTo>
                    <a:cubicBezTo>
                      <a:pt x="7" y="22"/>
                      <a:pt x="7" y="22"/>
                      <a:pt x="7" y="22"/>
                    </a:cubicBezTo>
                    <a:cubicBezTo>
                      <a:pt x="7" y="22"/>
                      <a:pt x="7" y="22"/>
                      <a:pt x="7" y="22"/>
                    </a:cubicBezTo>
                    <a:cubicBezTo>
                      <a:pt x="7" y="22"/>
                      <a:pt x="7" y="21"/>
                      <a:pt x="7" y="21"/>
                    </a:cubicBezTo>
                    <a:cubicBezTo>
                      <a:pt x="7" y="21"/>
                      <a:pt x="7" y="21"/>
                      <a:pt x="7" y="21"/>
                    </a:cubicBezTo>
                    <a:cubicBezTo>
                      <a:pt x="7" y="21"/>
                      <a:pt x="7" y="21"/>
                      <a:pt x="7" y="21"/>
                    </a:cubicBezTo>
                    <a:cubicBezTo>
                      <a:pt x="7" y="21"/>
                      <a:pt x="7" y="21"/>
                      <a:pt x="7" y="21"/>
                    </a:cubicBezTo>
                    <a:cubicBezTo>
                      <a:pt x="7" y="21"/>
                      <a:pt x="7" y="21"/>
                      <a:pt x="7" y="21"/>
                    </a:cubicBezTo>
                    <a:cubicBezTo>
                      <a:pt x="7" y="21"/>
                      <a:pt x="7" y="21"/>
                      <a:pt x="7" y="21"/>
                    </a:cubicBezTo>
                    <a:cubicBezTo>
                      <a:pt x="7" y="21"/>
                      <a:pt x="7" y="21"/>
                      <a:pt x="8"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8" y="21"/>
                    </a:cubicBezTo>
                    <a:cubicBezTo>
                      <a:pt x="8" y="21"/>
                      <a:pt x="8" y="21"/>
                      <a:pt x="8" y="21"/>
                    </a:cubicBezTo>
                    <a:cubicBezTo>
                      <a:pt x="8" y="22"/>
                      <a:pt x="8" y="22"/>
                      <a:pt x="8" y="22"/>
                    </a:cubicBezTo>
                    <a:cubicBezTo>
                      <a:pt x="8" y="22"/>
                      <a:pt x="8" y="22"/>
                      <a:pt x="8" y="22"/>
                    </a:cubicBezTo>
                    <a:cubicBezTo>
                      <a:pt x="8" y="22"/>
                      <a:pt x="8" y="22"/>
                      <a:pt x="8" y="22"/>
                    </a:cubicBezTo>
                    <a:cubicBezTo>
                      <a:pt x="8" y="22"/>
                      <a:pt x="8" y="22"/>
                      <a:pt x="8" y="22"/>
                    </a:cubicBezTo>
                    <a:cubicBezTo>
                      <a:pt x="8" y="22"/>
                      <a:pt x="9" y="22"/>
                      <a:pt x="9" y="22"/>
                    </a:cubicBezTo>
                    <a:cubicBezTo>
                      <a:pt x="9" y="22"/>
                      <a:pt x="9" y="23"/>
                      <a:pt x="9" y="23"/>
                    </a:cubicBezTo>
                    <a:cubicBezTo>
                      <a:pt x="9" y="23"/>
                      <a:pt x="9" y="23"/>
                      <a:pt x="9" y="23"/>
                    </a:cubicBezTo>
                    <a:cubicBezTo>
                      <a:pt x="9" y="23"/>
                      <a:pt x="9" y="23"/>
                      <a:pt x="9" y="23"/>
                    </a:cubicBezTo>
                    <a:cubicBezTo>
                      <a:pt x="9" y="23"/>
                      <a:pt x="9" y="23"/>
                      <a:pt x="9" y="23"/>
                    </a:cubicBezTo>
                    <a:cubicBezTo>
                      <a:pt x="9" y="22"/>
                      <a:pt x="9" y="22"/>
                      <a:pt x="9" y="22"/>
                    </a:cubicBezTo>
                    <a:cubicBezTo>
                      <a:pt x="9" y="22"/>
                      <a:pt x="9" y="22"/>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9" y="23"/>
                      <a:pt x="9" y="23"/>
                      <a:pt x="9" y="23"/>
                    </a:cubicBezTo>
                    <a:cubicBezTo>
                      <a:pt x="10" y="23"/>
                      <a:pt x="10" y="23"/>
                      <a:pt x="10" y="23"/>
                    </a:cubicBezTo>
                    <a:cubicBezTo>
                      <a:pt x="10" y="23"/>
                      <a:pt x="10" y="23"/>
                      <a:pt x="10" y="23"/>
                    </a:cubicBezTo>
                    <a:cubicBezTo>
                      <a:pt x="10" y="23"/>
                      <a:pt x="10" y="23"/>
                      <a:pt x="10" y="23"/>
                    </a:cubicBezTo>
                    <a:cubicBezTo>
                      <a:pt x="10" y="23"/>
                      <a:pt x="10" y="23"/>
                      <a:pt x="10" y="23"/>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1"/>
                      <a:pt x="10" y="21"/>
                    </a:cubicBezTo>
                    <a:cubicBezTo>
                      <a:pt x="10" y="21"/>
                      <a:pt x="10" y="21"/>
                      <a:pt x="10" y="21"/>
                    </a:cubicBezTo>
                    <a:cubicBezTo>
                      <a:pt x="10" y="21"/>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0" y="22"/>
                    </a:cubicBezTo>
                    <a:cubicBezTo>
                      <a:pt x="10" y="22"/>
                      <a:pt x="10" y="22"/>
                      <a:pt x="11" y="22"/>
                    </a:cubicBezTo>
                    <a:cubicBezTo>
                      <a:pt x="11" y="22"/>
                      <a:pt x="11" y="22"/>
                      <a:pt x="11" y="22"/>
                    </a:cubicBezTo>
                    <a:cubicBezTo>
                      <a:pt x="11" y="22"/>
                      <a:pt x="11" y="22"/>
                      <a:pt x="11" y="22"/>
                    </a:cubicBezTo>
                    <a:cubicBezTo>
                      <a:pt x="11" y="22"/>
                      <a:pt x="11" y="22"/>
                      <a:pt x="11" y="22"/>
                    </a:cubicBezTo>
                    <a:cubicBezTo>
                      <a:pt x="11" y="22"/>
                      <a:pt x="11" y="22"/>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1"/>
                      <a:pt x="11" y="21"/>
                    </a:cubicBezTo>
                    <a:cubicBezTo>
                      <a:pt x="11" y="21"/>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20"/>
                      <a:pt x="11" y="20"/>
                      <a:pt x="11" y="20"/>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9"/>
                      <a:pt x="11" y="19"/>
                      <a:pt x="11" y="19"/>
                    </a:cubicBezTo>
                    <a:cubicBezTo>
                      <a:pt x="11" y="18"/>
                      <a:pt x="11" y="18"/>
                      <a:pt x="11" y="18"/>
                    </a:cubicBezTo>
                    <a:cubicBezTo>
                      <a:pt x="11" y="18"/>
                      <a:pt x="11" y="18"/>
                      <a:pt x="11" y="18"/>
                    </a:cubicBezTo>
                    <a:cubicBezTo>
                      <a:pt x="11" y="18"/>
                      <a:pt x="11" y="18"/>
                      <a:pt x="11" y="18"/>
                    </a:cubicBezTo>
                    <a:cubicBezTo>
                      <a:pt x="11" y="18"/>
                      <a:pt x="11" y="18"/>
                      <a:pt x="11" y="18"/>
                    </a:cubicBezTo>
                    <a:cubicBezTo>
                      <a:pt x="11" y="18"/>
                      <a:pt x="11" y="18"/>
                      <a:pt x="11" y="18"/>
                    </a:cubicBezTo>
                    <a:cubicBezTo>
                      <a:pt x="11" y="18"/>
                      <a:pt x="11" y="18"/>
                      <a:pt x="11" y="18"/>
                    </a:cubicBezTo>
                    <a:cubicBezTo>
                      <a:pt x="11" y="18"/>
                      <a:pt x="11" y="18"/>
                      <a:pt x="11" y="18"/>
                    </a:cubicBezTo>
                    <a:cubicBezTo>
                      <a:pt x="11" y="18"/>
                      <a:pt x="11" y="18"/>
                      <a:pt x="10" y="18"/>
                    </a:cubicBezTo>
                    <a:cubicBezTo>
                      <a:pt x="10" y="18"/>
                      <a:pt x="10" y="18"/>
                      <a:pt x="10" y="18"/>
                    </a:cubicBezTo>
                    <a:cubicBezTo>
                      <a:pt x="10" y="18"/>
                      <a:pt x="10" y="18"/>
                      <a:pt x="10" y="18"/>
                    </a:cubicBezTo>
                    <a:cubicBezTo>
                      <a:pt x="11" y="18"/>
                      <a:pt x="11" y="18"/>
                      <a:pt x="11" y="18"/>
                    </a:cubicBezTo>
                    <a:cubicBezTo>
                      <a:pt x="11" y="18"/>
                      <a:pt x="11" y="17"/>
                      <a:pt x="11" y="17"/>
                    </a:cubicBezTo>
                    <a:cubicBezTo>
                      <a:pt x="11" y="17"/>
                      <a:pt x="11" y="17"/>
                      <a:pt x="11" y="17"/>
                    </a:cubicBezTo>
                    <a:cubicBezTo>
                      <a:pt x="11" y="17"/>
                      <a:pt x="11" y="17"/>
                      <a:pt x="11" y="17"/>
                    </a:cubicBezTo>
                    <a:cubicBezTo>
                      <a:pt x="11" y="17"/>
                      <a:pt x="11" y="17"/>
                      <a:pt x="11" y="17"/>
                    </a:cubicBezTo>
                    <a:cubicBezTo>
                      <a:pt x="11" y="17"/>
                      <a:pt x="11" y="17"/>
                      <a:pt x="11" y="17"/>
                    </a:cubicBezTo>
                    <a:cubicBezTo>
                      <a:pt x="11" y="16"/>
                      <a:pt x="11" y="16"/>
                      <a:pt x="11" y="16"/>
                    </a:cubicBezTo>
                    <a:cubicBezTo>
                      <a:pt x="11" y="16"/>
                      <a:pt x="11" y="16"/>
                      <a:pt x="11" y="16"/>
                    </a:cubicBezTo>
                    <a:cubicBezTo>
                      <a:pt x="11" y="16"/>
                      <a:pt x="11" y="16"/>
                      <a:pt x="11" y="16"/>
                    </a:cubicBezTo>
                    <a:cubicBezTo>
                      <a:pt x="11" y="16"/>
                      <a:pt x="11" y="17"/>
                      <a:pt x="11" y="17"/>
                    </a:cubicBezTo>
                    <a:cubicBezTo>
                      <a:pt x="11" y="17"/>
                      <a:pt x="11" y="17"/>
                      <a:pt x="11" y="17"/>
                    </a:cubicBezTo>
                    <a:cubicBezTo>
                      <a:pt x="11" y="17"/>
                      <a:pt x="11" y="17"/>
                      <a:pt x="11" y="17"/>
                    </a:cubicBezTo>
                    <a:cubicBezTo>
                      <a:pt x="11" y="17"/>
                      <a:pt x="11" y="17"/>
                      <a:pt x="11" y="17"/>
                    </a:cubicBezTo>
                    <a:cubicBezTo>
                      <a:pt x="12" y="17"/>
                      <a:pt x="12" y="17"/>
                      <a:pt x="12" y="17"/>
                    </a:cubicBezTo>
                    <a:cubicBezTo>
                      <a:pt x="12" y="17"/>
                      <a:pt x="12" y="17"/>
                      <a:pt x="12" y="17"/>
                    </a:cubicBezTo>
                    <a:cubicBezTo>
                      <a:pt x="12" y="17"/>
                      <a:pt x="12" y="17"/>
                      <a:pt x="12" y="17"/>
                    </a:cubicBezTo>
                    <a:cubicBezTo>
                      <a:pt x="12" y="17"/>
                      <a:pt x="12" y="17"/>
                      <a:pt x="12" y="17"/>
                    </a:cubicBezTo>
                    <a:cubicBezTo>
                      <a:pt x="12" y="17"/>
                      <a:pt x="12" y="17"/>
                      <a:pt x="12" y="17"/>
                    </a:cubicBezTo>
                    <a:cubicBezTo>
                      <a:pt x="12" y="17"/>
                      <a:pt x="12" y="17"/>
                      <a:pt x="12" y="17"/>
                    </a:cubicBezTo>
                    <a:cubicBezTo>
                      <a:pt x="12" y="17"/>
                      <a:pt x="12" y="17"/>
                      <a:pt x="12" y="16"/>
                    </a:cubicBezTo>
                    <a:cubicBezTo>
                      <a:pt x="12" y="16"/>
                      <a:pt x="12" y="16"/>
                      <a:pt x="12" y="16"/>
                    </a:cubicBezTo>
                    <a:cubicBezTo>
                      <a:pt x="12" y="16"/>
                      <a:pt x="12" y="16"/>
                      <a:pt x="12" y="16"/>
                    </a:cubicBezTo>
                    <a:cubicBezTo>
                      <a:pt x="12" y="16"/>
                      <a:pt x="12" y="16"/>
                      <a:pt x="12" y="16"/>
                    </a:cubicBezTo>
                    <a:cubicBezTo>
                      <a:pt x="12" y="17"/>
                      <a:pt x="12" y="17"/>
                      <a:pt x="12" y="17"/>
                    </a:cubicBezTo>
                    <a:cubicBezTo>
                      <a:pt x="12" y="17"/>
                      <a:pt x="12" y="17"/>
                      <a:pt x="12" y="17"/>
                    </a:cubicBezTo>
                    <a:cubicBezTo>
                      <a:pt x="12" y="17"/>
                      <a:pt x="12" y="17"/>
                      <a:pt x="12" y="16"/>
                    </a:cubicBezTo>
                    <a:cubicBezTo>
                      <a:pt x="12" y="16"/>
                      <a:pt x="12" y="16"/>
                      <a:pt x="12" y="16"/>
                    </a:cubicBezTo>
                    <a:cubicBezTo>
                      <a:pt x="12" y="16"/>
                      <a:pt x="12" y="16"/>
                      <a:pt x="13" y="16"/>
                    </a:cubicBezTo>
                    <a:cubicBezTo>
                      <a:pt x="13" y="16"/>
                      <a:pt x="13" y="16"/>
                      <a:pt x="13" y="16"/>
                    </a:cubicBezTo>
                    <a:cubicBezTo>
                      <a:pt x="13" y="16"/>
                      <a:pt x="13" y="16"/>
                      <a:pt x="13" y="16"/>
                    </a:cubicBezTo>
                    <a:cubicBezTo>
                      <a:pt x="13" y="16"/>
                      <a:pt x="12" y="16"/>
                      <a:pt x="12"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6"/>
                      <a:pt x="13" y="16"/>
                      <a:pt x="13" y="16"/>
                    </a:cubicBezTo>
                    <a:cubicBezTo>
                      <a:pt x="13" y="17"/>
                      <a:pt x="13" y="17"/>
                      <a:pt x="13" y="17"/>
                    </a:cubicBezTo>
                    <a:cubicBezTo>
                      <a:pt x="13" y="17"/>
                      <a:pt x="13" y="17"/>
                      <a:pt x="13" y="17"/>
                    </a:cubicBezTo>
                    <a:cubicBezTo>
                      <a:pt x="13" y="17"/>
                      <a:pt x="13" y="17"/>
                      <a:pt x="13" y="17"/>
                    </a:cubicBezTo>
                    <a:cubicBezTo>
                      <a:pt x="13" y="17"/>
                      <a:pt x="13" y="17"/>
                      <a:pt x="13" y="17"/>
                    </a:cubicBezTo>
                    <a:cubicBezTo>
                      <a:pt x="13" y="17"/>
                      <a:pt x="13" y="17"/>
                      <a:pt x="13" y="17"/>
                    </a:cubicBezTo>
                    <a:cubicBezTo>
                      <a:pt x="13" y="17"/>
                      <a:pt x="13" y="17"/>
                      <a:pt x="13" y="17"/>
                    </a:cubicBezTo>
                    <a:cubicBezTo>
                      <a:pt x="13" y="17"/>
                      <a:pt x="14" y="17"/>
                      <a:pt x="14" y="17"/>
                    </a:cubicBezTo>
                    <a:cubicBezTo>
                      <a:pt x="14" y="17"/>
                      <a:pt x="14" y="17"/>
                      <a:pt x="14" y="17"/>
                    </a:cubicBezTo>
                    <a:cubicBezTo>
                      <a:pt x="14" y="17"/>
                      <a:pt x="14" y="17"/>
                      <a:pt x="14" y="17"/>
                    </a:cubicBezTo>
                    <a:cubicBezTo>
                      <a:pt x="14" y="17"/>
                      <a:pt x="14" y="17"/>
                      <a:pt x="14" y="17"/>
                    </a:cubicBezTo>
                    <a:cubicBezTo>
                      <a:pt x="14" y="17"/>
                      <a:pt x="14" y="17"/>
                      <a:pt x="14" y="17"/>
                    </a:cubicBezTo>
                    <a:cubicBezTo>
                      <a:pt x="14" y="17"/>
                      <a:pt x="14" y="17"/>
                      <a:pt x="14" y="17"/>
                    </a:cubicBezTo>
                    <a:cubicBezTo>
                      <a:pt x="14" y="17"/>
                      <a:pt x="14" y="17"/>
                      <a:pt x="14" y="17"/>
                    </a:cubicBezTo>
                    <a:cubicBezTo>
                      <a:pt x="13" y="17"/>
                      <a:pt x="13" y="17"/>
                      <a:pt x="13" y="17"/>
                    </a:cubicBezTo>
                    <a:cubicBezTo>
                      <a:pt x="13" y="17"/>
                      <a:pt x="13" y="17"/>
                      <a:pt x="13" y="17"/>
                    </a:cubicBezTo>
                    <a:cubicBezTo>
                      <a:pt x="13" y="17"/>
                      <a:pt x="13" y="18"/>
                      <a:pt x="13" y="18"/>
                    </a:cubicBezTo>
                    <a:cubicBezTo>
                      <a:pt x="13" y="18"/>
                      <a:pt x="13" y="18"/>
                      <a:pt x="13" y="18"/>
                    </a:cubicBezTo>
                    <a:cubicBezTo>
                      <a:pt x="13" y="18"/>
                      <a:pt x="13" y="18"/>
                      <a:pt x="13" y="18"/>
                    </a:cubicBezTo>
                    <a:cubicBezTo>
                      <a:pt x="13" y="17"/>
                      <a:pt x="13" y="17"/>
                      <a:pt x="13" y="17"/>
                    </a:cubicBezTo>
                    <a:cubicBezTo>
                      <a:pt x="13" y="17"/>
                      <a:pt x="13" y="17"/>
                      <a:pt x="13" y="17"/>
                    </a:cubicBezTo>
                    <a:cubicBezTo>
                      <a:pt x="14" y="17"/>
                      <a:pt x="14" y="17"/>
                      <a:pt x="14" y="17"/>
                    </a:cubicBezTo>
                    <a:cubicBezTo>
                      <a:pt x="14" y="17"/>
                      <a:pt x="14" y="17"/>
                      <a:pt x="14" y="17"/>
                    </a:cubicBezTo>
                    <a:cubicBezTo>
                      <a:pt x="14" y="17"/>
                      <a:pt x="14" y="17"/>
                      <a:pt x="14" y="17"/>
                    </a:cubicBezTo>
                    <a:cubicBezTo>
                      <a:pt x="14" y="17"/>
                      <a:pt x="14" y="17"/>
                      <a:pt x="14" y="17"/>
                    </a:cubicBezTo>
                    <a:cubicBezTo>
                      <a:pt x="14" y="17"/>
                      <a:pt x="14" y="17"/>
                      <a:pt x="14" y="17"/>
                    </a:cubicBezTo>
                    <a:cubicBezTo>
                      <a:pt x="14" y="17"/>
                      <a:pt x="14" y="17"/>
                      <a:pt x="14" y="17"/>
                    </a:cubicBezTo>
                    <a:cubicBezTo>
                      <a:pt x="14" y="17"/>
                      <a:pt x="14" y="17"/>
                      <a:pt x="14" y="17"/>
                    </a:cubicBezTo>
                    <a:cubicBezTo>
                      <a:pt x="14" y="17"/>
                      <a:pt x="14" y="17"/>
                      <a:pt x="14" y="17"/>
                    </a:cubicBezTo>
                    <a:cubicBezTo>
                      <a:pt x="15" y="17"/>
                      <a:pt x="15" y="17"/>
                      <a:pt x="15" y="17"/>
                    </a:cubicBezTo>
                    <a:cubicBezTo>
                      <a:pt x="15" y="17"/>
                      <a:pt x="15" y="17"/>
                      <a:pt x="15" y="17"/>
                    </a:cubicBezTo>
                    <a:cubicBezTo>
                      <a:pt x="15" y="17"/>
                      <a:pt x="15" y="17"/>
                      <a:pt x="15" y="17"/>
                    </a:cubicBezTo>
                    <a:cubicBezTo>
                      <a:pt x="14" y="17"/>
                      <a:pt x="14" y="17"/>
                      <a:pt x="14" y="17"/>
                    </a:cubicBezTo>
                    <a:cubicBezTo>
                      <a:pt x="14" y="17"/>
                      <a:pt x="14" y="17"/>
                      <a:pt x="14" y="17"/>
                    </a:cubicBezTo>
                    <a:cubicBezTo>
                      <a:pt x="14" y="17"/>
                      <a:pt x="14" y="17"/>
                      <a:pt x="14" y="17"/>
                    </a:cubicBezTo>
                    <a:cubicBezTo>
                      <a:pt x="14" y="17"/>
                      <a:pt x="14" y="17"/>
                      <a:pt x="14" y="18"/>
                    </a:cubicBezTo>
                    <a:cubicBezTo>
                      <a:pt x="14" y="18"/>
                      <a:pt x="13" y="18"/>
                      <a:pt x="13" y="18"/>
                    </a:cubicBezTo>
                    <a:cubicBezTo>
                      <a:pt x="13" y="18"/>
                      <a:pt x="13" y="18"/>
                      <a:pt x="14" y="18"/>
                    </a:cubicBezTo>
                    <a:cubicBezTo>
                      <a:pt x="14" y="18"/>
                      <a:pt x="14" y="18"/>
                      <a:pt x="14" y="18"/>
                    </a:cubicBezTo>
                    <a:cubicBezTo>
                      <a:pt x="14" y="18"/>
                      <a:pt x="14" y="18"/>
                      <a:pt x="14" y="18"/>
                    </a:cubicBezTo>
                    <a:cubicBezTo>
                      <a:pt x="14" y="18"/>
                      <a:pt x="13" y="18"/>
                      <a:pt x="13" y="18"/>
                    </a:cubicBezTo>
                    <a:cubicBezTo>
                      <a:pt x="13" y="18"/>
                      <a:pt x="13" y="18"/>
                      <a:pt x="13" y="18"/>
                    </a:cubicBezTo>
                    <a:cubicBezTo>
                      <a:pt x="13" y="18"/>
                      <a:pt x="13" y="18"/>
                      <a:pt x="13" y="18"/>
                    </a:cubicBezTo>
                    <a:cubicBezTo>
                      <a:pt x="13" y="18"/>
                      <a:pt x="13" y="18"/>
                      <a:pt x="13" y="18"/>
                    </a:cubicBezTo>
                    <a:cubicBezTo>
                      <a:pt x="13" y="18"/>
                      <a:pt x="13" y="18"/>
                      <a:pt x="13" y="18"/>
                    </a:cubicBezTo>
                    <a:cubicBezTo>
                      <a:pt x="13" y="18"/>
                      <a:pt x="13" y="18"/>
                      <a:pt x="13" y="18"/>
                    </a:cubicBezTo>
                    <a:cubicBezTo>
                      <a:pt x="13" y="18"/>
                      <a:pt x="13" y="18"/>
                      <a:pt x="13" y="18"/>
                    </a:cubicBezTo>
                    <a:cubicBezTo>
                      <a:pt x="13" y="18"/>
                      <a:pt x="13" y="18"/>
                      <a:pt x="13" y="18"/>
                    </a:cubicBezTo>
                    <a:cubicBezTo>
                      <a:pt x="13" y="18"/>
                      <a:pt x="13" y="18"/>
                      <a:pt x="13" y="18"/>
                    </a:cubicBezTo>
                    <a:cubicBezTo>
                      <a:pt x="13" y="18"/>
                      <a:pt x="13" y="18"/>
                      <a:pt x="13" y="18"/>
                    </a:cubicBezTo>
                    <a:cubicBezTo>
                      <a:pt x="13" y="18"/>
                      <a:pt x="13" y="18"/>
                      <a:pt x="13" y="18"/>
                    </a:cubicBezTo>
                    <a:cubicBezTo>
                      <a:pt x="13" y="18"/>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3" y="19"/>
                      <a:pt x="13" y="19"/>
                    </a:cubicBezTo>
                    <a:cubicBezTo>
                      <a:pt x="13"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9"/>
                      <a:pt x="14" y="19"/>
                    </a:cubicBezTo>
                    <a:cubicBezTo>
                      <a:pt x="14" y="19"/>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4" y="18"/>
                      <a:pt x="14" y="18"/>
                      <a:pt x="14"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5" y="18"/>
                      <a:pt x="15" y="18"/>
                    </a:cubicBezTo>
                    <a:cubicBezTo>
                      <a:pt x="15" y="18"/>
                      <a:pt x="16" y="18"/>
                      <a:pt x="16" y="18"/>
                    </a:cubicBezTo>
                    <a:cubicBezTo>
                      <a:pt x="16" y="18"/>
                      <a:pt x="16" y="18"/>
                      <a:pt x="16" y="18"/>
                    </a:cubicBezTo>
                    <a:cubicBezTo>
                      <a:pt x="16" y="18"/>
                      <a:pt x="16" y="18"/>
                      <a:pt x="16" y="18"/>
                    </a:cubicBezTo>
                    <a:cubicBezTo>
                      <a:pt x="16" y="18"/>
                      <a:pt x="16" y="18"/>
                      <a:pt x="16" y="18"/>
                    </a:cubicBezTo>
                    <a:cubicBezTo>
                      <a:pt x="16" y="18"/>
                      <a:pt x="16" y="18"/>
                      <a:pt x="16" y="18"/>
                    </a:cubicBezTo>
                    <a:cubicBezTo>
                      <a:pt x="16" y="18"/>
                      <a:pt x="16" y="18"/>
                      <a:pt x="16" y="18"/>
                    </a:cubicBezTo>
                    <a:cubicBezTo>
                      <a:pt x="16" y="18"/>
                      <a:pt x="16" y="18"/>
                      <a:pt x="16" y="18"/>
                    </a:cubicBezTo>
                    <a:cubicBezTo>
                      <a:pt x="16" y="18"/>
                      <a:pt x="16" y="18"/>
                      <a:pt x="16" y="18"/>
                    </a:cubicBezTo>
                    <a:cubicBezTo>
                      <a:pt x="16" y="18"/>
                      <a:pt x="16" y="18"/>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8"/>
                      <a:pt x="16" y="18"/>
                      <a:pt x="16" y="18"/>
                    </a:cubicBezTo>
                    <a:cubicBezTo>
                      <a:pt x="16" y="18"/>
                      <a:pt x="16" y="18"/>
                      <a:pt x="16" y="18"/>
                    </a:cubicBezTo>
                    <a:cubicBezTo>
                      <a:pt x="16" y="18"/>
                      <a:pt x="16" y="18"/>
                      <a:pt x="16" y="18"/>
                    </a:cubicBezTo>
                    <a:cubicBezTo>
                      <a:pt x="16" y="18"/>
                      <a:pt x="16" y="18"/>
                      <a:pt x="16" y="18"/>
                    </a:cubicBezTo>
                    <a:cubicBezTo>
                      <a:pt x="16" y="18"/>
                      <a:pt x="16" y="18"/>
                      <a:pt x="16" y="18"/>
                    </a:cubicBezTo>
                    <a:cubicBezTo>
                      <a:pt x="16" y="18"/>
                      <a:pt x="16" y="18"/>
                      <a:pt x="16" y="18"/>
                    </a:cubicBezTo>
                    <a:cubicBezTo>
                      <a:pt x="17" y="18"/>
                      <a:pt x="17" y="18"/>
                      <a:pt x="17" y="18"/>
                    </a:cubicBezTo>
                    <a:cubicBezTo>
                      <a:pt x="17" y="18"/>
                      <a:pt x="17" y="18"/>
                      <a:pt x="17" y="18"/>
                    </a:cubicBezTo>
                    <a:cubicBezTo>
                      <a:pt x="17" y="18"/>
                      <a:pt x="17" y="17"/>
                      <a:pt x="17" y="17"/>
                    </a:cubicBezTo>
                    <a:cubicBezTo>
                      <a:pt x="17" y="17"/>
                      <a:pt x="17" y="17"/>
                      <a:pt x="17" y="17"/>
                    </a:cubicBezTo>
                    <a:cubicBezTo>
                      <a:pt x="17" y="17"/>
                      <a:pt x="17" y="17"/>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7"/>
                      <a:pt x="16" y="17"/>
                      <a:pt x="16" y="17"/>
                    </a:cubicBezTo>
                    <a:cubicBezTo>
                      <a:pt x="16"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7"/>
                      <a:pt x="17" y="17"/>
                      <a:pt x="17" y="17"/>
                    </a:cubicBezTo>
                    <a:cubicBezTo>
                      <a:pt x="17" y="16"/>
                      <a:pt x="17" y="16"/>
                      <a:pt x="17" y="16"/>
                    </a:cubicBezTo>
                    <a:cubicBezTo>
                      <a:pt x="17" y="16"/>
                      <a:pt x="17" y="16"/>
                      <a:pt x="17" y="16"/>
                    </a:cubicBezTo>
                    <a:cubicBezTo>
                      <a:pt x="17" y="16"/>
                      <a:pt x="17" y="16"/>
                      <a:pt x="17" y="16"/>
                    </a:cubicBezTo>
                    <a:cubicBezTo>
                      <a:pt x="17" y="16"/>
                      <a:pt x="17" y="16"/>
                      <a:pt x="17" y="17"/>
                    </a:cubicBezTo>
                    <a:cubicBezTo>
                      <a:pt x="17" y="17"/>
                      <a:pt x="18" y="17"/>
                      <a:pt x="18" y="17"/>
                    </a:cubicBezTo>
                    <a:cubicBezTo>
                      <a:pt x="18" y="17"/>
                      <a:pt x="18" y="17"/>
                      <a:pt x="18" y="17"/>
                    </a:cubicBezTo>
                    <a:cubicBezTo>
                      <a:pt x="18" y="17"/>
                      <a:pt x="18" y="17"/>
                      <a:pt x="18" y="17"/>
                    </a:cubicBezTo>
                    <a:cubicBezTo>
                      <a:pt x="18" y="17"/>
                      <a:pt x="18" y="16"/>
                      <a:pt x="18" y="16"/>
                    </a:cubicBezTo>
                    <a:cubicBezTo>
                      <a:pt x="18" y="16"/>
                      <a:pt x="18" y="16"/>
                      <a:pt x="18" y="16"/>
                    </a:cubicBezTo>
                    <a:cubicBezTo>
                      <a:pt x="18" y="16"/>
                      <a:pt x="18" y="16"/>
                      <a:pt x="18" y="16"/>
                    </a:cubicBezTo>
                    <a:cubicBezTo>
                      <a:pt x="18" y="16"/>
                      <a:pt x="18" y="16"/>
                      <a:pt x="18" y="16"/>
                    </a:cubicBezTo>
                    <a:cubicBezTo>
                      <a:pt x="18" y="16"/>
                      <a:pt x="18"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7" y="16"/>
                      <a:pt x="17" y="16"/>
                    </a:cubicBezTo>
                    <a:cubicBezTo>
                      <a:pt x="17" y="16"/>
                      <a:pt x="16" y="16"/>
                      <a:pt x="16" y="16"/>
                    </a:cubicBezTo>
                    <a:cubicBezTo>
                      <a:pt x="16" y="16"/>
                      <a:pt x="16" y="16"/>
                      <a:pt x="16" y="16"/>
                    </a:cubicBezTo>
                    <a:cubicBezTo>
                      <a:pt x="16" y="16"/>
                      <a:pt x="16" y="16"/>
                      <a:pt x="16" y="16"/>
                    </a:cubicBezTo>
                    <a:cubicBezTo>
                      <a:pt x="16" y="16"/>
                      <a:pt x="16" y="16"/>
                      <a:pt x="16" y="16"/>
                    </a:cubicBezTo>
                    <a:cubicBezTo>
                      <a:pt x="16" y="16"/>
                      <a:pt x="16" y="16"/>
                      <a:pt x="16" y="16"/>
                    </a:cubicBezTo>
                    <a:cubicBezTo>
                      <a:pt x="16" y="16"/>
                      <a:pt x="16" y="16"/>
                      <a:pt x="16" y="16"/>
                    </a:cubicBezTo>
                    <a:cubicBezTo>
                      <a:pt x="16" y="16"/>
                      <a:pt x="16" y="16"/>
                      <a:pt x="16" y="16"/>
                    </a:cubicBezTo>
                    <a:cubicBezTo>
                      <a:pt x="16" y="16"/>
                      <a:pt x="16" y="16"/>
                      <a:pt x="16" y="16"/>
                    </a:cubicBezTo>
                    <a:cubicBezTo>
                      <a:pt x="16" y="16"/>
                      <a:pt x="16" y="16"/>
                      <a:pt x="17" y="16"/>
                    </a:cubicBezTo>
                    <a:cubicBezTo>
                      <a:pt x="17" y="16"/>
                      <a:pt x="17" y="16"/>
                      <a:pt x="17" y="16"/>
                    </a:cubicBezTo>
                    <a:cubicBezTo>
                      <a:pt x="17" y="16"/>
                      <a:pt x="17" y="16"/>
                      <a:pt x="17" y="15"/>
                    </a:cubicBezTo>
                    <a:cubicBezTo>
                      <a:pt x="17" y="15"/>
                      <a:pt x="17" y="15"/>
                      <a:pt x="17" y="15"/>
                    </a:cubicBezTo>
                    <a:cubicBezTo>
                      <a:pt x="17" y="15"/>
                      <a:pt x="17" y="15"/>
                      <a:pt x="17" y="15"/>
                    </a:cubicBezTo>
                    <a:cubicBezTo>
                      <a:pt x="17" y="15"/>
                      <a:pt x="17" y="15"/>
                      <a:pt x="17" y="15"/>
                    </a:cubicBezTo>
                    <a:cubicBezTo>
                      <a:pt x="17" y="15"/>
                      <a:pt x="17" y="15"/>
                      <a:pt x="17" y="15"/>
                    </a:cubicBezTo>
                    <a:cubicBezTo>
                      <a:pt x="17" y="15"/>
                      <a:pt x="17" y="15"/>
                      <a:pt x="18" y="15"/>
                    </a:cubicBezTo>
                    <a:cubicBezTo>
                      <a:pt x="18" y="15"/>
                      <a:pt x="18" y="15"/>
                      <a:pt x="18" y="15"/>
                    </a:cubicBezTo>
                    <a:cubicBezTo>
                      <a:pt x="18" y="15"/>
                      <a:pt x="17" y="15"/>
                      <a:pt x="17" y="15"/>
                    </a:cubicBezTo>
                    <a:cubicBezTo>
                      <a:pt x="17" y="15"/>
                      <a:pt x="17" y="15"/>
                      <a:pt x="17" y="15"/>
                    </a:cubicBezTo>
                    <a:cubicBezTo>
                      <a:pt x="17" y="15"/>
                      <a:pt x="17" y="15"/>
                      <a:pt x="17" y="15"/>
                    </a:cubicBezTo>
                    <a:cubicBezTo>
                      <a:pt x="17" y="15"/>
                      <a:pt x="17" y="15"/>
                      <a:pt x="17" y="15"/>
                    </a:cubicBezTo>
                    <a:cubicBezTo>
                      <a:pt x="17" y="15"/>
                      <a:pt x="17" y="15"/>
                      <a:pt x="17" y="15"/>
                    </a:cubicBezTo>
                    <a:cubicBezTo>
                      <a:pt x="17"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6" y="15"/>
                      <a:pt x="16" y="15"/>
                    </a:cubicBezTo>
                    <a:cubicBezTo>
                      <a:pt x="16" y="15"/>
                      <a:pt x="17" y="15"/>
                      <a:pt x="17" y="15"/>
                    </a:cubicBezTo>
                    <a:cubicBezTo>
                      <a:pt x="17" y="15"/>
                      <a:pt x="17" y="15"/>
                      <a:pt x="17" y="15"/>
                    </a:cubicBezTo>
                    <a:cubicBezTo>
                      <a:pt x="17" y="15"/>
                      <a:pt x="17" y="15"/>
                      <a:pt x="17" y="15"/>
                    </a:cubicBezTo>
                    <a:cubicBezTo>
                      <a:pt x="17" y="15"/>
                      <a:pt x="17" y="15"/>
                      <a:pt x="17" y="15"/>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7" y="14"/>
                    </a:cubicBezTo>
                    <a:cubicBezTo>
                      <a:pt x="17" y="14"/>
                      <a:pt x="17"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6" y="14"/>
                      <a:pt x="16" y="14"/>
                    </a:cubicBezTo>
                    <a:cubicBezTo>
                      <a:pt x="16" y="14"/>
                      <a:pt x="15" y="14"/>
                      <a:pt x="15" y="14"/>
                    </a:cubicBezTo>
                    <a:cubicBezTo>
                      <a:pt x="15" y="14"/>
                      <a:pt x="15" y="14"/>
                      <a:pt x="15" y="14"/>
                    </a:cubicBezTo>
                    <a:cubicBezTo>
                      <a:pt x="15" y="14"/>
                      <a:pt x="15" y="14"/>
                      <a:pt x="15" y="14"/>
                    </a:cubicBezTo>
                    <a:cubicBezTo>
                      <a:pt x="15" y="13"/>
                      <a:pt x="15" y="13"/>
                      <a:pt x="15"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5" y="13"/>
                      <a:pt x="15" y="13"/>
                      <a:pt x="15" y="13"/>
                    </a:cubicBezTo>
                    <a:cubicBezTo>
                      <a:pt x="16" y="13"/>
                      <a:pt x="16" y="13"/>
                      <a:pt x="16" y="13"/>
                    </a:cubicBezTo>
                    <a:cubicBezTo>
                      <a:pt x="16" y="13"/>
                      <a:pt x="16" y="13"/>
                      <a:pt x="16" y="13"/>
                    </a:cubicBezTo>
                    <a:cubicBezTo>
                      <a:pt x="16" y="13"/>
                      <a:pt x="16" y="13"/>
                      <a:pt x="16" y="13"/>
                    </a:cubicBezTo>
                    <a:cubicBezTo>
                      <a:pt x="16" y="13"/>
                      <a:pt x="16" y="13"/>
                      <a:pt x="16" y="13"/>
                    </a:cubicBezTo>
                    <a:cubicBezTo>
                      <a:pt x="16" y="13"/>
                      <a:pt x="16" y="13"/>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4" y="12"/>
                      <a:pt x="14" y="12"/>
                      <a:pt x="14" y="12"/>
                    </a:cubicBezTo>
                    <a:cubicBezTo>
                      <a:pt x="14" y="12"/>
                      <a:pt x="14"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5" y="12"/>
                      <a:pt x="15" y="12"/>
                      <a:pt x="15"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2"/>
                    </a:cubicBezTo>
                    <a:cubicBezTo>
                      <a:pt x="16" y="12"/>
                      <a:pt x="16" y="12"/>
                      <a:pt x="16" y="11"/>
                    </a:cubicBezTo>
                    <a:cubicBezTo>
                      <a:pt x="16" y="11"/>
                      <a:pt x="16" y="11"/>
                      <a:pt x="16" y="11"/>
                    </a:cubicBezTo>
                    <a:cubicBezTo>
                      <a:pt x="16" y="11"/>
                      <a:pt x="16" y="11"/>
                      <a:pt x="16" y="12"/>
                    </a:cubicBezTo>
                    <a:cubicBezTo>
                      <a:pt x="16" y="12"/>
                      <a:pt x="16" y="12"/>
                      <a:pt x="16" y="12"/>
                    </a:cubicBezTo>
                    <a:cubicBezTo>
                      <a:pt x="16" y="12"/>
                      <a:pt x="16" y="12"/>
                      <a:pt x="16" y="12"/>
                    </a:cubicBezTo>
                    <a:cubicBezTo>
                      <a:pt x="16" y="12"/>
                      <a:pt x="16" y="12"/>
                      <a:pt x="16" y="12"/>
                    </a:cubicBezTo>
                    <a:cubicBezTo>
                      <a:pt x="16" y="11"/>
                      <a:pt x="16" y="11"/>
                      <a:pt x="16" y="11"/>
                    </a:cubicBezTo>
                    <a:cubicBezTo>
                      <a:pt x="16" y="11"/>
                      <a:pt x="16" y="11"/>
                      <a:pt x="16" y="11"/>
                    </a:cubicBezTo>
                    <a:cubicBezTo>
                      <a:pt x="16" y="11"/>
                      <a:pt x="16" y="11"/>
                      <a:pt x="16" y="11"/>
                    </a:cubicBezTo>
                    <a:cubicBezTo>
                      <a:pt x="16" y="11"/>
                      <a:pt x="16" y="11"/>
                      <a:pt x="16" y="11"/>
                    </a:cubicBezTo>
                    <a:cubicBezTo>
                      <a:pt x="16" y="11"/>
                      <a:pt x="16" y="11"/>
                      <a:pt x="16" y="11"/>
                    </a:cubicBezTo>
                    <a:cubicBezTo>
                      <a:pt x="16" y="11"/>
                      <a:pt x="16" y="11"/>
                      <a:pt x="16" y="11"/>
                    </a:cubicBezTo>
                    <a:cubicBezTo>
                      <a:pt x="16" y="11"/>
                      <a:pt x="16" y="11"/>
                      <a:pt x="16" y="11"/>
                    </a:cubicBezTo>
                    <a:cubicBezTo>
                      <a:pt x="17" y="11"/>
                      <a:pt x="17" y="11"/>
                      <a:pt x="17" y="11"/>
                    </a:cubicBezTo>
                    <a:cubicBezTo>
                      <a:pt x="17" y="11"/>
                      <a:pt x="17" y="11"/>
                      <a:pt x="17" y="11"/>
                    </a:cubicBezTo>
                    <a:cubicBezTo>
                      <a:pt x="17" y="11"/>
                      <a:pt x="17" y="11"/>
                      <a:pt x="17" y="11"/>
                    </a:cubicBezTo>
                    <a:cubicBezTo>
                      <a:pt x="17" y="11"/>
                      <a:pt x="17" y="11"/>
                      <a:pt x="17" y="11"/>
                    </a:cubicBezTo>
                    <a:cubicBezTo>
                      <a:pt x="17" y="11"/>
                      <a:pt x="17" y="11"/>
                      <a:pt x="17" y="11"/>
                    </a:cubicBezTo>
                    <a:cubicBezTo>
                      <a:pt x="17" y="11"/>
                      <a:pt x="17" y="11"/>
                      <a:pt x="17" y="11"/>
                    </a:cubicBezTo>
                    <a:cubicBezTo>
                      <a:pt x="17" y="11"/>
                      <a:pt x="17" y="11"/>
                      <a:pt x="17" y="11"/>
                    </a:cubicBezTo>
                    <a:cubicBezTo>
                      <a:pt x="17" y="11"/>
                      <a:pt x="17" y="11"/>
                      <a:pt x="17" y="11"/>
                    </a:cubicBezTo>
                    <a:cubicBezTo>
                      <a:pt x="17" y="11"/>
                      <a:pt x="17" y="11"/>
                      <a:pt x="17" y="11"/>
                    </a:cubicBezTo>
                    <a:cubicBezTo>
                      <a:pt x="17" y="11"/>
                      <a:pt x="17" y="11"/>
                      <a:pt x="17" y="11"/>
                    </a:cubicBezTo>
                    <a:cubicBezTo>
                      <a:pt x="16" y="11"/>
                      <a:pt x="16" y="11"/>
                      <a:pt x="16" y="11"/>
                    </a:cubicBezTo>
                    <a:cubicBezTo>
                      <a:pt x="16" y="10"/>
                      <a:pt x="16" y="10"/>
                      <a:pt x="16" y="10"/>
                    </a:cubicBezTo>
                    <a:cubicBezTo>
                      <a:pt x="16" y="10"/>
                      <a:pt x="16" y="10"/>
                      <a:pt x="16" y="10"/>
                    </a:cubicBezTo>
                    <a:cubicBezTo>
                      <a:pt x="16" y="10"/>
                      <a:pt x="16" y="10"/>
                      <a:pt x="16" y="10"/>
                    </a:cubicBezTo>
                    <a:cubicBezTo>
                      <a:pt x="16" y="10"/>
                      <a:pt x="16" y="10"/>
                      <a:pt x="16" y="10"/>
                    </a:cubicBezTo>
                    <a:cubicBezTo>
                      <a:pt x="16" y="10"/>
                      <a:pt x="16" y="10"/>
                      <a:pt x="15" y="10"/>
                    </a:cubicBezTo>
                    <a:cubicBezTo>
                      <a:pt x="15" y="10"/>
                      <a:pt x="15" y="10"/>
                      <a:pt x="15" y="10"/>
                    </a:cubicBezTo>
                    <a:cubicBezTo>
                      <a:pt x="15" y="10"/>
                      <a:pt x="15" y="10"/>
                      <a:pt x="16" y="10"/>
                    </a:cubicBezTo>
                    <a:cubicBezTo>
                      <a:pt x="16" y="10"/>
                      <a:pt x="16" y="10"/>
                      <a:pt x="16" y="10"/>
                    </a:cubicBezTo>
                    <a:cubicBezTo>
                      <a:pt x="16" y="10"/>
                      <a:pt x="16" y="10"/>
                      <a:pt x="16" y="10"/>
                    </a:cubicBezTo>
                    <a:cubicBezTo>
                      <a:pt x="16" y="10"/>
                      <a:pt x="16" y="10"/>
                      <a:pt x="16" y="10"/>
                    </a:cubicBezTo>
                    <a:cubicBezTo>
                      <a:pt x="16" y="10"/>
                      <a:pt x="16" y="10"/>
                      <a:pt x="16" y="10"/>
                    </a:cubicBezTo>
                    <a:cubicBezTo>
                      <a:pt x="16" y="10"/>
                      <a:pt x="16" y="10"/>
                      <a:pt x="17" y="10"/>
                    </a:cubicBezTo>
                    <a:cubicBezTo>
                      <a:pt x="17" y="10"/>
                      <a:pt x="17" y="10"/>
                      <a:pt x="17" y="10"/>
                    </a:cubicBezTo>
                    <a:cubicBezTo>
                      <a:pt x="17" y="10"/>
                      <a:pt x="17" y="10"/>
                      <a:pt x="17" y="10"/>
                    </a:cubicBezTo>
                    <a:cubicBezTo>
                      <a:pt x="17" y="10"/>
                      <a:pt x="17" y="10"/>
                      <a:pt x="17" y="10"/>
                    </a:cubicBezTo>
                    <a:cubicBezTo>
                      <a:pt x="17" y="10"/>
                      <a:pt x="18" y="10"/>
                      <a:pt x="18" y="10"/>
                    </a:cubicBezTo>
                    <a:cubicBezTo>
                      <a:pt x="18" y="10"/>
                      <a:pt x="18" y="10"/>
                      <a:pt x="18" y="10"/>
                    </a:cubicBezTo>
                    <a:cubicBezTo>
                      <a:pt x="18" y="10"/>
                      <a:pt x="18" y="10"/>
                      <a:pt x="18" y="10"/>
                    </a:cubicBezTo>
                    <a:cubicBezTo>
                      <a:pt x="18" y="10"/>
                      <a:pt x="18" y="10"/>
                      <a:pt x="18" y="10"/>
                    </a:cubicBezTo>
                    <a:cubicBezTo>
                      <a:pt x="18" y="10"/>
                      <a:pt x="18" y="10"/>
                      <a:pt x="18" y="10"/>
                    </a:cubicBezTo>
                    <a:cubicBezTo>
                      <a:pt x="18" y="10"/>
                      <a:pt x="18" y="10"/>
                      <a:pt x="18" y="10"/>
                    </a:cubicBezTo>
                    <a:cubicBezTo>
                      <a:pt x="18" y="9"/>
                      <a:pt x="18" y="9"/>
                      <a:pt x="18" y="9"/>
                    </a:cubicBezTo>
                    <a:cubicBezTo>
                      <a:pt x="18" y="9"/>
                      <a:pt x="18" y="9"/>
                      <a:pt x="18" y="9"/>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39" name="Freeform 519"/>
              <p:cNvSpPr>
                <a:spLocks/>
              </p:cNvSpPr>
              <p:nvPr/>
            </p:nvSpPr>
            <p:spPr bwMode="auto">
              <a:xfrm>
                <a:off x="4433888" y="2268142"/>
                <a:ext cx="28575" cy="19050"/>
              </a:xfrm>
              <a:custGeom>
                <a:avLst/>
                <a:gdLst/>
                <a:ahLst/>
                <a:cxnLst>
                  <a:cxn ang="0">
                    <a:pos x="9" y="5"/>
                  </a:cxn>
                  <a:cxn ang="0">
                    <a:pos x="8" y="4"/>
                  </a:cxn>
                  <a:cxn ang="0">
                    <a:pos x="8" y="4"/>
                  </a:cxn>
                  <a:cxn ang="0">
                    <a:pos x="7" y="4"/>
                  </a:cxn>
                  <a:cxn ang="0">
                    <a:pos x="7" y="4"/>
                  </a:cxn>
                  <a:cxn ang="0">
                    <a:pos x="7" y="4"/>
                  </a:cxn>
                  <a:cxn ang="0">
                    <a:pos x="6" y="4"/>
                  </a:cxn>
                  <a:cxn ang="0">
                    <a:pos x="6" y="5"/>
                  </a:cxn>
                  <a:cxn ang="0">
                    <a:pos x="5" y="5"/>
                  </a:cxn>
                  <a:cxn ang="0">
                    <a:pos x="5" y="4"/>
                  </a:cxn>
                  <a:cxn ang="0">
                    <a:pos x="5" y="4"/>
                  </a:cxn>
                  <a:cxn ang="0">
                    <a:pos x="4" y="4"/>
                  </a:cxn>
                  <a:cxn ang="0">
                    <a:pos x="3" y="4"/>
                  </a:cxn>
                  <a:cxn ang="0">
                    <a:pos x="3" y="4"/>
                  </a:cxn>
                  <a:cxn ang="0">
                    <a:pos x="3" y="3"/>
                  </a:cxn>
                  <a:cxn ang="0">
                    <a:pos x="3" y="3"/>
                  </a:cxn>
                  <a:cxn ang="0">
                    <a:pos x="3" y="3"/>
                  </a:cxn>
                  <a:cxn ang="0">
                    <a:pos x="3" y="3"/>
                  </a:cxn>
                  <a:cxn ang="0">
                    <a:pos x="4" y="3"/>
                  </a:cxn>
                  <a:cxn ang="0">
                    <a:pos x="4" y="2"/>
                  </a:cxn>
                  <a:cxn ang="0">
                    <a:pos x="4" y="2"/>
                  </a:cxn>
                  <a:cxn ang="0">
                    <a:pos x="4" y="1"/>
                  </a:cxn>
                  <a:cxn ang="0">
                    <a:pos x="2" y="1"/>
                  </a:cxn>
                  <a:cxn ang="0">
                    <a:pos x="3" y="1"/>
                  </a:cxn>
                  <a:cxn ang="0">
                    <a:pos x="2" y="0"/>
                  </a:cxn>
                  <a:cxn ang="0">
                    <a:pos x="1" y="0"/>
                  </a:cxn>
                  <a:cxn ang="0">
                    <a:pos x="1" y="1"/>
                  </a:cxn>
                  <a:cxn ang="0">
                    <a:pos x="1" y="1"/>
                  </a:cxn>
                  <a:cxn ang="0">
                    <a:pos x="1" y="1"/>
                  </a:cxn>
                  <a:cxn ang="0">
                    <a:pos x="2" y="2"/>
                  </a:cxn>
                  <a:cxn ang="0">
                    <a:pos x="2" y="2"/>
                  </a:cxn>
                  <a:cxn ang="0">
                    <a:pos x="2" y="3"/>
                  </a:cxn>
                  <a:cxn ang="0">
                    <a:pos x="1" y="3"/>
                  </a:cxn>
                  <a:cxn ang="0">
                    <a:pos x="0" y="4"/>
                  </a:cxn>
                  <a:cxn ang="0">
                    <a:pos x="0" y="5"/>
                  </a:cxn>
                  <a:cxn ang="0">
                    <a:pos x="1" y="5"/>
                  </a:cxn>
                  <a:cxn ang="0">
                    <a:pos x="2" y="5"/>
                  </a:cxn>
                  <a:cxn ang="0">
                    <a:pos x="2" y="5"/>
                  </a:cxn>
                  <a:cxn ang="0">
                    <a:pos x="2" y="6"/>
                  </a:cxn>
                  <a:cxn ang="0">
                    <a:pos x="2" y="6"/>
                  </a:cxn>
                  <a:cxn ang="0">
                    <a:pos x="3" y="6"/>
                  </a:cxn>
                  <a:cxn ang="0">
                    <a:pos x="3" y="6"/>
                  </a:cxn>
                  <a:cxn ang="0">
                    <a:pos x="4" y="6"/>
                  </a:cxn>
                  <a:cxn ang="0">
                    <a:pos x="4" y="6"/>
                  </a:cxn>
                  <a:cxn ang="0">
                    <a:pos x="5" y="6"/>
                  </a:cxn>
                  <a:cxn ang="0">
                    <a:pos x="6" y="6"/>
                  </a:cxn>
                  <a:cxn ang="0">
                    <a:pos x="6" y="7"/>
                  </a:cxn>
                  <a:cxn ang="0">
                    <a:pos x="7" y="7"/>
                  </a:cxn>
                  <a:cxn ang="0">
                    <a:pos x="8" y="7"/>
                  </a:cxn>
                  <a:cxn ang="0">
                    <a:pos x="9" y="6"/>
                  </a:cxn>
                  <a:cxn ang="0">
                    <a:pos x="8" y="6"/>
                  </a:cxn>
                  <a:cxn ang="0">
                    <a:pos x="9" y="6"/>
                  </a:cxn>
                  <a:cxn ang="0">
                    <a:pos x="10" y="6"/>
                  </a:cxn>
                </a:cxnLst>
                <a:rect l="0" t="0" r="r" b="b"/>
                <a:pathLst>
                  <a:path w="10" h="7">
                    <a:moveTo>
                      <a:pt x="10" y="5"/>
                    </a:moveTo>
                    <a:cubicBezTo>
                      <a:pt x="10" y="5"/>
                      <a:pt x="10" y="5"/>
                      <a:pt x="10" y="5"/>
                    </a:cubicBezTo>
                    <a:cubicBezTo>
                      <a:pt x="10" y="5"/>
                      <a:pt x="9" y="5"/>
                      <a:pt x="9" y="5"/>
                    </a:cubicBezTo>
                    <a:cubicBezTo>
                      <a:pt x="9" y="5"/>
                      <a:pt x="9" y="5"/>
                      <a:pt x="9" y="5"/>
                    </a:cubicBezTo>
                    <a:cubicBezTo>
                      <a:pt x="9" y="5"/>
                      <a:pt x="9" y="5"/>
                      <a:pt x="9" y="5"/>
                    </a:cubicBezTo>
                    <a:cubicBezTo>
                      <a:pt x="9" y="4"/>
                      <a:pt x="9" y="4"/>
                      <a:pt x="9" y="4"/>
                    </a:cubicBezTo>
                    <a:cubicBezTo>
                      <a:pt x="9" y="4"/>
                      <a:pt x="9"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8" y="4"/>
                      <a:pt x="8" y="4"/>
                      <a:pt x="8"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5"/>
                      <a:pt x="7" y="5"/>
                      <a:pt x="7" y="5"/>
                    </a:cubicBezTo>
                    <a:cubicBezTo>
                      <a:pt x="7" y="5"/>
                      <a:pt x="7" y="5"/>
                      <a:pt x="7" y="5"/>
                    </a:cubicBezTo>
                    <a:cubicBezTo>
                      <a:pt x="7" y="5"/>
                      <a:pt x="7" y="5"/>
                      <a:pt x="7" y="5"/>
                    </a:cubicBezTo>
                    <a:cubicBezTo>
                      <a:pt x="7" y="5"/>
                      <a:pt x="7" y="5"/>
                      <a:pt x="7" y="4"/>
                    </a:cubicBezTo>
                    <a:cubicBezTo>
                      <a:pt x="7" y="4"/>
                      <a:pt x="7" y="4"/>
                      <a:pt x="7" y="4"/>
                    </a:cubicBezTo>
                    <a:cubicBezTo>
                      <a:pt x="7" y="4"/>
                      <a:pt x="7"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5"/>
                    </a:cubicBezTo>
                    <a:cubicBezTo>
                      <a:pt x="6" y="5"/>
                      <a:pt x="6" y="5"/>
                      <a:pt x="6" y="5"/>
                    </a:cubicBezTo>
                    <a:cubicBezTo>
                      <a:pt x="6" y="5"/>
                      <a:pt x="6" y="5"/>
                      <a:pt x="6" y="5"/>
                    </a:cubicBezTo>
                    <a:cubicBezTo>
                      <a:pt x="6" y="5"/>
                      <a:pt x="6" y="5"/>
                      <a:pt x="6" y="5"/>
                    </a:cubicBezTo>
                    <a:cubicBezTo>
                      <a:pt x="6" y="5"/>
                      <a:pt x="6" y="5"/>
                      <a:pt x="5" y="5"/>
                    </a:cubicBezTo>
                    <a:cubicBezTo>
                      <a:pt x="5" y="5"/>
                      <a:pt x="5" y="5"/>
                      <a:pt x="5" y="5"/>
                    </a:cubicBezTo>
                    <a:cubicBezTo>
                      <a:pt x="5" y="4"/>
                      <a:pt x="5" y="4"/>
                      <a:pt x="5" y="4"/>
                    </a:cubicBezTo>
                    <a:cubicBezTo>
                      <a:pt x="5" y="4"/>
                      <a:pt x="5" y="4"/>
                      <a:pt x="5" y="4"/>
                    </a:cubicBezTo>
                    <a:cubicBezTo>
                      <a:pt x="5" y="4"/>
                      <a:pt x="5" y="4"/>
                      <a:pt x="5" y="4"/>
                    </a:cubicBezTo>
                    <a:cubicBezTo>
                      <a:pt x="5" y="4"/>
                      <a:pt x="5" y="4"/>
                      <a:pt x="5" y="5"/>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3"/>
                      <a:pt x="3" y="3"/>
                    </a:cubicBezTo>
                    <a:cubicBezTo>
                      <a:pt x="3" y="3"/>
                      <a:pt x="3" y="3"/>
                      <a:pt x="3" y="3"/>
                    </a:cubicBezTo>
                    <a:cubicBezTo>
                      <a:pt x="3" y="3"/>
                      <a:pt x="3" y="3"/>
                      <a:pt x="3" y="3"/>
                    </a:cubicBezTo>
                    <a:cubicBezTo>
                      <a:pt x="3" y="3"/>
                      <a:pt x="3" y="3"/>
                      <a:pt x="3" y="3"/>
                    </a:cubicBezTo>
                    <a:cubicBezTo>
                      <a:pt x="3" y="3"/>
                      <a:pt x="3" y="3"/>
                      <a:pt x="3" y="3"/>
                    </a:cubicBezTo>
                    <a:cubicBezTo>
                      <a:pt x="4" y="3"/>
                      <a:pt x="4" y="3"/>
                      <a:pt x="4" y="3"/>
                    </a:cubicBezTo>
                    <a:cubicBezTo>
                      <a:pt x="4"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2"/>
                      <a:pt x="3" y="2"/>
                      <a:pt x="3" y="2"/>
                    </a:cubicBezTo>
                    <a:cubicBezTo>
                      <a:pt x="3" y="2"/>
                      <a:pt x="3" y="2"/>
                      <a:pt x="3" y="2"/>
                    </a:cubicBezTo>
                    <a:cubicBezTo>
                      <a:pt x="3" y="2"/>
                      <a:pt x="3" y="3"/>
                      <a:pt x="4" y="3"/>
                    </a:cubicBezTo>
                    <a:cubicBezTo>
                      <a:pt x="4" y="3"/>
                      <a:pt x="4" y="3"/>
                      <a:pt x="4" y="3"/>
                    </a:cubicBezTo>
                    <a:cubicBezTo>
                      <a:pt x="4" y="3"/>
                      <a:pt x="4" y="3"/>
                      <a:pt x="4" y="3"/>
                    </a:cubicBezTo>
                    <a:cubicBezTo>
                      <a:pt x="4" y="3"/>
                      <a:pt x="4" y="3"/>
                      <a:pt x="4" y="3"/>
                    </a:cubicBezTo>
                    <a:cubicBezTo>
                      <a:pt x="4" y="3"/>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1"/>
                      <a:pt x="4" y="1"/>
                    </a:cubicBezTo>
                    <a:cubicBezTo>
                      <a:pt x="3" y="1"/>
                      <a:pt x="3" y="1"/>
                      <a:pt x="3" y="1"/>
                    </a:cubicBezTo>
                    <a:cubicBezTo>
                      <a:pt x="3" y="1"/>
                      <a:pt x="3" y="1"/>
                      <a:pt x="3" y="1"/>
                    </a:cubicBezTo>
                    <a:cubicBezTo>
                      <a:pt x="3" y="1"/>
                      <a:pt x="3" y="1"/>
                      <a:pt x="3" y="1"/>
                    </a:cubicBezTo>
                    <a:cubicBezTo>
                      <a:pt x="3" y="1"/>
                      <a:pt x="3" y="1"/>
                      <a:pt x="3" y="1"/>
                    </a:cubicBezTo>
                    <a:cubicBezTo>
                      <a:pt x="2" y="1"/>
                      <a:pt x="2" y="1"/>
                      <a:pt x="2" y="1"/>
                    </a:cubicBezTo>
                    <a:cubicBezTo>
                      <a:pt x="2" y="1"/>
                      <a:pt x="2" y="1"/>
                      <a:pt x="2" y="1"/>
                    </a:cubicBezTo>
                    <a:cubicBezTo>
                      <a:pt x="2" y="1"/>
                      <a:pt x="2" y="1"/>
                      <a:pt x="2" y="1"/>
                    </a:cubicBezTo>
                    <a:cubicBezTo>
                      <a:pt x="2" y="1"/>
                      <a:pt x="3" y="1"/>
                      <a:pt x="3" y="1"/>
                    </a:cubicBezTo>
                    <a:cubicBezTo>
                      <a:pt x="3" y="1"/>
                      <a:pt x="3" y="1"/>
                      <a:pt x="3" y="1"/>
                    </a:cubicBezTo>
                    <a:cubicBezTo>
                      <a:pt x="3" y="1"/>
                      <a:pt x="3" y="1"/>
                      <a:pt x="3" y="1"/>
                    </a:cubicBezTo>
                    <a:cubicBezTo>
                      <a:pt x="3" y="1"/>
                      <a:pt x="3" y="1"/>
                      <a:pt x="3" y="0"/>
                    </a:cubicBezTo>
                    <a:cubicBezTo>
                      <a:pt x="3" y="0"/>
                      <a:pt x="3" y="0"/>
                      <a:pt x="3" y="0"/>
                    </a:cubicBezTo>
                    <a:cubicBezTo>
                      <a:pt x="2" y="0"/>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1"/>
                      <a:pt x="1" y="1"/>
                    </a:cubicBezTo>
                    <a:cubicBezTo>
                      <a:pt x="1" y="1"/>
                      <a:pt x="1" y="1"/>
                      <a:pt x="1" y="1"/>
                    </a:cubicBezTo>
                    <a:cubicBezTo>
                      <a:pt x="1" y="0"/>
                      <a:pt x="1" y="0"/>
                      <a:pt x="1" y="0"/>
                    </a:cubicBezTo>
                    <a:cubicBezTo>
                      <a:pt x="1" y="0"/>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3"/>
                      <a:pt x="2" y="3"/>
                      <a:pt x="2" y="3"/>
                    </a:cubicBezTo>
                    <a:cubicBezTo>
                      <a:pt x="2" y="3"/>
                      <a:pt x="2" y="3"/>
                      <a:pt x="2" y="3"/>
                    </a:cubicBezTo>
                    <a:cubicBezTo>
                      <a:pt x="2" y="3"/>
                      <a:pt x="2" y="3"/>
                      <a:pt x="2" y="3"/>
                    </a:cubicBezTo>
                    <a:cubicBezTo>
                      <a:pt x="2" y="3"/>
                      <a:pt x="2" y="3"/>
                      <a:pt x="1" y="3"/>
                    </a:cubicBezTo>
                    <a:cubicBezTo>
                      <a:pt x="1" y="3"/>
                      <a:pt x="1" y="3"/>
                      <a:pt x="1" y="3"/>
                    </a:cubicBezTo>
                    <a:cubicBezTo>
                      <a:pt x="1" y="3"/>
                      <a:pt x="1" y="3"/>
                      <a:pt x="1" y="3"/>
                    </a:cubicBezTo>
                    <a:cubicBezTo>
                      <a:pt x="1" y="3"/>
                      <a:pt x="1" y="3"/>
                      <a:pt x="1" y="3"/>
                    </a:cubicBezTo>
                    <a:cubicBezTo>
                      <a:pt x="1" y="3"/>
                      <a:pt x="1" y="3"/>
                      <a:pt x="1" y="3"/>
                    </a:cubicBezTo>
                    <a:cubicBezTo>
                      <a:pt x="1" y="3"/>
                      <a:pt x="1" y="3"/>
                      <a:pt x="0" y="3"/>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5"/>
                      <a:pt x="0" y="5"/>
                      <a:pt x="1" y="5"/>
                    </a:cubicBezTo>
                    <a:cubicBezTo>
                      <a:pt x="1" y="5"/>
                      <a:pt x="1" y="5"/>
                      <a:pt x="1" y="5"/>
                    </a:cubicBezTo>
                    <a:cubicBezTo>
                      <a:pt x="1" y="5"/>
                      <a:pt x="1" y="5"/>
                      <a:pt x="1" y="5"/>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4" y="6"/>
                      <a:pt x="4" y="6"/>
                    </a:cubicBezTo>
                    <a:cubicBezTo>
                      <a:pt x="4" y="6"/>
                      <a:pt x="5" y="6"/>
                      <a:pt x="5" y="6"/>
                    </a:cubicBezTo>
                    <a:cubicBezTo>
                      <a:pt x="5" y="6"/>
                      <a:pt x="5" y="6"/>
                      <a:pt x="5" y="6"/>
                    </a:cubicBezTo>
                    <a:cubicBezTo>
                      <a:pt x="5" y="6"/>
                      <a:pt x="5" y="6"/>
                      <a:pt x="5" y="6"/>
                    </a:cubicBezTo>
                    <a:cubicBezTo>
                      <a:pt x="5" y="6"/>
                      <a:pt x="5" y="6"/>
                      <a:pt x="5" y="6"/>
                    </a:cubicBezTo>
                    <a:cubicBezTo>
                      <a:pt x="5" y="6"/>
                      <a:pt x="5" y="6"/>
                      <a:pt x="5" y="6"/>
                    </a:cubicBezTo>
                    <a:cubicBezTo>
                      <a:pt x="5" y="6"/>
                      <a:pt x="5" y="6"/>
                      <a:pt x="5" y="6"/>
                    </a:cubicBezTo>
                    <a:cubicBezTo>
                      <a:pt x="5" y="6"/>
                      <a:pt x="6" y="6"/>
                      <a:pt x="6" y="6"/>
                    </a:cubicBezTo>
                    <a:cubicBezTo>
                      <a:pt x="6" y="6"/>
                      <a:pt x="6" y="6"/>
                      <a:pt x="6" y="6"/>
                    </a:cubicBezTo>
                    <a:cubicBezTo>
                      <a:pt x="6" y="6"/>
                      <a:pt x="6" y="6"/>
                      <a:pt x="6" y="6"/>
                    </a:cubicBezTo>
                    <a:cubicBezTo>
                      <a:pt x="6" y="6"/>
                      <a:pt x="6" y="6"/>
                      <a:pt x="6" y="6"/>
                    </a:cubicBezTo>
                    <a:cubicBezTo>
                      <a:pt x="6" y="6"/>
                      <a:pt x="6" y="6"/>
                      <a:pt x="6" y="6"/>
                    </a:cubicBezTo>
                    <a:cubicBezTo>
                      <a:pt x="6" y="6"/>
                      <a:pt x="6" y="6"/>
                      <a:pt x="6" y="7"/>
                    </a:cubicBezTo>
                    <a:cubicBezTo>
                      <a:pt x="6" y="7"/>
                      <a:pt x="6" y="7"/>
                      <a:pt x="6" y="7"/>
                    </a:cubicBezTo>
                    <a:cubicBezTo>
                      <a:pt x="6" y="7"/>
                      <a:pt x="6" y="7"/>
                      <a:pt x="6" y="7"/>
                    </a:cubicBezTo>
                    <a:cubicBezTo>
                      <a:pt x="6" y="7"/>
                      <a:pt x="6" y="7"/>
                      <a:pt x="6" y="7"/>
                    </a:cubicBezTo>
                    <a:cubicBezTo>
                      <a:pt x="6" y="7"/>
                      <a:pt x="6" y="7"/>
                      <a:pt x="6" y="7"/>
                    </a:cubicBezTo>
                    <a:cubicBezTo>
                      <a:pt x="6" y="7"/>
                      <a:pt x="6" y="7"/>
                      <a:pt x="7" y="7"/>
                    </a:cubicBezTo>
                    <a:cubicBezTo>
                      <a:pt x="7" y="7"/>
                      <a:pt x="7" y="7"/>
                      <a:pt x="7" y="7"/>
                    </a:cubicBezTo>
                    <a:cubicBezTo>
                      <a:pt x="7" y="7"/>
                      <a:pt x="7" y="7"/>
                      <a:pt x="7" y="7"/>
                    </a:cubicBezTo>
                    <a:cubicBezTo>
                      <a:pt x="7" y="7"/>
                      <a:pt x="7" y="7"/>
                      <a:pt x="7" y="7"/>
                    </a:cubicBezTo>
                    <a:cubicBezTo>
                      <a:pt x="7" y="7"/>
                      <a:pt x="7" y="7"/>
                      <a:pt x="7" y="7"/>
                    </a:cubicBezTo>
                    <a:cubicBezTo>
                      <a:pt x="7" y="7"/>
                      <a:pt x="7" y="7"/>
                      <a:pt x="8" y="7"/>
                    </a:cubicBezTo>
                    <a:cubicBezTo>
                      <a:pt x="8" y="7"/>
                      <a:pt x="8" y="7"/>
                      <a:pt x="8" y="7"/>
                    </a:cubicBezTo>
                    <a:cubicBezTo>
                      <a:pt x="8" y="7"/>
                      <a:pt x="8" y="7"/>
                      <a:pt x="8" y="7"/>
                    </a:cubicBezTo>
                    <a:cubicBezTo>
                      <a:pt x="8" y="7"/>
                      <a:pt x="8" y="7"/>
                      <a:pt x="8" y="7"/>
                    </a:cubicBezTo>
                    <a:cubicBezTo>
                      <a:pt x="8" y="6"/>
                      <a:pt x="8"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8" y="6"/>
                    </a:cubicBezTo>
                    <a:cubicBezTo>
                      <a:pt x="8" y="6"/>
                      <a:pt x="8" y="6"/>
                      <a:pt x="8" y="6"/>
                    </a:cubicBezTo>
                    <a:cubicBezTo>
                      <a:pt x="8" y="6"/>
                      <a:pt x="8" y="6"/>
                      <a:pt x="8" y="6"/>
                    </a:cubicBezTo>
                    <a:cubicBezTo>
                      <a:pt x="8" y="6"/>
                      <a:pt x="8" y="6"/>
                      <a:pt x="8" y="6"/>
                    </a:cubicBezTo>
                    <a:cubicBezTo>
                      <a:pt x="8" y="6"/>
                      <a:pt x="8" y="6"/>
                      <a:pt x="8" y="6"/>
                    </a:cubicBezTo>
                    <a:cubicBezTo>
                      <a:pt x="8"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9" y="6"/>
                    </a:cubicBezTo>
                    <a:cubicBezTo>
                      <a:pt x="9" y="6"/>
                      <a:pt x="9" y="6"/>
                      <a:pt x="10" y="6"/>
                    </a:cubicBezTo>
                    <a:cubicBezTo>
                      <a:pt x="10" y="6"/>
                      <a:pt x="10" y="6"/>
                      <a:pt x="10" y="5"/>
                    </a:cubicBezTo>
                    <a:cubicBezTo>
                      <a:pt x="10" y="5"/>
                      <a:pt x="10" y="5"/>
                      <a:pt x="10" y="5"/>
                    </a:cubicBezTo>
                    <a:cubicBezTo>
                      <a:pt x="10" y="5"/>
                      <a:pt x="10" y="5"/>
                      <a:pt x="10" y="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0" name="Freeform 520"/>
              <p:cNvSpPr>
                <a:spLocks/>
              </p:cNvSpPr>
              <p:nvPr/>
            </p:nvSpPr>
            <p:spPr bwMode="auto">
              <a:xfrm>
                <a:off x="4344591" y="2264570"/>
                <a:ext cx="33338" cy="16669"/>
              </a:xfrm>
              <a:custGeom>
                <a:avLst/>
                <a:gdLst/>
                <a:ahLst/>
                <a:cxnLst>
                  <a:cxn ang="0">
                    <a:pos x="0" y="6"/>
                  </a:cxn>
                  <a:cxn ang="0">
                    <a:pos x="1" y="6"/>
                  </a:cxn>
                  <a:cxn ang="0">
                    <a:pos x="1" y="6"/>
                  </a:cxn>
                  <a:cxn ang="0">
                    <a:pos x="2" y="6"/>
                  </a:cxn>
                  <a:cxn ang="0">
                    <a:pos x="2" y="6"/>
                  </a:cxn>
                  <a:cxn ang="0">
                    <a:pos x="2" y="6"/>
                  </a:cxn>
                  <a:cxn ang="0">
                    <a:pos x="2" y="6"/>
                  </a:cxn>
                  <a:cxn ang="0">
                    <a:pos x="3" y="6"/>
                  </a:cxn>
                  <a:cxn ang="0">
                    <a:pos x="3" y="6"/>
                  </a:cxn>
                  <a:cxn ang="0">
                    <a:pos x="5" y="5"/>
                  </a:cxn>
                  <a:cxn ang="0">
                    <a:pos x="5" y="5"/>
                  </a:cxn>
                  <a:cxn ang="0">
                    <a:pos x="6" y="5"/>
                  </a:cxn>
                  <a:cxn ang="0">
                    <a:pos x="6" y="5"/>
                  </a:cxn>
                  <a:cxn ang="0">
                    <a:pos x="6" y="5"/>
                  </a:cxn>
                  <a:cxn ang="0">
                    <a:pos x="7" y="5"/>
                  </a:cxn>
                  <a:cxn ang="0">
                    <a:pos x="7" y="4"/>
                  </a:cxn>
                  <a:cxn ang="0">
                    <a:pos x="8" y="4"/>
                  </a:cxn>
                  <a:cxn ang="0">
                    <a:pos x="9" y="4"/>
                  </a:cxn>
                  <a:cxn ang="0">
                    <a:pos x="10" y="4"/>
                  </a:cxn>
                  <a:cxn ang="0">
                    <a:pos x="11" y="4"/>
                  </a:cxn>
                  <a:cxn ang="0">
                    <a:pos x="11" y="4"/>
                  </a:cxn>
                  <a:cxn ang="0">
                    <a:pos x="12" y="3"/>
                  </a:cxn>
                  <a:cxn ang="0">
                    <a:pos x="12" y="2"/>
                  </a:cxn>
                  <a:cxn ang="0">
                    <a:pos x="11" y="2"/>
                  </a:cxn>
                  <a:cxn ang="0">
                    <a:pos x="11" y="2"/>
                  </a:cxn>
                  <a:cxn ang="0">
                    <a:pos x="11" y="2"/>
                  </a:cxn>
                  <a:cxn ang="0">
                    <a:pos x="11" y="2"/>
                  </a:cxn>
                  <a:cxn ang="0">
                    <a:pos x="11" y="2"/>
                  </a:cxn>
                  <a:cxn ang="0">
                    <a:pos x="11" y="1"/>
                  </a:cxn>
                  <a:cxn ang="0">
                    <a:pos x="11" y="1"/>
                  </a:cxn>
                  <a:cxn ang="0">
                    <a:pos x="10" y="1"/>
                  </a:cxn>
                  <a:cxn ang="0">
                    <a:pos x="9" y="1"/>
                  </a:cxn>
                  <a:cxn ang="0">
                    <a:pos x="8" y="1"/>
                  </a:cxn>
                  <a:cxn ang="0">
                    <a:pos x="8" y="1"/>
                  </a:cxn>
                  <a:cxn ang="0">
                    <a:pos x="8" y="0"/>
                  </a:cxn>
                  <a:cxn ang="0">
                    <a:pos x="7" y="1"/>
                  </a:cxn>
                  <a:cxn ang="0">
                    <a:pos x="7" y="1"/>
                  </a:cxn>
                  <a:cxn ang="0">
                    <a:pos x="6" y="2"/>
                  </a:cxn>
                  <a:cxn ang="0">
                    <a:pos x="5" y="2"/>
                  </a:cxn>
                  <a:cxn ang="0">
                    <a:pos x="5" y="2"/>
                  </a:cxn>
                  <a:cxn ang="0">
                    <a:pos x="4" y="3"/>
                  </a:cxn>
                  <a:cxn ang="0">
                    <a:pos x="4" y="3"/>
                  </a:cxn>
                  <a:cxn ang="0">
                    <a:pos x="4" y="3"/>
                  </a:cxn>
                  <a:cxn ang="0">
                    <a:pos x="4" y="3"/>
                  </a:cxn>
                  <a:cxn ang="0">
                    <a:pos x="3" y="3"/>
                  </a:cxn>
                  <a:cxn ang="0">
                    <a:pos x="3" y="3"/>
                  </a:cxn>
                  <a:cxn ang="0">
                    <a:pos x="3" y="3"/>
                  </a:cxn>
                  <a:cxn ang="0">
                    <a:pos x="3" y="3"/>
                  </a:cxn>
                  <a:cxn ang="0">
                    <a:pos x="2" y="3"/>
                  </a:cxn>
                  <a:cxn ang="0">
                    <a:pos x="2" y="4"/>
                  </a:cxn>
                  <a:cxn ang="0">
                    <a:pos x="2" y="4"/>
                  </a:cxn>
                  <a:cxn ang="0">
                    <a:pos x="1" y="4"/>
                  </a:cxn>
                  <a:cxn ang="0">
                    <a:pos x="1" y="4"/>
                  </a:cxn>
                  <a:cxn ang="0">
                    <a:pos x="1" y="4"/>
                  </a:cxn>
                  <a:cxn ang="0">
                    <a:pos x="1" y="4"/>
                  </a:cxn>
                  <a:cxn ang="0">
                    <a:pos x="0" y="4"/>
                  </a:cxn>
                  <a:cxn ang="0">
                    <a:pos x="0" y="4"/>
                  </a:cxn>
                  <a:cxn ang="0">
                    <a:pos x="1" y="4"/>
                  </a:cxn>
                  <a:cxn ang="0">
                    <a:pos x="1" y="4"/>
                  </a:cxn>
                  <a:cxn ang="0">
                    <a:pos x="1" y="5"/>
                  </a:cxn>
                  <a:cxn ang="0">
                    <a:pos x="1" y="6"/>
                  </a:cxn>
                  <a:cxn ang="0">
                    <a:pos x="0" y="6"/>
                  </a:cxn>
                </a:cxnLst>
                <a:rect l="0" t="0" r="r" b="b"/>
                <a:pathLst>
                  <a:path w="12" h="6">
                    <a:moveTo>
                      <a:pt x="0" y="6"/>
                    </a:moveTo>
                    <a:cubicBezTo>
                      <a:pt x="0" y="6"/>
                      <a:pt x="0" y="6"/>
                      <a:pt x="0" y="6"/>
                    </a:cubicBezTo>
                    <a:cubicBezTo>
                      <a:pt x="0" y="6"/>
                      <a:pt x="0" y="6"/>
                      <a:pt x="0" y="6"/>
                    </a:cubicBezTo>
                    <a:cubicBezTo>
                      <a:pt x="1" y="6"/>
                      <a:pt x="1" y="6"/>
                      <a:pt x="1" y="6"/>
                    </a:cubicBezTo>
                    <a:cubicBezTo>
                      <a:pt x="1" y="6"/>
                      <a:pt x="1" y="6"/>
                      <a:pt x="1" y="6"/>
                    </a:cubicBezTo>
                    <a:cubicBezTo>
                      <a:pt x="1" y="6"/>
                      <a:pt x="1" y="6"/>
                      <a:pt x="1" y="6"/>
                    </a:cubicBezTo>
                    <a:cubicBezTo>
                      <a:pt x="1" y="6"/>
                      <a:pt x="1"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3" y="6"/>
                      <a:pt x="3" y="6"/>
                    </a:cubicBezTo>
                    <a:cubicBezTo>
                      <a:pt x="3" y="6"/>
                      <a:pt x="3" y="6"/>
                      <a:pt x="3" y="6"/>
                    </a:cubicBezTo>
                    <a:cubicBezTo>
                      <a:pt x="3" y="6"/>
                      <a:pt x="3" y="6"/>
                      <a:pt x="3" y="6"/>
                    </a:cubicBezTo>
                    <a:cubicBezTo>
                      <a:pt x="3" y="6"/>
                      <a:pt x="3" y="6"/>
                      <a:pt x="3" y="6"/>
                    </a:cubicBezTo>
                    <a:cubicBezTo>
                      <a:pt x="3" y="6"/>
                      <a:pt x="4" y="6"/>
                      <a:pt x="4" y="6"/>
                    </a:cubicBezTo>
                    <a:cubicBezTo>
                      <a:pt x="4" y="5"/>
                      <a:pt x="4" y="5"/>
                      <a:pt x="5" y="5"/>
                    </a:cubicBezTo>
                    <a:cubicBezTo>
                      <a:pt x="5" y="5"/>
                      <a:pt x="5" y="5"/>
                      <a:pt x="5" y="5"/>
                    </a:cubicBezTo>
                    <a:cubicBezTo>
                      <a:pt x="5" y="5"/>
                      <a:pt x="5" y="5"/>
                      <a:pt x="5" y="5"/>
                    </a:cubicBezTo>
                    <a:cubicBezTo>
                      <a:pt x="5" y="5"/>
                      <a:pt x="5" y="5"/>
                      <a:pt x="5"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7" y="5"/>
                    </a:cubicBezTo>
                    <a:cubicBezTo>
                      <a:pt x="7" y="5"/>
                      <a:pt x="7" y="5"/>
                      <a:pt x="7" y="5"/>
                    </a:cubicBezTo>
                    <a:cubicBezTo>
                      <a:pt x="7" y="5"/>
                      <a:pt x="7" y="5"/>
                      <a:pt x="7" y="5"/>
                    </a:cubicBezTo>
                    <a:cubicBezTo>
                      <a:pt x="7" y="4"/>
                      <a:pt x="7" y="4"/>
                      <a:pt x="7" y="4"/>
                    </a:cubicBezTo>
                    <a:cubicBezTo>
                      <a:pt x="7" y="4"/>
                      <a:pt x="8" y="4"/>
                      <a:pt x="8" y="4"/>
                    </a:cubicBezTo>
                    <a:cubicBezTo>
                      <a:pt x="8" y="4"/>
                      <a:pt x="8" y="4"/>
                      <a:pt x="8" y="4"/>
                    </a:cubicBezTo>
                    <a:cubicBezTo>
                      <a:pt x="8" y="4"/>
                      <a:pt x="9" y="4"/>
                      <a:pt x="9" y="4"/>
                    </a:cubicBezTo>
                    <a:cubicBezTo>
                      <a:pt x="9" y="4"/>
                      <a:pt x="9" y="4"/>
                      <a:pt x="9" y="4"/>
                    </a:cubicBezTo>
                    <a:cubicBezTo>
                      <a:pt x="10" y="4"/>
                      <a:pt x="10" y="4"/>
                      <a:pt x="10" y="4"/>
                    </a:cubicBezTo>
                    <a:cubicBezTo>
                      <a:pt x="10" y="4"/>
                      <a:pt x="10" y="4"/>
                      <a:pt x="10" y="4"/>
                    </a:cubicBezTo>
                    <a:cubicBezTo>
                      <a:pt x="10" y="4"/>
                      <a:pt x="10" y="4"/>
                      <a:pt x="10" y="4"/>
                    </a:cubicBezTo>
                    <a:cubicBezTo>
                      <a:pt x="11" y="4"/>
                      <a:pt x="11" y="4"/>
                      <a:pt x="11" y="4"/>
                    </a:cubicBezTo>
                    <a:cubicBezTo>
                      <a:pt x="11" y="4"/>
                      <a:pt x="11" y="4"/>
                      <a:pt x="11" y="4"/>
                    </a:cubicBezTo>
                    <a:cubicBezTo>
                      <a:pt x="11" y="4"/>
                      <a:pt x="11" y="4"/>
                      <a:pt x="11" y="4"/>
                    </a:cubicBezTo>
                    <a:cubicBezTo>
                      <a:pt x="12" y="4"/>
                      <a:pt x="12" y="3"/>
                      <a:pt x="12" y="3"/>
                    </a:cubicBezTo>
                    <a:cubicBezTo>
                      <a:pt x="12" y="3"/>
                      <a:pt x="12" y="3"/>
                      <a:pt x="12" y="3"/>
                    </a:cubicBezTo>
                    <a:cubicBezTo>
                      <a:pt x="12" y="3"/>
                      <a:pt x="12" y="3"/>
                      <a:pt x="12" y="3"/>
                    </a:cubicBezTo>
                    <a:cubicBezTo>
                      <a:pt x="12" y="3"/>
                      <a:pt x="12" y="2"/>
                      <a:pt x="12" y="2"/>
                    </a:cubicBezTo>
                    <a:cubicBezTo>
                      <a:pt x="12" y="2"/>
                      <a:pt x="12" y="2"/>
                      <a:pt x="12" y="2"/>
                    </a:cubicBezTo>
                    <a:cubicBezTo>
                      <a:pt x="12"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2"/>
                      <a:pt x="11" y="2"/>
                      <a:pt x="11" y="2"/>
                    </a:cubicBezTo>
                    <a:cubicBezTo>
                      <a:pt x="11" y="1"/>
                      <a:pt x="11" y="1"/>
                      <a:pt x="11" y="1"/>
                    </a:cubicBezTo>
                    <a:cubicBezTo>
                      <a:pt x="11" y="1"/>
                      <a:pt x="11" y="1"/>
                      <a:pt x="11" y="1"/>
                    </a:cubicBezTo>
                    <a:cubicBezTo>
                      <a:pt x="11" y="1"/>
                      <a:pt x="11" y="1"/>
                      <a:pt x="11" y="1"/>
                    </a:cubicBezTo>
                    <a:cubicBezTo>
                      <a:pt x="10" y="1"/>
                      <a:pt x="10" y="1"/>
                      <a:pt x="10" y="1"/>
                    </a:cubicBezTo>
                    <a:cubicBezTo>
                      <a:pt x="10" y="1"/>
                      <a:pt x="10" y="1"/>
                      <a:pt x="10" y="1"/>
                    </a:cubicBezTo>
                    <a:cubicBezTo>
                      <a:pt x="10" y="1"/>
                      <a:pt x="10" y="1"/>
                      <a:pt x="10" y="1"/>
                    </a:cubicBezTo>
                    <a:cubicBezTo>
                      <a:pt x="10" y="1"/>
                      <a:pt x="10" y="1"/>
                      <a:pt x="9" y="1"/>
                    </a:cubicBezTo>
                    <a:cubicBezTo>
                      <a:pt x="9" y="1"/>
                      <a:pt x="9" y="1"/>
                      <a:pt x="9" y="1"/>
                    </a:cubicBezTo>
                    <a:cubicBezTo>
                      <a:pt x="9" y="1"/>
                      <a:pt x="8" y="1"/>
                      <a:pt x="8" y="1"/>
                    </a:cubicBezTo>
                    <a:cubicBezTo>
                      <a:pt x="8" y="1"/>
                      <a:pt x="8" y="1"/>
                      <a:pt x="8" y="1"/>
                    </a:cubicBezTo>
                    <a:cubicBezTo>
                      <a:pt x="8" y="1"/>
                      <a:pt x="8" y="1"/>
                      <a:pt x="8" y="1"/>
                    </a:cubicBezTo>
                    <a:cubicBezTo>
                      <a:pt x="8" y="1"/>
                      <a:pt x="8" y="1"/>
                      <a:pt x="8" y="0"/>
                    </a:cubicBezTo>
                    <a:cubicBezTo>
                      <a:pt x="8" y="0"/>
                      <a:pt x="8" y="0"/>
                      <a:pt x="8" y="0"/>
                    </a:cubicBezTo>
                    <a:cubicBezTo>
                      <a:pt x="8" y="0"/>
                      <a:pt x="8" y="0"/>
                      <a:pt x="7" y="0"/>
                    </a:cubicBezTo>
                    <a:cubicBezTo>
                      <a:pt x="7" y="0"/>
                      <a:pt x="7" y="1"/>
                      <a:pt x="7" y="1"/>
                    </a:cubicBezTo>
                    <a:cubicBezTo>
                      <a:pt x="7" y="1"/>
                      <a:pt x="7" y="1"/>
                      <a:pt x="7" y="1"/>
                    </a:cubicBezTo>
                    <a:cubicBezTo>
                      <a:pt x="7" y="1"/>
                      <a:pt x="7" y="1"/>
                      <a:pt x="7" y="1"/>
                    </a:cubicBezTo>
                    <a:cubicBezTo>
                      <a:pt x="7" y="1"/>
                      <a:pt x="7" y="2"/>
                      <a:pt x="7" y="2"/>
                    </a:cubicBezTo>
                    <a:cubicBezTo>
                      <a:pt x="6" y="2"/>
                      <a:pt x="6" y="2"/>
                      <a:pt x="6" y="2"/>
                    </a:cubicBezTo>
                    <a:cubicBezTo>
                      <a:pt x="6" y="2"/>
                      <a:pt x="6" y="2"/>
                      <a:pt x="6" y="2"/>
                    </a:cubicBezTo>
                    <a:cubicBezTo>
                      <a:pt x="5" y="2"/>
                      <a:pt x="5" y="2"/>
                      <a:pt x="5" y="2"/>
                    </a:cubicBezTo>
                    <a:cubicBezTo>
                      <a:pt x="5" y="2"/>
                      <a:pt x="5" y="2"/>
                      <a:pt x="5" y="2"/>
                    </a:cubicBezTo>
                    <a:cubicBezTo>
                      <a:pt x="5" y="2"/>
                      <a:pt x="5" y="2"/>
                      <a:pt x="5" y="2"/>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2" y="3"/>
                      <a:pt x="2" y="3"/>
                      <a:pt x="2" y="3"/>
                    </a:cubicBezTo>
                    <a:cubicBezTo>
                      <a:pt x="2" y="3"/>
                      <a:pt x="2" y="3"/>
                      <a:pt x="2" y="3"/>
                    </a:cubicBezTo>
                    <a:cubicBezTo>
                      <a:pt x="2" y="4"/>
                      <a:pt x="2" y="4"/>
                      <a:pt x="2" y="4"/>
                    </a:cubicBezTo>
                    <a:cubicBezTo>
                      <a:pt x="2" y="4"/>
                      <a:pt x="2" y="4"/>
                      <a:pt x="2" y="4"/>
                    </a:cubicBezTo>
                    <a:cubicBezTo>
                      <a:pt x="2" y="4"/>
                      <a:pt x="2" y="4"/>
                      <a:pt x="2"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0" y="4"/>
                    </a:cubicBezTo>
                    <a:cubicBezTo>
                      <a:pt x="0" y="4"/>
                      <a:pt x="0" y="4"/>
                      <a:pt x="0" y="4"/>
                    </a:cubicBezTo>
                    <a:cubicBezTo>
                      <a:pt x="0" y="4"/>
                      <a:pt x="0" y="4"/>
                      <a:pt x="0" y="4"/>
                    </a:cubicBezTo>
                    <a:cubicBezTo>
                      <a:pt x="0" y="4"/>
                      <a:pt x="1" y="4"/>
                      <a:pt x="1" y="4"/>
                    </a:cubicBezTo>
                    <a:cubicBezTo>
                      <a:pt x="1" y="4"/>
                      <a:pt x="1" y="4"/>
                      <a:pt x="1" y="4"/>
                    </a:cubicBezTo>
                    <a:cubicBezTo>
                      <a:pt x="1" y="4"/>
                      <a:pt x="1" y="4"/>
                      <a:pt x="1" y="4"/>
                    </a:cubicBezTo>
                    <a:cubicBezTo>
                      <a:pt x="1" y="4"/>
                      <a:pt x="1" y="4"/>
                      <a:pt x="1" y="4"/>
                    </a:cubicBezTo>
                    <a:cubicBezTo>
                      <a:pt x="1" y="5"/>
                      <a:pt x="1" y="5"/>
                      <a:pt x="1" y="5"/>
                    </a:cubicBezTo>
                    <a:cubicBezTo>
                      <a:pt x="1" y="5"/>
                      <a:pt x="1" y="5"/>
                      <a:pt x="1" y="5"/>
                    </a:cubicBezTo>
                    <a:cubicBezTo>
                      <a:pt x="1" y="5"/>
                      <a:pt x="1" y="5"/>
                      <a:pt x="1" y="5"/>
                    </a:cubicBezTo>
                    <a:cubicBezTo>
                      <a:pt x="1" y="5"/>
                      <a:pt x="1" y="5"/>
                      <a:pt x="1" y="6"/>
                    </a:cubicBezTo>
                    <a:cubicBezTo>
                      <a:pt x="1" y="6"/>
                      <a:pt x="1" y="6"/>
                      <a:pt x="1" y="6"/>
                    </a:cubicBezTo>
                    <a:cubicBezTo>
                      <a:pt x="0" y="6"/>
                      <a:pt x="0" y="6"/>
                      <a:pt x="0" y="6"/>
                    </a:cubicBezTo>
                    <a:cubicBezTo>
                      <a:pt x="0" y="6"/>
                      <a:pt x="0" y="6"/>
                      <a:pt x="0" y="6"/>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1" name="Freeform 521"/>
              <p:cNvSpPr>
                <a:spLocks/>
              </p:cNvSpPr>
              <p:nvPr/>
            </p:nvSpPr>
            <p:spPr bwMode="auto">
              <a:xfrm>
                <a:off x="4417219" y="2268142"/>
                <a:ext cx="14288" cy="8335"/>
              </a:xfrm>
              <a:custGeom>
                <a:avLst/>
                <a:gdLst/>
                <a:ahLst/>
                <a:cxnLst>
                  <a:cxn ang="0">
                    <a:pos x="3" y="1"/>
                  </a:cxn>
                  <a:cxn ang="0">
                    <a:pos x="3" y="1"/>
                  </a:cxn>
                  <a:cxn ang="0">
                    <a:pos x="3" y="0"/>
                  </a:cxn>
                  <a:cxn ang="0">
                    <a:pos x="2" y="0"/>
                  </a:cxn>
                  <a:cxn ang="0">
                    <a:pos x="2" y="0"/>
                  </a:cxn>
                  <a:cxn ang="0">
                    <a:pos x="2" y="1"/>
                  </a:cxn>
                  <a:cxn ang="0">
                    <a:pos x="1" y="1"/>
                  </a:cxn>
                  <a:cxn ang="0">
                    <a:pos x="1" y="1"/>
                  </a:cxn>
                  <a:cxn ang="0">
                    <a:pos x="1" y="1"/>
                  </a:cxn>
                  <a:cxn ang="0">
                    <a:pos x="1" y="1"/>
                  </a:cxn>
                  <a:cxn ang="0">
                    <a:pos x="0" y="1"/>
                  </a:cxn>
                  <a:cxn ang="0">
                    <a:pos x="1" y="2"/>
                  </a:cxn>
                  <a:cxn ang="0">
                    <a:pos x="1" y="2"/>
                  </a:cxn>
                  <a:cxn ang="0">
                    <a:pos x="2" y="2"/>
                  </a:cxn>
                  <a:cxn ang="0">
                    <a:pos x="2" y="2"/>
                  </a:cxn>
                  <a:cxn ang="0">
                    <a:pos x="2" y="2"/>
                  </a:cxn>
                  <a:cxn ang="0">
                    <a:pos x="2" y="2"/>
                  </a:cxn>
                  <a:cxn ang="0">
                    <a:pos x="1" y="2"/>
                  </a:cxn>
                  <a:cxn ang="0">
                    <a:pos x="1" y="2"/>
                  </a:cxn>
                  <a:cxn ang="0">
                    <a:pos x="0" y="2"/>
                  </a:cxn>
                  <a:cxn ang="0">
                    <a:pos x="1" y="3"/>
                  </a:cxn>
                  <a:cxn ang="0">
                    <a:pos x="0" y="3"/>
                  </a:cxn>
                  <a:cxn ang="0">
                    <a:pos x="1" y="3"/>
                  </a:cxn>
                  <a:cxn ang="0">
                    <a:pos x="1" y="3"/>
                  </a:cxn>
                  <a:cxn ang="0">
                    <a:pos x="1" y="3"/>
                  </a:cxn>
                  <a:cxn ang="0">
                    <a:pos x="2" y="3"/>
                  </a:cxn>
                  <a:cxn ang="0">
                    <a:pos x="2" y="3"/>
                  </a:cxn>
                  <a:cxn ang="0">
                    <a:pos x="2" y="3"/>
                  </a:cxn>
                  <a:cxn ang="0">
                    <a:pos x="3" y="2"/>
                  </a:cxn>
                  <a:cxn ang="0">
                    <a:pos x="3" y="3"/>
                  </a:cxn>
                  <a:cxn ang="0">
                    <a:pos x="4" y="2"/>
                  </a:cxn>
                  <a:cxn ang="0">
                    <a:pos x="4" y="2"/>
                  </a:cxn>
                  <a:cxn ang="0">
                    <a:pos x="4" y="2"/>
                  </a:cxn>
                  <a:cxn ang="0">
                    <a:pos x="4" y="2"/>
                  </a:cxn>
                  <a:cxn ang="0">
                    <a:pos x="4" y="2"/>
                  </a:cxn>
                  <a:cxn ang="0">
                    <a:pos x="4" y="2"/>
                  </a:cxn>
                  <a:cxn ang="0">
                    <a:pos x="5" y="1"/>
                  </a:cxn>
                  <a:cxn ang="0">
                    <a:pos x="5" y="0"/>
                  </a:cxn>
                  <a:cxn ang="0">
                    <a:pos x="5" y="0"/>
                  </a:cxn>
                  <a:cxn ang="0">
                    <a:pos x="5" y="1"/>
                  </a:cxn>
                  <a:cxn ang="0">
                    <a:pos x="4" y="0"/>
                  </a:cxn>
                  <a:cxn ang="0">
                    <a:pos x="4" y="0"/>
                  </a:cxn>
                  <a:cxn ang="0">
                    <a:pos x="4" y="0"/>
                  </a:cxn>
                  <a:cxn ang="0">
                    <a:pos x="3" y="0"/>
                  </a:cxn>
                  <a:cxn ang="0">
                    <a:pos x="4" y="1"/>
                  </a:cxn>
                  <a:cxn ang="0">
                    <a:pos x="3" y="1"/>
                  </a:cxn>
                  <a:cxn ang="0">
                    <a:pos x="3" y="1"/>
                  </a:cxn>
                  <a:cxn ang="0">
                    <a:pos x="3" y="1"/>
                  </a:cxn>
                </a:cxnLst>
                <a:rect l="0" t="0" r="r" b="b"/>
                <a:pathLst>
                  <a:path w="5" h="3">
                    <a:moveTo>
                      <a:pt x="3" y="1"/>
                    </a:move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2" y="0"/>
                      <a:pt x="2" y="0"/>
                      <a:pt x="2" y="0"/>
                    </a:cubicBezTo>
                    <a:cubicBezTo>
                      <a:pt x="2" y="0"/>
                      <a:pt x="2" y="0"/>
                      <a:pt x="2" y="0"/>
                    </a:cubicBezTo>
                    <a:cubicBezTo>
                      <a:pt x="2" y="0"/>
                      <a:pt x="2" y="0"/>
                      <a:pt x="2" y="0"/>
                    </a:cubicBezTo>
                    <a:cubicBezTo>
                      <a:pt x="2" y="0"/>
                      <a:pt x="2" y="0"/>
                      <a:pt x="2" y="0"/>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2"/>
                    </a:cubicBezTo>
                    <a:cubicBezTo>
                      <a:pt x="0" y="2"/>
                      <a:pt x="0" y="2"/>
                      <a:pt x="0" y="2"/>
                    </a:cubicBezTo>
                    <a:cubicBezTo>
                      <a:pt x="0" y="2"/>
                      <a:pt x="1" y="2"/>
                      <a:pt x="1" y="2"/>
                    </a:cubicBezTo>
                    <a:cubicBezTo>
                      <a:pt x="1" y="2"/>
                      <a:pt x="1" y="2"/>
                      <a:pt x="1" y="2"/>
                    </a:cubicBezTo>
                    <a:cubicBezTo>
                      <a:pt x="1" y="2"/>
                      <a:pt x="1" y="2"/>
                      <a:pt x="1" y="2"/>
                    </a:cubicBezTo>
                    <a:cubicBezTo>
                      <a:pt x="1" y="2"/>
                      <a:pt x="1" y="2"/>
                      <a:pt x="1" y="2"/>
                    </a:cubicBezTo>
                    <a:cubicBezTo>
                      <a:pt x="1" y="2"/>
                      <a:pt x="1" y="2"/>
                      <a:pt x="1" y="2"/>
                    </a:cubicBezTo>
                    <a:cubicBezTo>
                      <a:pt x="1"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1" y="2"/>
                      <a:pt x="1" y="3"/>
                      <a:pt x="1" y="3"/>
                    </a:cubicBezTo>
                    <a:cubicBezTo>
                      <a:pt x="1" y="3"/>
                      <a:pt x="1" y="3"/>
                      <a:pt x="1" y="3"/>
                    </a:cubicBezTo>
                    <a:cubicBezTo>
                      <a:pt x="1" y="3"/>
                      <a:pt x="1" y="3"/>
                      <a:pt x="0" y="3"/>
                    </a:cubicBezTo>
                    <a:cubicBezTo>
                      <a:pt x="0" y="3"/>
                      <a:pt x="0" y="3"/>
                      <a:pt x="0" y="3"/>
                    </a:cubicBezTo>
                    <a:cubicBezTo>
                      <a:pt x="0" y="3"/>
                      <a:pt x="0" y="3"/>
                      <a:pt x="0" y="3"/>
                    </a:cubicBezTo>
                    <a:cubicBezTo>
                      <a:pt x="0" y="3"/>
                      <a:pt x="0" y="3"/>
                      <a:pt x="0" y="3"/>
                    </a:cubicBezTo>
                    <a:cubicBezTo>
                      <a:pt x="0"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3" y="3"/>
                      <a:pt x="3" y="3"/>
                    </a:cubicBezTo>
                    <a:cubicBezTo>
                      <a:pt x="3" y="2"/>
                      <a:pt x="3" y="2"/>
                      <a:pt x="3" y="2"/>
                    </a:cubicBezTo>
                    <a:cubicBezTo>
                      <a:pt x="3" y="2"/>
                      <a:pt x="3" y="2"/>
                      <a:pt x="3" y="2"/>
                    </a:cubicBezTo>
                    <a:cubicBezTo>
                      <a:pt x="3" y="2"/>
                      <a:pt x="3" y="2"/>
                      <a:pt x="3" y="2"/>
                    </a:cubicBezTo>
                    <a:cubicBezTo>
                      <a:pt x="3" y="3"/>
                      <a:pt x="3" y="3"/>
                      <a:pt x="3" y="3"/>
                    </a:cubicBezTo>
                    <a:cubicBezTo>
                      <a:pt x="3" y="3"/>
                      <a:pt x="3" y="3"/>
                      <a:pt x="3" y="3"/>
                    </a:cubicBezTo>
                    <a:cubicBezTo>
                      <a:pt x="3" y="3"/>
                      <a:pt x="4" y="3"/>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4" y="2"/>
                      <a:pt x="4" y="2"/>
                    </a:cubicBezTo>
                    <a:cubicBezTo>
                      <a:pt x="4" y="2"/>
                      <a:pt x="5" y="2"/>
                      <a:pt x="5" y="1"/>
                    </a:cubicBezTo>
                    <a:cubicBezTo>
                      <a:pt x="5" y="1"/>
                      <a:pt x="5" y="1"/>
                      <a:pt x="5" y="1"/>
                    </a:cubicBezTo>
                    <a:cubicBezTo>
                      <a:pt x="5" y="1"/>
                      <a:pt x="5" y="1"/>
                      <a:pt x="5" y="1"/>
                    </a:cubicBezTo>
                    <a:cubicBezTo>
                      <a:pt x="5" y="1"/>
                      <a:pt x="5" y="1"/>
                      <a:pt x="5" y="1"/>
                    </a:cubicBezTo>
                    <a:cubicBezTo>
                      <a:pt x="5" y="1"/>
                      <a:pt x="5" y="0"/>
                      <a:pt x="5" y="0"/>
                    </a:cubicBezTo>
                    <a:cubicBezTo>
                      <a:pt x="5" y="0"/>
                      <a:pt x="5" y="0"/>
                      <a:pt x="5" y="0"/>
                    </a:cubicBezTo>
                    <a:cubicBezTo>
                      <a:pt x="5" y="0"/>
                      <a:pt x="5" y="0"/>
                      <a:pt x="5" y="0"/>
                    </a:cubicBezTo>
                    <a:cubicBezTo>
                      <a:pt x="5" y="0"/>
                      <a:pt x="5" y="0"/>
                      <a:pt x="5" y="0"/>
                    </a:cubicBezTo>
                    <a:cubicBezTo>
                      <a:pt x="5" y="0"/>
                      <a:pt x="5" y="1"/>
                      <a:pt x="5" y="1"/>
                    </a:cubicBezTo>
                    <a:cubicBezTo>
                      <a:pt x="5" y="1"/>
                      <a:pt x="5" y="1"/>
                      <a:pt x="5" y="1"/>
                    </a:cubicBezTo>
                    <a:cubicBezTo>
                      <a:pt x="5" y="1"/>
                      <a:pt x="5" y="1"/>
                      <a:pt x="5" y="1"/>
                    </a:cubicBezTo>
                    <a:cubicBezTo>
                      <a:pt x="5" y="1"/>
                      <a:pt x="5" y="1"/>
                      <a:pt x="5" y="0"/>
                    </a:cubicBezTo>
                    <a:cubicBezTo>
                      <a:pt x="5" y="0"/>
                      <a:pt x="5" y="0"/>
                      <a:pt x="5" y="0"/>
                    </a:cubicBezTo>
                    <a:cubicBezTo>
                      <a:pt x="5" y="0"/>
                      <a:pt x="5"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3" y="0"/>
                      <a:pt x="3" y="0"/>
                      <a:pt x="3" y="0"/>
                    </a:cubicBezTo>
                    <a:cubicBezTo>
                      <a:pt x="3" y="0"/>
                      <a:pt x="4" y="0"/>
                      <a:pt x="4" y="0"/>
                    </a:cubicBezTo>
                    <a:cubicBezTo>
                      <a:pt x="4" y="0"/>
                      <a:pt x="4" y="0"/>
                      <a:pt x="4" y="1"/>
                    </a:cubicBezTo>
                    <a:cubicBezTo>
                      <a:pt x="4" y="1"/>
                      <a:pt x="4" y="1"/>
                      <a:pt x="4" y="1"/>
                    </a:cubicBezTo>
                    <a:cubicBezTo>
                      <a:pt x="4" y="1"/>
                      <a:pt x="4" y="1"/>
                      <a:pt x="4" y="1"/>
                    </a:cubicBezTo>
                    <a:cubicBezTo>
                      <a:pt x="3" y="0"/>
                      <a:pt x="3" y="0"/>
                      <a:pt x="3" y="0"/>
                    </a:cubicBezTo>
                    <a:cubicBezTo>
                      <a:pt x="3" y="0"/>
                      <a:pt x="3" y="0"/>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2" name="Freeform 522"/>
              <p:cNvSpPr>
                <a:spLocks/>
              </p:cNvSpPr>
              <p:nvPr/>
            </p:nvSpPr>
            <p:spPr bwMode="auto">
              <a:xfrm>
                <a:off x="4425554" y="2318148"/>
                <a:ext cx="8335" cy="5954"/>
              </a:xfrm>
              <a:custGeom>
                <a:avLst/>
                <a:gdLst/>
                <a:ahLst/>
                <a:cxnLst>
                  <a:cxn ang="0">
                    <a:pos x="1" y="2"/>
                  </a:cxn>
                  <a:cxn ang="0">
                    <a:pos x="1" y="2"/>
                  </a:cxn>
                  <a:cxn ang="0">
                    <a:pos x="1" y="2"/>
                  </a:cxn>
                  <a:cxn ang="0">
                    <a:pos x="1" y="2"/>
                  </a:cxn>
                  <a:cxn ang="0">
                    <a:pos x="1" y="2"/>
                  </a:cxn>
                  <a:cxn ang="0">
                    <a:pos x="2" y="2"/>
                  </a:cxn>
                  <a:cxn ang="0">
                    <a:pos x="2" y="2"/>
                  </a:cxn>
                  <a:cxn ang="0">
                    <a:pos x="2" y="2"/>
                  </a:cxn>
                  <a:cxn ang="0">
                    <a:pos x="2" y="1"/>
                  </a:cxn>
                  <a:cxn ang="0">
                    <a:pos x="3" y="1"/>
                  </a:cxn>
                  <a:cxn ang="0">
                    <a:pos x="2" y="0"/>
                  </a:cxn>
                  <a:cxn ang="0">
                    <a:pos x="2" y="0"/>
                  </a:cxn>
                  <a:cxn ang="0">
                    <a:pos x="2" y="0"/>
                  </a:cxn>
                  <a:cxn ang="0">
                    <a:pos x="2" y="0"/>
                  </a:cxn>
                  <a:cxn ang="0">
                    <a:pos x="2" y="0"/>
                  </a:cxn>
                  <a:cxn ang="0">
                    <a:pos x="1" y="0"/>
                  </a:cxn>
                  <a:cxn ang="0">
                    <a:pos x="1" y="1"/>
                  </a:cxn>
                  <a:cxn ang="0">
                    <a:pos x="1" y="1"/>
                  </a:cxn>
                  <a:cxn ang="0">
                    <a:pos x="1" y="1"/>
                  </a:cxn>
                  <a:cxn ang="0">
                    <a:pos x="0" y="1"/>
                  </a:cxn>
                  <a:cxn ang="0">
                    <a:pos x="0" y="1"/>
                  </a:cxn>
                  <a:cxn ang="0">
                    <a:pos x="0" y="1"/>
                  </a:cxn>
                  <a:cxn ang="0">
                    <a:pos x="0" y="2"/>
                  </a:cxn>
                  <a:cxn ang="0">
                    <a:pos x="1" y="2"/>
                  </a:cxn>
                  <a:cxn ang="0">
                    <a:pos x="1" y="2"/>
                  </a:cxn>
                </a:cxnLst>
                <a:rect l="0" t="0" r="r" b="b"/>
                <a:pathLst>
                  <a:path w="3" h="2">
                    <a:moveTo>
                      <a:pt x="1" y="2"/>
                    </a:moveTo>
                    <a:cubicBezTo>
                      <a:pt x="1" y="2"/>
                      <a:pt x="1" y="2"/>
                      <a:pt x="1" y="2"/>
                    </a:cubicBezTo>
                    <a:cubicBezTo>
                      <a:pt x="1" y="2"/>
                      <a:pt x="1" y="2"/>
                      <a:pt x="1" y="2"/>
                    </a:cubicBezTo>
                    <a:cubicBezTo>
                      <a:pt x="1" y="2"/>
                      <a:pt x="1" y="2"/>
                      <a:pt x="1" y="2"/>
                    </a:cubicBezTo>
                    <a:cubicBezTo>
                      <a:pt x="1" y="2"/>
                      <a:pt x="1" y="2"/>
                      <a:pt x="1" y="2"/>
                    </a:cubicBezTo>
                    <a:cubicBezTo>
                      <a:pt x="1" y="2"/>
                      <a:pt x="1" y="2"/>
                      <a:pt x="2" y="2"/>
                    </a:cubicBezTo>
                    <a:cubicBezTo>
                      <a:pt x="2" y="2"/>
                      <a:pt x="2" y="2"/>
                      <a:pt x="2" y="2"/>
                    </a:cubicBezTo>
                    <a:cubicBezTo>
                      <a:pt x="2" y="2"/>
                      <a:pt x="2" y="2"/>
                      <a:pt x="2" y="2"/>
                    </a:cubicBezTo>
                    <a:cubicBezTo>
                      <a:pt x="2" y="1"/>
                      <a:pt x="2" y="1"/>
                      <a:pt x="2" y="1"/>
                    </a:cubicBezTo>
                    <a:cubicBezTo>
                      <a:pt x="3" y="1"/>
                      <a:pt x="3" y="1"/>
                      <a:pt x="3" y="1"/>
                    </a:cubicBezTo>
                    <a:cubicBezTo>
                      <a:pt x="3" y="0"/>
                      <a:pt x="2" y="0"/>
                      <a:pt x="2" y="0"/>
                    </a:cubicBezTo>
                    <a:cubicBezTo>
                      <a:pt x="2" y="0"/>
                      <a:pt x="2" y="0"/>
                      <a:pt x="2" y="0"/>
                    </a:cubicBezTo>
                    <a:cubicBezTo>
                      <a:pt x="2" y="0"/>
                      <a:pt x="2" y="0"/>
                      <a:pt x="2" y="0"/>
                    </a:cubicBezTo>
                    <a:cubicBezTo>
                      <a:pt x="2" y="0"/>
                      <a:pt x="2" y="0"/>
                      <a:pt x="2" y="0"/>
                    </a:cubicBezTo>
                    <a:cubicBezTo>
                      <a:pt x="2" y="0"/>
                      <a:pt x="2" y="0"/>
                      <a:pt x="2" y="0"/>
                    </a:cubicBezTo>
                    <a:cubicBezTo>
                      <a:pt x="1" y="0"/>
                      <a:pt x="1" y="0"/>
                      <a:pt x="1" y="0"/>
                    </a:cubicBezTo>
                    <a:cubicBezTo>
                      <a:pt x="1" y="0"/>
                      <a:pt x="1" y="1"/>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2"/>
                      <a:pt x="0" y="2"/>
                      <a:pt x="0" y="2"/>
                    </a:cubicBezTo>
                    <a:cubicBezTo>
                      <a:pt x="0" y="2"/>
                      <a:pt x="0" y="2"/>
                      <a:pt x="1" y="2"/>
                    </a:cubicBezTo>
                    <a:cubicBezTo>
                      <a:pt x="1" y="2"/>
                      <a:pt x="1"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3" name="Freeform 523"/>
              <p:cNvSpPr>
                <a:spLocks/>
              </p:cNvSpPr>
              <p:nvPr/>
            </p:nvSpPr>
            <p:spPr bwMode="auto">
              <a:xfrm>
                <a:off x="4383882" y="2326482"/>
                <a:ext cx="16669" cy="14288"/>
              </a:xfrm>
              <a:custGeom>
                <a:avLst/>
                <a:gdLst/>
                <a:ahLst/>
                <a:cxnLst>
                  <a:cxn ang="0">
                    <a:pos x="4" y="5"/>
                  </a:cxn>
                  <a:cxn ang="0">
                    <a:pos x="5" y="5"/>
                  </a:cxn>
                  <a:cxn ang="0">
                    <a:pos x="5" y="5"/>
                  </a:cxn>
                  <a:cxn ang="0">
                    <a:pos x="6" y="5"/>
                  </a:cxn>
                  <a:cxn ang="0">
                    <a:pos x="6" y="5"/>
                  </a:cxn>
                  <a:cxn ang="0">
                    <a:pos x="6" y="5"/>
                  </a:cxn>
                  <a:cxn ang="0">
                    <a:pos x="6" y="4"/>
                  </a:cxn>
                  <a:cxn ang="0">
                    <a:pos x="6" y="4"/>
                  </a:cxn>
                  <a:cxn ang="0">
                    <a:pos x="6" y="4"/>
                  </a:cxn>
                  <a:cxn ang="0">
                    <a:pos x="6" y="4"/>
                  </a:cxn>
                  <a:cxn ang="0">
                    <a:pos x="5" y="4"/>
                  </a:cxn>
                  <a:cxn ang="0">
                    <a:pos x="5" y="4"/>
                  </a:cxn>
                  <a:cxn ang="0">
                    <a:pos x="6" y="4"/>
                  </a:cxn>
                  <a:cxn ang="0">
                    <a:pos x="6" y="4"/>
                  </a:cxn>
                  <a:cxn ang="0">
                    <a:pos x="6" y="3"/>
                  </a:cxn>
                  <a:cxn ang="0">
                    <a:pos x="6" y="3"/>
                  </a:cxn>
                  <a:cxn ang="0">
                    <a:pos x="6" y="2"/>
                  </a:cxn>
                  <a:cxn ang="0">
                    <a:pos x="6" y="2"/>
                  </a:cxn>
                  <a:cxn ang="0">
                    <a:pos x="5" y="2"/>
                  </a:cxn>
                  <a:cxn ang="0">
                    <a:pos x="5" y="1"/>
                  </a:cxn>
                  <a:cxn ang="0">
                    <a:pos x="5" y="1"/>
                  </a:cxn>
                  <a:cxn ang="0">
                    <a:pos x="5" y="1"/>
                  </a:cxn>
                  <a:cxn ang="0">
                    <a:pos x="5" y="1"/>
                  </a:cxn>
                  <a:cxn ang="0">
                    <a:pos x="5" y="1"/>
                  </a:cxn>
                  <a:cxn ang="0">
                    <a:pos x="5" y="0"/>
                  </a:cxn>
                  <a:cxn ang="0">
                    <a:pos x="5" y="0"/>
                  </a:cxn>
                  <a:cxn ang="0">
                    <a:pos x="5" y="0"/>
                  </a:cxn>
                  <a:cxn ang="0">
                    <a:pos x="5" y="0"/>
                  </a:cxn>
                  <a:cxn ang="0">
                    <a:pos x="4" y="1"/>
                  </a:cxn>
                  <a:cxn ang="0">
                    <a:pos x="3" y="2"/>
                  </a:cxn>
                  <a:cxn ang="0">
                    <a:pos x="2" y="3"/>
                  </a:cxn>
                  <a:cxn ang="0">
                    <a:pos x="1" y="3"/>
                  </a:cxn>
                  <a:cxn ang="0">
                    <a:pos x="0" y="4"/>
                  </a:cxn>
                  <a:cxn ang="0">
                    <a:pos x="0" y="4"/>
                  </a:cxn>
                  <a:cxn ang="0">
                    <a:pos x="0" y="4"/>
                  </a:cxn>
                  <a:cxn ang="0">
                    <a:pos x="0" y="4"/>
                  </a:cxn>
                  <a:cxn ang="0">
                    <a:pos x="1" y="4"/>
                  </a:cxn>
                  <a:cxn ang="0">
                    <a:pos x="1" y="4"/>
                  </a:cxn>
                  <a:cxn ang="0">
                    <a:pos x="1" y="4"/>
                  </a:cxn>
                  <a:cxn ang="0">
                    <a:pos x="1" y="4"/>
                  </a:cxn>
                  <a:cxn ang="0">
                    <a:pos x="1" y="4"/>
                  </a:cxn>
                  <a:cxn ang="0">
                    <a:pos x="1" y="4"/>
                  </a:cxn>
                  <a:cxn ang="0">
                    <a:pos x="1" y="5"/>
                  </a:cxn>
                  <a:cxn ang="0">
                    <a:pos x="1" y="5"/>
                  </a:cxn>
                  <a:cxn ang="0">
                    <a:pos x="1" y="5"/>
                  </a:cxn>
                  <a:cxn ang="0">
                    <a:pos x="1" y="5"/>
                  </a:cxn>
                  <a:cxn ang="0">
                    <a:pos x="2" y="5"/>
                  </a:cxn>
                  <a:cxn ang="0">
                    <a:pos x="2" y="5"/>
                  </a:cxn>
                  <a:cxn ang="0">
                    <a:pos x="3" y="4"/>
                  </a:cxn>
                  <a:cxn ang="0">
                    <a:pos x="4" y="4"/>
                  </a:cxn>
                  <a:cxn ang="0">
                    <a:pos x="4" y="3"/>
                  </a:cxn>
                  <a:cxn ang="0">
                    <a:pos x="4" y="4"/>
                  </a:cxn>
                  <a:cxn ang="0">
                    <a:pos x="4" y="4"/>
                  </a:cxn>
                  <a:cxn ang="0">
                    <a:pos x="4" y="4"/>
                  </a:cxn>
                  <a:cxn ang="0">
                    <a:pos x="4" y="4"/>
                  </a:cxn>
                </a:cxnLst>
                <a:rect l="0" t="0" r="r" b="b"/>
                <a:pathLst>
                  <a:path w="6" h="5">
                    <a:moveTo>
                      <a:pt x="4" y="5"/>
                    </a:moveTo>
                    <a:cubicBezTo>
                      <a:pt x="4" y="5"/>
                      <a:pt x="4" y="5"/>
                      <a:pt x="4" y="5"/>
                    </a:cubicBezTo>
                    <a:cubicBezTo>
                      <a:pt x="4" y="5"/>
                      <a:pt x="4" y="5"/>
                      <a:pt x="4" y="5"/>
                    </a:cubicBezTo>
                    <a:cubicBezTo>
                      <a:pt x="4"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5"/>
                    </a:cubicBezTo>
                    <a:cubicBezTo>
                      <a:pt x="6" y="5"/>
                      <a:pt x="6" y="5"/>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5" y="4"/>
                    </a:cubicBezTo>
                    <a:cubicBezTo>
                      <a:pt x="5" y="4"/>
                      <a:pt x="5"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4"/>
                    </a:cubicBezTo>
                    <a:cubicBezTo>
                      <a:pt x="6" y="4"/>
                      <a:pt x="6" y="4"/>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3"/>
                      <a:pt x="6" y="3"/>
                      <a:pt x="6" y="3"/>
                    </a:cubicBezTo>
                    <a:cubicBezTo>
                      <a:pt x="6" y="2"/>
                      <a:pt x="6" y="2"/>
                      <a:pt x="6" y="2"/>
                    </a:cubicBezTo>
                    <a:cubicBezTo>
                      <a:pt x="6" y="2"/>
                      <a:pt x="6" y="2"/>
                      <a:pt x="6" y="2"/>
                    </a:cubicBezTo>
                    <a:cubicBezTo>
                      <a:pt x="6" y="2"/>
                      <a:pt x="6" y="2"/>
                      <a:pt x="6" y="2"/>
                    </a:cubicBezTo>
                    <a:cubicBezTo>
                      <a:pt x="6" y="2"/>
                      <a:pt x="6" y="2"/>
                      <a:pt x="6" y="2"/>
                    </a:cubicBezTo>
                    <a:cubicBezTo>
                      <a:pt x="6" y="2"/>
                      <a:pt x="6" y="2"/>
                      <a:pt x="6" y="2"/>
                    </a:cubicBezTo>
                    <a:cubicBezTo>
                      <a:pt x="6" y="2"/>
                      <a:pt x="5" y="2"/>
                      <a:pt x="5" y="2"/>
                    </a:cubicBezTo>
                    <a:cubicBezTo>
                      <a:pt x="5" y="2"/>
                      <a:pt x="5" y="2"/>
                      <a:pt x="5" y="2"/>
                    </a:cubicBezTo>
                    <a:cubicBezTo>
                      <a:pt x="5" y="2"/>
                      <a:pt x="5" y="2"/>
                      <a:pt x="5" y="2"/>
                    </a:cubicBezTo>
                    <a:cubicBezTo>
                      <a:pt x="5" y="2"/>
                      <a:pt x="5" y="2"/>
                      <a:pt x="5" y="2"/>
                    </a:cubicBezTo>
                    <a:cubicBezTo>
                      <a:pt x="5" y="2"/>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4" y="1"/>
                      <a:pt x="4" y="1"/>
                      <a:pt x="4" y="1"/>
                    </a:cubicBezTo>
                    <a:cubicBezTo>
                      <a:pt x="4" y="1"/>
                      <a:pt x="4" y="1"/>
                      <a:pt x="4" y="1"/>
                    </a:cubicBezTo>
                    <a:cubicBezTo>
                      <a:pt x="4" y="1"/>
                      <a:pt x="4" y="1"/>
                      <a:pt x="4" y="1"/>
                    </a:cubicBezTo>
                    <a:cubicBezTo>
                      <a:pt x="4" y="1"/>
                      <a:pt x="4" y="1"/>
                      <a:pt x="4" y="1"/>
                    </a:cubicBezTo>
                    <a:cubicBezTo>
                      <a:pt x="4" y="2"/>
                      <a:pt x="3" y="2"/>
                      <a:pt x="3" y="2"/>
                    </a:cubicBezTo>
                    <a:cubicBezTo>
                      <a:pt x="3" y="2"/>
                      <a:pt x="3" y="2"/>
                      <a:pt x="3" y="2"/>
                    </a:cubicBezTo>
                    <a:cubicBezTo>
                      <a:pt x="3" y="2"/>
                      <a:pt x="3" y="2"/>
                      <a:pt x="3" y="2"/>
                    </a:cubicBezTo>
                    <a:cubicBezTo>
                      <a:pt x="3" y="2"/>
                      <a:pt x="2" y="2"/>
                      <a:pt x="2" y="2"/>
                    </a:cubicBezTo>
                    <a:cubicBezTo>
                      <a:pt x="2" y="2"/>
                      <a:pt x="2" y="3"/>
                      <a:pt x="2" y="3"/>
                    </a:cubicBezTo>
                    <a:cubicBezTo>
                      <a:pt x="2" y="3"/>
                      <a:pt x="2" y="3"/>
                      <a:pt x="2" y="3"/>
                    </a:cubicBezTo>
                    <a:cubicBezTo>
                      <a:pt x="2" y="3"/>
                      <a:pt x="1" y="3"/>
                      <a:pt x="1" y="3"/>
                    </a:cubicBezTo>
                    <a:cubicBezTo>
                      <a:pt x="1" y="3"/>
                      <a:pt x="1" y="3"/>
                      <a:pt x="1" y="3"/>
                    </a:cubicBezTo>
                    <a:cubicBezTo>
                      <a:pt x="1" y="3"/>
                      <a:pt x="1" y="3"/>
                      <a:pt x="1" y="3"/>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0" y="4"/>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2" y="5"/>
                    </a:cubicBezTo>
                    <a:cubicBezTo>
                      <a:pt x="2" y="5"/>
                      <a:pt x="2" y="5"/>
                      <a:pt x="3" y="4"/>
                    </a:cubicBezTo>
                    <a:cubicBezTo>
                      <a:pt x="3" y="4"/>
                      <a:pt x="3" y="4"/>
                      <a:pt x="3" y="4"/>
                    </a:cubicBezTo>
                    <a:cubicBezTo>
                      <a:pt x="3" y="4"/>
                      <a:pt x="3" y="4"/>
                      <a:pt x="3" y="4"/>
                    </a:cubicBezTo>
                    <a:cubicBezTo>
                      <a:pt x="3" y="4"/>
                      <a:pt x="3" y="4"/>
                      <a:pt x="3" y="4"/>
                    </a:cubicBezTo>
                    <a:cubicBezTo>
                      <a:pt x="3" y="4"/>
                      <a:pt x="3" y="4"/>
                      <a:pt x="4" y="4"/>
                    </a:cubicBezTo>
                    <a:cubicBezTo>
                      <a:pt x="4" y="4"/>
                      <a:pt x="4" y="4"/>
                      <a:pt x="4" y="4"/>
                    </a:cubicBezTo>
                    <a:cubicBezTo>
                      <a:pt x="4" y="4"/>
                      <a:pt x="4" y="4"/>
                      <a:pt x="4" y="4"/>
                    </a:cubicBezTo>
                    <a:cubicBezTo>
                      <a:pt x="4" y="4"/>
                      <a:pt x="4" y="3"/>
                      <a:pt x="4" y="3"/>
                    </a:cubicBezTo>
                    <a:cubicBezTo>
                      <a:pt x="4" y="3"/>
                      <a:pt x="4" y="3"/>
                      <a:pt x="4" y="3"/>
                    </a:cubicBezTo>
                    <a:cubicBezTo>
                      <a:pt x="4" y="3"/>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4"/>
                    </a:cubicBezTo>
                    <a:cubicBezTo>
                      <a:pt x="4" y="4"/>
                      <a:pt x="4" y="4"/>
                      <a:pt x="4" y="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4" name="Freeform 524"/>
              <p:cNvSpPr>
                <a:spLocks/>
              </p:cNvSpPr>
              <p:nvPr/>
            </p:nvSpPr>
            <p:spPr bwMode="auto">
              <a:xfrm>
                <a:off x="4408885" y="2281239"/>
                <a:ext cx="22622" cy="11906"/>
              </a:xfrm>
              <a:custGeom>
                <a:avLst/>
                <a:gdLst/>
                <a:ahLst/>
                <a:cxnLst>
                  <a:cxn ang="0">
                    <a:pos x="3" y="3"/>
                  </a:cxn>
                  <a:cxn ang="0">
                    <a:pos x="4" y="3"/>
                  </a:cxn>
                  <a:cxn ang="0">
                    <a:pos x="4" y="3"/>
                  </a:cxn>
                  <a:cxn ang="0">
                    <a:pos x="4" y="3"/>
                  </a:cxn>
                  <a:cxn ang="0">
                    <a:pos x="5" y="3"/>
                  </a:cxn>
                  <a:cxn ang="0">
                    <a:pos x="5" y="3"/>
                  </a:cxn>
                  <a:cxn ang="0">
                    <a:pos x="5" y="3"/>
                  </a:cxn>
                  <a:cxn ang="0">
                    <a:pos x="5" y="3"/>
                  </a:cxn>
                  <a:cxn ang="0">
                    <a:pos x="6" y="3"/>
                  </a:cxn>
                  <a:cxn ang="0">
                    <a:pos x="6" y="2"/>
                  </a:cxn>
                  <a:cxn ang="0">
                    <a:pos x="6" y="2"/>
                  </a:cxn>
                  <a:cxn ang="0">
                    <a:pos x="7" y="2"/>
                  </a:cxn>
                  <a:cxn ang="0">
                    <a:pos x="7" y="2"/>
                  </a:cxn>
                  <a:cxn ang="0">
                    <a:pos x="7" y="2"/>
                  </a:cxn>
                  <a:cxn ang="0">
                    <a:pos x="8" y="1"/>
                  </a:cxn>
                  <a:cxn ang="0">
                    <a:pos x="8" y="1"/>
                  </a:cxn>
                  <a:cxn ang="0">
                    <a:pos x="7" y="1"/>
                  </a:cxn>
                  <a:cxn ang="0">
                    <a:pos x="7" y="1"/>
                  </a:cxn>
                  <a:cxn ang="0">
                    <a:pos x="7" y="1"/>
                  </a:cxn>
                  <a:cxn ang="0">
                    <a:pos x="7" y="1"/>
                  </a:cxn>
                  <a:cxn ang="0">
                    <a:pos x="7" y="1"/>
                  </a:cxn>
                  <a:cxn ang="0">
                    <a:pos x="6" y="1"/>
                  </a:cxn>
                  <a:cxn ang="0">
                    <a:pos x="6" y="0"/>
                  </a:cxn>
                  <a:cxn ang="0">
                    <a:pos x="6" y="1"/>
                  </a:cxn>
                  <a:cxn ang="0">
                    <a:pos x="6" y="1"/>
                  </a:cxn>
                  <a:cxn ang="0">
                    <a:pos x="6" y="1"/>
                  </a:cxn>
                  <a:cxn ang="0">
                    <a:pos x="5" y="0"/>
                  </a:cxn>
                  <a:cxn ang="0">
                    <a:pos x="5" y="0"/>
                  </a:cxn>
                  <a:cxn ang="0">
                    <a:pos x="5" y="0"/>
                  </a:cxn>
                  <a:cxn ang="0">
                    <a:pos x="4" y="1"/>
                  </a:cxn>
                  <a:cxn ang="0">
                    <a:pos x="4" y="1"/>
                  </a:cxn>
                  <a:cxn ang="0">
                    <a:pos x="4" y="1"/>
                  </a:cxn>
                  <a:cxn ang="0">
                    <a:pos x="4" y="1"/>
                  </a:cxn>
                  <a:cxn ang="0">
                    <a:pos x="4" y="1"/>
                  </a:cxn>
                  <a:cxn ang="0">
                    <a:pos x="3" y="1"/>
                  </a:cxn>
                  <a:cxn ang="0">
                    <a:pos x="3" y="1"/>
                  </a:cxn>
                  <a:cxn ang="0">
                    <a:pos x="3" y="1"/>
                  </a:cxn>
                  <a:cxn ang="0">
                    <a:pos x="3" y="2"/>
                  </a:cxn>
                  <a:cxn ang="0">
                    <a:pos x="2" y="2"/>
                  </a:cxn>
                  <a:cxn ang="0">
                    <a:pos x="2" y="2"/>
                  </a:cxn>
                  <a:cxn ang="0">
                    <a:pos x="2" y="2"/>
                  </a:cxn>
                  <a:cxn ang="0">
                    <a:pos x="2" y="3"/>
                  </a:cxn>
                  <a:cxn ang="0">
                    <a:pos x="2" y="3"/>
                  </a:cxn>
                  <a:cxn ang="0">
                    <a:pos x="1" y="3"/>
                  </a:cxn>
                  <a:cxn ang="0">
                    <a:pos x="1" y="3"/>
                  </a:cxn>
                  <a:cxn ang="0">
                    <a:pos x="1" y="4"/>
                  </a:cxn>
                  <a:cxn ang="0">
                    <a:pos x="1" y="4"/>
                  </a:cxn>
                  <a:cxn ang="0">
                    <a:pos x="0" y="4"/>
                  </a:cxn>
                  <a:cxn ang="0">
                    <a:pos x="1" y="4"/>
                  </a:cxn>
                  <a:cxn ang="0">
                    <a:pos x="1" y="4"/>
                  </a:cxn>
                  <a:cxn ang="0">
                    <a:pos x="1" y="4"/>
                  </a:cxn>
                  <a:cxn ang="0">
                    <a:pos x="1" y="4"/>
                  </a:cxn>
                  <a:cxn ang="0">
                    <a:pos x="2" y="4"/>
                  </a:cxn>
                  <a:cxn ang="0">
                    <a:pos x="2" y="4"/>
                  </a:cxn>
                  <a:cxn ang="0">
                    <a:pos x="2" y="4"/>
                  </a:cxn>
                  <a:cxn ang="0">
                    <a:pos x="3" y="4"/>
                  </a:cxn>
                  <a:cxn ang="0">
                    <a:pos x="3" y="3"/>
                  </a:cxn>
                  <a:cxn ang="0">
                    <a:pos x="3" y="3"/>
                  </a:cxn>
                  <a:cxn ang="0">
                    <a:pos x="3" y="3"/>
                  </a:cxn>
                </a:cxnLst>
                <a:rect l="0" t="0" r="r" b="b"/>
                <a:pathLst>
                  <a:path w="8" h="4">
                    <a:moveTo>
                      <a:pt x="3" y="3"/>
                    </a:moveTo>
                    <a:cubicBezTo>
                      <a:pt x="3" y="3"/>
                      <a:pt x="3" y="3"/>
                      <a:pt x="3" y="3"/>
                    </a:cubicBezTo>
                    <a:cubicBezTo>
                      <a:pt x="3" y="3"/>
                      <a:pt x="3" y="3"/>
                      <a:pt x="3" y="3"/>
                    </a:cubicBezTo>
                    <a:cubicBezTo>
                      <a:pt x="3"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4" y="3"/>
                    </a:cubicBezTo>
                    <a:cubicBezTo>
                      <a:pt x="4" y="3"/>
                      <a:pt x="4"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5" y="3"/>
                      <a:pt x="5" y="3"/>
                      <a:pt x="5" y="3"/>
                    </a:cubicBezTo>
                    <a:cubicBezTo>
                      <a:pt x="6" y="3"/>
                      <a:pt x="6" y="3"/>
                      <a:pt x="6" y="3"/>
                    </a:cubicBezTo>
                    <a:cubicBezTo>
                      <a:pt x="6" y="3"/>
                      <a:pt x="6" y="3"/>
                      <a:pt x="6" y="3"/>
                    </a:cubicBezTo>
                    <a:cubicBezTo>
                      <a:pt x="6" y="2"/>
                      <a:pt x="6" y="2"/>
                      <a:pt x="6" y="2"/>
                    </a:cubicBezTo>
                    <a:cubicBezTo>
                      <a:pt x="6" y="2"/>
                      <a:pt x="6" y="2"/>
                      <a:pt x="6" y="2"/>
                    </a:cubicBezTo>
                    <a:cubicBezTo>
                      <a:pt x="6" y="2"/>
                      <a:pt x="6" y="2"/>
                      <a:pt x="6" y="2"/>
                    </a:cubicBezTo>
                    <a:cubicBezTo>
                      <a:pt x="6" y="2"/>
                      <a:pt x="6" y="2"/>
                      <a:pt x="6" y="2"/>
                    </a:cubicBezTo>
                    <a:cubicBezTo>
                      <a:pt x="6"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8" y="2"/>
                      <a:pt x="8" y="2"/>
                      <a:pt x="8" y="1"/>
                    </a:cubicBezTo>
                    <a:cubicBezTo>
                      <a:pt x="8" y="1"/>
                      <a:pt x="8" y="1"/>
                      <a:pt x="8" y="1"/>
                    </a:cubicBezTo>
                    <a:cubicBezTo>
                      <a:pt x="8" y="1"/>
                      <a:pt x="8" y="1"/>
                      <a:pt x="8"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7" y="1"/>
                      <a:pt x="7" y="1"/>
                      <a:pt x="7" y="1"/>
                    </a:cubicBezTo>
                    <a:cubicBezTo>
                      <a:pt x="6" y="1"/>
                      <a:pt x="6" y="1"/>
                      <a:pt x="6" y="1"/>
                    </a:cubicBezTo>
                    <a:cubicBezTo>
                      <a:pt x="6" y="1"/>
                      <a:pt x="6" y="1"/>
                      <a:pt x="6" y="1"/>
                    </a:cubicBezTo>
                    <a:cubicBezTo>
                      <a:pt x="6" y="1"/>
                      <a:pt x="6" y="0"/>
                      <a:pt x="6" y="0"/>
                    </a:cubicBezTo>
                    <a:cubicBezTo>
                      <a:pt x="6" y="0"/>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0"/>
                      <a:pt x="5" y="0"/>
                      <a:pt x="5" y="0"/>
                    </a:cubicBezTo>
                    <a:cubicBezTo>
                      <a:pt x="5" y="0"/>
                      <a:pt x="5" y="0"/>
                      <a:pt x="5" y="0"/>
                    </a:cubicBezTo>
                    <a:cubicBezTo>
                      <a:pt x="5" y="0"/>
                      <a:pt x="5" y="0"/>
                      <a:pt x="5" y="0"/>
                    </a:cubicBezTo>
                    <a:cubicBezTo>
                      <a:pt x="5" y="0"/>
                      <a:pt x="5" y="0"/>
                      <a:pt x="5" y="0"/>
                    </a:cubicBezTo>
                    <a:cubicBezTo>
                      <a:pt x="5" y="0"/>
                      <a:pt x="5" y="0"/>
                      <a:pt x="5" y="0"/>
                    </a:cubicBezTo>
                    <a:cubicBezTo>
                      <a:pt x="5" y="0"/>
                      <a:pt x="5" y="0"/>
                      <a:pt x="5" y="0"/>
                    </a:cubicBezTo>
                    <a:cubicBezTo>
                      <a:pt x="5" y="0"/>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2"/>
                      <a:pt x="3" y="2"/>
                    </a:cubicBezTo>
                    <a:cubicBezTo>
                      <a:pt x="3" y="2"/>
                      <a:pt x="3" y="2"/>
                      <a:pt x="3" y="2"/>
                    </a:cubicBezTo>
                    <a:cubicBezTo>
                      <a:pt x="3" y="2"/>
                      <a:pt x="3" y="2"/>
                      <a:pt x="3"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3"/>
                      <a:pt x="2" y="3"/>
                      <a:pt x="2" y="3"/>
                    </a:cubicBezTo>
                    <a:cubicBezTo>
                      <a:pt x="2" y="3"/>
                      <a:pt x="2" y="3"/>
                      <a:pt x="2" y="3"/>
                    </a:cubicBezTo>
                    <a:cubicBezTo>
                      <a:pt x="2" y="3"/>
                      <a:pt x="2" y="3"/>
                      <a:pt x="2" y="3"/>
                    </a:cubicBezTo>
                    <a:cubicBezTo>
                      <a:pt x="2" y="3"/>
                      <a:pt x="2" y="3"/>
                      <a:pt x="2" y="3"/>
                    </a:cubicBezTo>
                    <a:cubicBezTo>
                      <a:pt x="1" y="3"/>
                      <a:pt x="1" y="3"/>
                      <a:pt x="1" y="3"/>
                    </a:cubicBezTo>
                    <a:cubicBezTo>
                      <a:pt x="1" y="3"/>
                      <a:pt x="1" y="3"/>
                      <a:pt x="1" y="3"/>
                    </a:cubicBezTo>
                    <a:cubicBezTo>
                      <a:pt x="1" y="3"/>
                      <a:pt x="1" y="3"/>
                      <a:pt x="1" y="3"/>
                    </a:cubicBezTo>
                    <a:cubicBezTo>
                      <a:pt x="1" y="3"/>
                      <a:pt x="1" y="3"/>
                      <a:pt x="1" y="3"/>
                    </a:cubicBezTo>
                    <a:cubicBezTo>
                      <a:pt x="1" y="3"/>
                      <a:pt x="1" y="3"/>
                      <a:pt x="1" y="4"/>
                    </a:cubicBezTo>
                    <a:cubicBezTo>
                      <a:pt x="1" y="4"/>
                      <a:pt x="1" y="4"/>
                      <a:pt x="1" y="4"/>
                    </a:cubicBezTo>
                    <a:cubicBezTo>
                      <a:pt x="1" y="4"/>
                      <a:pt x="1" y="4"/>
                      <a:pt x="1" y="4"/>
                    </a:cubicBezTo>
                    <a:cubicBezTo>
                      <a:pt x="1" y="4"/>
                      <a:pt x="1" y="4"/>
                      <a:pt x="1" y="4"/>
                    </a:cubicBezTo>
                    <a:cubicBezTo>
                      <a:pt x="1" y="4"/>
                      <a:pt x="1" y="4"/>
                      <a:pt x="0" y="4"/>
                    </a:cubicBezTo>
                    <a:cubicBezTo>
                      <a:pt x="0" y="4"/>
                      <a:pt x="0"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3" y="4"/>
                      <a:pt x="3" y="4"/>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ubicBezTo>
                      <a:pt x="3" y="3"/>
                      <a:pt x="3" y="3"/>
                      <a:pt x="3"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5" name="Freeform 525"/>
              <p:cNvSpPr>
                <a:spLocks/>
              </p:cNvSpPr>
              <p:nvPr/>
            </p:nvSpPr>
            <p:spPr bwMode="auto">
              <a:xfrm>
                <a:off x="4425554" y="2276476"/>
                <a:ext cx="8335" cy="4763"/>
              </a:xfrm>
              <a:custGeom>
                <a:avLst/>
                <a:gdLst/>
                <a:ahLst/>
                <a:cxnLst>
                  <a:cxn ang="0">
                    <a:pos x="2" y="1"/>
                  </a:cxn>
                  <a:cxn ang="0">
                    <a:pos x="3" y="0"/>
                  </a:cxn>
                  <a:cxn ang="0">
                    <a:pos x="2" y="0"/>
                  </a:cxn>
                  <a:cxn ang="0">
                    <a:pos x="2" y="0"/>
                  </a:cxn>
                  <a:cxn ang="0">
                    <a:pos x="1" y="0"/>
                  </a:cxn>
                  <a:cxn ang="0">
                    <a:pos x="1"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1" y="1"/>
                  </a:cxn>
                  <a:cxn ang="0">
                    <a:pos x="1" y="2"/>
                  </a:cxn>
                  <a:cxn ang="0">
                    <a:pos x="2" y="1"/>
                  </a:cxn>
                  <a:cxn ang="0">
                    <a:pos x="2" y="1"/>
                  </a:cxn>
                  <a:cxn ang="0">
                    <a:pos x="2" y="1"/>
                  </a:cxn>
                </a:cxnLst>
                <a:rect l="0" t="0" r="r" b="b"/>
                <a:pathLst>
                  <a:path w="3" h="2">
                    <a:moveTo>
                      <a:pt x="2" y="1"/>
                    </a:moveTo>
                    <a:cubicBezTo>
                      <a:pt x="2" y="1"/>
                      <a:pt x="3" y="0"/>
                      <a:pt x="3" y="0"/>
                    </a:cubicBezTo>
                    <a:cubicBezTo>
                      <a:pt x="3" y="0"/>
                      <a:pt x="3" y="0"/>
                      <a:pt x="2" y="0"/>
                    </a:cubicBezTo>
                    <a:cubicBezTo>
                      <a:pt x="2" y="0"/>
                      <a:pt x="2" y="0"/>
                      <a:pt x="2" y="0"/>
                    </a:cubicBezTo>
                    <a:cubicBezTo>
                      <a:pt x="2" y="0"/>
                      <a:pt x="2"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2"/>
                      <a:pt x="1" y="2"/>
                      <a:pt x="1" y="2"/>
                    </a:cubicBezTo>
                    <a:cubicBezTo>
                      <a:pt x="1" y="2"/>
                      <a:pt x="2" y="1"/>
                      <a:pt x="2" y="1"/>
                    </a:cubicBezTo>
                    <a:cubicBezTo>
                      <a:pt x="2" y="1"/>
                      <a:pt x="2" y="1"/>
                      <a:pt x="2" y="1"/>
                    </a:cubicBezTo>
                    <a:cubicBezTo>
                      <a:pt x="2" y="1"/>
                      <a:pt x="2" y="1"/>
                      <a:pt x="2"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6" name="Freeform 526"/>
              <p:cNvSpPr>
                <a:spLocks/>
              </p:cNvSpPr>
              <p:nvPr/>
            </p:nvSpPr>
            <p:spPr bwMode="auto">
              <a:xfrm>
                <a:off x="4433889" y="2250283"/>
                <a:ext cx="8335" cy="11906"/>
              </a:xfrm>
              <a:custGeom>
                <a:avLst/>
                <a:gdLst/>
                <a:ahLst/>
                <a:cxnLst>
                  <a:cxn ang="0">
                    <a:pos x="0" y="2"/>
                  </a:cxn>
                  <a:cxn ang="0">
                    <a:pos x="0" y="3"/>
                  </a:cxn>
                  <a:cxn ang="0">
                    <a:pos x="1" y="3"/>
                  </a:cxn>
                  <a:cxn ang="0">
                    <a:pos x="1" y="3"/>
                  </a:cxn>
                  <a:cxn ang="0">
                    <a:pos x="1" y="3"/>
                  </a:cxn>
                  <a:cxn ang="0">
                    <a:pos x="1" y="3"/>
                  </a:cxn>
                  <a:cxn ang="0">
                    <a:pos x="1" y="3"/>
                  </a:cxn>
                  <a:cxn ang="0">
                    <a:pos x="1" y="3"/>
                  </a:cxn>
                  <a:cxn ang="0">
                    <a:pos x="1" y="4"/>
                  </a:cxn>
                  <a:cxn ang="0">
                    <a:pos x="1" y="4"/>
                  </a:cxn>
                  <a:cxn ang="0">
                    <a:pos x="2" y="4"/>
                  </a:cxn>
                  <a:cxn ang="0">
                    <a:pos x="2" y="4"/>
                  </a:cxn>
                  <a:cxn ang="0">
                    <a:pos x="2" y="4"/>
                  </a:cxn>
                  <a:cxn ang="0">
                    <a:pos x="2" y="4"/>
                  </a:cxn>
                  <a:cxn ang="0">
                    <a:pos x="3" y="3"/>
                  </a:cxn>
                  <a:cxn ang="0">
                    <a:pos x="3" y="3"/>
                  </a:cxn>
                  <a:cxn ang="0">
                    <a:pos x="3" y="2"/>
                  </a:cxn>
                  <a:cxn ang="0">
                    <a:pos x="3" y="2"/>
                  </a:cxn>
                  <a:cxn ang="0">
                    <a:pos x="3" y="2"/>
                  </a:cxn>
                  <a:cxn ang="0">
                    <a:pos x="3" y="2"/>
                  </a:cxn>
                  <a:cxn ang="0">
                    <a:pos x="2" y="1"/>
                  </a:cxn>
                  <a:cxn ang="0">
                    <a:pos x="2" y="2"/>
                  </a:cxn>
                  <a:cxn ang="0">
                    <a:pos x="2" y="2"/>
                  </a:cxn>
                  <a:cxn ang="0">
                    <a:pos x="2" y="1"/>
                  </a:cxn>
                  <a:cxn ang="0">
                    <a:pos x="2" y="1"/>
                  </a:cxn>
                  <a:cxn ang="0">
                    <a:pos x="1" y="1"/>
                  </a:cxn>
                  <a:cxn ang="0">
                    <a:pos x="1" y="1"/>
                  </a:cxn>
                  <a:cxn ang="0">
                    <a:pos x="1" y="1"/>
                  </a:cxn>
                  <a:cxn ang="0">
                    <a:pos x="1" y="1"/>
                  </a:cxn>
                  <a:cxn ang="0">
                    <a:pos x="1" y="1"/>
                  </a:cxn>
                  <a:cxn ang="0">
                    <a:pos x="1" y="1"/>
                  </a:cxn>
                  <a:cxn ang="0">
                    <a:pos x="1" y="2"/>
                  </a:cxn>
                  <a:cxn ang="0">
                    <a:pos x="1" y="1"/>
                  </a:cxn>
                  <a:cxn ang="0">
                    <a:pos x="1" y="1"/>
                  </a:cxn>
                  <a:cxn ang="0">
                    <a:pos x="1" y="1"/>
                  </a:cxn>
                  <a:cxn ang="0">
                    <a:pos x="1" y="2"/>
                  </a:cxn>
                  <a:cxn ang="0">
                    <a:pos x="1" y="2"/>
                  </a:cxn>
                  <a:cxn ang="0">
                    <a:pos x="1" y="2"/>
                  </a:cxn>
                  <a:cxn ang="0">
                    <a:pos x="1" y="2"/>
                  </a:cxn>
                  <a:cxn ang="0">
                    <a:pos x="1" y="2"/>
                  </a:cxn>
                  <a:cxn ang="0">
                    <a:pos x="1" y="2"/>
                  </a:cxn>
                  <a:cxn ang="0">
                    <a:pos x="1" y="2"/>
                  </a:cxn>
                  <a:cxn ang="0">
                    <a:pos x="1" y="2"/>
                  </a:cxn>
                  <a:cxn ang="0">
                    <a:pos x="0" y="2"/>
                  </a:cxn>
                  <a:cxn ang="0">
                    <a:pos x="0" y="2"/>
                  </a:cxn>
                  <a:cxn ang="0">
                    <a:pos x="0" y="2"/>
                  </a:cxn>
                  <a:cxn ang="0">
                    <a:pos x="0" y="3"/>
                  </a:cxn>
                </a:cxnLst>
                <a:rect l="0" t="0" r="r" b="b"/>
                <a:pathLst>
                  <a:path w="3" h="4">
                    <a:moveTo>
                      <a:pt x="0" y="3"/>
                    </a:moveTo>
                    <a:cubicBezTo>
                      <a:pt x="0" y="3"/>
                      <a:pt x="0" y="3"/>
                      <a:pt x="0" y="2"/>
                    </a:cubicBezTo>
                    <a:cubicBezTo>
                      <a:pt x="0" y="2"/>
                      <a:pt x="0" y="2"/>
                      <a:pt x="0" y="2"/>
                    </a:cubicBezTo>
                    <a:cubicBezTo>
                      <a:pt x="0" y="2"/>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4"/>
                    </a:cubicBezTo>
                    <a:cubicBezTo>
                      <a:pt x="1" y="4"/>
                      <a:pt x="1" y="4"/>
                      <a:pt x="1" y="4"/>
                    </a:cubicBezTo>
                    <a:cubicBezTo>
                      <a:pt x="1" y="4"/>
                      <a:pt x="1" y="4"/>
                      <a:pt x="1" y="4"/>
                    </a:cubicBezTo>
                    <a:cubicBezTo>
                      <a:pt x="1" y="4"/>
                      <a:pt x="1" y="4"/>
                      <a:pt x="1" y="4"/>
                    </a:cubicBezTo>
                    <a:cubicBezTo>
                      <a:pt x="1" y="4"/>
                      <a:pt x="1" y="4"/>
                      <a:pt x="1" y="4"/>
                    </a:cubicBezTo>
                    <a:cubicBezTo>
                      <a:pt x="1"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4"/>
                      <a:pt x="2" y="4"/>
                      <a:pt x="2" y="4"/>
                    </a:cubicBezTo>
                    <a:cubicBezTo>
                      <a:pt x="2" y="3"/>
                      <a:pt x="2" y="3"/>
                      <a:pt x="3" y="3"/>
                    </a:cubicBezTo>
                    <a:cubicBezTo>
                      <a:pt x="3" y="3"/>
                      <a:pt x="3" y="3"/>
                      <a:pt x="3" y="3"/>
                    </a:cubicBezTo>
                    <a:cubicBezTo>
                      <a:pt x="3" y="3"/>
                      <a:pt x="3" y="3"/>
                      <a:pt x="3" y="3"/>
                    </a:cubicBezTo>
                    <a:cubicBezTo>
                      <a:pt x="3" y="3"/>
                      <a:pt x="3" y="3"/>
                      <a:pt x="3" y="3"/>
                    </a:cubicBezTo>
                    <a:cubicBezTo>
                      <a:pt x="3" y="3"/>
                      <a:pt x="3" y="3"/>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1"/>
                      <a:pt x="3" y="1"/>
                      <a:pt x="3" y="1"/>
                    </a:cubicBezTo>
                    <a:cubicBezTo>
                      <a:pt x="2" y="1"/>
                      <a:pt x="2" y="1"/>
                      <a:pt x="2" y="1"/>
                    </a:cubicBezTo>
                    <a:cubicBezTo>
                      <a:pt x="2" y="1"/>
                      <a:pt x="2" y="1"/>
                      <a:pt x="2" y="2"/>
                    </a:cubicBezTo>
                    <a:cubicBezTo>
                      <a:pt x="2" y="2"/>
                      <a:pt x="2" y="2"/>
                      <a:pt x="2" y="2"/>
                    </a:cubicBezTo>
                    <a:cubicBezTo>
                      <a:pt x="2" y="2"/>
                      <a:pt x="2" y="2"/>
                      <a:pt x="2" y="2"/>
                    </a:cubicBezTo>
                    <a:cubicBezTo>
                      <a:pt x="2" y="2"/>
                      <a:pt x="2" y="2"/>
                      <a:pt x="2" y="2"/>
                    </a:cubicBezTo>
                    <a:cubicBezTo>
                      <a:pt x="2" y="2"/>
                      <a:pt x="2" y="1"/>
                      <a:pt x="2" y="1"/>
                    </a:cubicBezTo>
                    <a:cubicBezTo>
                      <a:pt x="2" y="1"/>
                      <a:pt x="2" y="1"/>
                      <a:pt x="2" y="1"/>
                    </a:cubicBezTo>
                    <a:cubicBezTo>
                      <a:pt x="2" y="1"/>
                      <a:pt x="2" y="1"/>
                      <a:pt x="2" y="1"/>
                    </a:cubicBezTo>
                    <a:cubicBezTo>
                      <a:pt x="2" y="1"/>
                      <a:pt x="2" y="1"/>
                      <a:pt x="2" y="1"/>
                    </a:cubicBezTo>
                    <a:cubicBezTo>
                      <a:pt x="2" y="1"/>
                      <a:pt x="2" y="0"/>
                      <a:pt x="2" y="0"/>
                    </a:cubicBezTo>
                    <a:cubicBezTo>
                      <a:pt x="2"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2"/>
                      <a:pt x="1" y="2"/>
                    </a:cubicBezTo>
                    <a:cubicBezTo>
                      <a:pt x="1" y="2"/>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3"/>
                      <a:pt x="0" y="3"/>
                    </a:cubicBezTo>
                    <a:cubicBezTo>
                      <a:pt x="0" y="3"/>
                      <a:pt x="0" y="3"/>
                      <a:pt x="0" y="3"/>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7" name="Freeform 527"/>
              <p:cNvSpPr>
                <a:spLocks/>
              </p:cNvSpPr>
              <p:nvPr/>
            </p:nvSpPr>
            <p:spPr bwMode="auto">
              <a:xfrm>
                <a:off x="4454129" y="2247901"/>
                <a:ext cx="22622" cy="16669"/>
              </a:xfrm>
              <a:custGeom>
                <a:avLst/>
                <a:gdLst/>
                <a:ahLst/>
                <a:cxnLst>
                  <a:cxn ang="0">
                    <a:pos x="0" y="5"/>
                  </a:cxn>
                  <a:cxn ang="0">
                    <a:pos x="1" y="6"/>
                  </a:cxn>
                  <a:cxn ang="0">
                    <a:pos x="2" y="6"/>
                  </a:cxn>
                  <a:cxn ang="0">
                    <a:pos x="2" y="6"/>
                  </a:cxn>
                  <a:cxn ang="0">
                    <a:pos x="2" y="6"/>
                  </a:cxn>
                  <a:cxn ang="0">
                    <a:pos x="3" y="6"/>
                  </a:cxn>
                  <a:cxn ang="0">
                    <a:pos x="3" y="5"/>
                  </a:cxn>
                  <a:cxn ang="0">
                    <a:pos x="4" y="6"/>
                  </a:cxn>
                  <a:cxn ang="0">
                    <a:pos x="5" y="5"/>
                  </a:cxn>
                  <a:cxn ang="0">
                    <a:pos x="5" y="5"/>
                  </a:cxn>
                  <a:cxn ang="0">
                    <a:pos x="5" y="5"/>
                  </a:cxn>
                  <a:cxn ang="0">
                    <a:pos x="5" y="5"/>
                  </a:cxn>
                  <a:cxn ang="0">
                    <a:pos x="5" y="5"/>
                  </a:cxn>
                  <a:cxn ang="0">
                    <a:pos x="7" y="5"/>
                  </a:cxn>
                  <a:cxn ang="0">
                    <a:pos x="7" y="5"/>
                  </a:cxn>
                  <a:cxn ang="0">
                    <a:pos x="7" y="4"/>
                  </a:cxn>
                  <a:cxn ang="0">
                    <a:pos x="7" y="4"/>
                  </a:cxn>
                  <a:cxn ang="0">
                    <a:pos x="7" y="4"/>
                  </a:cxn>
                  <a:cxn ang="0">
                    <a:pos x="8" y="3"/>
                  </a:cxn>
                  <a:cxn ang="0">
                    <a:pos x="8" y="3"/>
                  </a:cxn>
                  <a:cxn ang="0">
                    <a:pos x="7" y="3"/>
                  </a:cxn>
                  <a:cxn ang="0">
                    <a:pos x="7" y="2"/>
                  </a:cxn>
                  <a:cxn ang="0">
                    <a:pos x="7" y="2"/>
                  </a:cxn>
                  <a:cxn ang="0">
                    <a:pos x="7" y="2"/>
                  </a:cxn>
                  <a:cxn ang="0">
                    <a:pos x="7" y="1"/>
                  </a:cxn>
                  <a:cxn ang="0">
                    <a:pos x="7" y="0"/>
                  </a:cxn>
                  <a:cxn ang="0">
                    <a:pos x="6" y="0"/>
                  </a:cxn>
                  <a:cxn ang="0">
                    <a:pos x="6" y="0"/>
                  </a:cxn>
                  <a:cxn ang="0">
                    <a:pos x="6" y="1"/>
                  </a:cxn>
                  <a:cxn ang="0">
                    <a:pos x="5" y="0"/>
                  </a:cxn>
                  <a:cxn ang="0">
                    <a:pos x="5" y="1"/>
                  </a:cxn>
                  <a:cxn ang="0">
                    <a:pos x="5" y="1"/>
                  </a:cxn>
                  <a:cxn ang="0">
                    <a:pos x="4" y="1"/>
                  </a:cxn>
                  <a:cxn ang="0">
                    <a:pos x="3" y="1"/>
                  </a:cxn>
                  <a:cxn ang="0">
                    <a:pos x="3" y="1"/>
                  </a:cxn>
                  <a:cxn ang="0">
                    <a:pos x="3" y="2"/>
                  </a:cxn>
                  <a:cxn ang="0">
                    <a:pos x="3" y="2"/>
                  </a:cxn>
                  <a:cxn ang="0">
                    <a:pos x="3" y="2"/>
                  </a:cxn>
                  <a:cxn ang="0">
                    <a:pos x="2" y="2"/>
                  </a:cxn>
                  <a:cxn ang="0">
                    <a:pos x="1" y="2"/>
                  </a:cxn>
                  <a:cxn ang="0">
                    <a:pos x="2" y="3"/>
                  </a:cxn>
                  <a:cxn ang="0">
                    <a:pos x="1" y="3"/>
                  </a:cxn>
                  <a:cxn ang="0">
                    <a:pos x="1" y="3"/>
                  </a:cxn>
                  <a:cxn ang="0">
                    <a:pos x="1" y="4"/>
                  </a:cxn>
                  <a:cxn ang="0">
                    <a:pos x="2" y="3"/>
                  </a:cxn>
                  <a:cxn ang="0">
                    <a:pos x="3" y="4"/>
                  </a:cxn>
                  <a:cxn ang="0">
                    <a:pos x="3" y="4"/>
                  </a:cxn>
                  <a:cxn ang="0">
                    <a:pos x="2" y="4"/>
                  </a:cxn>
                  <a:cxn ang="0">
                    <a:pos x="3" y="4"/>
                  </a:cxn>
                  <a:cxn ang="0">
                    <a:pos x="2" y="4"/>
                  </a:cxn>
                  <a:cxn ang="0">
                    <a:pos x="1" y="4"/>
                  </a:cxn>
                  <a:cxn ang="0">
                    <a:pos x="0" y="5"/>
                  </a:cxn>
                  <a:cxn ang="0">
                    <a:pos x="1" y="5"/>
                  </a:cxn>
                </a:cxnLst>
                <a:rect l="0" t="0" r="r" b="b"/>
                <a:pathLst>
                  <a:path w="8" h="6">
                    <a:moveTo>
                      <a:pt x="1" y="5"/>
                    </a:moveTo>
                    <a:cubicBezTo>
                      <a:pt x="1" y="5"/>
                      <a:pt x="1" y="5"/>
                      <a:pt x="1" y="5"/>
                    </a:cubicBezTo>
                    <a:cubicBezTo>
                      <a:pt x="1" y="5"/>
                      <a:pt x="1" y="5"/>
                      <a:pt x="1" y="5"/>
                    </a:cubicBezTo>
                    <a:cubicBezTo>
                      <a:pt x="0" y="5"/>
                      <a:pt x="0" y="5"/>
                      <a:pt x="0" y="5"/>
                    </a:cubicBezTo>
                    <a:cubicBezTo>
                      <a:pt x="0" y="5"/>
                      <a:pt x="0" y="5"/>
                      <a:pt x="0" y="5"/>
                    </a:cubicBezTo>
                    <a:cubicBezTo>
                      <a:pt x="0" y="5"/>
                      <a:pt x="0" y="5"/>
                      <a:pt x="0" y="5"/>
                    </a:cubicBezTo>
                    <a:cubicBezTo>
                      <a:pt x="0" y="6"/>
                      <a:pt x="0" y="6"/>
                      <a:pt x="0" y="6"/>
                    </a:cubicBezTo>
                    <a:cubicBezTo>
                      <a:pt x="0"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1" y="6"/>
                    </a:cubicBezTo>
                    <a:cubicBezTo>
                      <a:pt x="1" y="6"/>
                      <a:pt x="1"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5"/>
                      <a:pt x="2" y="5"/>
                      <a:pt x="2" y="5"/>
                    </a:cubicBezTo>
                    <a:cubicBezTo>
                      <a:pt x="2" y="5"/>
                      <a:pt x="2" y="5"/>
                      <a:pt x="2" y="5"/>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2" y="6"/>
                      <a:pt x="2" y="6"/>
                      <a:pt x="2" y="6"/>
                    </a:cubicBezTo>
                    <a:cubicBezTo>
                      <a:pt x="3" y="6"/>
                      <a:pt x="3" y="6"/>
                      <a:pt x="3" y="6"/>
                    </a:cubicBezTo>
                    <a:cubicBezTo>
                      <a:pt x="3" y="6"/>
                      <a:pt x="3" y="6"/>
                      <a:pt x="3" y="6"/>
                    </a:cubicBezTo>
                    <a:cubicBezTo>
                      <a:pt x="3" y="6"/>
                      <a:pt x="3" y="6"/>
                      <a:pt x="3" y="6"/>
                    </a:cubicBezTo>
                    <a:cubicBezTo>
                      <a:pt x="3" y="6"/>
                      <a:pt x="3" y="6"/>
                      <a:pt x="3" y="6"/>
                    </a:cubicBezTo>
                    <a:cubicBezTo>
                      <a:pt x="3" y="6"/>
                      <a:pt x="3" y="6"/>
                      <a:pt x="3" y="6"/>
                    </a:cubicBezTo>
                    <a:cubicBezTo>
                      <a:pt x="3" y="6"/>
                      <a:pt x="3" y="5"/>
                      <a:pt x="3" y="5"/>
                    </a:cubicBezTo>
                    <a:cubicBezTo>
                      <a:pt x="3" y="5"/>
                      <a:pt x="3" y="5"/>
                      <a:pt x="3" y="5"/>
                    </a:cubicBezTo>
                    <a:cubicBezTo>
                      <a:pt x="3" y="6"/>
                      <a:pt x="3" y="6"/>
                      <a:pt x="3" y="6"/>
                    </a:cubicBezTo>
                    <a:cubicBezTo>
                      <a:pt x="3" y="6"/>
                      <a:pt x="3" y="6"/>
                      <a:pt x="3" y="6"/>
                    </a:cubicBezTo>
                    <a:cubicBezTo>
                      <a:pt x="3" y="6"/>
                      <a:pt x="4" y="6"/>
                      <a:pt x="4" y="6"/>
                    </a:cubicBezTo>
                    <a:cubicBezTo>
                      <a:pt x="4" y="6"/>
                      <a:pt x="4" y="6"/>
                      <a:pt x="4" y="6"/>
                    </a:cubicBezTo>
                    <a:cubicBezTo>
                      <a:pt x="4" y="6"/>
                      <a:pt x="4" y="6"/>
                      <a:pt x="4" y="5"/>
                    </a:cubicBezTo>
                    <a:cubicBezTo>
                      <a:pt x="4" y="5"/>
                      <a:pt x="4" y="5"/>
                      <a:pt x="4" y="5"/>
                    </a:cubicBezTo>
                    <a:cubicBezTo>
                      <a:pt x="4" y="5"/>
                      <a:pt x="4" y="5"/>
                      <a:pt x="4" y="5"/>
                    </a:cubicBezTo>
                    <a:cubicBezTo>
                      <a:pt x="4" y="5"/>
                      <a:pt x="4" y="5"/>
                      <a:pt x="4" y="5"/>
                    </a:cubicBezTo>
                    <a:cubicBezTo>
                      <a:pt x="4"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4" y="5"/>
                      <a:pt x="4" y="5"/>
                      <a:pt x="4" y="5"/>
                    </a:cubicBezTo>
                    <a:cubicBezTo>
                      <a:pt x="4" y="5"/>
                      <a:pt x="4" y="5"/>
                      <a:pt x="4" y="5"/>
                    </a:cubicBezTo>
                    <a:cubicBezTo>
                      <a:pt x="4" y="5"/>
                      <a:pt x="4" y="5"/>
                      <a:pt x="4" y="5"/>
                    </a:cubicBezTo>
                    <a:cubicBezTo>
                      <a:pt x="4"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5" y="5"/>
                      <a:pt x="5" y="5"/>
                      <a:pt x="5" y="5"/>
                    </a:cubicBezTo>
                    <a:cubicBezTo>
                      <a:pt x="6" y="5"/>
                      <a:pt x="6" y="5"/>
                      <a:pt x="6" y="5"/>
                    </a:cubicBezTo>
                    <a:cubicBezTo>
                      <a:pt x="6" y="5"/>
                      <a:pt x="6" y="5"/>
                      <a:pt x="6" y="5"/>
                    </a:cubicBezTo>
                    <a:cubicBezTo>
                      <a:pt x="6" y="5"/>
                      <a:pt x="6" y="5"/>
                      <a:pt x="6"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5"/>
                      <a:pt x="7" y="5"/>
                      <a:pt x="7" y="5"/>
                    </a:cubicBezTo>
                    <a:cubicBezTo>
                      <a:pt x="7" y="4"/>
                      <a:pt x="7" y="4"/>
                      <a:pt x="8" y="4"/>
                    </a:cubicBezTo>
                    <a:cubicBezTo>
                      <a:pt x="8" y="4"/>
                      <a:pt x="8" y="4"/>
                      <a:pt x="8" y="4"/>
                    </a:cubicBezTo>
                    <a:cubicBezTo>
                      <a:pt x="8" y="4"/>
                      <a:pt x="8" y="4"/>
                      <a:pt x="8" y="4"/>
                    </a:cubicBezTo>
                    <a:cubicBezTo>
                      <a:pt x="8" y="4"/>
                      <a:pt x="8" y="4"/>
                      <a:pt x="8" y="4"/>
                    </a:cubicBezTo>
                    <a:cubicBezTo>
                      <a:pt x="8" y="4"/>
                      <a:pt x="8"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4"/>
                      <a:pt x="7" y="4"/>
                    </a:cubicBezTo>
                    <a:cubicBezTo>
                      <a:pt x="7" y="4"/>
                      <a:pt x="7" y="3"/>
                      <a:pt x="7" y="3"/>
                    </a:cubicBezTo>
                    <a:cubicBezTo>
                      <a:pt x="7"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3"/>
                      <a:pt x="8" y="3"/>
                      <a:pt x="8" y="3"/>
                    </a:cubicBezTo>
                    <a:cubicBezTo>
                      <a:pt x="8" y="2"/>
                      <a:pt x="8" y="2"/>
                      <a:pt x="8" y="2"/>
                    </a:cubicBezTo>
                    <a:cubicBezTo>
                      <a:pt x="8" y="2"/>
                      <a:pt x="8" y="2"/>
                      <a:pt x="8" y="2"/>
                    </a:cubicBezTo>
                    <a:cubicBezTo>
                      <a:pt x="8" y="2"/>
                      <a:pt x="8" y="2"/>
                      <a:pt x="8" y="2"/>
                    </a:cubicBezTo>
                    <a:cubicBezTo>
                      <a:pt x="8" y="2"/>
                      <a:pt x="7" y="2"/>
                      <a:pt x="7" y="3"/>
                    </a:cubicBezTo>
                    <a:cubicBezTo>
                      <a:pt x="7" y="3"/>
                      <a:pt x="7" y="3"/>
                      <a:pt x="7" y="3"/>
                    </a:cubicBezTo>
                    <a:cubicBezTo>
                      <a:pt x="7" y="3"/>
                      <a:pt x="7" y="3"/>
                      <a:pt x="7" y="3"/>
                    </a:cubicBezTo>
                    <a:cubicBezTo>
                      <a:pt x="7" y="3"/>
                      <a:pt x="7" y="3"/>
                      <a:pt x="7" y="3"/>
                    </a:cubicBezTo>
                    <a:cubicBezTo>
                      <a:pt x="7" y="3"/>
                      <a:pt x="7" y="3"/>
                      <a:pt x="7" y="3"/>
                    </a:cubicBezTo>
                    <a:cubicBezTo>
                      <a:pt x="7" y="3"/>
                      <a:pt x="7" y="2"/>
                      <a:pt x="7" y="2"/>
                    </a:cubicBezTo>
                    <a:cubicBezTo>
                      <a:pt x="7" y="2"/>
                      <a:pt x="7" y="2"/>
                      <a:pt x="7" y="2"/>
                    </a:cubicBezTo>
                    <a:cubicBezTo>
                      <a:pt x="7" y="2"/>
                      <a:pt x="7" y="2"/>
                      <a:pt x="7" y="2"/>
                    </a:cubicBezTo>
                    <a:cubicBezTo>
                      <a:pt x="8" y="2"/>
                      <a:pt x="8" y="2"/>
                      <a:pt x="8" y="2"/>
                    </a:cubicBezTo>
                    <a:cubicBezTo>
                      <a:pt x="8" y="2"/>
                      <a:pt x="8"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2"/>
                      <a:pt x="7" y="2"/>
                    </a:cubicBezTo>
                    <a:cubicBezTo>
                      <a:pt x="7" y="2"/>
                      <a:pt x="7" y="1"/>
                      <a:pt x="7" y="1"/>
                    </a:cubicBezTo>
                    <a:cubicBezTo>
                      <a:pt x="7" y="1"/>
                      <a:pt x="7" y="1"/>
                      <a:pt x="7" y="1"/>
                    </a:cubicBezTo>
                    <a:cubicBezTo>
                      <a:pt x="7" y="1"/>
                      <a:pt x="7" y="1"/>
                      <a:pt x="7" y="1"/>
                    </a:cubicBezTo>
                    <a:cubicBezTo>
                      <a:pt x="7" y="1"/>
                      <a:pt x="7" y="1"/>
                      <a:pt x="7" y="1"/>
                    </a:cubicBezTo>
                    <a:cubicBezTo>
                      <a:pt x="7" y="1"/>
                      <a:pt x="7" y="1"/>
                      <a:pt x="7" y="1"/>
                    </a:cubicBezTo>
                    <a:cubicBezTo>
                      <a:pt x="8" y="0"/>
                      <a:pt x="8"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7" y="0"/>
                      <a:pt x="7" y="0"/>
                      <a:pt x="7" y="0"/>
                    </a:cubicBezTo>
                    <a:cubicBezTo>
                      <a:pt x="6" y="0"/>
                      <a:pt x="6" y="0"/>
                      <a:pt x="6" y="0"/>
                    </a:cubicBezTo>
                    <a:cubicBezTo>
                      <a:pt x="6" y="0"/>
                      <a:pt x="6" y="0"/>
                      <a:pt x="6" y="0"/>
                    </a:cubicBezTo>
                    <a:cubicBezTo>
                      <a:pt x="7" y="0"/>
                      <a:pt x="7" y="0"/>
                      <a:pt x="7" y="0"/>
                    </a:cubicBezTo>
                    <a:cubicBezTo>
                      <a:pt x="7" y="0"/>
                      <a:pt x="7" y="0"/>
                      <a:pt x="7" y="0"/>
                    </a:cubicBezTo>
                    <a:cubicBezTo>
                      <a:pt x="6" y="0"/>
                      <a:pt x="6" y="0"/>
                      <a:pt x="6" y="0"/>
                    </a:cubicBezTo>
                    <a:cubicBezTo>
                      <a:pt x="6" y="0"/>
                      <a:pt x="6" y="0"/>
                      <a:pt x="6" y="0"/>
                    </a:cubicBezTo>
                    <a:cubicBezTo>
                      <a:pt x="6" y="0"/>
                      <a:pt x="6" y="0"/>
                      <a:pt x="6" y="0"/>
                    </a:cubicBezTo>
                    <a:cubicBezTo>
                      <a:pt x="6" y="0"/>
                      <a:pt x="6" y="0"/>
                      <a:pt x="6" y="0"/>
                    </a:cubicBezTo>
                    <a:cubicBezTo>
                      <a:pt x="6" y="0"/>
                      <a:pt x="6" y="0"/>
                      <a:pt x="6" y="0"/>
                    </a:cubicBezTo>
                    <a:cubicBezTo>
                      <a:pt x="6" y="0"/>
                      <a:pt x="6" y="0"/>
                      <a:pt x="6" y="0"/>
                    </a:cubicBezTo>
                    <a:cubicBezTo>
                      <a:pt x="6" y="1"/>
                      <a:pt x="6" y="1"/>
                      <a:pt x="6" y="1"/>
                    </a:cubicBezTo>
                    <a:cubicBezTo>
                      <a:pt x="6" y="1"/>
                      <a:pt x="6" y="1"/>
                      <a:pt x="6" y="0"/>
                    </a:cubicBezTo>
                    <a:cubicBezTo>
                      <a:pt x="6" y="0"/>
                      <a:pt x="6" y="0"/>
                      <a:pt x="6" y="0"/>
                    </a:cubicBezTo>
                    <a:cubicBezTo>
                      <a:pt x="5" y="0"/>
                      <a:pt x="5" y="0"/>
                      <a:pt x="5" y="0"/>
                    </a:cubicBezTo>
                    <a:cubicBezTo>
                      <a:pt x="5" y="0"/>
                      <a:pt x="5" y="0"/>
                      <a:pt x="5" y="0"/>
                    </a:cubicBezTo>
                    <a:cubicBezTo>
                      <a:pt x="5" y="0"/>
                      <a:pt x="5" y="0"/>
                      <a:pt x="5" y="0"/>
                    </a:cubicBezTo>
                    <a:cubicBezTo>
                      <a:pt x="5" y="0"/>
                      <a:pt x="5" y="0"/>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5" y="1"/>
                      <a:pt x="5" y="1"/>
                      <a:pt x="5"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4" y="2"/>
                    </a:cubicBezTo>
                    <a:cubicBezTo>
                      <a:pt x="4" y="2"/>
                      <a:pt x="4" y="2"/>
                      <a:pt x="4" y="2"/>
                    </a:cubicBezTo>
                    <a:cubicBezTo>
                      <a:pt x="4" y="2"/>
                      <a:pt x="4" y="2"/>
                      <a:pt x="4" y="2"/>
                    </a:cubicBezTo>
                    <a:cubicBezTo>
                      <a:pt x="4"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1" y="2"/>
                    </a:cubicBezTo>
                    <a:cubicBezTo>
                      <a:pt x="1" y="2"/>
                      <a:pt x="1" y="2"/>
                      <a:pt x="1" y="2"/>
                    </a:cubicBezTo>
                    <a:cubicBezTo>
                      <a:pt x="1" y="2"/>
                      <a:pt x="1" y="2"/>
                      <a:pt x="1" y="3"/>
                    </a:cubicBezTo>
                    <a:cubicBezTo>
                      <a:pt x="1" y="3"/>
                      <a:pt x="1" y="3"/>
                      <a:pt x="1" y="3"/>
                    </a:cubicBezTo>
                    <a:cubicBezTo>
                      <a:pt x="2" y="3"/>
                      <a:pt x="2" y="3"/>
                      <a:pt x="2" y="3"/>
                    </a:cubicBezTo>
                    <a:cubicBezTo>
                      <a:pt x="2" y="3"/>
                      <a:pt x="2" y="3"/>
                      <a:pt x="2" y="3"/>
                    </a:cubicBezTo>
                    <a:cubicBezTo>
                      <a:pt x="2" y="3"/>
                      <a:pt x="2" y="3"/>
                      <a:pt x="2" y="3"/>
                    </a:cubicBezTo>
                    <a:cubicBezTo>
                      <a:pt x="2" y="3"/>
                      <a:pt x="2" y="3"/>
                      <a:pt x="2" y="3"/>
                    </a:cubicBezTo>
                    <a:cubicBezTo>
                      <a:pt x="2" y="3"/>
                      <a:pt x="2" y="3"/>
                      <a:pt x="2" y="3"/>
                    </a:cubicBezTo>
                    <a:cubicBezTo>
                      <a:pt x="2"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2" y="3"/>
                    </a:cubicBezTo>
                    <a:cubicBezTo>
                      <a:pt x="2" y="3"/>
                      <a:pt x="2" y="3"/>
                      <a:pt x="2" y="3"/>
                    </a:cubicBezTo>
                    <a:cubicBezTo>
                      <a:pt x="2" y="3"/>
                      <a:pt x="2" y="3"/>
                      <a:pt x="1" y="3"/>
                    </a:cubicBezTo>
                    <a:cubicBezTo>
                      <a:pt x="1" y="3"/>
                      <a:pt x="1" y="3"/>
                      <a:pt x="1" y="4"/>
                    </a:cubicBezTo>
                    <a:cubicBezTo>
                      <a:pt x="1" y="4"/>
                      <a:pt x="1" y="4"/>
                      <a:pt x="1" y="4"/>
                    </a:cubicBezTo>
                    <a:cubicBezTo>
                      <a:pt x="1" y="4"/>
                      <a:pt x="2" y="4"/>
                      <a:pt x="2" y="4"/>
                    </a:cubicBezTo>
                    <a:cubicBezTo>
                      <a:pt x="2" y="4"/>
                      <a:pt x="2" y="4"/>
                      <a:pt x="2" y="4"/>
                    </a:cubicBezTo>
                    <a:cubicBezTo>
                      <a:pt x="2" y="4"/>
                      <a:pt x="2" y="3"/>
                      <a:pt x="2" y="3"/>
                    </a:cubicBezTo>
                    <a:cubicBezTo>
                      <a:pt x="2" y="3"/>
                      <a:pt x="2" y="3"/>
                      <a:pt x="2" y="3"/>
                    </a:cubicBezTo>
                    <a:cubicBezTo>
                      <a:pt x="2" y="3"/>
                      <a:pt x="2" y="3"/>
                      <a:pt x="2" y="3"/>
                    </a:cubicBezTo>
                    <a:cubicBezTo>
                      <a:pt x="2" y="3"/>
                      <a:pt x="3" y="3"/>
                      <a:pt x="3" y="3"/>
                    </a:cubicBezTo>
                    <a:cubicBezTo>
                      <a:pt x="3" y="3"/>
                      <a:pt x="3" y="3"/>
                      <a:pt x="3" y="3"/>
                    </a:cubicBezTo>
                    <a:cubicBezTo>
                      <a:pt x="3" y="3"/>
                      <a:pt x="3" y="3"/>
                      <a:pt x="3" y="3"/>
                    </a:cubicBezTo>
                    <a:cubicBezTo>
                      <a:pt x="3" y="3"/>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2" y="4"/>
                      <a:pt x="2" y="4"/>
                      <a:pt x="2" y="4"/>
                    </a:cubicBezTo>
                    <a:cubicBezTo>
                      <a:pt x="2"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3" y="4"/>
                      <a:pt x="3" y="4"/>
                      <a:pt x="3" y="4"/>
                    </a:cubicBezTo>
                    <a:cubicBezTo>
                      <a:pt x="2" y="4"/>
                      <a:pt x="2" y="4"/>
                      <a:pt x="2" y="4"/>
                    </a:cubicBezTo>
                    <a:cubicBezTo>
                      <a:pt x="2" y="4"/>
                      <a:pt x="2" y="4"/>
                      <a:pt x="2"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1" y="4"/>
                      <a:pt x="1" y="4"/>
                      <a:pt x="1" y="4"/>
                    </a:cubicBezTo>
                    <a:cubicBezTo>
                      <a:pt x="0" y="4"/>
                      <a:pt x="0" y="4"/>
                      <a:pt x="0" y="4"/>
                    </a:cubicBezTo>
                    <a:cubicBezTo>
                      <a:pt x="0" y="5"/>
                      <a:pt x="0" y="5"/>
                      <a:pt x="0" y="5"/>
                    </a:cubicBezTo>
                    <a:cubicBezTo>
                      <a:pt x="1" y="5"/>
                      <a:pt x="1" y="5"/>
                      <a:pt x="1" y="5"/>
                    </a:cubicBezTo>
                    <a:cubicBezTo>
                      <a:pt x="1" y="5"/>
                      <a:pt x="1" y="5"/>
                      <a:pt x="1" y="5"/>
                    </a:cubicBezTo>
                    <a:cubicBezTo>
                      <a:pt x="1" y="5"/>
                      <a:pt x="1" y="5"/>
                      <a:pt x="1" y="5"/>
                    </a:cubicBezTo>
                    <a:cubicBezTo>
                      <a:pt x="1" y="5"/>
                      <a:pt x="1" y="5"/>
                      <a:pt x="1" y="5"/>
                    </a:cubicBezTo>
                    <a:cubicBezTo>
                      <a:pt x="1" y="5"/>
                      <a:pt x="1" y="5"/>
                      <a:pt x="1" y="5"/>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8" name="Freeform 528"/>
              <p:cNvSpPr>
                <a:spLocks/>
              </p:cNvSpPr>
              <p:nvPr/>
            </p:nvSpPr>
            <p:spPr bwMode="auto">
              <a:xfrm>
                <a:off x="4394597" y="2278857"/>
                <a:ext cx="5954" cy="5954"/>
              </a:xfrm>
              <a:custGeom>
                <a:avLst/>
                <a:gdLst/>
                <a:ahLst/>
                <a:cxnLst>
                  <a:cxn ang="0">
                    <a:pos x="0" y="1"/>
                  </a:cxn>
                  <a:cxn ang="0">
                    <a:pos x="0" y="1"/>
                  </a:cxn>
                  <a:cxn ang="0">
                    <a:pos x="0" y="2"/>
                  </a:cxn>
                  <a:cxn ang="0">
                    <a:pos x="0" y="2"/>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2" y="1"/>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Lst>
                <a:rect l="0" t="0" r="r" b="b"/>
                <a:pathLst>
                  <a:path w="2" h="2">
                    <a:moveTo>
                      <a:pt x="0" y="1"/>
                    </a:moveTo>
                    <a:cubicBezTo>
                      <a:pt x="0" y="1"/>
                      <a:pt x="0" y="1"/>
                      <a:pt x="0" y="1"/>
                    </a:cubicBezTo>
                    <a:cubicBezTo>
                      <a:pt x="0" y="2"/>
                      <a:pt x="0" y="2"/>
                      <a:pt x="0" y="2"/>
                    </a:cubicBezTo>
                    <a:cubicBezTo>
                      <a:pt x="0" y="2"/>
                      <a:pt x="0" y="2"/>
                      <a:pt x="0" y="2"/>
                    </a:cubicBezTo>
                    <a:cubicBezTo>
                      <a:pt x="0" y="2"/>
                      <a:pt x="0" y="2"/>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0"/>
                      <a:pt x="2" y="0"/>
                    </a:cubicBezTo>
                    <a:cubicBezTo>
                      <a:pt x="2" y="0"/>
                      <a:pt x="2" y="0"/>
                      <a:pt x="2" y="0"/>
                    </a:cubicBezTo>
                    <a:cubicBezTo>
                      <a:pt x="2" y="0"/>
                      <a:pt x="2" y="0"/>
                      <a:pt x="2" y="0"/>
                    </a:cubicBezTo>
                    <a:cubicBezTo>
                      <a:pt x="2" y="0"/>
                      <a:pt x="2"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49" name="Freeform 529"/>
              <p:cNvSpPr>
                <a:spLocks/>
              </p:cNvSpPr>
              <p:nvPr/>
            </p:nvSpPr>
            <p:spPr bwMode="auto">
              <a:xfrm>
                <a:off x="4383882" y="2301480"/>
                <a:ext cx="8335" cy="8335"/>
              </a:xfrm>
              <a:custGeom>
                <a:avLst/>
                <a:gdLst/>
                <a:ahLst/>
                <a:cxnLst>
                  <a:cxn ang="0">
                    <a:pos x="0" y="2"/>
                  </a:cxn>
                  <a:cxn ang="0">
                    <a:pos x="0" y="2"/>
                  </a:cxn>
                  <a:cxn ang="0">
                    <a:pos x="0" y="2"/>
                  </a:cxn>
                  <a:cxn ang="0">
                    <a:pos x="1" y="2"/>
                  </a:cxn>
                  <a:cxn ang="0">
                    <a:pos x="1" y="3"/>
                  </a:cxn>
                  <a:cxn ang="0">
                    <a:pos x="1" y="3"/>
                  </a:cxn>
                  <a:cxn ang="0">
                    <a:pos x="1" y="3"/>
                  </a:cxn>
                  <a:cxn ang="0">
                    <a:pos x="1" y="3"/>
                  </a:cxn>
                  <a:cxn ang="0">
                    <a:pos x="1" y="3"/>
                  </a:cxn>
                  <a:cxn ang="0">
                    <a:pos x="2" y="3"/>
                  </a:cxn>
                  <a:cxn ang="0">
                    <a:pos x="2" y="2"/>
                  </a:cxn>
                  <a:cxn ang="0">
                    <a:pos x="2" y="3"/>
                  </a:cxn>
                  <a:cxn ang="0">
                    <a:pos x="2" y="3"/>
                  </a:cxn>
                  <a:cxn ang="0">
                    <a:pos x="3" y="3"/>
                  </a:cxn>
                  <a:cxn ang="0">
                    <a:pos x="3" y="3"/>
                  </a:cxn>
                  <a:cxn ang="0">
                    <a:pos x="3" y="2"/>
                  </a:cxn>
                  <a:cxn ang="0">
                    <a:pos x="3" y="2"/>
                  </a:cxn>
                  <a:cxn ang="0">
                    <a:pos x="3" y="2"/>
                  </a:cxn>
                  <a:cxn ang="0">
                    <a:pos x="3" y="2"/>
                  </a:cxn>
                  <a:cxn ang="0">
                    <a:pos x="3" y="1"/>
                  </a:cxn>
                  <a:cxn ang="0">
                    <a:pos x="3" y="1"/>
                  </a:cxn>
                  <a:cxn ang="0">
                    <a:pos x="3" y="0"/>
                  </a:cxn>
                  <a:cxn ang="0">
                    <a:pos x="3" y="0"/>
                  </a:cxn>
                  <a:cxn ang="0">
                    <a:pos x="2" y="0"/>
                  </a:cxn>
                  <a:cxn ang="0">
                    <a:pos x="2" y="1"/>
                  </a:cxn>
                  <a:cxn ang="0">
                    <a:pos x="2" y="1"/>
                  </a:cxn>
                  <a:cxn ang="0">
                    <a:pos x="2" y="1"/>
                  </a:cxn>
                  <a:cxn ang="0">
                    <a:pos x="2" y="1"/>
                  </a:cxn>
                  <a:cxn ang="0">
                    <a:pos x="1" y="1"/>
                  </a:cxn>
                  <a:cxn ang="0">
                    <a:pos x="1" y="1"/>
                  </a:cxn>
                  <a:cxn ang="0">
                    <a:pos x="1" y="1"/>
                  </a:cxn>
                  <a:cxn ang="0">
                    <a:pos x="0" y="1"/>
                  </a:cxn>
                  <a:cxn ang="0">
                    <a:pos x="0" y="1"/>
                  </a:cxn>
                  <a:cxn ang="0">
                    <a:pos x="0" y="2"/>
                  </a:cxn>
                  <a:cxn ang="0">
                    <a:pos x="0" y="2"/>
                  </a:cxn>
                </a:cxnLst>
                <a:rect l="0" t="0" r="r" b="b"/>
                <a:pathLst>
                  <a:path w="3" h="3">
                    <a:moveTo>
                      <a:pt x="0" y="2"/>
                    </a:move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1" y="2"/>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2" y="3"/>
                      <a:pt x="2" y="3"/>
                      <a:pt x="2" y="3"/>
                    </a:cubicBezTo>
                    <a:cubicBezTo>
                      <a:pt x="2" y="3"/>
                      <a:pt x="2" y="3"/>
                      <a:pt x="2" y="3"/>
                    </a:cubicBezTo>
                    <a:cubicBezTo>
                      <a:pt x="2" y="2"/>
                      <a:pt x="2" y="2"/>
                      <a:pt x="2" y="2"/>
                    </a:cubicBezTo>
                    <a:cubicBezTo>
                      <a:pt x="2" y="2"/>
                      <a:pt x="2" y="2"/>
                      <a:pt x="2" y="2"/>
                    </a:cubicBezTo>
                    <a:cubicBezTo>
                      <a:pt x="2" y="2"/>
                      <a:pt x="2" y="3"/>
                      <a:pt x="2" y="3"/>
                    </a:cubicBezTo>
                    <a:cubicBezTo>
                      <a:pt x="2" y="3"/>
                      <a:pt x="2" y="3"/>
                      <a:pt x="2" y="3"/>
                    </a:cubicBezTo>
                    <a:cubicBezTo>
                      <a:pt x="2" y="3"/>
                      <a:pt x="2" y="3"/>
                      <a:pt x="2" y="3"/>
                    </a:cubicBezTo>
                    <a:cubicBezTo>
                      <a:pt x="2" y="3"/>
                      <a:pt x="3" y="3"/>
                      <a:pt x="3" y="3"/>
                    </a:cubicBezTo>
                    <a:cubicBezTo>
                      <a:pt x="3" y="3"/>
                      <a:pt x="3" y="3"/>
                      <a:pt x="3" y="3"/>
                    </a:cubicBezTo>
                    <a:cubicBezTo>
                      <a:pt x="3" y="3"/>
                      <a:pt x="3" y="3"/>
                      <a:pt x="3" y="3"/>
                    </a:cubicBezTo>
                    <a:cubicBezTo>
                      <a:pt x="3" y="3"/>
                      <a:pt x="3" y="3"/>
                      <a:pt x="3" y="3"/>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3" y="2"/>
                    </a:cubicBezTo>
                    <a:cubicBezTo>
                      <a:pt x="3" y="2"/>
                      <a:pt x="3" y="2"/>
                      <a:pt x="2" y="2"/>
                    </a:cubicBezTo>
                    <a:cubicBezTo>
                      <a:pt x="3" y="2"/>
                      <a:pt x="3" y="2"/>
                      <a:pt x="3" y="1"/>
                    </a:cubicBezTo>
                    <a:cubicBezTo>
                      <a:pt x="3" y="1"/>
                      <a:pt x="3" y="1"/>
                      <a:pt x="3" y="1"/>
                    </a:cubicBezTo>
                    <a:cubicBezTo>
                      <a:pt x="3" y="1"/>
                      <a:pt x="3" y="1"/>
                      <a:pt x="3" y="1"/>
                    </a:cubicBezTo>
                    <a:cubicBezTo>
                      <a:pt x="3" y="1"/>
                      <a:pt x="3" y="1"/>
                      <a:pt x="3" y="1"/>
                    </a:cubicBezTo>
                    <a:cubicBezTo>
                      <a:pt x="3" y="1"/>
                      <a:pt x="3" y="0"/>
                      <a:pt x="3" y="0"/>
                    </a:cubicBezTo>
                    <a:cubicBezTo>
                      <a:pt x="3" y="0"/>
                      <a:pt x="3" y="0"/>
                      <a:pt x="3" y="0"/>
                    </a:cubicBezTo>
                    <a:cubicBezTo>
                      <a:pt x="3" y="0"/>
                      <a:pt x="3" y="0"/>
                      <a:pt x="3" y="0"/>
                    </a:cubicBezTo>
                    <a:cubicBezTo>
                      <a:pt x="2" y="0"/>
                      <a:pt x="2" y="0"/>
                      <a:pt x="2" y="0"/>
                    </a:cubicBezTo>
                    <a:cubicBezTo>
                      <a:pt x="2" y="0"/>
                      <a:pt x="2" y="0"/>
                      <a:pt x="2" y="0"/>
                    </a:cubicBezTo>
                    <a:cubicBezTo>
                      <a:pt x="2" y="0"/>
                      <a:pt x="2" y="0"/>
                      <a:pt x="2" y="0"/>
                    </a:cubicBezTo>
                    <a:cubicBezTo>
                      <a:pt x="2" y="0"/>
                      <a:pt x="2" y="0"/>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0" name="Freeform 530"/>
              <p:cNvSpPr>
                <a:spLocks/>
              </p:cNvSpPr>
              <p:nvPr/>
            </p:nvSpPr>
            <p:spPr bwMode="auto">
              <a:xfrm>
                <a:off x="4577953" y="2478883"/>
                <a:ext cx="5954" cy="2381"/>
              </a:xfrm>
              <a:custGeom>
                <a:avLst/>
                <a:gdLst/>
                <a:ahLst/>
                <a:cxnLst>
                  <a:cxn ang="0">
                    <a:pos x="1" y="1"/>
                  </a:cxn>
                  <a:cxn ang="0">
                    <a:pos x="1" y="1"/>
                  </a:cxn>
                  <a:cxn ang="0">
                    <a:pos x="1" y="1"/>
                  </a:cxn>
                  <a:cxn ang="0">
                    <a:pos x="1" y="1"/>
                  </a:cxn>
                  <a:cxn ang="0">
                    <a:pos x="1" y="1"/>
                  </a:cxn>
                  <a:cxn ang="0">
                    <a:pos x="2" y="1"/>
                  </a:cxn>
                  <a:cxn ang="0">
                    <a:pos x="2" y="1"/>
                  </a:cxn>
                  <a:cxn ang="0">
                    <a:pos x="2" y="1"/>
                  </a:cxn>
                  <a:cxn ang="0">
                    <a:pos x="2" y="1"/>
                  </a:cxn>
                  <a:cxn ang="0">
                    <a:pos x="2" y="1"/>
                  </a:cxn>
                  <a:cxn ang="0">
                    <a:pos x="2" y="1"/>
                  </a:cxn>
                  <a:cxn ang="0">
                    <a:pos x="2" y="1"/>
                  </a:cxn>
                  <a:cxn ang="0">
                    <a:pos x="2" y="0"/>
                  </a:cxn>
                  <a:cxn ang="0">
                    <a:pos x="2" y="0"/>
                  </a:cxn>
                  <a:cxn ang="0">
                    <a:pos x="2" y="0"/>
                  </a:cxn>
                  <a:cxn ang="0">
                    <a:pos x="1" y="0"/>
                  </a:cxn>
                  <a:cxn ang="0">
                    <a:pos x="1" y="0"/>
                  </a:cxn>
                  <a:cxn ang="0">
                    <a:pos x="1" y="0"/>
                  </a:cxn>
                  <a:cxn ang="0">
                    <a:pos x="1" y="0"/>
                  </a:cxn>
                  <a:cxn ang="0">
                    <a:pos x="1" y="0"/>
                  </a:cxn>
                  <a:cxn ang="0">
                    <a:pos x="1" y="0"/>
                  </a:cxn>
                  <a:cxn ang="0">
                    <a:pos x="1" y="0"/>
                  </a:cxn>
                  <a:cxn ang="0">
                    <a:pos x="0" y="1"/>
                  </a:cxn>
                  <a:cxn ang="0">
                    <a:pos x="1" y="1"/>
                  </a:cxn>
                  <a:cxn ang="0">
                    <a:pos x="1" y="1"/>
                  </a:cxn>
                  <a:cxn ang="0">
                    <a:pos x="1" y="1"/>
                  </a:cxn>
                  <a:cxn ang="0">
                    <a:pos x="1" y="1"/>
                  </a:cxn>
                  <a:cxn ang="0">
                    <a:pos x="1" y="1"/>
                  </a:cxn>
                </a:cxnLst>
                <a:rect l="0" t="0" r="r" b="b"/>
                <a:pathLst>
                  <a:path w="2" h="1">
                    <a:moveTo>
                      <a:pt x="1" y="1"/>
                    </a:moveTo>
                    <a:cubicBezTo>
                      <a:pt x="1" y="1"/>
                      <a:pt x="1" y="1"/>
                      <a:pt x="1" y="1"/>
                    </a:cubicBezTo>
                    <a:cubicBezTo>
                      <a:pt x="1" y="1"/>
                      <a:pt x="1" y="1"/>
                      <a:pt x="1" y="1"/>
                    </a:cubicBezTo>
                    <a:cubicBezTo>
                      <a:pt x="1" y="1"/>
                      <a:pt x="1" y="1"/>
                      <a:pt x="1" y="1"/>
                    </a:cubicBezTo>
                    <a:cubicBezTo>
                      <a:pt x="1" y="1"/>
                      <a:pt x="1" y="1"/>
                      <a:pt x="1"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0"/>
                    </a:cubicBezTo>
                    <a:cubicBezTo>
                      <a:pt x="2" y="0"/>
                      <a:pt x="2" y="0"/>
                      <a:pt x="2" y="0"/>
                    </a:cubicBezTo>
                    <a:cubicBezTo>
                      <a:pt x="2" y="0"/>
                      <a:pt x="2" y="0"/>
                      <a:pt x="2"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1" name="Freeform 531"/>
              <p:cNvSpPr>
                <a:spLocks/>
              </p:cNvSpPr>
              <p:nvPr/>
            </p:nvSpPr>
            <p:spPr bwMode="auto">
              <a:xfrm>
                <a:off x="4658917" y="2332436"/>
                <a:ext cx="3572" cy="2381"/>
              </a:xfrm>
              <a:custGeom>
                <a:avLst/>
                <a:gdLst/>
                <a:ahLst/>
                <a:cxnLst>
                  <a:cxn ang="0">
                    <a:pos x="1" y="0"/>
                  </a:cxn>
                  <a:cxn ang="0">
                    <a:pos x="1" y="0"/>
                  </a:cxn>
                  <a:cxn ang="0">
                    <a:pos x="1" y="0"/>
                  </a:cxn>
                  <a:cxn ang="0">
                    <a:pos x="0" y="0"/>
                  </a:cxn>
                  <a:cxn ang="0">
                    <a:pos x="0" y="0"/>
                  </a:cxn>
                  <a:cxn ang="0">
                    <a:pos x="1" y="0"/>
                  </a:cxn>
                  <a:cxn ang="0">
                    <a:pos x="1" y="0"/>
                  </a:cxn>
                  <a:cxn ang="0">
                    <a:pos x="1" y="1"/>
                  </a:cxn>
                  <a:cxn ang="0">
                    <a:pos x="1" y="1"/>
                  </a:cxn>
                  <a:cxn ang="0">
                    <a:pos x="1" y="0"/>
                  </a:cxn>
                  <a:cxn ang="0">
                    <a:pos x="1" y="0"/>
                  </a:cxn>
                  <a:cxn ang="0">
                    <a:pos x="1" y="0"/>
                  </a:cxn>
                  <a:cxn ang="0">
                    <a:pos x="1" y="0"/>
                  </a:cxn>
                </a:cxnLst>
                <a:rect l="0" t="0" r="r" b="b"/>
                <a:pathLst>
                  <a:path w="1" h="1">
                    <a:moveTo>
                      <a:pt x="1" y="0"/>
                    </a:moveTo>
                    <a:cubicBezTo>
                      <a:pt x="1" y="0"/>
                      <a:pt x="1" y="0"/>
                      <a:pt x="1" y="0"/>
                    </a:cubicBezTo>
                    <a:cubicBezTo>
                      <a:pt x="1" y="0"/>
                      <a:pt x="1" y="0"/>
                      <a:pt x="1" y="0"/>
                    </a:cubicBezTo>
                    <a:cubicBezTo>
                      <a:pt x="0" y="0"/>
                      <a:pt x="0" y="0"/>
                      <a:pt x="0" y="0"/>
                    </a:cubicBezTo>
                    <a:cubicBezTo>
                      <a:pt x="0" y="0"/>
                      <a:pt x="0" y="0"/>
                      <a:pt x="0" y="0"/>
                    </a:cubicBezTo>
                    <a:cubicBezTo>
                      <a:pt x="1" y="0"/>
                      <a:pt x="1" y="0"/>
                      <a:pt x="1" y="0"/>
                    </a:cubicBezTo>
                    <a:cubicBezTo>
                      <a:pt x="1" y="0"/>
                      <a:pt x="1" y="0"/>
                      <a:pt x="1" y="0"/>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2" name="Freeform 532"/>
              <p:cNvSpPr>
                <a:spLocks/>
              </p:cNvSpPr>
              <p:nvPr/>
            </p:nvSpPr>
            <p:spPr bwMode="auto">
              <a:xfrm>
                <a:off x="4662488" y="2332436"/>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3" name="Freeform 533"/>
              <p:cNvSpPr>
                <a:spLocks/>
              </p:cNvSpPr>
              <p:nvPr/>
            </p:nvSpPr>
            <p:spPr bwMode="auto">
              <a:xfrm>
                <a:off x="4658917" y="2330055"/>
                <a:ext cx="3572" cy="2381"/>
              </a:xfrm>
              <a:custGeom>
                <a:avLst/>
                <a:gdLst/>
                <a:ahLst/>
                <a:cxnLst>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Lst>
                <a:rect l="0" t="0" r="r" b="b"/>
                <a:pathLst>
                  <a:path w="1" h="1">
                    <a:moveTo>
                      <a:pt x="1" y="1"/>
                    </a:move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4" name="Freeform 534"/>
              <p:cNvSpPr>
                <a:spLocks/>
              </p:cNvSpPr>
              <p:nvPr/>
            </p:nvSpPr>
            <p:spPr bwMode="auto">
              <a:xfrm>
                <a:off x="4662489" y="2330055"/>
                <a:ext cx="2381" cy="2381"/>
              </a:xfrm>
              <a:custGeom>
                <a:avLst/>
                <a:gdLst/>
                <a:ahLst/>
                <a:cxnLst>
                  <a:cxn ang="0">
                    <a:pos x="1" y="1"/>
                  </a:cxn>
                  <a:cxn ang="0">
                    <a:pos x="1" y="1"/>
                  </a:cxn>
                  <a:cxn ang="0">
                    <a:pos x="1" y="1"/>
                  </a:cxn>
                  <a:cxn ang="0">
                    <a:pos x="1" y="1"/>
                  </a:cxn>
                  <a:cxn ang="0">
                    <a:pos x="1" y="0"/>
                  </a:cxn>
                  <a:cxn ang="0">
                    <a:pos x="1" y="0"/>
                  </a:cxn>
                  <a:cxn ang="0">
                    <a:pos x="0" y="0"/>
                  </a:cxn>
                  <a:cxn ang="0">
                    <a:pos x="0" y="1"/>
                  </a:cxn>
                  <a:cxn ang="0">
                    <a:pos x="0" y="1"/>
                  </a:cxn>
                  <a:cxn ang="0">
                    <a:pos x="0" y="1"/>
                  </a:cxn>
                  <a:cxn ang="0">
                    <a:pos x="0" y="1"/>
                  </a:cxn>
                  <a:cxn ang="0">
                    <a:pos x="0" y="1"/>
                  </a:cxn>
                  <a:cxn ang="0">
                    <a:pos x="1" y="1"/>
                  </a:cxn>
                </a:cxnLst>
                <a:rect l="0" t="0" r="r" b="b"/>
                <a:pathLst>
                  <a:path w="1" h="1">
                    <a:moveTo>
                      <a:pt x="1" y="1"/>
                    </a:move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5" name="Freeform 535"/>
              <p:cNvSpPr>
                <a:spLocks/>
              </p:cNvSpPr>
              <p:nvPr/>
            </p:nvSpPr>
            <p:spPr bwMode="auto">
              <a:xfrm>
                <a:off x="4667251" y="2330054"/>
                <a:ext cx="119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6" name="Freeform 536"/>
              <p:cNvSpPr>
                <a:spLocks/>
              </p:cNvSpPr>
              <p:nvPr/>
            </p:nvSpPr>
            <p:spPr bwMode="auto">
              <a:xfrm>
                <a:off x="4636295" y="2343151"/>
                <a:ext cx="3572" cy="1191"/>
              </a:xfrm>
              <a:custGeom>
                <a:avLst/>
                <a:gdLst/>
                <a:ahLst/>
                <a:cxnLst>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1" y="0"/>
                  </a:cxn>
                </a:cxnLst>
                <a:rect l="0" t="0" r="r" b="b"/>
                <a:pathLst>
                  <a:path w="1">
                    <a:moveTo>
                      <a:pt x="1" y="0"/>
                    </a:move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7" name="Freeform 537"/>
              <p:cNvSpPr>
                <a:spLocks/>
              </p:cNvSpPr>
              <p:nvPr/>
            </p:nvSpPr>
            <p:spPr bwMode="auto">
              <a:xfrm>
                <a:off x="4639867" y="2343151"/>
                <a:ext cx="2381" cy="1191"/>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0"/>
                  </a:cxn>
                </a:cxnLst>
                <a:rect l="0" t="0" r="r" b="b"/>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8" name="Freeform 538"/>
              <p:cNvSpPr>
                <a:spLocks/>
              </p:cNvSpPr>
              <p:nvPr/>
            </p:nvSpPr>
            <p:spPr bwMode="auto">
              <a:xfrm>
                <a:off x="4639867" y="2340770"/>
                <a:ext cx="2381" cy="2381"/>
              </a:xfrm>
              <a:custGeom>
                <a:avLst/>
                <a:gdLst/>
                <a:ahLst/>
                <a:cxnLst>
                  <a:cxn ang="0">
                    <a:pos x="1" y="0"/>
                  </a:cxn>
                  <a:cxn ang="0">
                    <a:pos x="1" y="0"/>
                  </a:cxn>
                  <a:cxn ang="0">
                    <a:pos x="1" y="0"/>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0" y="0"/>
                  </a:cxn>
                  <a:cxn ang="0">
                    <a:pos x="0" y="0"/>
                  </a:cxn>
                  <a:cxn ang="0">
                    <a:pos x="0" y="0"/>
                  </a:cxn>
                  <a:cxn ang="0">
                    <a:pos x="1" y="0"/>
                  </a:cxn>
                </a:cxnLst>
                <a:rect l="0" t="0" r="r" b="b"/>
                <a:pathLst>
                  <a:path w="1" h="1">
                    <a:moveTo>
                      <a:pt x="1" y="0"/>
                    </a:move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59" name="Freeform 539"/>
              <p:cNvSpPr>
                <a:spLocks/>
              </p:cNvSpPr>
              <p:nvPr/>
            </p:nvSpPr>
            <p:spPr bwMode="auto">
              <a:xfrm>
                <a:off x="4642248" y="2338389"/>
                <a:ext cx="3572" cy="2381"/>
              </a:xfrm>
              <a:custGeom>
                <a:avLst/>
                <a:gdLst/>
                <a:ahLst/>
                <a:cxnLst>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0"/>
                  </a:cxn>
                  <a:cxn ang="0">
                    <a:pos x="1" y="0"/>
                  </a:cxn>
                  <a:cxn ang="0">
                    <a:pos x="1" y="0"/>
                  </a:cxn>
                  <a:cxn ang="0">
                    <a:pos x="1" y="0"/>
                  </a:cxn>
                  <a:cxn ang="0">
                    <a:pos x="1" y="1"/>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1"/>
                      <a:pt x="1" y="1"/>
                      <a:pt x="1"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0" name="Freeform 540"/>
              <p:cNvSpPr>
                <a:spLocks noEditPoints="1"/>
              </p:cNvSpPr>
              <p:nvPr/>
            </p:nvSpPr>
            <p:spPr bwMode="auto">
              <a:xfrm>
                <a:off x="4642248" y="2340770"/>
                <a:ext cx="3572" cy="2381"/>
              </a:xfrm>
              <a:custGeom>
                <a:avLst/>
                <a:gdLst/>
                <a:ahLst/>
                <a:cxnLst>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1"/>
                  </a:cxn>
                  <a:cxn ang="0">
                    <a:pos x="1" y="0"/>
                  </a:cxn>
                  <a:cxn ang="0">
                    <a:pos x="1" y="0"/>
                  </a:cxn>
                  <a:cxn ang="0">
                    <a:pos x="1" y="0"/>
                  </a:cxn>
                  <a:cxn ang="0">
                    <a:pos x="1" y="0"/>
                  </a:cxn>
                  <a:cxn ang="0">
                    <a:pos x="1"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Lst>
                <a:rect l="0" t="0" r="r" b="b"/>
                <a:pathLst>
                  <a:path w="1" h="1">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1"/>
                      <a:pt x="0" y="1"/>
                    </a:cubicBezTo>
                    <a:cubicBezTo>
                      <a:pt x="0" y="1"/>
                      <a:pt x="0" y="1"/>
                      <a:pt x="0" y="1"/>
                    </a:cubicBezTo>
                    <a:close/>
                    <a:moveTo>
                      <a:pt x="0" y="1"/>
                    </a:moveTo>
                    <a:cubicBezTo>
                      <a:pt x="0" y="1"/>
                      <a:pt x="0" y="1"/>
                      <a:pt x="0" y="1"/>
                    </a:cubicBezTo>
                    <a:cubicBezTo>
                      <a:pt x="0" y="1"/>
                      <a:pt x="0" y="1"/>
                      <a:pt x="0" y="1"/>
                    </a:cubicBezTo>
                    <a:cubicBezTo>
                      <a:pt x="0" y="1"/>
                      <a:pt x="0" y="1"/>
                      <a:pt x="0" y="1"/>
                    </a:cubicBezTo>
                    <a:close/>
                    <a:moveTo>
                      <a:pt x="0" y="1"/>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1" name="Freeform 541"/>
              <p:cNvSpPr>
                <a:spLocks/>
              </p:cNvSpPr>
              <p:nvPr/>
            </p:nvSpPr>
            <p:spPr bwMode="auto">
              <a:xfrm>
                <a:off x="4645820" y="2338389"/>
                <a:ext cx="2381" cy="2381"/>
              </a:xfrm>
              <a:custGeom>
                <a:avLst/>
                <a:gdLst/>
                <a:ahLst/>
                <a:cxnLst>
                  <a:cxn ang="0">
                    <a:pos x="0" y="1"/>
                  </a:cxn>
                  <a:cxn ang="0">
                    <a:pos x="1" y="1"/>
                  </a:cxn>
                  <a:cxn ang="0">
                    <a:pos x="1" y="1"/>
                  </a:cxn>
                  <a:cxn ang="0">
                    <a:pos x="1" y="1"/>
                  </a:cxn>
                  <a:cxn ang="0">
                    <a:pos x="1" y="1"/>
                  </a:cxn>
                  <a:cxn ang="0">
                    <a:pos x="1" y="1"/>
                  </a:cxn>
                  <a:cxn ang="0">
                    <a:pos x="1" y="1"/>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0"/>
                  </a:cxn>
                  <a:cxn ang="0">
                    <a:pos x="1" y="1"/>
                  </a:cxn>
                  <a:cxn ang="0">
                    <a:pos x="1" y="1"/>
                  </a:cxn>
                  <a:cxn ang="0">
                    <a:pos x="1" y="1"/>
                  </a:cxn>
                  <a:cxn ang="0">
                    <a:pos x="1" y="1"/>
                  </a:cxn>
                  <a:cxn ang="0">
                    <a:pos x="0" y="1"/>
                  </a:cxn>
                  <a:cxn ang="0">
                    <a:pos x="0" y="1"/>
                  </a:cxn>
                </a:cxnLst>
                <a:rect l="0" t="0" r="r" b="b"/>
                <a:pathLst>
                  <a:path w="1" h="1">
                    <a:moveTo>
                      <a:pt x="0" y="1"/>
                    </a:move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1"/>
                    </a:cubicBezTo>
                    <a:cubicBezTo>
                      <a:pt x="1" y="1"/>
                      <a:pt x="1" y="1"/>
                      <a:pt x="1" y="1"/>
                    </a:cubicBezTo>
                    <a:cubicBezTo>
                      <a:pt x="1" y="1"/>
                      <a:pt x="1" y="1"/>
                      <a:pt x="1" y="1"/>
                    </a:cubicBezTo>
                    <a:cubicBezTo>
                      <a:pt x="1" y="1"/>
                      <a:pt x="1" y="1"/>
                      <a:pt x="1"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2" name="Freeform 542"/>
              <p:cNvSpPr>
                <a:spLocks/>
              </p:cNvSpPr>
              <p:nvPr/>
            </p:nvSpPr>
            <p:spPr bwMode="auto">
              <a:xfrm>
                <a:off x="4650582" y="2334817"/>
                <a:ext cx="1191" cy="3572"/>
              </a:xfrm>
              <a:custGeom>
                <a:avLst/>
                <a:gdLst/>
                <a:ahLst/>
                <a:cxnLst>
                  <a:cxn ang="0">
                    <a:pos x="0" y="1"/>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Lst>
                <a:rect l="0" t="0" r="r" b="b"/>
                <a:pathLst>
                  <a:path h="1">
                    <a:moveTo>
                      <a:pt x="0" y="1"/>
                    </a:moveTo>
                    <a:cubicBezTo>
                      <a:pt x="0" y="1"/>
                      <a:pt x="0" y="1"/>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3" name="Freeform 543"/>
              <p:cNvSpPr>
                <a:spLocks/>
              </p:cNvSpPr>
              <p:nvPr/>
            </p:nvSpPr>
            <p:spPr bwMode="auto">
              <a:xfrm>
                <a:off x="4650583" y="2334817"/>
                <a:ext cx="3572" cy="1191"/>
              </a:xfrm>
              <a:custGeom>
                <a:avLst/>
                <a:gdLst/>
                <a:ahLst/>
                <a:cxnLst>
                  <a:cxn ang="0">
                    <a:pos x="1" y="0"/>
                  </a:cxn>
                  <a:cxn ang="0">
                    <a:pos x="0" y="0"/>
                  </a:cxn>
                  <a:cxn ang="0">
                    <a:pos x="0" y="0"/>
                  </a:cxn>
                  <a:cxn ang="0">
                    <a:pos x="1" y="0"/>
                  </a:cxn>
                  <a:cxn ang="0">
                    <a:pos x="1" y="0"/>
                  </a:cxn>
                  <a:cxn ang="0">
                    <a:pos x="1" y="0"/>
                  </a:cxn>
                  <a:cxn ang="0">
                    <a:pos x="1" y="0"/>
                  </a:cxn>
                  <a:cxn ang="0">
                    <a:pos x="1"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ubicBezTo>
                      <a:pt x="1" y="0"/>
                      <a:pt x="1" y="0"/>
                      <a:pt x="1" y="0"/>
                    </a:cubicBezTo>
                    <a:cubicBezTo>
                      <a:pt x="1" y="0"/>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4" name="Freeform 544"/>
              <p:cNvSpPr>
                <a:spLocks/>
              </p:cNvSpPr>
              <p:nvPr/>
            </p:nvSpPr>
            <p:spPr bwMode="auto">
              <a:xfrm>
                <a:off x="4650583" y="2388395"/>
                <a:ext cx="3572" cy="3572"/>
              </a:xfrm>
              <a:custGeom>
                <a:avLst/>
                <a:gdLst/>
                <a:ahLst/>
                <a:cxnLst>
                  <a:cxn ang="0">
                    <a:pos x="0" y="1"/>
                  </a:cxn>
                  <a:cxn ang="0">
                    <a:pos x="0" y="1"/>
                  </a:cxn>
                  <a:cxn ang="0">
                    <a:pos x="1" y="1"/>
                  </a:cxn>
                  <a:cxn ang="0">
                    <a:pos x="1" y="1"/>
                  </a:cxn>
                  <a:cxn ang="0">
                    <a:pos x="1" y="1"/>
                  </a:cxn>
                  <a:cxn ang="0">
                    <a:pos x="1" y="1"/>
                  </a:cxn>
                  <a:cxn ang="0">
                    <a:pos x="1" y="1"/>
                  </a:cxn>
                  <a:cxn ang="0">
                    <a:pos x="1" y="1"/>
                  </a:cxn>
                  <a:cxn ang="0">
                    <a:pos x="1" y="0"/>
                  </a:cxn>
                  <a:cxn ang="0">
                    <a:pos x="1"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Lst>
                <a:rect l="0" t="0" r="r" b="b"/>
                <a:pathLst>
                  <a:path w="1" h="1">
                    <a:moveTo>
                      <a:pt x="0" y="1"/>
                    </a:move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ubicBezTo>
                      <a:pt x="1"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5" name="Freeform 545"/>
              <p:cNvSpPr>
                <a:spLocks/>
              </p:cNvSpPr>
              <p:nvPr/>
            </p:nvSpPr>
            <p:spPr bwMode="auto">
              <a:xfrm>
                <a:off x="4650583" y="2391967"/>
                <a:ext cx="3572" cy="4763"/>
              </a:xfrm>
              <a:custGeom>
                <a:avLst/>
                <a:gdLst/>
                <a:ahLst/>
                <a:cxnLst>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2"/>
                  </a:cxn>
                  <a:cxn ang="0">
                    <a:pos x="0" y="2"/>
                  </a:cxn>
                  <a:cxn ang="0">
                    <a:pos x="0" y="2"/>
                  </a:cxn>
                  <a:cxn ang="0">
                    <a:pos x="0" y="2"/>
                  </a:cxn>
                  <a:cxn ang="0">
                    <a:pos x="0" y="2"/>
                  </a:cxn>
                  <a:cxn ang="0">
                    <a:pos x="0" y="2"/>
                  </a:cxn>
                  <a:cxn ang="0">
                    <a:pos x="0" y="1"/>
                  </a:cxn>
                  <a:cxn ang="0">
                    <a:pos x="0" y="1"/>
                  </a:cxn>
                  <a:cxn ang="0">
                    <a:pos x="0" y="1"/>
                  </a:cxn>
                  <a:cxn ang="0">
                    <a:pos x="1" y="1"/>
                  </a:cxn>
                  <a:cxn ang="0">
                    <a:pos x="1" y="1"/>
                  </a:cxn>
                  <a:cxn ang="0">
                    <a:pos x="1" y="1"/>
                  </a:cxn>
                  <a:cxn ang="0">
                    <a:pos x="1" y="0"/>
                  </a:cxn>
                  <a:cxn ang="0">
                    <a:pos x="1" y="0"/>
                  </a:cxn>
                  <a:cxn ang="0">
                    <a:pos x="0" y="0"/>
                  </a:cxn>
                  <a:cxn ang="0">
                    <a:pos x="0" y="0"/>
                  </a:cxn>
                  <a:cxn ang="0">
                    <a:pos x="0" y="0"/>
                  </a:cxn>
                </a:cxnLst>
                <a:rect l="0" t="0" r="r" b="b"/>
                <a:pathLst>
                  <a:path w="1" h="2">
                    <a:moveTo>
                      <a:pt x="0" y="0"/>
                    </a:move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1"/>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0"/>
                      <a:pt x="1" y="0"/>
                    </a:cubicBezTo>
                    <a:cubicBezTo>
                      <a:pt x="1" y="0"/>
                      <a:pt x="1" y="0"/>
                      <a:pt x="1" y="0"/>
                    </a:cubicBezTo>
                    <a:cubicBezTo>
                      <a:pt x="0" y="0"/>
                      <a:pt x="0" y="0"/>
                      <a:pt x="0" y="0"/>
                    </a:cubicBezTo>
                    <a:cubicBezTo>
                      <a:pt x="0" y="0"/>
                      <a:pt x="0" y="0"/>
                      <a:pt x="0" y="0"/>
                    </a:cubicBezTo>
                    <a:cubicBezTo>
                      <a:pt x="0" y="0"/>
                      <a:pt x="0" y="0"/>
                      <a:pt x="0"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6" name="Freeform 546"/>
              <p:cNvSpPr>
                <a:spLocks/>
              </p:cNvSpPr>
              <p:nvPr/>
            </p:nvSpPr>
            <p:spPr bwMode="auto">
              <a:xfrm>
                <a:off x="4639867" y="2394348"/>
                <a:ext cx="2381" cy="5954"/>
              </a:xfrm>
              <a:custGeom>
                <a:avLst/>
                <a:gdLst/>
                <a:ahLst/>
                <a:cxnLst>
                  <a:cxn ang="0">
                    <a:pos x="1" y="1"/>
                  </a:cxn>
                  <a:cxn ang="0">
                    <a:pos x="1" y="1"/>
                  </a:cxn>
                  <a:cxn ang="0">
                    <a:pos x="1" y="1"/>
                  </a:cxn>
                  <a:cxn ang="0">
                    <a:pos x="1" y="1"/>
                  </a:cxn>
                  <a:cxn ang="0">
                    <a:pos x="1" y="1"/>
                  </a:cxn>
                  <a:cxn ang="0">
                    <a:pos x="1" y="0"/>
                  </a:cxn>
                  <a:cxn ang="0">
                    <a:pos x="1" y="0"/>
                  </a:cxn>
                  <a:cxn ang="0">
                    <a:pos x="1" y="0"/>
                  </a:cxn>
                  <a:cxn ang="0">
                    <a:pos x="1" y="1"/>
                  </a:cxn>
                  <a:cxn ang="0">
                    <a:pos x="0" y="1"/>
                  </a:cxn>
                  <a:cxn ang="0">
                    <a:pos x="0" y="1"/>
                  </a:cxn>
                  <a:cxn ang="0">
                    <a:pos x="0" y="1"/>
                  </a:cxn>
                  <a:cxn ang="0">
                    <a:pos x="0" y="1"/>
                  </a:cxn>
                  <a:cxn ang="0">
                    <a:pos x="0" y="1"/>
                  </a:cxn>
                  <a:cxn ang="0">
                    <a:pos x="0" y="2"/>
                  </a:cxn>
                  <a:cxn ang="0">
                    <a:pos x="0" y="2"/>
                  </a:cxn>
                  <a:cxn ang="0">
                    <a:pos x="0" y="2"/>
                  </a:cxn>
                  <a:cxn ang="0">
                    <a:pos x="0" y="2"/>
                  </a:cxn>
                  <a:cxn ang="0">
                    <a:pos x="0" y="2"/>
                  </a:cxn>
                  <a:cxn ang="0">
                    <a:pos x="0" y="2"/>
                  </a:cxn>
                  <a:cxn ang="0">
                    <a:pos x="0" y="2"/>
                  </a:cxn>
                  <a:cxn ang="0">
                    <a:pos x="1" y="2"/>
                  </a:cxn>
                  <a:cxn ang="0">
                    <a:pos x="1" y="2"/>
                  </a:cxn>
                  <a:cxn ang="0">
                    <a:pos x="1" y="2"/>
                  </a:cxn>
                  <a:cxn ang="0">
                    <a:pos x="1" y="1"/>
                  </a:cxn>
                  <a:cxn ang="0">
                    <a:pos x="1" y="1"/>
                  </a:cxn>
                  <a:cxn ang="0">
                    <a:pos x="1" y="1"/>
                  </a:cxn>
                  <a:cxn ang="0">
                    <a:pos x="1" y="1"/>
                  </a:cxn>
                  <a:cxn ang="0">
                    <a:pos x="1" y="1"/>
                  </a:cxn>
                  <a:cxn ang="0">
                    <a:pos x="1" y="1"/>
                  </a:cxn>
                </a:cxnLst>
                <a:rect l="0" t="0" r="r" b="b"/>
                <a:pathLst>
                  <a:path w="1" h="2">
                    <a:moveTo>
                      <a:pt x="1" y="1"/>
                    </a:moveTo>
                    <a:cubicBezTo>
                      <a:pt x="1" y="1"/>
                      <a:pt x="1" y="1"/>
                      <a:pt x="1" y="1"/>
                    </a:cubicBezTo>
                    <a:cubicBezTo>
                      <a:pt x="1" y="1"/>
                      <a:pt x="1" y="1"/>
                      <a:pt x="1" y="1"/>
                    </a:cubicBezTo>
                    <a:cubicBezTo>
                      <a:pt x="1" y="1"/>
                      <a:pt x="1" y="1"/>
                      <a:pt x="1" y="1"/>
                    </a:cubicBezTo>
                    <a:cubicBezTo>
                      <a:pt x="1" y="1"/>
                      <a:pt x="1" y="1"/>
                      <a:pt x="1" y="1"/>
                    </a:cubicBezTo>
                    <a:cubicBezTo>
                      <a:pt x="1" y="1"/>
                      <a:pt x="1" y="1"/>
                      <a:pt x="1" y="0"/>
                    </a:cubicBezTo>
                    <a:cubicBezTo>
                      <a:pt x="1" y="0"/>
                      <a:pt x="1" y="0"/>
                      <a:pt x="1" y="0"/>
                    </a:cubicBezTo>
                    <a:cubicBezTo>
                      <a:pt x="1" y="0"/>
                      <a:pt x="1" y="0"/>
                      <a:pt x="1" y="0"/>
                    </a:cubicBezTo>
                    <a:cubicBezTo>
                      <a:pt x="1" y="0"/>
                      <a:pt x="1" y="1"/>
                      <a:pt x="1"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7" name="Freeform 547"/>
              <p:cNvSpPr>
                <a:spLocks/>
              </p:cNvSpPr>
              <p:nvPr/>
            </p:nvSpPr>
            <p:spPr bwMode="auto">
              <a:xfrm>
                <a:off x="4386264" y="2920605"/>
                <a:ext cx="11906" cy="2381"/>
              </a:xfrm>
              <a:custGeom>
                <a:avLst/>
                <a:gdLst/>
                <a:ahLst/>
                <a:cxnLst>
                  <a:cxn ang="0">
                    <a:pos x="4" y="1"/>
                  </a:cxn>
                  <a:cxn ang="0">
                    <a:pos x="4" y="1"/>
                  </a:cxn>
                  <a:cxn ang="0">
                    <a:pos x="4" y="1"/>
                  </a:cxn>
                  <a:cxn ang="0">
                    <a:pos x="4" y="1"/>
                  </a:cxn>
                  <a:cxn ang="0">
                    <a:pos x="4" y="0"/>
                  </a:cxn>
                  <a:cxn ang="0">
                    <a:pos x="4" y="0"/>
                  </a:cxn>
                  <a:cxn ang="0">
                    <a:pos x="4" y="0"/>
                  </a:cxn>
                  <a:cxn ang="0">
                    <a:pos x="3" y="0"/>
                  </a:cxn>
                  <a:cxn ang="0">
                    <a:pos x="3" y="0"/>
                  </a:cxn>
                  <a:cxn ang="0">
                    <a:pos x="3" y="0"/>
                  </a:cxn>
                  <a:cxn ang="0">
                    <a:pos x="3" y="0"/>
                  </a:cxn>
                  <a:cxn ang="0">
                    <a:pos x="3" y="0"/>
                  </a:cxn>
                  <a:cxn ang="0">
                    <a:pos x="3" y="0"/>
                  </a:cxn>
                  <a:cxn ang="0">
                    <a:pos x="3" y="0"/>
                  </a:cxn>
                  <a:cxn ang="0">
                    <a:pos x="2" y="0"/>
                  </a:cxn>
                  <a:cxn ang="0">
                    <a:pos x="2" y="0"/>
                  </a:cxn>
                  <a:cxn ang="0">
                    <a:pos x="2" y="0"/>
                  </a:cxn>
                  <a:cxn ang="0">
                    <a:pos x="2" y="0"/>
                  </a:cxn>
                  <a:cxn ang="0">
                    <a:pos x="2" y="0"/>
                  </a:cxn>
                  <a:cxn ang="0">
                    <a:pos x="1" y="0"/>
                  </a:cxn>
                  <a:cxn ang="0">
                    <a:pos x="1" y="0"/>
                  </a:cxn>
                  <a:cxn ang="0">
                    <a:pos x="1" y="0"/>
                  </a:cxn>
                  <a:cxn ang="0">
                    <a:pos x="2" y="0"/>
                  </a:cxn>
                  <a:cxn ang="0">
                    <a:pos x="1" y="0"/>
                  </a:cxn>
                  <a:cxn ang="0">
                    <a:pos x="1" y="0"/>
                  </a:cxn>
                  <a:cxn ang="0">
                    <a:pos x="1" y="0"/>
                  </a:cxn>
                  <a:cxn ang="0">
                    <a:pos x="1" y="0"/>
                  </a:cxn>
                  <a:cxn ang="0">
                    <a:pos x="1" y="0"/>
                  </a:cxn>
                  <a:cxn ang="0">
                    <a:pos x="0" y="1"/>
                  </a:cxn>
                  <a:cxn ang="0">
                    <a:pos x="0" y="1"/>
                  </a:cxn>
                  <a:cxn ang="0">
                    <a:pos x="1" y="1"/>
                  </a:cxn>
                  <a:cxn ang="0">
                    <a:pos x="1" y="1"/>
                  </a:cxn>
                  <a:cxn ang="0">
                    <a:pos x="1" y="1"/>
                  </a:cxn>
                  <a:cxn ang="0">
                    <a:pos x="1" y="1"/>
                  </a:cxn>
                  <a:cxn ang="0">
                    <a:pos x="1" y="1"/>
                  </a:cxn>
                  <a:cxn ang="0">
                    <a:pos x="1" y="1"/>
                  </a:cxn>
                  <a:cxn ang="0">
                    <a:pos x="1" y="1"/>
                  </a:cxn>
                  <a:cxn ang="0">
                    <a:pos x="2" y="1"/>
                  </a:cxn>
                  <a:cxn ang="0">
                    <a:pos x="2" y="1"/>
                  </a:cxn>
                  <a:cxn ang="0">
                    <a:pos x="2" y="1"/>
                  </a:cxn>
                  <a:cxn ang="0">
                    <a:pos x="2" y="1"/>
                  </a:cxn>
                  <a:cxn ang="0">
                    <a:pos x="3" y="1"/>
                  </a:cxn>
                  <a:cxn ang="0">
                    <a:pos x="3" y="1"/>
                  </a:cxn>
                  <a:cxn ang="0">
                    <a:pos x="3" y="1"/>
                  </a:cxn>
                  <a:cxn ang="0">
                    <a:pos x="3" y="1"/>
                  </a:cxn>
                </a:cxnLst>
                <a:rect l="0" t="0" r="r" b="b"/>
                <a:pathLst>
                  <a:path w="4" h="1">
                    <a:moveTo>
                      <a:pt x="3" y="1"/>
                    </a:moveTo>
                    <a:cubicBezTo>
                      <a:pt x="3"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1"/>
                      <a:pt x="4" y="1"/>
                    </a:cubicBezTo>
                    <a:cubicBezTo>
                      <a:pt x="4" y="1"/>
                      <a:pt x="4" y="0"/>
                      <a:pt x="4" y="0"/>
                    </a:cubicBezTo>
                    <a:cubicBezTo>
                      <a:pt x="4" y="0"/>
                      <a:pt x="4" y="0"/>
                      <a:pt x="4" y="0"/>
                    </a:cubicBezTo>
                    <a:cubicBezTo>
                      <a:pt x="4" y="0"/>
                      <a:pt x="4" y="0"/>
                      <a:pt x="4" y="0"/>
                    </a:cubicBezTo>
                    <a:cubicBezTo>
                      <a:pt x="4" y="0"/>
                      <a:pt x="4" y="0"/>
                      <a:pt x="4" y="0"/>
                    </a:cubicBezTo>
                    <a:cubicBezTo>
                      <a:pt x="4" y="0"/>
                      <a:pt x="4" y="0"/>
                      <a:pt x="4" y="0"/>
                    </a:cubicBezTo>
                    <a:cubicBezTo>
                      <a:pt x="4" y="0"/>
                      <a:pt x="4" y="0"/>
                      <a:pt x="4" y="0"/>
                    </a:cubicBezTo>
                    <a:cubicBezTo>
                      <a:pt x="4"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3" y="0"/>
                    </a:cubicBezTo>
                    <a:cubicBezTo>
                      <a:pt x="3" y="0"/>
                      <a:pt x="3"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2" y="0"/>
                    </a:cubicBezTo>
                    <a:cubicBezTo>
                      <a:pt x="2" y="0"/>
                      <a:pt x="2" y="0"/>
                      <a:pt x="2" y="0"/>
                    </a:cubicBezTo>
                    <a:cubicBezTo>
                      <a:pt x="2"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1" y="0"/>
                      <a:pt x="1" y="0"/>
                    </a:cubicBezTo>
                    <a:cubicBezTo>
                      <a:pt x="1" y="0"/>
                      <a:pt x="0" y="1"/>
                      <a:pt x="0" y="1"/>
                    </a:cubicBezTo>
                    <a:cubicBezTo>
                      <a:pt x="0" y="1"/>
                      <a:pt x="0" y="1"/>
                      <a:pt x="0" y="1"/>
                    </a:cubicBezTo>
                    <a:cubicBezTo>
                      <a:pt x="0" y="1"/>
                      <a:pt x="0" y="1"/>
                      <a:pt x="0" y="1"/>
                    </a:cubicBezTo>
                    <a:cubicBezTo>
                      <a:pt x="0" y="1"/>
                      <a:pt x="0"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2" y="1"/>
                    </a:cubicBezTo>
                    <a:cubicBezTo>
                      <a:pt x="2" y="1"/>
                      <a:pt x="2"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ubicBezTo>
                      <a:pt x="3" y="1"/>
                      <a:pt x="3" y="1"/>
                      <a:pt x="3" y="1"/>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8" name="Freeform 548"/>
              <p:cNvSpPr>
                <a:spLocks/>
              </p:cNvSpPr>
              <p:nvPr/>
            </p:nvSpPr>
            <p:spPr bwMode="auto">
              <a:xfrm>
                <a:off x="4380310" y="2917033"/>
                <a:ext cx="3572" cy="3572"/>
              </a:xfrm>
              <a:custGeom>
                <a:avLst/>
                <a:gdLst/>
                <a:ahLst/>
                <a:cxnLst>
                  <a:cxn ang="0">
                    <a:pos x="1"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1" y="1"/>
                  </a:cxn>
                  <a:cxn ang="0">
                    <a:pos x="1" y="1"/>
                  </a:cxn>
                  <a:cxn ang="0">
                    <a:pos x="1" y="1"/>
                  </a:cxn>
                  <a:cxn ang="0">
                    <a:pos x="1" y="1"/>
                  </a:cxn>
                  <a:cxn ang="0">
                    <a:pos x="1" y="1"/>
                  </a:cxn>
                  <a:cxn ang="0">
                    <a:pos x="1" y="1"/>
                  </a:cxn>
                  <a:cxn ang="0">
                    <a:pos x="1" y="1"/>
                  </a:cxn>
                  <a:cxn ang="0">
                    <a:pos x="1" y="0"/>
                  </a:cxn>
                  <a:cxn ang="0">
                    <a:pos x="1" y="0"/>
                  </a:cxn>
                </a:cxnLst>
                <a:rect l="0" t="0" r="r" b="b"/>
                <a:pathLst>
                  <a:path w="1" h="1">
                    <a:moveTo>
                      <a:pt x="1" y="0"/>
                    </a:moveTo>
                    <a:cubicBezTo>
                      <a:pt x="1" y="0"/>
                      <a:pt x="0" y="0"/>
                      <a:pt x="0" y="0"/>
                    </a:cubicBezTo>
                    <a:cubicBezTo>
                      <a:pt x="0" y="0"/>
                      <a:pt x="0" y="0"/>
                      <a:pt x="0" y="0"/>
                    </a:cubicBezTo>
                    <a:cubicBezTo>
                      <a:pt x="0"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1" y="0"/>
                      <a:pt x="1" y="0"/>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69" name="Freeform 549"/>
              <p:cNvSpPr>
                <a:spLocks/>
              </p:cNvSpPr>
              <p:nvPr/>
            </p:nvSpPr>
            <p:spPr bwMode="auto">
              <a:xfrm>
                <a:off x="4344591" y="2861073"/>
                <a:ext cx="4763" cy="8335"/>
              </a:xfrm>
              <a:custGeom>
                <a:avLst/>
                <a:gdLst/>
                <a:ahLst/>
                <a:cxnLst>
                  <a:cxn ang="0">
                    <a:pos x="1" y="2"/>
                  </a:cxn>
                  <a:cxn ang="0">
                    <a:pos x="1" y="2"/>
                  </a:cxn>
                  <a:cxn ang="0">
                    <a:pos x="1" y="2"/>
                  </a:cxn>
                  <a:cxn ang="0">
                    <a:pos x="1" y="1"/>
                  </a:cxn>
                  <a:cxn ang="0">
                    <a:pos x="1" y="1"/>
                  </a:cxn>
                  <a:cxn ang="0">
                    <a:pos x="1" y="1"/>
                  </a:cxn>
                  <a:cxn ang="0">
                    <a:pos x="1" y="1"/>
                  </a:cxn>
                  <a:cxn ang="0">
                    <a:pos x="1" y="1"/>
                  </a:cxn>
                  <a:cxn ang="0">
                    <a:pos x="1"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2"/>
                  </a:cxn>
                  <a:cxn ang="0">
                    <a:pos x="0" y="2"/>
                  </a:cxn>
                  <a:cxn ang="0">
                    <a:pos x="0" y="2"/>
                  </a:cxn>
                  <a:cxn ang="0">
                    <a:pos x="1" y="2"/>
                  </a:cxn>
                  <a:cxn ang="0">
                    <a:pos x="1" y="3"/>
                  </a:cxn>
                  <a:cxn ang="0">
                    <a:pos x="1" y="3"/>
                  </a:cxn>
                  <a:cxn ang="0">
                    <a:pos x="1" y="3"/>
                  </a:cxn>
                  <a:cxn ang="0">
                    <a:pos x="1" y="3"/>
                  </a:cxn>
                  <a:cxn ang="0">
                    <a:pos x="1" y="3"/>
                  </a:cxn>
                  <a:cxn ang="0">
                    <a:pos x="1" y="3"/>
                  </a:cxn>
                  <a:cxn ang="0">
                    <a:pos x="1" y="3"/>
                  </a:cxn>
                  <a:cxn ang="0">
                    <a:pos x="1" y="3"/>
                  </a:cxn>
                  <a:cxn ang="0">
                    <a:pos x="2" y="2"/>
                  </a:cxn>
                  <a:cxn ang="0">
                    <a:pos x="1" y="2"/>
                  </a:cxn>
                  <a:cxn ang="0">
                    <a:pos x="1" y="2"/>
                  </a:cxn>
                </a:cxnLst>
                <a:rect l="0" t="0" r="r" b="b"/>
                <a:pathLst>
                  <a:path w="2" h="3">
                    <a:moveTo>
                      <a:pt x="1" y="2"/>
                    </a:moveTo>
                    <a:cubicBezTo>
                      <a:pt x="1" y="2"/>
                      <a:pt x="1" y="2"/>
                      <a:pt x="1" y="2"/>
                    </a:cubicBezTo>
                    <a:cubicBezTo>
                      <a:pt x="1" y="2"/>
                      <a:pt x="1" y="2"/>
                      <a:pt x="1" y="2"/>
                    </a:cubicBezTo>
                    <a:cubicBezTo>
                      <a:pt x="1" y="1"/>
                      <a:pt x="1" y="1"/>
                      <a:pt x="1" y="1"/>
                    </a:cubicBezTo>
                    <a:cubicBezTo>
                      <a:pt x="1" y="1"/>
                      <a:pt x="1" y="1"/>
                      <a:pt x="1" y="1"/>
                    </a:cubicBezTo>
                    <a:cubicBezTo>
                      <a:pt x="1" y="1"/>
                      <a:pt x="1" y="1"/>
                      <a:pt x="1" y="1"/>
                    </a:cubicBezTo>
                    <a:cubicBezTo>
                      <a:pt x="1" y="1"/>
                      <a:pt x="1" y="1"/>
                      <a:pt x="1" y="1"/>
                    </a:cubicBezTo>
                    <a:cubicBezTo>
                      <a:pt x="1" y="1"/>
                      <a:pt x="1" y="1"/>
                      <a:pt x="1" y="1"/>
                    </a:cubicBezTo>
                    <a:cubicBezTo>
                      <a:pt x="1" y="1"/>
                      <a:pt x="1" y="0"/>
                      <a:pt x="1" y="0"/>
                    </a:cubicBezTo>
                    <a:cubicBezTo>
                      <a:pt x="1"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2"/>
                      <a:pt x="0" y="2"/>
                    </a:cubicBezTo>
                    <a:cubicBezTo>
                      <a:pt x="0" y="2"/>
                      <a:pt x="0" y="2"/>
                      <a:pt x="0" y="2"/>
                    </a:cubicBezTo>
                    <a:cubicBezTo>
                      <a:pt x="0" y="2"/>
                      <a:pt x="0" y="2"/>
                      <a:pt x="0" y="2"/>
                    </a:cubicBezTo>
                    <a:cubicBezTo>
                      <a:pt x="1" y="2"/>
                      <a:pt x="1" y="2"/>
                      <a:pt x="1" y="2"/>
                    </a:cubicBezTo>
                    <a:cubicBezTo>
                      <a:pt x="1" y="2"/>
                      <a:pt x="1" y="2"/>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2" y="3"/>
                      <a:pt x="2" y="2"/>
                    </a:cubicBezTo>
                    <a:cubicBezTo>
                      <a:pt x="2" y="2"/>
                      <a:pt x="1" y="2"/>
                      <a:pt x="1" y="2"/>
                    </a:cubicBezTo>
                    <a:cubicBezTo>
                      <a:pt x="1" y="2"/>
                      <a:pt x="1"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70" name="Freeform 550"/>
              <p:cNvSpPr>
                <a:spLocks/>
              </p:cNvSpPr>
              <p:nvPr/>
            </p:nvSpPr>
            <p:spPr bwMode="auto">
              <a:xfrm>
                <a:off x="4361260" y="2894410"/>
                <a:ext cx="2381" cy="5954"/>
              </a:xfrm>
              <a:custGeom>
                <a:avLst/>
                <a:gdLst/>
                <a:ahLst/>
                <a:cxnLst>
                  <a:cxn ang="0">
                    <a:pos x="1" y="2"/>
                  </a:cxn>
                  <a:cxn ang="0">
                    <a:pos x="1" y="1"/>
                  </a:cxn>
                  <a:cxn ang="0">
                    <a:pos x="1" y="1"/>
                  </a:cxn>
                  <a:cxn ang="0">
                    <a:pos x="1" y="1"/>
                  </a:cxn>
                  <a:cxn ang="0">
                    <a:pos x="1" y="1"/>
                  </a:cxn>
                  <a:cxn ang="0">
                    <a:pos x="0" y="0"/>
                  </a:cxn>
                  <a:cxn ang="0">
                    <a:pos x="0" y="0"/>
                  </a:cxn>
                  <a:cxn ang="0">
                    <a:pos x="0" y="0"/>
                  </a:cxn>
                  <a:cxn ang="0">
                    <a:pos x="0" y="0"/>
                  </a:cxn>
                  <a:cxn ang="0">
                    <a:pos x="0" y="0"/>
                  </a:cxn>
                  <a:cxn ang="0">
                    <a:pos x="0" y="0"/>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1"/>
                  </a:cxn>
                  <a:cxn ang="0">
                    <a:pos x="0" y="2"/>
                  </a:cxn>
                  <a:cxn ang="0">
                    <a:pos x="0" y="2"/>
                  </a:cxn>
                  <a:cxn ang="0">
                    <a:pos x="1" y="2"/>
                  </a:cxn>
                  <a:cxn ang="0">
                    <a:pos x="1" y="2"/>
                  </a:cxn>
                  <a:cxn ang="0">
                    <a:pos x="1" y="2"/>
                  </a:cxn>
                  <a:cxn ang="0">
                    <a:pos x="1" y="1"/>
                  </a:cxn>
                  <a:cxn ang="0">
                    <a:pos x="1" y="1"/>
                  </a:cxn>
                  <a:cxn ang="0">
                    <a:pos x="1" y="1"/>
                  </a:cxn>
                  <a:cxn ang="0">
                    <a:pos x="1" y="2"/>
                  </a:cxn>
                  <a:cxn ang="0">
                    <a:pos x="1" y="2"/>
                  </a:cxn>
                  <a:cxn ang="0">
                    <a:pos x="1" y="2"/>
                  </a:cxn>
                  <a:cxn ang="0">
                    <a:pos x="1" y="2"/>
                  </a:cxn>
                  <a:cxn ang="0">
                    <a:pos x="1" y="2"/>
                  </a:cxn>
                  <a:cxn ang="0">
                    <a:pos x="1" y="2"/>
                  </a:cxn>
                  <a:cxn ang="0">
                    <a:pos x="1" y="2"/>
                  </a:cxn>
                </a:cxnLst>
                <a:rect l="0" t="0" r="r" b="b"/>
                <a:pathLst>
                  <a:path w="1" h="2">
                    <a:moveTo>
                      <a:pt x="1" y="2"/>
                    </a:moveTo>
                    <a:cubicBezTo>
                      <a:pt x="1" y="2"/>
                      <a:pt x="1" y="2"/>
                      <a:pt x="1" y="1"/>
                    </a:cubicBezTo>
                    <a:cubicBezTo>
                      <a:pt x="1" y="1"/>
                      <a:pt x="1" y="1"/>
                      <a:pt x="1" y="1"/>
                    </a:cubicBezTo>
                    <a:cubicBezTo>
                      <a:pt x="1" y="1"/>
                      <a:pt x="1" y="1"/>
                      <a:pt x="1" y="1"/>
                    </a:cubicBezTo>
                    <a:cubicBezTo>
                      <a:pt x="1" y="1"/>
                      <a:pt x="1" y="1"/>
                      <a:pt x="1" y="1"/>
                    </a:cubicBezTo>
                    <a:cubicBezTo>
                      <a:pt x="1" y="1"/>
                      <a:pt x="1"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2"/>
                      <a:pt x="0" y="2"/>
                      <a:pt x="0" y="2"/>
                    </a:cubicBezTo>
                    <a:cubicBezTo>
                      <a:pt x="0" y="2"/>
                      <a:pt x="0" y="2"/>
                      <a:pt x="0" y="2"/>
                    </a:cubicBezTo>
                    <a:cubicBezTo>
                      <a:pt x="0" y="2"/>
                      <a:pt x="1" y="2"/>
                      <a:pt x="1" y="2"/>
                    </a:cubicBezTo>
                    <a:cubicBezTo>
                      <a:pt x="1" y="2"/>
                      <a:pt x="1" y="2"/>
                      <a:pt x="1" y="2"/>
                    </a:cubicBezTo>
                    <a:cubicBezTo>
                      <a:pt x="1" y="2"/>
                      <a:pt x="1" y="2"/>
                      <a:pt x="1" y="2"/>
                    </a:cubicBezTo>
                    <a:cubicBezTo>
                      <a:pt x="1" y="2"/>
                      <a:pt x="1" y="2"/>
                      <a:pt x="1" y="1"/>
                    </a:cubicBezTo>
                    <a:cubicBezTo>
                      <a:pt x="1" y="1"/>
                      <a:pt x="1" y="1"/>
                      <a:pt x="1" y="1"/>
                    </a:cubicBezTo>
                    <a:cubicBezTo>
                      <a:pt x="1" y="1"/>
                      <a:pt x="1" y="1"/>
                      <a:pt x="1" y="1"/>
                    </a:cubicBezTo>
                    <a:cubicBezTo>
                      <a:pt x="1" y="1"/>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sp>
            <p:nvSpPr>
              <p:cNvPr id="5671" name="Freeform 551"/>
              <p:cNvSpPr>
                <a:spLocks/>
              </p:cNvSpPr>
              <p:nvPr/>
            </p:nvSpPr>
            <p:spPr bwMode="auto">
              <a:xfrm>
                <a:off x="4380310" y="2912269"/>
                <a:ext cx="3572" cy="4763"/>
              </a:xfrm>
              <a:custGeom>
                <a:avLst/>
                <a:gdLst/>
                <a:ahLst/>
                <a:cxnLst>
                  <a:cxn ang="0">
                    <a:pos x="0" y="2"/>
                  </a:cxn>
                  <a:cxn ang="0">
                    <a:pos x="0" y="2"/>
                  </a:cxn>
                  <a:cxn ang="0">
                    <a:pos x="0" y="2"/>
                  </a:cxn>
                  <a:cxn ang="0">
                    <a:pos x="0" y="2"/>
                  </a:cxn>
                  <a:cxn ang="0">
                    <a:pos x="0" y="2"/>
                  </a:cxn>
                  <a:cxn ang="0">
                    <a:pos x="0" y="2"/>
                  </a:cxn>
                  <a:cxn ang="0">
                    <a:pos x="0" y="2"/>
                  </a:cxn>
                  <a:cxn ang="0">
                    <a:pos x="0" y="2"/>
                  </a:cxn>
                  <a:cxn ang="0">
                    <a:pos x="0" y="2"/>
                  </a:cxn>
                  <a:cxn ang="0">
                    <a:pos x="0" y="1"/>
                  </a:cxn>
                  <a:cxn ang="0">
                    <a:pos x="0" y="1"/>
                  </a:cxn>
                  <a:cxn ang="0">
                    <a:pos x="0" y="1"/>
                  </a:cxn>
                  <a:cxn ang="0">
                    <a:pos x="0" y="1"/>
                  </a:cxn>
                  <a:cxn ang="0">
                    <a:pos x="0" y="1"/>
                  </a:cxn>
                  <a:cxn ang="0">
                    <a:pos x="0" y="1"/>
                  </a:cxn>
                  <a:cxn ang="0">
                    <a:pos x="1" y="1"/>
                  </a:cxn>
                  <a:cxn ang="0">
                    <a:pos x="1" y="1"/>
                  </a:cxn>
                  <a:cxn ang="0">
                    <a:pos x="1" y="1"/>
                  </a:cxn>
                  <a:cxn ang="0">
                    <a:pos x="0" y="0"/>
                  </a:cxn>
                  <a:cxn ang="0">
                    <a:pos x="0" y="1"/>
                  </a:cxn>
                  <a:cxn ang="0">
                    <a:pos x="0" y="1"/>
                  </a:cxn>
                  <a:cxn ang="0">
                    <a:pos x="0" y="1"/>
                  </a:cxn>
                  <a:cxn ang="0">
                    <a:pos x="0" y="1"/>
                  </a:cxn>
                  <a:cxn ang="0">
                    <a:pos x="0" y="1"/>
                  </a:cxn>
                  <a:cxn ang="0">
                    <a:pos x="0" y="1"/>
                  </a:cxn>
                  <a:cxn ang="0">
                    <a:pos x="0" y="1"/>
                  </a:cxn>
                  <a:cxn ang="0">
                    <a:pos x="0" y="1"/>
                  </a:cxn>
                  <a:cxn ang="0">
                    <a:pos x="0" y="1"/>
                  </a:cxn>
                  <a:cxn ang="0">
                    <a:pos x="0" y="2"/>
                  </a:cxn>
                  <a:cxn ang="0">
                    <a:pos x="0" y="2"/>
                  </a:cxn>
                  <a:cxn ang="0">
                    <a:pos x="0" y="2"/>
                  </a:cxn>
                  <a:cxn ang="0">
                    <a:pos x="0" y="2"/>
                  </a:cxn>
                </a:cxnLst>
                <a:rect l="0" t="0" r="r" b="b"/>
                <a:pathLst>
                  <a:path w="1" h="2">
                    <a:moveTo>
                      <a:pt x="0" y="2"/>
                    </a:move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2"/>
                      <a:pt x="0" y="2"/>
                    </a:cubicBezTo>
                    <a:cubicBezTo>
                      <a:pt x="0" y="2"/>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1" y="1"/>
                      <a:pt x="1" y="1"/>
                    </a:cubicBezTo>
                    <a:cubicBezTo>
                      <a:pt x="1" y="1"/>
                      <a:pt x="1" y="1"/>
                      <a:pt x="1" y="1"/>
                    </a:cubicBezTo>
                    <a:cubicBezTo>
                      <a:pt x="1" y="1"/>
                      <a:pt x="1" y="1"/>
                      <a:pt x="1" y="1"/>
                    </a:cubicBezTo>
                    <a:cubicBezTo>
                      <a:pt x="1" y="0"/>
                      <a:pt x="0" y="0"/>
                      <a:pt x="0" y="0"/>
                    </a:cubicBezTo>
                    <a:cubicBezTo>
                      <a:pt x="0" y="0"/>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2"/>
                    </a:cubicBezTo>
                    <a:cubicBezTo>
                      <a:pt x="0" y="2"/>
                      <a:pt x="0" y="2"/>
                      <a:pt x="0" y="2"/>
                    </a:cubicBezTo>
                    <a:cubicBezTo>
                      <a:pt x="0" y="2"/>
                      <a:pt x="0" y="2"/>
                      <a:pt x="0" y="2"/>
                    </a:cubicBezTo>
                    <a:cubicBezTo>
                      <a:pt x="0" y="2"/>
                      <a:pt x="0" y="2"/>
                      <a:pt x="0" y="2"/>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solidFill>
                    <a:srgbClr val="C00000"/>
                  </a:solidFill>
                  <a:cs typeface="+mn-ea"/>
                  <a:sym typeface="+mn-lt"/>
                </a:endParaRPr>
              </a:p>
            </p:txBody>
          </p:sp>
        </p:grpSp>
      </p:grpSp>
      <p:grpSp>
        <p:nvGrpSpPr>
          <p:cNvPr id="4" name="组合 3"/>
          <p:cNvGrpSpPr/>
          <p:nvPr/>
        </p:nvGrpSpPr>
        <p:grpSpPr>
          <a:xfrm>
            <a:off x="938647" y="3486738"/>
            <a:ext cx="682269" cy="586726"/>
            <a:chOff x="2942657" y="1434400"/>
            <a:chExt cx="1222283" cy="1070298"/>
          </a:xfrm>
        </p:grpSpPr>
        <p:sp>
          <p:nvSpPr>
            <p:cNvPr id="5672" name="Freeform 552"/>
            <p:cNvSpPr>
              <a:spLocks noEditPoints="1"/>
            </p:cNvSpPr>
            <p:nvPr/>
          </p:nvSpPr>
          <p:spPr bwMode="auto">
            <a:xfrm>
              <a:off x="2942657" y="1434400"/>
              <a:ext cx="1222283" cy="1070298"/>
            </a:xfrm>
            <a:custGeom>
              <a:avLst/>
              <a:gdLst/>
              <a:ahLst/>
              <a:cxnLst>
                <a:cxn ang="0">
                  <a:pos x="407" y="495"/>
                </a:cxn>
                <a:cxn ang="0">
                  <a:pos x="158" y="495"/>
                </a:cxn>
                <a:cxn ang="0">
                  <a:pos x="130" y="479"/>
                </a:cxn>
                <a:cxn ang="0">
                  <a:pos x="6" y="264"/>
                </a:cxn>
                <a:cxn ang="0">
                  <a:pos x="6" y="231"/>
                </a:cxn>
                <a:cxn ang="0">
                  <a:pos x="130" y="16"/>
                </a:cxn>
                <a:cxn ang="0">
                  <a:pos x="158" y="0"/>
                </a:cxn>
                <a:cxn ang="0">
                  <a:pos x="407" y="0"/>
                </a:cxn>
                <a:cxn ang="0">
                  <a:pos x="435" y="16"/>
                </a:cxn>
                <a:cxn ang="0">
                  <a:pos x="559" y="231"/>
                </a:cxn>
                <a:cxn ang="0">
                  <a:pos x="559" y="264"/>
                </a:cxn>
                <a:cxn ang="0">
                  <a:pos x="435" y="479"/>
                </a:cxn>
                <a:cxn ang="0">
                  <a:pos x="407" y="495"/>
                </a:cxn>
                <a:cxn ang="0">
                  <a:pos x="158" y="9"/>
                </a:cxn>
                <a:cxn ang="0">
                  <a:pos x="138" y="21"/>
                </a:cxn>
                <a:cxn ang="0">
                  <a:pos x="14" y="236"/>
                </a:cxn>
                <a:cxn ang="0">
                  <a:pos x="14" y="259"/>
                </a:cxn>
                <a:cxn ang="0">
                  <a:pos x="138" y="474"/>
                </a:cxn>
                <a:cxn ang="0">
                  <a:pos x="158" y="486"/>
                </a:cxn>
                <a:cxn ang="0">
                  <a:pos x="407" y="486"/>
                </a:cxn>
                <a:cxn ang="0">
                  <a:pos x="427" y="474"/>
                </a:cxn>
                <a:cxn ang="0">
                  <a:pos x="551" y="259"/>
                </a:cxn>
                <a:cxn ang="0">
                  <a:pos x="551" y="236"/>
                </a:cxn>
                <a:cxn ang="0">
                  <a:pos x="427" y="21"/>
                </a:cxn>
                <a:cxn ang="0">
                  <a:pos x="407" y="9"/>
                </a:cxn>
                <a:cxn ang="0">
                  <a:pos x="158" y="9"/>
                </a:cxn>
              </a:cxnLst>
              <a:rect l="0" t="0" r="r" b="b"/>
              <a:pathLst>
                <a:path w="565" h="495">
                  <a:moveTo>
                    <a:pt x="407" y="495"/>
                  </a:moveTo>
                  <a:cubicBezTo>
                    <a:pt x="158" y="495"/>
                    <a:pt x="158" y="495"/>
                    <a:pt x="158" y="495"/>
                  </a:cubicBezTo>
                  <a:cubicBezTo>
                    <a:pt x="147" y="495"/>
                    <a:pt x="136" y="489"/>
                    <a:pt x="130" y="479"/>
                  </a:cubicBezTo>
                  <a:cubicBezTo>
                    <a:pt x="6" y="264"/>
                    <a:pt x="6" y="264"/>
                    <a:pt x="6" y="264"/>
                  </a:cubicBezTo>
                  <a:cubicBezTo>
                    <a:pt x="0" y="254"/>
                    <a:pt x="0" y="241"/>
                    <a:pt x="6" y="231"/>
                  </a:cubicBezTo>
                  <a:cubicBezTo>
                    <a:pt x="130" y="16"/>
                    <a:pt x="130" y="16"/>
                    <a:pt x="130" y="16"/>
                  </a:cubicBezTo>
                  <a:cubicBezTo>
                    <a:pt x="136" y="6"/>
                    <a:pt x="147" y="0"/>
                    <a:pt x="158" y="0"/>
                  </a:cubicBezTo>
                  <a:cubicBezTo>
                    <a:pt x="407" y="0"/>
                    <a:pt x="407" y="0"/>
                    <a:pt x="407" y="0"/>
                  </a:cubicBezTo>
                  <a:cubicBezTo>
                    <a:pt x="418" y="0"/>
                    <a:pt x="429" y="6"/>
                    <a:pt x="435" y="16"/>
                  </a:cubicBezTo>
                  <a:cubicBezTo>
                    <a:pt x="559" y="231"/>
                    <a:pt x="559" y="231"/>
                    <a:pt x="559" y="231"/>
                  </a:cubicBezTo>
                  <a:cubicBezTo>
                    <a:pt x="565" y="241"/>
                    <a:pt x="565" y="254"/>
                    <a:pt x="559" y="264"/>
                  </a:cubicBezTo>
                  <a:cubicBezTo>
                    <a:pt x="435" y="479"/>
                    <a:pt x="435" y="479"/>
                    <a:pt x="435" y="479"/>
                  </a:cubicBezTo>
                  <a:cubicBezTo>
                    <a:pt x="429" y="489"/>
                    <a:pt x="418" y="495"/>
                    <a:pt x="407" y="495"/>
                  </a:cubicBezTo>
                  <a:close/>
                  <a:moveTo>
                    <a:pt x="158" y="9"/>
                  </a:moveTo>
                  <a:cubicBezTo>
                    <a:pt x="150" y="9"/>
                    <a:pt x="142" y="13"/>
                    <a:pt x="138" y="21"/>
                  </a:cubicBezTo>
                  <a:cubicBezTo>
                    <a:pt x="14" y="236"/>
                    <a:pt x="14" y="236"/>
                    <a:pt x="14" y="236"/>
                  </a:cubicBezTo>
                  <a:cubicBezTo>
                    <a:pt x="10" y="243"/>
                    <a:pt x="10" y="252"/>
                    <a:pt x="14" y="259"/>
                  </a:cubicBezTo>
                  <a:cubicBezTo>
                    <a:pt x="138" y="474"/>
                    <a:pt x="138" y="474"/>
                    <a:pt x="138" y="474"/>
                  </a:cubicBezTo>
                  <a:cubicBezTo>
                    <a:pt x="142" y="481"/>
                    <a:pt x="150" y="486"/>
                    <a:pt x="158" y="486"/>
                  </a:cubicBezTo>
                  <a:cubicBezTo>
                    <a:pt x="407" y="486"/>
                    <a:pt x="407" y="486"/>
                    <a:pt x="407" y="486"/>
                  </a:cubicBezTo>
                  <a:cubicBezTo>
                    <a:pt x="415" y="486"/>
                    <a:pt x="423" y="481"/>
                    <a:pt x="427" y="474"/>
                  </a:cubicBezTo>
                  <a:cubicBezTo>
                    <a:pt x="551" y="259"/>
                    <a:pt x="551" y="259"/>
                    <a:pt x="551" y="259"/>
                  </a:cubicBezTo>
                  <a:cubicBezTo>
                    <a:pt x="555" y="252"/>
                    <a:pt x="555" y="243"/>
                    <a:pt x="551" y="236"/>
                  </a:cubicBezTo>
                  <a:cubicBezTo>
                    <a:pt x="427" y="21"/>
                    <a:pt x="427" y="21"/>
                    <a:pt x="427" y="21"/>
                  </a:cubicBezTo>
                  <a:cubicBezTo>
                    <a:pt x="423" y="13"/>
                    <a:pt x="415" y="9"/>
                    <a:pt x="407" y="9"/>
                  </a:cubicBezTo>
                  <a:lnTo>
                    <a:pt x="158" y="9"/>
                  </a:lnTo>
                  <a:close/>
                </a:path>
              </a:pathLst>
            </a:custGeom>
            <a:solidFill>
              <a:srgbClr val="7F7F7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673" name="Freeform 553"/>
            <p:cNvSpPr>
              <a:spLocks/>
            </p:cNvSpPr>
            <p:nvPr/>
          </p:nvSpPr>
          <p:spPr bwMode="auto">
            <a:xfrm>
              <a:off x="3083654" y="1557087"/>
              <a:ext cx="941204" cy="824011"/>
            </a:xfrm>
            <a:custGeom>
              <a:avLst/>
              <a:gdLst/>
              <a:ahLst/>
              <a:cxnLst>
                <a:cxn ang="0">
                  <a:pos x="431" y="202"/>
                </a:cxn>
                <a:cxn ang="0">
                  <a:pos x="335" y="369"/>
                </a:cxn>
                <a:cxn ang="0">
                  <a:pos x="314" y="381"/>
                </a:cxn>
                <a:cxn ang="0">
                  <a:pos x="121" y="381"/>
                </a:cxn>
                <a:cxn ang="0">
                  <a:pos x="100" y="369"/>
                </a:cxn>
                <a:cxn ang="0">
                  <a:pos x="4" y="202"/>
                </a:cxn>
                <a:cxn ang="0">
                  <a:pos x="4" y="178"/>
                </a:cxn>
                <a:cxn ang="0">
                  <a:pos x="100" y="12"/>
                </a:cxn>
                <a:cxn ang="0">
                  <a:pos x="121" y="0"/>
                </a:cxn>
                <a:cxn ang="0">
                  <a:pos x="314" y="0"/>
                </a:cxn>
                <a:cxn ang="0">
                  <a:pos x="335" y="12"/>
                </a:cxn>
                <a:cxn ang="0">
                  <a:pos x="431" y="178"/>
                </a:cxn>
                <a:cxn ang="0">
                  <a:pos x="431" y="202"/>
                </a:cxn>
              </a:cxnLst>
              <a:rect l="0" t="0" r="r" b="b"/>
              <a:pathLst>
                <a:path w="435" h="381">
                  <a:moveTo>
                    <a:pt x="431" y="202"/>
                  </a:moveTo>
                  <a:cubicBezTo>
                    <a:pt x="335" y="369"/>
                    <a:pt x="335" y="369"/>
                    <a:pt x="335" y="369"/>
                  </a:cubicBezTo>
                  <a:cubicBezTo>
                    <a:pt x="330" y="377"/>
                    <a:pt x="322" y="381"/>
                    <a:pt x="314" y="381"/>
                  </a:cubicBezTo>
                  <a:cubicBezTo>
                    <a:pt x="121" y="381"/>
                    <a:pt x="121" y="381"/>
                    <a:pt x="121" y="381"/>
                  </a:cubicBezTo>
                  <a:cubicBezTo>
                    <a:pt x="113" y="381"/>
                    <a:pt x="105" y="377"/>
                    <a:pt x="100" y="369"/>
                  </a:cubicBezTo>
                  <a:cubicBezTo>
                    <a:pt x="4" y="202"/>
                    <a:pt x="4" y="202"/>
                    <a:pt x="4" y="202"/>
                  </a:cubicBezTo>
                  <a:cubicBezTo>
                    <a:pt x="0" y="195"/>
                    <a:pt x="0" y="186"/>
                    <a:pt x="4" y="178"/>
                  </a:cubicBezTo>
                  <a:cubicBezTo>
                    <a:pt x="100" y="12"/>
                    <a:pt x="100" y="12"/>
                    <a:pt x="100" y="12"/>
                  </a:cubicBezTo>
                  <a:cubicBezTo>
                    <a:pt x="105" y="4"/>
                    <a:pt x="113" y="0"/>
                    <a:pt x="121" y="0"/>
                  </a:cubicBezTo>
                  <a:cubicBezTo>
                    <a:pt x="314" y="0"/>
                    <a:pt x="314" y="0"/>
                    <a:pt x="314" y="0"/>
                  </a:cubicBezTo>
                  <a:cubicBezTo>
                    <a:pt x="322" y="0"/>
                    <a:pt x="330" y="4"/>
                    <a:pt x="335" y="12"/>
                  </a:cubicBezTo>
                  <a:cubicBezTo>
                    <a:pt x="431" y="178"/>
                    <a:pt x="431" y="178"/>
                    <a:pt x="431" y="178"/>
                  </a:cubicBezTo>
                  <a:cubicBezTo>
                    <a:pt x="435" y="186"/>
                    <a:pt x="435" y="195"/>
                    <a:pt x="431" y="202"/>
                  </a:cubicBezTo>
                  <a:close/>
                </a:path>
              </a:pathLst>
            </a:custGeom>
            <a:solidFill>
              <a:srgbClr val="7F7F7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674" name="Freeform 554"/>
            <p:cNvSpPr>
              <a:spLocks noEditPoints="1"/>
            </p:cNvSpPr>
            <p:nvPr/>
          </p:nvSpPr>
          <p:spPr bwMode="auto">
            <a:xfrm>
              <a:off x="3369311" y="1784148"/>
              <a:ext cx="367143" cy="368058"/>
            </a:xfrm>
            <a:custGeom>
              <a:avLst/>
              <a:gdLst/>
              <a:ahLst/>
              <a:cxnLst>
                <a:cxn ang="0">
                  <a:pos x="0" y="85"/>
                </a:cxn>
                <a:cxn ang="0">
                  <a:pos x="170" y="85"/>
                </a:cxn>
                <a:cxn ang="0">
                  <a:pos x="76" y="78"/>
                </a:cxn>
                <a:cxn ang="0">
                  <a:pos x="85" y="62"/>
                </a:cxn>
                <a:cxn ang="0">
                  <a:pos x="101" y="92"/>
                </a:cxn>
                <a:cxn ang="0">
                  <a:pos x="91" y="90"/>
                </a:cxn>
                <a:cxn ang="0">
                  <a:pos x="78" y="89"/>
                </a:cxn>
                <a:cxn ang="0">
                  <a:pos x="64" y="108"/>
                </a:cxn>
                <a:cxn ang="0">
                  <a:pos x="105" y="110"/>
                </a:cxn>
                <a:cxn ang="0">
                  <a:pos x="101" y="92"/>
                </a:cxn>
                <a:cxn ang="0">
                  <a:pos x="67" y="70"/>
                </a:cxn>
                <a:cxn ang="0">
                  <a:pos x="52" y="71"/>
                </a:cxn>
                <a:cxn ang="0">
                  <a:pos x="65" y="80"/>
                </a:cxn>
                <a:cxn ang="0">
                  <a:pos x="55" y="80"/>
                </a:cxn>
                <a:cxn ang="0">
                  <a:pos x="47" y="81"/>
                </a:cxn>
                <a:cxn ang="0">
                  <a:pos x="44" y="96"/>
                </a:cxn>
                <a:cxn ang="0">
                  <a:pos x="63" y="96"/>
                </a:cxn>
                <a:cxn ang="0">
                  <a:pos x="77" y="88"/>
                </a:cxn>
                <a:cxn ang="0">
                  <a:pos x="103" y="71"/>
                </a:cxn>
                <a:cxn ang="0">
                  <a:pos x="111" y="58"/>
                </a:cxn>
                <a:cxn ang="0">
                  <a:pos x="124" y="81"/>
                </a:cxn>
                <a:cxn ang="0">
                  <a:pos x="116" y="80"/>
                </a:cxn>
                <a:cxn ang="0">
                  <a:pos x="105" y="80"/>
                </a:cxn>
                <a:cxn ang="0">
                  <a:pos x="94" y="89"/>
                </a:cxn>
                <a:cxn ang="0">
                  <a:pos x="106" y="94"/>
                </a:cxn>
                <a:cxn ang="0">
                  <a:pos x="127" y="96"/>
                </a:cxn>
                <a:cxn ang="0">
                  <a:pos x="124" y="81"/>
                </a:cxn>
                <a:cxn ang="0">
                  <a:pos x="37" y="85"/>
                </a:cxn>
                <a:cxn ang="0">
                  <a:pos x="133" y="85"/>
                </a:cxn>
                <a:cxn ang="0">
                  <a:pos x="50" y="46"/>
                </a:cxn>
                <a:cxn ang="0">
                  <a:pos x="28" y="37"/>
                </a:cxn>
                <a:cxn ang="0">
                  <a:pos x="46" y="50"/>
                </a:cxn>
                <a:cxn ang="0">
                  <a:pos x="10" y="83"/>
                </a:cxn>
                <a:cxn ang="0">
                  <a:pos x="32" y="88"/>
                </a:cxn>
                <a:cxn ang="0">
                  <a:pos x="24" y="129"/>
                </a:cxn>
                <a:cxn ang="0">
                  <a:pos x="57" y="131"/>
                </a:cxn>
                <a:cxn ang="0">
                  <a:pos x="83" y="160"/>
                </a:cxn>
                <a:cxn ang="0">
                  <a:pos x="88" y="139"/>
                </a:cxn>
                <a:cxn ang="0">
                  <a:pos x="92" y="160"/>
                </a:cxn>
                <a:cxn ang="0">
                  <a:pos x="126" y="120"/>
                </a:cxn>
                <a:cxn ang="0">
                  <a:pos x="161" y="88"/>
                </a:cxn>
                <a:cxn ang="0">
                  <a:pos x="138" y="83"/>
                </a:cxn>
                <a:cxn ang="0">
                  <a:pos x="146" y="41"/>
                </a:cxn>
                <a:cxn ang="0">
                  <a:pos x="112" y="40"/>
                </a:cxn>
                <a:cxn ang="0">
                  <a:pos x="88" y="10"/>
                </a:cxn>
                <a:cxn ang="0">
                  <a:pos x="83" y="32"/>
                </a:cxn>
                <a:cxn ang="0">
                  <a:pos x="80" y="10"/>
                </a:cxn>
                <a:cxn ang="0">
                  <a:pos x="46" y="50"/>
                </a:cxn>
                <a:cxn ang="0">
                  <a:pos x="6" y="85"/>
                </a:cxn>
                <a:cxn ang="0">
                  <a:pos x="165" y="85"/>
                </a:cxn>
                <a:cxn ang="0">
                  <a:pos x="143" y="37"/>
                </a:cxn>
                <a:cxn ang="0">
                  <a:pos x="121" y="45"/>
                </a:cxn>
                <a:cxn ang="0">
                  <a:pos x="27" y="133"/>
                </a:cxn>
                <a:cxn ang="0">
                  <a:pos x="49" y="124"/>
                </a:cxn>
                <a:cxn ang="0">
                  <a:pos x="99" y="159"/>
                </a:cxn>
                <a:cxn ang="0">
                  <a:pos x="122" y="124"/>
                </a:cxn>
              </a:cxnLst>
              <a:rect l="0" t="0" r="r" b="b"/>
              <a:pathLst>
                <a:path w="170" h="170">
                  <a:moveTo>
                    <a:pt x="85" y="170"/>
                  </a:moveTo>
                  <a:cubicBezTo>
                    <a:pt x="39" y="170"/>
                    <a:pt x="0" y="132"/>
                    <a:pt x="0" y="85"/>
                  </a:cubicBezTo>
                  <a:cubicBezTo>
                    <a:pt x="0" y="38"/>
                    <a:pt x="39" y="0"/>
                    <a:pt x="85" y="0"/>
                  </a:cubicBezTo>
                  <a:cubicBezTo>
                    <a:pt x="132" y="0"/>
                    <a:pt x="170" y="38"/>
                    <a:pt x="170" y="85"/>
                  </a:cubicBezTo>
                  <a:cubicBezTo>
                    <a:pt x="170" y="132"/>
                    <a:pt x="132" y="170"/>
                    <a:pt x="85" y="170"/>
                  </a:cubicBezTo>
                  <a:close/>
                  <a:moveTo>
                    <a:pt x="76" y="78"/>
                  </a:moveTo>
                  <a:cubicBezTo>
                    <a:pt x="79" y="92"/>
                    <a:pt x="92" y="95"/>
                    <a:pt x="95" y="78"/>
                  </a:cubicBezTo>
                  <a:cubicBezTo>
                    <a:pt x="96" y="70"/>
                    <a:pt x="94" y="62"/>
                    <a:pt x="85" y="62"/>
                  </a:cubicBezTo>
                  <a:cubicBezTo>
                    <a:pt x="76" y="62"/>
                    <a:pt x="74" y="70"/>
                    <a:pt x="76" y="78"/>
                  </a:cubicBezTo>
                  <a:close/>
                  <a:moveTo>
                    <a:pt x="101" y="92"/>
                  </a:moveTo>
                  <a:cubicBezTo>
                    <a:pt x="100" y="91"/>
                    <a:pt x="95" y="90"/>
                    <a:pt x="92" y="89"/>
                  </a:cubicBezTo>
                  <a:cubicBezTo>
                    <a:pt x="92" y="89"/>
                    <a:pt x="91" y="90"/>
                    <a:pt x="91" y="90"/>
                  </a:cubicBezTo>
                  <a:cubicBezTo>
                    <a:pt x="87" y="93"/>
                    <a:pt x="83" y="93"/>
                    <a:pt x="80" y="90"/>
                  </a:cubicBezTo>
                  <a:cubicBezTo>
                    <a:pt x="79" y="89"/>
                    <a:pt x="79" y="89"/>
                    <a:pt x="78" y="89"/>
                  </a:cubicBezTo>
                  <a:cubicBezTo>
                    <a:pt x="76" y="90"/>
                    <a:pt x="71" y="91"/>
                    <a:pt x="70" y="91"/>
                  </a:cubicBezTo>
                  <a:cubicBezTo>
                    <a:pt x="62" y="95"/>
                    <a:pt x="64" y="101"/>
                    <a:pt x="64" y="108"/>
                  </a:cubicBezTo>
                  <a:cubicBezTo>
                    <a:pt x="64" y="109"/>
                    <a:pt x="65" y="109"/>
                    <a:pt x="66" y="110"/>
                  </a:cubicBezTo>
                  <a:cubicBezTo>
                    <a:pt x="78" y="114"/>
                    <a:pt x="91" y="114"/>
                    <a:pt x="105" y="110"/>
                  </a:cubicBezTo>
                  <a:cubicBezTo>
                    <a:pt x="106" y="109"/>
                    <a:pt x="106" y="109"/>
                    <a:pt x="107" y="108"/>
                  </a:cubicBezTo>
                  <a:cubicBezTo>
                    <a:pt x="107" y="102"/>
                    <a:pt x="108" y="94"/>
                    <a:pt x="101" y="92"/>
                  </a:cubicBezTo>
                  <a:close/>
                  <a:moveTo>
                    <a:pt x="52" y="71"/>
                  </a:moveTo>
                  <a:cubicBezTo>
                    <a:pt x="54" y="82"/>
                    <a:pt x="64" y="84"/>
                    <a:pt x="67" y="70"/>
                  </a:cubicBezTo>
                  <a:cubicBezTo>
                    <a:pt x="68" y="64"/>
                    <a:pt x="67" y="58"/>
                    <a:pt x="59" y="58"/>
                  </a:cubicBezTo>
                  <a:cubicBezTo>
                    <a:pt x="52" y="58"/>
                    <a:pt x="50" y="64"/>
                    <a:pt x="52" y="71"/>
                  </a:cubicBezTo>
                  <a:close/>
                  <a:moveTo>
                    <a:pt x="72" y="81"/>
                  </a:moveTo>
                  <a:cubicBezTo>
                    <a:pt x="71" y="81"/>
                    <a:pt x="67" y="80"/>
                    <a:pt x="65" y="80"/>
                  </a:cubicBezTo>
                  <a:cubicBezTo>
                    <a:pt x="65" y="80"/>
                    <a:pt x="64" y="80"/>
                    <a:pt x="64" y="80"/>
                  </a:cubicBezTo>
                  <a:cubicBezTo>
                    <a:pt x="61" y="82"/>
                    <a:pt x="58" y="82"/>
                    <a:pt x="55" y="80"/>
                  </a:cubicBezTo>
                  <a:cubicBezTo>
                    <a:pt x="54" y="80"/>
                    <a:pt x="54" y="80"/>
                    <a:pt x="54" y="80"/>
                  </a:cubicBezTo>
                  <a:cubicBezTo>
                    <a:pt x="52" y="80"/>
                    <a:pt x="48" y="81"/>
                    <a:pt x="47" y="81"/>
                  </a:cubicBezTo>
                  <a:cubicBezTo>
                    <a:pt x="41" y="84"/>
                    <a:pt x="42" y="89"/>
                    <a:pt x="42" y="95"/>
                  </a:cubicBezTo>
                  <a:cubicBezTo>
                    <a:pt x="43" y="95"/>
                    <a:pt x="43" y="96"/>
                    <a:pt x="44" y="96"/>
                  </a:cubicBezTo>
                  <a:cubicBezTo>
                    <a:pt x="50" y="98"/>
                    <a:pt x="56" y="99"/>
                    <a:pt x="63" y="98"/>
                  </a:cubicBezTo>
                  <a:cubicBezTo>
                    <a:pt x="63" y="98"/>
                    <a:pt x="63" y="97"/>
                    <a:pt x="63" y="96"/>
                  </a:cubicBezTo>
                  <a:cubicBezTo>
                    <a:pt x="64" y="93"/>
                    <a:pt x="67" y="91"/>
                    <a:pt x="70" y="90"/>
                  </a:cubicBezTo>
                  <a:cubicBezTo>
                    <a:pt x="71" y="89"/>
                    <a:pt x="75" y="89"/>
                    <a:pt x="77" y="88"/>
                  </a:cubicBezTo>
                  <a:cubicBezTo>
                    <a:pt x="76" y="85"/>
                    <a:pt x="75" y="82"/>
                    <a:pt x="72" y="81"/>
                  </a:cubicBezTo>
                  <a:close/>
                  <a:moveTo>
                    <a:pt x="103" y="71"/>
                  </a:moveTo>
                  <a:cubicBezTo>
                    <a:pt x="106" y="82"/>
                    <a:pt x="116" y="84"/>
                    <a:pt x="119" y="71"/>
                  </a:cubicBezTo>
                  <a:cubicBezTo>
                    <a:pt x="120" y="65"/>
                    <a:pt x="118" y="58"/>
                    <a:pt x="111" y="58"/>
                  </a:cubicBezTo>
                  <a:cubicBezTo>
                    <a:pt x="104" y="58"/>
                    <a:pt x="102" y="65"/>
                    <a:pt x="103" y="71"/>
                  </a:cubicBezTo>
                  <a:close/>
                  <a:moveTo>
                    <a:pt x="124" y="81"/>
                  </a:moveTo>
                  <a:cubicBezTo>
                    <a:pt x="123" y="81"/>
                    <a:pt x="119" y="80"/>
                    <a:pt x="117" y="80"/>
                  </a:cubicBezTo>
                  <a:cubicBezTo>
                    <a:pt x="116" y="80"/>
                    <a:pt x="116" y="80"/>
                    <a:pt x="116" y="80"/>
                  </a:cubicBezTo>
                  <a:cubicBezTo>
                    <a:pt x="113" y="83"/>
                    <a:pt x="110" y="82"/>
                    <a:pt x="107" y="80"/>
                  </a:cubicBezTo>
                  <a:cubicBezTo>
                    <a:pt x="106" y="80"/>
                    <a:pt x="106" y="80"/>
                    <a:pt x="105" y="80"/>
                  </a:cubicBezTo>
                  <a:cubicBezTo>
                    <a:pt x="103" y="80"/>
                    <a:pt x="100" y="81"/>
                    <a:pt x="99" y="81"/>
                  </a:cubicBezTo>
                  <a:cubicBezTo>
                    <a:pt x="95" y="83"/>
                    <a:pt x="94" y="86"/>
                    <a:pt x="94" y="89"/>
                  </a:cubicBezTo>
                  <a:cubicBezTo>
                    <a:pt x="96" y="89"/>
                    <a:pt x="99" y="90"/>
                    <a:pt x="102" y="90"/>
                  </a:cubicBezTo>
                  <a:cubicBezTo>
                    <a:pt x="104" y="91"/>
                    <a:pt x="105" y="92"/>
                    <a:pt x="106" y="94"/>
                  </a:cubicBezTo>
                  <a:cubicBezTo>
                    <a:pt x="107" y="95"/>
                    <a:pt x="108" y="97"/>
                    <a:pt x="108" y="98"/>
                  </a:cubicBezTo>
                  <a:cubicBezTo>
                    <a:pt x="114" y="99"/>
                    <a:pt x="120" y="98"/>
                    <a:pt x="127" y="96"/>
                  </a:cubicBezTo>
                  <a:cubicBezTo>
                    <a:pt x="127" y="96"/>
                    <a:pt x="128" y="95"/>
                    <a:pt x="128" y="95"/>
                  </a:cubicBezTo>
                  <a:cubicBezTo>
                    <a:pt x="129" y="90"/>
                    <a:pt x="129" y="83"/>
                    <a:pt x="124" y="81"/>
                  </a:cubicBezTo>
                  <a:close/>
                  <a:moveTo>
                    <a:pt x="85" y="37"/>
                  </a:moveTo>
                  <a:cubicBezTo>
                    <a:pt x="59" y="37"/>
                    <a:pt x="37" y="59"/>
                    <a:pt x="37" y="85"/>
                  </a:cubicBezTo>
                  <a:cubicBezTo>
                    <a:pt x="37" y="112"/>
                    <a:pt x="59" y="134"/>
                    <a:pt x="85" y="134"/>
                  </a:cubicBezTo>
                  <a:cubicBezTo>
                    <a:pt x="112" y="134"/>
                    <a:pt x="133" y="112"/>
                    <a:pt x="133" y="85"/>
                  </a:cubicBezTo>
                  <a:cubicBezTo>
                    <a:pt x="133" y="59"/>
                    <a:pt x="112" y="37"/>
                    <a:pt x="85" y="37"/>
                  </a:cubicBezTo>
                  <a:close/>
                  <a:moveTo>
                    <a:pt x="50" y="46"/>
                  </a:moveTo>
                  <a:cubicBezTo>
                    <a:pt x="55" y="33"/>
                    <a:pt x="63" y="22"/>
                    <a:pt x="72" y="11"/>
                  </a:cubicBezTo>
                  <a:cubicBezTo>
                    <a:pt x="55" y="14"/>
                    <a:pt x="39" y="24"/>
                    <a:pt x="28" y="37"/>
                  </a:cubicBezTo>
                  <a:cubicBezTo>
                    <a:pt x="35" y="41"/>
                    <a:pt x="42" y="44"/>
                    <a:pt x="50" y="46"/>
                  </a:cubicBezTo>
                  <a:close/>
                  <a:moveTo>
                    <a:pt x="46" y="50"/>
                  </a:moveTo>
                  <a:cubicBezTo>
                    <a:pt x="39" y="48"/>
                    <a:pt x="32" y="45"/>
                    <a:pt x="25" y="41"/>
                  </a:cubicBezTo>
                  <a:cubicBezTo>
                    <a:pt x="16" y="53"/>
                    <a:pt x="11" y="67"/>
                    <a:pt x="10" y="83"/>
                  </a:cubicBezTo>
                  <a:cubicBezTo>
                    <a:pt x="32" y="83"/>
                    <a:pt x="32" y="83"/>
                    <a:pt x="32" y="83"/>
                  </a:cubicBezTo>
                  <a:cubicBezTo>
                    <a:pt x="32" y="85"/>
                    <a:pt x="32" y="86"/>
                    <a:pt x="32" y="88"/>
                  </a:cubicBezTo>
                  <a:cubicBezTo>
                    <a:pt x="10" y="88"/>
                    <a:pt x="10" y="88"/>
                    <a:pt x="10" y="88"/>
                  </a:cubicBezTo>
                  <a:cubicBezTo>
                    <a:pt x="11" y="103"/>
                    <a:pt x="16" y="117"/>
                    <a:pt x="24" y="129"/>
                  </a:cubicBezTo>
                  <a:cubicBezTo>
                    <a:pt x="31" y="126"/>
                    <a:pt x="38" y="123"/>
                    <a:pt x="45" y="121"/>
                  </a:cubicBezTo>
                  <a:cubicBezTo>
                    <a:pt x="49" y="125"/>
                    <a:pt x="53" y="128"/>
                    <a:pt x="57" y="131"/>
                  </a:cubicBezTo>
                  <a:cubicBezTo>
                    <a:pt x="63" y="141"/>
                    <a:pt x="70" y="151"/>
                    <a:pt x="79" y="160"/>
                  </a:cubicBezTo>
                  <a:cubicBezTo>
                    <a:pt x="80" y="160"/>
                    <a:pt x="81" y="160"/>
                    <a:pt x="83" y="160"/>
                  </a:cubicBezTo>
                  <a:cubicBezTo>
                    <a:pt x="83" y="139"/>
                    <a:pt x="83" y="139"/>
                    <a:pt x="83" y="139"/>
                  </a:cubicBezTo>
                  <a:cubicBezTo>
                    <a:pt x="84" y="139"/>
                    <a:pt x="86" y="139"/>
                    <a:pt x="88" y="139"/>
                  </a:cubicBezTo>
                  <a:cubicBezTo>
                    <a:pt x="88" y="160"/>
                    <a:pt x="88" y="160"/>
                    <a:pt x="88" y="160"/>
                  </a:cubicBezTo>
                  <a:cubicBezTo>
                    <a:pt x="89" y="160"/>
                    <a:pt x="90" y="160"/>
                    <a:pt x="92" y="160"/>
                  </a:cubicBezTo>
                  <a:cubicBezTo>
                    <a:pt x="100" y="151"/>
                    <a:pt x="108" y="141"/>
                    <a:pt x="114" y="131"/>
                  </a:cubicBezTo>
                  <a:cubicBezTo>
                    <a:pt x="118" y="128"/>
                    <a:pt x="122" y="124"/>
                    <a:pt x="126" y="120"/>
                  </a:cubicBezTo>
                  <a:cubicBezTo>
                    <a:pt x="133" y="123"/>
                    <a:pt x="139" y="126"/>
                    <a:pt x="146" y="129"/>
                  </a:cubicBezTo>
                  <a:cubicBezTo>
                    <a:pt x="155" y="118"/>
                    <a:pt x="160" y="103"/>
                    <a:pt x="161" y="88"/>
                  </a:cubicBezTo>
                  <a:cubicBezTo>
                    <a:pt x="138" y="88"/>
                    <a:pt x="138" y="88"/>
                    <a:pt x="138" y="88"/>
                  </a:cubicBezTo>
                  <a:cubicBezTo>
                    <a:pt x="139" y="86"/>
                    <a:pt x="139" y="85"/>
                    <a:pt x="138" y="83"/>
                  </a:cubicBezTo>
                  <a:cubicBezTo>
                    <a:pt x="161" y="83"/>
                    <a:pt x="161" y="83"/>
                    <a:pt x="161" y="83"/>
                  </a:cubicBezTo>
                  <a:cubicBezTo>
                    <a:pt x="160" y="67"/>
                    <a:pt x="155" y="53"/>
                    <a:pt x="146" y="41"/>
                  </a:cubicBezTo>
                  <a:cubicBezTo>
                    <a:pt x="139" y="44"/>
                    <a:pt x="132" y="47"/>
                    <a:pt x="124" y="49"/>
                  </a:cubicBezTo>
                  <a:cubicBezTo>
                    <a:pt x="121" y="46"/>
                    <a:pt x="117" y="42"/>
                    <a:pt x="112" y="40"/>
                  </a:cubicBezTo>
                  <a:cubicBezTo>
                    <a:pt x="107" y="29"/>
                    <a:pt x="99" y="19"/>
                    <a:pt x="91" y="10"/>
                  </a:cubicBezTo>
                  <a:cubicBezTo>
                    <a:pt x="90" y="10"/>
                    <a:pt x="89" y="10"/>
                    <a:pt x="88" y="10"/>
                  </a:cubicBezTo>
                  <a:cubicBezTo>
                    <a:pt x="88" y="32"/>
                    <a:pt x="88" y="32"/>
                    <a:pt x="88" y="32"/>
                  </a:cubicBezTo>
                  <a:cubicBezTo>
                    <a:pt x="86" y="32"/>
                    <a:pt x="84" y="32"/>
                    <a:pt x="83" y="32"/>
                  </a:cubicBezTo>
                  <a:cubicBezTo>
                    <a:pt x="83" y="10"/>
                    <a:pt x="83" y="10"/>
                    <a:pt x="83" y="10"/>
                  </a:cubicBezTo>
                  <a:cubicBezTo>
                    <a:pt x="82" y="10"/>
                    <a:pt x="81" y="10"/>
                    <a:pt x="80" y="10"/>
                  </a:cubicBezTo>
                  <a:cubicBezTo>
                    <a:pt x="71" y="19"/>
                    <a:pt x="64" y="29"/>
                    <a:pt x="58" y="40"/>
                  </a:cubicBezTo>
                  <a:cubicBezTo>
                    <a:pt x="54" y="42"/>
                    <a:pt x="49" y="46"/>
                    <a:pt x="46" y="50"/>
                  </a:cubicBezTo>
                  <a:close/>
                  <a:moveTo>
                    <a:pt x="85" y="5"/>
                  </a:moveTo>
                  <a:cubicBezTo>
                    <a:pt x="41" y="5"/>
                    <a:pt x="6" y="41"/>
                    <a:pt x="6" y="85"/>
                  </a:cubicBezTo>
                  <a:cubicBezTo>
                    <a:pt x="6" y="129"/>
                    <a:pt x="41" y="165"/>
                    <a:pt x="85" y="165"/>
                  </a:cubicBezTo>
                  <a:cubicBezTo>
                    <a:pt x="130" y="165"/>
                    <a:pt x="165" y="129"/>
                    <a:pt x="165" y="85"/>
                  </a:cubicBezTo>
                  <a:cubicBezTo>
                    <a:pt x="165" y="41"/>
                    <a:pt x="130" y="5"/>
                    <a:pt x="85" y="5"/>
                  </a:cubicBezTo>
                  <a:close/>
                  <a:moveTo>
                    <a:pt x="143" y="37"/>
                  </a:moveTo>
                  <a:cubicBezTo>
                    <a:pt x="132" y="24"/>
                    <a:pt x="116" y="14"/>
                    <a:pt x="98" y="11"/>
                  </a:cubicBezTo>
                  <a:cubicBezTo>
                    <a:pt x="107" y="21"/>
                    <a:pt x="115" y="33"/>
                    <a:pt x="121" y="45"/>
                  </a:cubicBezTo>
                  <a:cubicBezTo>
                    <a:pt x="128" y="43"/>
                    <a:pt x="136" y="40"/>
                    <a:pt x="143" y="37"/>
                  </a:cubicBezTo>
                  <a:close/>
                  <a:moveTo>
                    <a:pt x="27" y="133"/>
                  </a:moveTo>
                  <a:cubicBezTo>
                    <a:pt x="38" y="146"/>
                    <a:pt x="54" y="156"/>
                    <a:pt x="71" y="159"/>
                  </a:cubicBezTo>
                  <a:cubicBezTo>
                    <a:pt x="62" y="149"/>
                    <a:pt x="54" y="137"/>
                    <a:pt x="49" y="124"/>
                  </a:cubicBezTo>
                  <a:cubicBezTo>
                    <a:pt x="42" y="127"/>
                    <a:pt x="35" y="130"/>
                    <a:pt x="27" y="133"/>
                  </a:cubicBezTo>
                  <a:close/>
                  <a:moveTo>
                    <a:pt x="99" y="159"/>
                  </a:moveTo>
                  <a:cubicBezTo>
                    <a:pt x="117" y="156"/>
                    <a:pt x="132" y="146"/>
                    <a:pt x="143" y="133"/>
                  </a:cubicBezTo>
                  <a:cubicBezTo>
                    <a:pt x="136" y="130"/>
                    <a:pt x="129" y="127"/>
                    <a:pt x="122" y="124"/>
                  </a:cubicBezTo>
                  <a:cubicBezTo>
                    <a:pt x="117" y="137"/>
                    <a:pt x="109" y="149"/>
                    <a:pt x="99" y="159"/>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grpSp>
      <p:grpSp>
        <p:nvGrpSpPr>
          <p:cNvPr id="3" name="组合 2"/>
          <p:cNvGrpSpPr/>
          <p:nvPr/>
        </p:nvGrpSpPr>
        <p:grpSpPr>
          <a:xfrm>
            <a:off x="918478" y="1469530"/>
            <a:ext cx="682269" cy="587228"/>
            <a:chOff x="4017533" y="804491"/>
            <a:chExt cx="1222283" cy="1071213"/>
          </a:xfrm>
        </p:grpSpPr>
        <p:sp>
          <p:nvSpPr>
            <p:cNvPr id="5675" name="Freeform 555"/>
            <p:cNvSpPr>
              <a:spLocks/>
            </p:cNvSpPr>
            <p:nvPr/>
          </p:nvSpPr>
          <p:spPr bwMode="auto">
            <a:xfrm>
              <a:off x="4026688" y="813646"/>
              <a:ext cx="1204887" cy="1052902"/>
            </a:xfrm>
            <a:custGeom>
              <a:avLst/>
              <a:gdLst/>
              <a:ahLst/>
              <a:cxnLst>
                <a:cxn ang="0">
                  <a:pos x="552" y="256"/>
                </a:cxn>
                <a:cxn ang="0">
                  <a:pos x="426" y="475"/>
                </a:cxn>
                <a:cxn ang="0">
                  <a:pos x="405" y="487"/>
                </a:cxn>
                <a:cxn ang="0">
                  <a:pos x="152" y="487"/>
                </a:cxn>
                <a:cxn ang="0">
                  <a:pos x="131" y="475"/>
                </a:cxn>
                <a:cxn ang="0">
                  <a:pos x="5" y="256"/>
                </a:cxn>
                <a:cxn ang="0">
                  <a:pos x="5" y="231"/>
                </a:cxn>
                <a:cxn ang="0">
                  <a:pos x="131" y="12"/>
                </a:cxn>
                <a:cxn ang="0">
                  <a:pos x="152" y="0"/>
                </a:cxn>
                <a:cxn ang="0">
                  <a:pos x="405" y="0"/>
                </a:cxn>
                <a:cxn ang="0">
                  <a:pos x="426" y="12"/>
                </a:cxn>
                <a:cxn ang="0">
                  <a:pos x="552" y="231"/>
                </a:cxn>
                <a:cxn ang="0">
                  <a:pos x="552" y="256"/>
                </a:cxn>
              </a:cxnLst>
              <a:rect l="0" t="0" r="r" b="b"/>
              <a:pathLst>
                <a:path w="557" h="487">
                  <a:moveTo>
                    <a:pt x="552" y="256"/>
                  </a:moveTo>
                  <a:cubicBezTo>
                    <a:pt x="426" y="475"/>
                    <a:pt x="426" y="475"/>
                    <a:pt x="426" y="475"/>
                  </a:cubicBezTo>
                  <a:cubicBezTo>
                    <a:pt x="422" y="482"/>
                    <a:pt x="414" y="487"/>
                    <a:pt x="405" y="487"/>
                  </a:cubicBezTo>
                  <a:cubicBezTo>
                    <a:pt x="152" y="487"/>
                    <a:pt x="152" y="487"/>
                    <a:pt x="152" y="487"/>
                  </a:cubicBezTo>
                  <a:cubicBezTo>
                    <a:pt x="143" y="487"/>
                    <a:pt x="136" y="482"/>
                    <a:pt x="131" y="475"/>
                  </a:cubicBezTo>
                  <a:cubicBezTo>
                    <a:pt x="5" y="256"/>
                    <a:pt x="5" y="256"/>
                    <a:pt x="5" y="256"/>
                  </a:cubicBezTo>
                  <a:cubicBezTo>
                    <a:pt x="0" y="248"/>
                    <a:pt x="0" y="239"/>
                    <a:pt x="5" y="231"/>
                  </a:cubicBezTo>
                  <a:cubicBezTo>
                    <a:pt x="131" y="12"/>
                    <a:pt x="131" y="12"/>
                    <a:pt x="131" y="12"/>
                  </a:cubicBezTo>
                  <a:cubicBezTo>
                    <a:pt x="136" y="5"/>
                    <a:pt x="143" y="0"/>
                    <a:pt x="152" y="0"/>
                  </a:cubicBezTo>
                  <a:cubicBezTo>
                    <a:pt x="405" y="0"/>
                    <a:pt x="405" y="0"/>
                    <a:pt x="405" y="0"/>
                  </a:cubicBezTo>
                  <a:cubicBezTo>
                    <a:pt x="414" y="0"/>
                    <a:pt x="422" y="5"/>
                    <a:pt x="426" y="12"/>
                  </a:cubicBezTo>
                  <a:cubicBezTo>
                    <a:pt x="552" y="231"/>
                    <a:pt x="552" y="231"/>
                    <a:pt x="552" y="231"/>
                  </a:cubicBezTo>
                  <a:cubicBezTo>
                    <a:pt x="557" y="239"/>
                    <a:pt x="557" y="248"/>
                    <a:pt x="552" y="256"/>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676" name="Freeform 556"/>
            <p:cNvSpPr>
              <a:spLocks noEditPoints="1"/>
            </p:cNvSpPr>
            <p:nvPr/>
          </p:nvSpPr>
          <p:spPr bwMode="auto">
            <a:xfrm>
              <a:off x="4017533" y="804491"/>
              <a:ext cx="1222283" cy="1071213"/>
            </a:xfrm>
            <a:custGeom>
              <a:avLst/>
              <a:gdLst/>
              <a:ahLst/>
              <a:cxnLst>
                <a:cxn ang="0">
                  <a:pos x="407" y="495"/>
                </a:cxn>
                <a:cxn ang="0">
                  <a:pos x="158" y="495"/>
                </a:cxn>
                <a:cxn ang="0">
                  <a:pos x="130" y="479"/>
                </a:cxn>
                <a:cxn ang="0">
                  <a:pos x="6" y="264"/>
                </a:cxn>
                <a:cxn ang="0">
                  <a:pos x="6" y="231"/>
                </a:cxn>
                <a:cxn ang="0">
                  <a:pos x="130" y="16"/>
                </a:cxn>
                <a:cxn ang="0">
                  <a:pos x="158" y="0"/>
                </a:cxn>
                <a:cxn ang="0">
                  <a:pos x="407" y="0"/>
                </a:cxn>
                <a:cxn ang="0">
                  <a:pos x="435" y="16"/>
                </a:cxn>
                <a:cxn ang="0">
                  <a:pos x="559" y="231"/>
                </a:cxn>
                <a:cxn ang="0">
                  <a:pos x="559" y="264"/>
                </a:cxn>
                <a:cxn ang="0">
                  <a:pos x="435" y="479"/>
                </a:cxn>
                <a:cxn ang="0">
                  <a:pos x="407" y="495"/>
                </a:cxn>
                <a:cxn ang="0">
                  <a:pos x="158" y="9"/>
                </a:cxn>
                <a:cxn ang="0">
                  <a:pos x="138" y="21"/>
                </a:cxn>
                <a:cxn ang="0">
                  <a:pos x="14" y="236"/>
                </a:cxn>
                <a:cxn ang="0">
                  <a:pos x="14" y="259"/>
                </a:cxn>
                <a:cxn ang="0">
                  <a:pos x="138" y="474"/>
                </a:cxn>
                <a:cxn ang="0">
                  <a:pos x="158" y="486"/>
                </a:cxn>
                <a:cxn ang="0">
                  <a:pos x="407" y="486"/>
                </a:cxn>
                <a:cxn ang="0">
                  <a:pos x="427" y="474"/>
                </a:cxn>
                <a:cxn ang="0">
                  <a:pos x="551" y="259"/>
                </a:cxn>
                <a:cxn ang="0">
                  <a:pos x="551" y="236"/>
                </a:cxn>
                <a:cxn ang="0">
                  <a:pos x="427" y="21"/>
                </a:cxn>
                <a:cxn ang="0">
                  <a:pos x="407" y="9"/>
                </a:cxn>
                <a:cxn ang="0">
                  <a:pos x="158" y="9"/>
                </a:cxn>
              </a:cxnLst>
              <a:rect l="0" t="0" r="r" b="b"/>
              <a:pathLst>
                <a:path w="565" h="495">
                  <a:moveTo>
                    <a:pt x="407" y="495"/>
                  </a:moveTo>
                  <a:cubicBezTo>
                    <a:pt x="158" y="495"/>
                    <a:pt x="158" y="495"/>
                    <a:pt x="158" y="495"/>
                  </a:cubicBezTo>
                  <a:cubicBezTo>
                    <a:pt x="147" y="495"/>
                    <a:pt x="136" y="489"/>
                    <a:pt x="130" y="479"/>
                  </a:cubicBezTo>
                  <a:cubicBezTo>
                    <a:pt x="6" y="264"/>
                    <a:pt x="6" y="264"/>
                    <a:pt x="6" y="264"/>
                  </a:cubicBezTo>
                  <a:cubicBezTo>
                    <a:pt x="0" y="254"/>
                    <a:pt x="0" y="241"/>
                    <a:pt x="6" y="231"/>
                  </a:cubicBezTo>
                  <a:cubicBezTo>
                    <a:pt x="130" y="16"/>
                    <a:pt x="130" y="16"/>
                    <a:pt x="130" y="16"/>
                  </a:cubicBezTo>
                  <a:cubicBezTo>
                    <a:pt x="136" y="6"/>
                    <a:pt x="147" y="0"/>
                    <a:pt x="158" y="0"/>
                  </a:cubicBezTo>
                  <a:cubicBezTo>
                    <a:pt x="407" y="0"/>
                    <a:pt x="407" y="0"/>
                    <a:pt x="407" y="0"/>
                  </a:cubicBezTo>
                  <a:cubicBezTo>
                    <a:pt x="418" y="0"/>
                    <a:pt x="429" y="6"/>
                    <a:pt x="435" y="16"/>
                  </a:cubicBezTo>
                  <a:cubicBezTo>
                    <a:pt x="559" y="231"/>
                    <a:pt x="559" y="231"/>
                    <a:pt x="559" y="231"/>
                  </a:cubicBezTo>
                  <a:cubicBezTo>
                    <a:pt x="565" y="241"/>
                    <a:pt x="565" y="254"/>
                    <a:pt x="559" y="264"/>
                  </a:cubicBezTo>
                  <a:cubicBezTo>
                    <a:pt x="435" y="479"/>
                    <a:pt x="435" y="479"/>
                    <a:pt x="435" y="479"/>
                  </a:cubicBezTo>
                  <a:cubicBezTo>
                    <a:pt x="429" y="489"/>
                    <a:pt x="418" y="495"/>
                    <a:pt x="407" y="495"/>
                  </a:cubicBezTo>
                  <a:close/>
                  <a:moveTo>
                    <a:pt x="158" y="9"/>
                  </a:moveTo>
                  <a:cubicBezTo>
                    <a:pt x="150" y="9"/>
                    <a:pt x="142" y="14"/>
                    <a:pt x="138" y="21"/>
                  </a:cubicBezTo>
                  <a:cubicBezTo>
                    <a:pt x="14" y="236"/>
                    <a:pt x="14" y="236"/>
                    <a:pt x="14" y="236"/>
                  </a:cubicBezTo>
                  <a:cubicBezTo>
                    <a:pt x="10" y="243"/>
                    <a:pt x="10" y="252"/>
                    <a:pt x="14" y="259"/>
                  </a:cubicBezTo>
                  <a:cubicBezTo>
                    <a:pt x="138" y="474"/>
                    <a:pt x="138" y="474"/>
                    <a:pt x="138" y="474"/>
                  </a:cubicBezTo>
                  <a:cubicBezTo>
                    <a:pt x="142" y="481"/>
                    <a:pt x="150" y="486"/>
                    <a:pt x="158" y="486"/>
                  </a:cubicBezTo>
                  <a:cubicBezTo>
                    <a:pt x="407" y="486"/>
                    <a:pt x="407" y="486"/>
                    <a:pt x="407" y="486"/>
                  </a:cubicBezTo>
                  <a:cubicBezTo>
                    <a:pt x="415" y="486"/>
                    <a:pt x="423" y="481"/>
                    <a:pt x="427" y="474"/>
                  </a:cubicBezTo>
                  <a:cubicBezTo>
                    <a:pt x="551" y="259"/>
                    <a:pt x="551" y="259"/>
                    <a:pt x="551" y="259"/>
                  </a:cubicBezTo>
                  <a:cubicBezTo>
                    <a:pt x="555" y="252"/>
                    <a:pt x="555" y="243"/>
                    <a:pt x="551" y="236"/>
                  </a:cubicBezTo>
                  <a:cubicBezTo>
                    <a:pt x="427" y="21"/>
                    <a:pt x="427" y="21"/>
                    <a:pt x="427" y="21"/>
                  </a:cubicBezTo>
                  <a:cubicBezTo>
                    <a:pt x="423" y="14"/>
                    <a:pt x="415" y="9"/>
                    <a:pt x="407" y="9"/>
                  </a:cubicBezTo>
                  <a:lnTo>
                    <a:pt x="158" y="9"/>
                  </a:lnTo>
                  <a:close/>
                </a:path>
              </a:pathLst>
            </a:custGeom>
            <a:solidFill>
              <a:srgbClr val="273045"/>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677" name="Freeform 557"/>
            <p:cNvSpPr>
              <a:spLocks/>
            </p:cNvSpPr>
            <p:nvPr/>
          </p:nvSpPr>
          <p:spPr bwMode="auto">
            <a:xfrm>
              <a:off x="4158530" y="928092"/>
              <a:ext cx="940288" cy="824011"/>
            </a:xfrm>
            <a:custGeom>
              <a:avLst/>
              <a:gdLst/>
              <a:ahLst/>
              <a:cxnLst>
                <a:cxn ang="0">
                  <a:pos x="430" y="205"/>
                </a:cxn>
                <a:cxn ang="0">
                  <a:pos x="336" y="367"/>
                </a:cxn>
                <a:cxn ang="0">
                  <a:pos x="311" y="381"/>
                </a:cxn>
                <a:cxn ang="0">
                  <a:pos x="124" y="381"/>
                </a:cxn>
                <a:cxn ang="0">
                  <a:pos x="99" y="367"/>
                </a:cxn>
                <a:cxn ang="0">
                  <a:pos x="5" y="205"/>
                </a:cxn>
                <a:cxn ang="0">
                  <a:pos x="5" y="176"/>
                </a:cxn>
                <a:cxn ang="0">
                  <a:pos x="99" y="14"/>
                </a:cxn>
                <a:cxn ang="0">
                  <a:pos x="124" y="0"/>
                </a:cxn>
                <a:cxn ang="0">
                  <a:pos x="311" y="0"/>
                </a:cxn>
                <a:cxn ang="0">
                  <a:pos x="336" y="14"/>
                </a:cxn>
                <a:cxn ang="0">
                  <a:pos x="430" y="176"/>
                </a:cxn>
                <a:cxn ang="0">
                  <a:pos x="430" y="205"/>
                </a:cxn>
              </a:cxnLst>
              <a:rect l="0" t="0" r="r" b="b"/>
              <a:pathLst>
                <a:path w="435" h="381">
                  <a:moveTo>
                    <a:pt x="430" y="205"/>
                  </a:moveTo>
                  <a:cubicBezTo>
                    <a:pt x="336" y="367"/>
                    <a:pt x="336" y="367"/>
                    <a:pt x="336" y="367"/>
                  </a:cubicBezTo>
                  <a:cubicBezTo>
                    <a:pt x="331" y="376"/>
                    <a:pt x="322" y="381"/>
                    <a:pt x="311" y="381"/>
                  </a:cubicBezTo>
                  <a:cubicBezTo>
                    <a:pt x="124" y="381"/>
                    <a:pt x="124" y="381"/>
                    <a:pt x="124" y="381"/>
                  </a:cubicBezTo>
                  <a:cubicBezTo>
                    <a:pt x="114" y="381"/>
                    <a:pt x="104" y="376"/>
                    <a:pt x="99" y="367"/>
                  </a:cubicBezTo>
                  <a:cubicBezTo>
                    <a:pt x="5" y="205"/>
                    <a:pt x="5" y="205"/>
                    <a:pt x="5" y="205"/>
                  </a:cubicBezTo>
                  <a:cubicBezTo>
                    <a:pt x="0" y="196"/>
                    <a:pt x="0" y="185"/>
                    <a:pt x="5" y="176"/>
                  </a:cubicBezTo>
                  <a:cubicBezTo>
                    <a:pt x="99" y="14"/>
                    <a:pt x="99" y="14"/>
                    <a:pt x="99" y="14"/>
                  </a:cubicBezTo>
                  <a:cubicBezTo>
                    <a:pt x="104" y="5"/>
                    <a:pt x="114" y="0"/>
                    <a:pt x="124" y="0"/>
                  </a:cubicBezTo>
                  <a:cubicBezTo>
                    <a:pt x="311" y="0"/>
                    <a:pt x="311" y="0"/>
                    <a:pt x="311" y="0"/>
                  </a:cubicBezTo>
                  <a:cubicBezTo>
                    <a:pt x="322" y="0"/>
                    <a:pt x="331" y="5"/>
                    <a:pt x="336" y="14"/>
                  </a:cubicBezTo>
                  <a:cubicBezTo>
                    <a:pt x="430" y="176"/>
                    <a:pt x="430" y="176"/>
                    <a:pt x="430" y="176"/>
                  </a:cubicBezTo>
                  <a:cubicBezTo>
                    <a:pt x="435" y="185"/>
                    <a:pt x="435" y="196"/>
                    <a:pt x="430" y="205"/>
                  </a:cubicBezTo>
                  <a:close/>
                </a:path>
              </a:pathLst>
            </a:custGeom>
            <a:solidFill>
              <a:srgbClr val="273045"/>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678" name="Freeform 558"/>
            <p:cNvSpPr>
              <a:spLocks noEditPoints="1"/>
            </p:cNvSpPr>
            <p:nvPr/>
          </p:nvSpPr>
          <p:spPr bwMode="auto">
            <a:xfrm>
              <a:off x="4441441" y="1135925"/>
              <a:ext cx="376298" cy="406512"/>
            </a:xfrm>
            <a:custGeom>
              <a:avLst/>
              <a:gdLst/>
              <a:ahLst/>
              <a:cxnLst>
                <a:cxn ang="0">
                  <a:pos x="170" y="174"/>
                </a:cxn>
                <a:cxn ang="0">
                  <a:pos x="157" y="185"/>
                </a:cxn>
                <a:cxn ang="0">
                  <a:pos x="143" y="184"/>
                </a:cxn>
                <a:cxn ang="0">
                  <a:pos x="114" y="149"/>
                </a:cxn>
                <a:cxn ang="0">
                  <a:pos x="115" y="135"/>
                </a:cxn>
                <a:cxn ang="0">
                  <a:pos x="104" y="122"/>
                </a:cxn>
                <a:cxn ang="0">
                  <a:pos x="22" y="110"/>
                </a:cxn>
                <a:cxn ang="0">
                  <a:pos x="30" y="22"/>
                </a:cxn>
                <a:cxn ang="0">
                  <a:pos x="118" y="29"/>
                </a:cxn>
                <a:cxn ang="0">
                  <a:pos x="117" y="111"/>
                </a:cxn>
                <a:cxn ang="0">
                  <a:pos x="128" y="124"/>
                </a:cxn>
                <a:cxn ang="0">
                  <a:pos x="141" y="125"/>
                </a:cxn>
                <a:cxn ang="0">
                  <a:pos x="171" y="160"/>
                </a:cxn>
                <a:cxn ang="0">
                  <a:pos x="170" y="174"/>
                </a:cxn>
                <a:cxn ang="0">
                  <a:pos x="118" y="139"/>
                </a:cxn>
                <a:cxn ang="0">
                  <a:pos x="117" y="146"/>
                </a:cxn>
                <a:cxn ang="0">
                  <a:pos x="147" y="180"/>
                </a:cxn>
                <a:cxn ang="0">
                  <a:pos x="154" y="181"/>
                </a:cxn>
                <a:cxn ang="0">
                  <a:pos x="167" y="170"/>
                </a:cxn>
                <a:cxn ang="0">
                  <a:pos x="167" y="163"/>
                </a:cxn>
                <a:cxn ang="0">
                  <a:pos x="137" y="128"/>
                </a:cxn>
                <a:cxn ang="0">
                  <a:pos x="127" y="131"/>
                </a:cxn>
                <a:cxn ang="0">
                  <a:pos x="110" y="111"/>
                </a:cxn>
                <a:cxn ang="0">
                  <a:pos x="127" y="61"/>
                </a:cxn>
                <a:cxn ang="0">
                  <a:pos x="114" y="32"/>
                </a:cxn>
                <a:cxn ang="0">
                  <a:pos x="33" y="26"/>
                </a:cxn>
                <a:cxn ang="0">
                  <a:pos x="26" y="107"/>
                </a:cxn>
                <a:cxn ang="0">
                  <a:pos x="73" y="127"/>
                </a:cxn>
                <a:cxn ang="0">
                  <a:pos x="104" y="116"/>
                </a:cxn>
                <a:cxn ang="0">
                  <a:pos x="121" y="136"/>
                </a:cxn>
                <a:cxn ang="0">
                  <a:pos x="118" y="139"/>
                </a:cxn>
              </a:cxnLst>
              <a:rect l="0" t="0" r="r" b="b"/>
              <a:pathLst>
                <a:path w="174" h="188">
                  <a:moveTo>
                    <a:pt x="170" y="174"/>
                  </a:moveTo>
                  <a:cubicBezTo>
                    <a:pt x="157" y="185"/>
                    <a:pt x="157" y="185"/>
                    <a:pt x="157" y="185"/>
                  </a:cubicBezTo>
                  <a:cubicBezTo>
                    <a:pt x="153" y="188"/>
                    <a:pt x="147" y="188"/>
                    <a:pt x="143" y="184"/>
                  </a:cubicBezTo>
                  <a:cubicBezTo>
                    <a:pt x="114" y="149"/>
                    <a:pt x="114" y="149"/>
                    <a:pt x="114" y="149"/>
                  </a:cubicBezTo>
                  <a:cubicBezTo>
                    <a:pt x="110" y="145"/>
                    <a:pt x="111" y="139"/>
                    <a:pt x="115" y="135"/>
                  </a:cubicBezTo>
                  <a:cubicBezTo>
                    <a:pt x="104" y="122"/>
                    <a:pt x="104" y="122"/>
                    <a:pt x="104" y="122"/>
                  </a:cubicBezTo>
                  <a:cubicBezTo>
                    <a:pt x="77" y="139"/>
                    <a:pt x="43" y="134"/>
                    <a:pt x="22" y="110"/>
                  </a:cubicBezTo>
                  <a:cubicBezTo>
                    <a:pt x="0" y="84"/>
                    <a:pt x="3" y="44"/>
                    <a:pt x="30" y="22"/>
                  </a:cubicBezTo>
                  <a:cubicBezTo>
                    <a:pt x="56" y="0"/>
                    <a:pt x="96" y="3"/>
                    <a:pt x="118" y="29"/>
                  </a:cubicBezTo>
                  <a:cubicBezTo>
                    <a:pt x="138" y="53"/>
                    <a:pt x="138" y="88"/>
                    <a:pt x="117" y="111"/>
                  </a:cubicBezTo>
                  <a:cubicBezTo>
                    <a:pt x="128" y="124"/>
                    <a:pt x="128" y="124"/>
                    <a:pt x="128" y="124"/>
                  </a:cubicBezTo>
                  <a:cubicBezTo>
                    <a:pt x="132" y="121"/>
                    <a:pt x="138" y="121"/>
                    <a:pt x="141" y="125"/>
                  </a:cubicBezTo>
                  <a:cubicBezTo>
                    <a:pt x="171" y="160"/>
                    <a:pt x="171" y="160"/>
                    <a:pt x="171" y="160"/>
                  </a:cubicBezTo>
                  <a:cubicBezTo>
                    <a:pt x="174" y="164"/>
                    <a:pt x="174" y="170"/>
                    <a:pt x="170" y="174"/>
                  </a:cubicBezTo>
                  <a:close/>
                  <a:moveTo>
                    <a:pt x="118" y="139"/>
                  </a:moveTo>
                  <a:cubicBezTo>
                    <a:pt x="116" y="141"/>
                    <a:pt x="115" y="143"/>
                    <a:pt x="117" y="146"/>
                  </a:cubicBezTo>
                  <a:cubicBezTo>
                    <a:pt x="147" y="180"/>
                    <a:pt x="147" y="180"/>
                    <a:pt x="147" y="180"/>
                  </a:cubicBezTo>
                  <a:cubicBezTo>
                    <a:pt x="149" y="182"/>
                    <a:pt x="152" y="183"/>
                    <a:pt x="154" y="181"/>
                  </a:cubicBezTo>
                  <a:cubicBezTo>
                    <a:pt x="167" y="170"/>
                    <a:pt x="167" y="170"/>
                    <a:pt x="167" y="170"/>
                  </a:cubicBezTo>
                  <a:cubicBezTo>
                    <a:pt x="169" y="168"/>
                    <a:pt x="169" y="165"/>
                    <a:pt x="167" y="163"/>
                  </a:cubicBezTo>
                  <a:cubicBezTo>
                    <a:pt x="167" y="163"/>
                    <a:pt x="138" y="129"/>
                    <a:pt x="137" y="128"/>
                  </a:cubicBezTo>
                  <a:cubicBezTo>
                    <a:pt x="134" y="125"/>
                    <a:pt x="130" y="129"/>
                    <a:pt x="127" y="131"/>
                  </a:cubicBezTo>
                  <a:cubicBezTo>
                    <a:pt x="110" y="111"/>
                    <a:pt x="110" y="111"/>
                    <a:pt x="110" y="111"/>
                  </a:cubicBezTo>
                  <a:cubicBezTo>
                    <a:pt x="123" y="97"/>
                    <a:pt x="130" y="80"/>
                    <a:pt x="127" y="61"/>
                  </a:cubicBezTo>
                  <a:cubicBezTo>
                    <a:pt x="126" y="50"/>
                    <a:pt x="121" y="40"/>
                    <a:pt x="114" y="32"/>
                  </a:cubicBezTo>
                  <a:cubicBezTo>
                    <a:pt x="94" y="8"/>
                    <a:pt x="57" y="5"/>
                    <a:pt x="33" y="26"/>
                  </a:cubicBezTo>
                  <a:cubicBezTo>
                    <a:pt x="9" y="46"/>
                    <a:pt x="6" y="83"/>
                    <a:pt x="26" y="107"/>
                  </a:cubicBezTo>
                  <a:cubicBezTo>
                    <a:pt x="38" y="120"/>
                    <a:pt x="55" y="128"/>
                    <a:pt x="73" y="127"/>
                  </a:cubicBezTo>
                  <a:cubicBezTo>
                    <a:pt x="84" y="127"/>
                    <a:pt x="95" y="122"/>
                    <a:pt x="104" y="116"/>
                  </a:cubicBezTo>
                  <a:cubicBezTo>
                    <a:pt x="121" y="136"/>
                    <a:pt x="121" y="136"/>
                    <a:pt x="121" y="136"/>
                  </a:cubicBezTo>
                  <a:cubicBezTo>
                    <a:pt x="120" y="137"/>
                    <a:pt x="119" y="138"/>
                    <a:pt x="118" y="139"/>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sp>
          <p:nvSpPr>
            <p:cNvPr id="5679" name="Freeform 559"/>
            <p:cNvSpPr>
              <a:spLocks noEditPoints="1"/>
            </p:cNvSpPr>
            <p:nvPr/>
          </p:nvSpPr>
          <p:spPr bwMode="auto">
            <a:xfrm>
              <a:off x="4519264" y="1218327"/>
              <a:ext cx="149238" cy="131842"/>
            </a:xfrm>
            <a:custGeom>
              <a:avLst/>
              <a:gdLst/>
              <a:ahLst/>
              <a:cxnLst>
                <a:cxn ang="0">
                  <a:pos x="60" y="11"/>
                </a:cxn>
                <a:cxn ang="0">
                  <a:pos x="50" y="11"/>
                </a:cxn>
                <a:cxn ang="0">
                  <a:pos x="49" y="2"/>
                </a:cxn>
                <a:cxn ang="0">
                  <a:pos x="45" y="0"/>
                </a:cxn>
                <a:cxn ang="0">
                  <a:pos x="25" y="0"/>
                </a:cxn>
                <a:cxn ang="0">
                  <a:pos x="20" y="2"/>
                </a:cxn>
                <a:cxn ang="0">
                  <a:pos x="20" y="11"/>
                </a:cxn>
                <a:cxn ang="0">
                  <a:pos x="8" y="11"/>
                </a:cxn>
                <a:cxn ang="0">
                  <a:pos x="0" y="19"/>
                </a:cxn>
                <a:cxn ang="0">
                  <a:pos x="0" y="53"/>
                </a:cxn>
                <a:cxn ang="0">
                  <a:pos x="8" y="61"/>
                </a:cxn>
                <a:cxn ang="0">
                  <a:pos x="60" y="61"/>
                </a:cxn>
                <a:cxn ang="0">
                  <a:pos x="69" y="53"/>
                </a:cxn>
                <a:cxn ang="0">
                  <a:pos x="69" y="19"/>
                </a:cxn>
                <a:cxn ang="0">
                  <a:pos x="60" y="11"/>
                </a:cxn>
                <a:cxn ang="0">
                  <a:pos x="25" y="5"/>
                </a:cxn>
                <a:cxn ang="0">
                  <a:pos x="45" y="5"/>
                </a:cxn>
                <a:cxn ang="0">
                  <a:pos x="45" y="11"/>
                </a:cxn>
                <a:cxn ang="0">
                  <a:pos x="24" y="11"/>
                </a:cxn>
                <a:cxn ang="0">
                  <a:pos x="25" y="5"/>
                </a:cxn>
                <a:cxn ang="0">
                  <a:pos x="8" y="15"/>
                </a:cxn>
                <a:cxn ang="0">
                  <a:pos x="60" y="15"/>
                </a:cxn>
                <a:cxn ang="0">
                  <a:pos x="64" y="19"/>
                </a:cxn>
                <a:cxn ang="0">
                  <a:pos x="64" y="32"/>
                </a:cxn>
                <a:cxn ang="0">
                  <a:pos x="40" y="32"/>
                </a:cxn>
                <a:cxn ang="0">
                  <a:pos x="39" y="36"/>
                </a:cxn>
                <a:cxn ang="0">
                  <a:pos x="34" y="38"/>
                </a:cxn>
                <a:cxn ang="0">
                  <a:pos x="28" y="32"/>
                </a:cxn>
                <a:cxn ang="0">
                  <a:pos x="5" y="32"/>
                </a:cxn>
                <a:cxn ang="0">
                  <a:pos x="5" y="19"/>
                </a:cxn>
                <a:cxn ang="0">
                  <a:pos x="8" y="15"/>
                </a:cxn>
                <a:cxn ang="0">
                  <a:pos x="60" y="57"/>
                </a:cxn>
                <a:cxn ang="0">
                  <a:pos x="8" y="57"/>
                </a:cxn>
                <a:cxn ang="0">
                  <a:pos x="5" y="53"/>
                </a:cxn>
                <a:cxn ang="0">
                  <a:pos x="5" y="36"/>
                </a:cxn>
                <a:cxn ang="0">
                  <a:pos x="24" y="36"/>
                </a:cxn>
                <a:cxn ang="0">
                  <a:pos x="34" y="43"/>
                </a:cxn>
                <a:cxn ang="0">
                  <a:pos x="44" y="36"/>
                </a:cxn>
                <a:cxn ang="0">
                  <a:pos x="64" y="36"/>
                </a:cxn>
                <a:cxn ang="0">
                  <a:pos x="64" y="53"/>
                </a:cxn>
                <a:cxn ang="0">
                  <a:pos x="60" y="57"/>
                </a:cxn>
              </a:cxnLst>
              <a:rect l="0" t="0" r="r" b="b"/>
              <a:pathLst>
                <a:path w="69" h="61">
                  <a:moveTo>
                    <a:pt x="60" y="11"/>
                  </a:moveTo>
                  <a:cubicBezTo>
                    <a:pt x="50" y="11"/>
                    <a:pt x="50" y="11"/>
                    <a:pt x="50" y="11"/>
                  </a:cubicBezTo>
                  <a:cubicBezTo>
                    <a:pt x="51" y="8"/>
                    <a:pt x="51" y="5"/>
                    <a:pt x="49" y="2"/>
                  </a:cubicBezTo>
                  <a:cubicBezTo>
                    <a:pt x="49" y="2"/>
                    <a:pt x="47" y="0"/>
                    <a:pt x="45" y="0"/>
                  </a:cubicBezTo>
                  <a:cubicBezTo>
                    <a:pt x="25" y="0"/>
                    <a:pt x="25" y="0"/>
                    <a:pt x="25" y="0"/>
                  </a:cubicBezTo>
                  <a:cubicBezTo>
                    <a:pt x="22" y="0"/>
                    <a:pt x="21" y="2"/>
                    <a:pt x="20" y="2"/>
                  </a:cubicBezTo>
                  <a:cubicBezTo>
                    <a:pt x="19" y="5"/>
                    <a:pt x="19" y="8"/>
                    <a:pt x="20" y="11"/>
                  </a:cubicBezTo>
                  <a:cubicBezTo>
                    <a:pt x="8" y="11"/>
                    <a:pt x="8" y="11"/>
                    <a:pt x="8" y="11"/>
                  </a:cubicBezTo>
                  <a:cubicBezTo>
                    <a:pt x="3" y="11"/>
                    <a:pt x="0" y="14"/>
                    <a:pt x="0" y="19"/>
                  </a:cubicBezTo>
                  <a:cubicBezTo>
                    <a:pt x="0" y="53"/>
                    <a:pt x="0" y="53"/>
                    <a:pt x="0" y="53"/>
                  </a:cubicBezTo>
                  <a:cubicBezTo>
                    <a:pt x="0" y="58"/>
                    <a:pt x="3" y="61"/>
                    <a:pt x="8" y="61"/>
                  </a:cubicBezTo>
                  <a:cubicBezTo>
                    <a:pt x="60" y="61"/>
                    <a:pt x="60" y="61"/>
                    <a:pt x="60" y="61"/>
                  </a:cubicBezTo>
                  <a:cubicBezTo>
                    <a:pt x="65" y="61"/>
                    <a:pt x="69" y="58"/>
                    <a:pt x="69" y="53"/>
                  </a:cubicBezTo>
                  <a:cubicBezTo>
                    <a:pt x="69" y="19"/>
                    <a:pt x="69" y="19"/>
                    <a:pt x="69" y="19"/>
                  </a:cubicBezTo>
                  <a:cubicBezTo>
                    <a:pt x="69" y="14"/>
                    <a:pt x="65" y="11"/>
                    <a:pt x="60" y="11"/>
                  </a:cubicBezTo>
                  <a:close/>
                  <a:moveTo>
                    <a:pt x="25" y="5"/>
                  </a:moveTo>
                  <a:cubicBezTo>
                    <a:pt x="25" y="5"/>
                    <a:pt x="45" y="5"/>
                    <a:pt x="45" y="5"/>
                  </a:cubicBezTo>
                  <a:cubicBezTo>
                    <a:pt x="46" y="5"/>
                    <a:pt x="46" y="9"/>
                    <a:pt x="45" y="11"/>
                  </a:cubicBezTo>
                  <a:cubicBezTo>
                    <a:pt x="24" y="11"/>
                    <a:pt x="24" y="11"/>
                    <a:pt x="24" y="11"/>
                  </a:cubicBezTo>
                  <a:cubicBezTo>
                    <a:pt x="24" y="9"/>
                    <a:pt x="23" y="5"/>
                    <a:pt x="25" y="5"/>
                  </a:cubicBezTo>
                  <a:close/>
                  <a:moveTo>
                    <a:pt x="8" y="15"/>
                  </a:moveTo>
                  <a:cubicBezTo>
                    <a:pt x="60" y="15"/>
                    <a:pt x="60" y="15"/>
                    <a:pt x="60" y="15"/>
                  </a:cubicBezTo>
                  <a:cubicBezTo>
                    <a:pt x="62" y="15"/>
                    <a:pt x="64" y="17"/>
                    <a:pt x="64" y="19"/>
                  </a:cubicBezTo>
                  <a:cubicBezTo>
                    <a:pt x="64" y="32"/>
                    <a:pt x="64" y="32"/>
                    <a:pt x="64" y="32"/>
                  </a:cubicBezTo>
                  <a:cubicBezTo>
                    <a:pt x="40" y="32"/>
                    <a:pt x="40" y="32"/>
                    <a:pt x="40" y="32"/>
                  </a:cubicBezTo>
                  <a:cubicBezTo>
                    <a:pt x="40" y="34"/>
                    <a:pt x="39" y="35"/>
                    <a:pt x="39" y="36"/>
                  </a:cubicBezTo>
                  <a:cubicBezTo>
                    <a:pt x="37" y="37"/>
                    <a:pt x="36" y="38"/>
                    <a:pt x="34" y="38"/>
                  </a:cubicBezTo>
                  <a:cubicBezTo>
                    <a:pt x="31" y="38"/>
                    <a:pt x="28" y="36"/>
                    <a:pt x="28" y="32"/>
                  </a:cubicBezTo>
                  <a:cubicBezTo>
                    <a:pt x="5" y="32"/>
                    <a:pt x="5" y="32"/>
                    <a:pt x="5" y="32"/>
                  </a:cubicBezTo>
                  <a:cubicBezTo>
                    <a:pt x="5" y="19"/>
                    <a:pt x="5" y="19"/>
                    <a:pt x="5" y="19"/>
                  </a:cubicBezTo>
                  <a:cubicBezTo>
                    <a:pt x="5" y="17"/>
                    <a:pt x="6" y="15"/>
                    <a:pt x="8" y="15"/>
                  </a:cubicBezTo>
                  <a:close/>
                  <a:moveTo>
                    <a:pt x="60" y="57"/>
                  </a:moveTo>
                  <a:cubicBezTo>
                    <a:pt x="8" y="57"/>
                    <a:pt x="8" y="57"/>
                    <a:pt x="8" y="57"/>
                  </a:cubicBezTo>
                  <a:cubicBezTo>
                    <a:pt x="6" y="57"/>
                    <a:pt x="5" y="55"/>
                    <a:pt x="5" y="53"/>
                  </a:cubicBezTo>
                  <a:cubicBezTo>
                    <a:pt x="5" y="36"/>
                    <a:pt x="5" y="36"/>
                    <a:pt x="5" y="36"/>
                  </a:cubicBezTo>
                  <a:cubicBezTo>
                    <a:pt x="24" y="36"/>
                    <a:pt x="24" y="36"/>
                    <a:pt x="24" y="36"/>
                  </a:cubicBezTo>
                  <a:cubicBezTo>
                    <a:pt x="26" y="40"/>
                    <a:pt x="30" y="43"/>
                    <a:pt x="34" y="43"/>
                  </a:cubicBezTo>
                  <a:cubicBezTo>
                    <a:pt x="39" y="43"/>
                    <a:pt x="43" y="40"/>
                    <a:pt x="44" y="36"/>
                  </a:cubicBezTo>
                  <a:cubicBezTo>
                    <a:pt x="64" y="36"/>
                    <a:pt x="64" y="36"/>
                    <a:pt x="64" y="36"/>
                  </a:cubicBezTo>
                  <a:cubicBezTo>
                    <a:pt x="64" y="53"/>
                    <a:pt x="64" y="53"/>
                    <a:pt x="64" y="53"/>
                  </a:cubicBezTo>
                  <a:cubicBezTo>
                    <a:pt x="64" y="55"/>
                    <a:pt x="62" y="57"/>
                    <a:pt x="60" y="57"/>
                  </a:cubicBezTo>
                  <a:close/>
                </a:path>
              </a:pathLst>
            </a:custGeom>
            <a:solidFill>
              <a:srgbClr val="FFFFFF"/>
            </a:solidFill>
            <a:ln w="9525">
              <a:noFill/>
              <a:round/>
              <a:headEnd/>
              <a:tailEnd/>
            </a:ln>
          </p:spPr>
          <p:txBody>
            <a:bodyPr vert="horz" wrap="square" lIns="68580" tIns="34290" rIns="68580" bIns="34290" numCol="1" anchor="t" anchorCtr="0" compatLnSpc="1">
              <a:prstTxWarp prst="textNoShape">
                <a:avLst/>
              </a:prstTxWarp>
            </a:bodyPr>
            <a:lstStyle/>
            <a:p>
              <a:endParaRPr lang="zh-CN" altLang="en-US" sz="1350">
                <a:cs typeface="+mn-ea"/>
                <a:sym typeface="+mn-lt"/>
              </a:endParaRPr>
            </a:p>
          </p:txBody>
        </p:sp>
      </p:grpSp>
      <p:grpSp>
        <p:nvGrpSpPr>
          <p:cNvPr id="646" name="组合 645">
            <a:extLst>
              <a:ext uri="{FF2B5EF4-FFF2-40B4-BE49-F238E27FC236}">
                <a16:creationId xmlns:a16="http://schemas.microsoft.com/office/drawing/2014/main" id="{535D0CD3-9C65-403D-9072-C0C8B92C5A69}"/>
              </a:ext>
            </a:extLst>
          </p:cNvPr>
          <p:cNvGrpSpPr/>
          <p:nvPr/>
        </p:nvGrpSpPr>
        <p:grpSpPr>
          <a:xfrm rot="2181050">
            <a:off x="201564" y="224263"/>
            <a:ext cx="497939" cy="480855"/>
            <a:chOff x="1935287" y="2046176"/>
            <a:chExt cx="836513" cy="807813"/>
          </a:xfrm>
        </p:grpSpPr>
        <p:sp>
          <p:nvSpPr>
            <p:cNvPr id="647" name="矩形 646">
              <a:extLst>
                <a:ext uri="{FF2B5EF4-FFF2-40B4-BE49-F238E27FC236}">
                  <a16:creationId xmlns:a16="http://schemas.microsoft.com/office/drawing/2014/main" id="{0B9C8D7F-F4BD-4F5C-90F6-82E3E8979A29}"/>
                </a:ext>
              </a:extLst>
            </p:cNvPr>
            <p:cNvSpPr/>
            <p:nvPr/>
          </p:nvSpPr>
          <p:spPr>
            <a:xfrm rot="16200000">
              <a:off x="2676139" y="2171589"/>
              <a:ext cx="127547" cy="6377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648" name="组合 647">
              <a:extLst>
                <a:ext uri="{FF2B5EF4-FFF2-40B4-BE49-F238E27FC236}">
                  <a16:creationId xmlns:a16="http://schemas.microsoft.com/office/drawing/2014/main" id="{F5F44A21-F821-43D6-83BD-59490A9A53BA}"/>
                </a:ext>
              </a:extLst>
            </p:cNvPr>
            <p:cNvGrpSpPr/>
            <p:nvPr/>
          </p:nvGrpSpPr>
          <p:grpSpPr>
            <a:xfrm rot="18900000">
              <a:off x="1935287" y="2046176"/>
              <a:ext cx="710318" cy="807813"/>
              <a:chOff x="1935287" y="2046176"/>
              <a:chExt cx="710318" cy="807813"/>
            </a:xfrm>
          </p:grpSpPr>
          <p:sp>
            <p:nvSpPr>
              <p:cNvPr id="649" name="矩形 648">
                <a:extLst>
                  <a:ext uri="{FF2B5EF4-FFF2-40B4-BE49-F238E27FC236}">
                    <a16:creationId xmlns:a16="http://schemas.microsoft.com/office/drawing/2014/main" id="{3F32F654-095A-4C11-9391-87BAF1DC5345}"/>
                  </a:ext>
                </a:extLst>
              </p:cNvPr>
              <p:cNvSpPr/>
              <p:nvPr/>
            </p:nvSpPr>
            <p:spPr>
              <a:xfrm rot="18900000">
                <a:off x="1935287" y="2156715"/>
                <a:ext cx="324208" cy="3242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0" name="矩形 649">
                <a:extLst>
                  <a:ext uri="{FF2B5EF4-FFF2-40B4-BE49-F238E27FC236}">
                    <a16:creationId xmlns:a16="http://schemas.microsoft.com/office/drawing/2014/main" id="{FB09AC53-06A1-4FB7-A631-BEE1E80AE4B6}"/>
                  </a:ext>
                </a:extLst>
              </p:cNvPr>
              <p:cNvSpPr/>
              <p:nvPr/>
            </p:nvSpPr>
            <p:spPr>
              <a:xfrm rot="18900000">
                <a:off x="2363248" y="2361675"/>
                <a:ext cx="268739" cy="268739"/>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1" name="矩形 650">
                <a:extLst>
                  <a:ext uri="{FF2B5EF4-FFF2-40B4-BE49-F238E27FC236}">
                    <a16:creationId xmlns:a16="http://schemas.microsoft.com/office/drawing/2014/main" id="{06101733-D3D3-40D1-8859-8508531FD742}"/>
                  </a:ext>
                </a:extLst>
              </p:cNvPr>
              <p:cNvSpPr/>
              <p:nvPr/>
            </p:nvSpPr>
            <p:spPr>
              <a:xfrm rot="18900000">
                <a:off x="2273470" y="2294141"/>
                <a:ext cx="167263" cy="167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2" name="矩形 651">
                <a:extLst>
                  <a:ext uri="{FF2B5EF4-FFF2-40B4-BE49-F238E27FC236}">
                    <a16:creationId xmlns:a16="http://schemas.microsoft.com/office/drawing/2014/main" id="{74F71FF2-9706-4ADC-B262-A47026CB0B6A}"/>
                  </a:ext>
                </a:extLst>
              </p:cNvPr>
              <p:cNvSpPr/>
              <p:nvPr/>
            </p:nvSpPr>
            <p:spPr>
              <a:xfrm rot="18900000">
                <a:off x="2147249" y="2323299"/>
                <a:ext cx="289856" cy="2898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3" name="矩形 652">
                <a:extLst>
                  <a:ext uri="{FF2B5EF4-FFF2-40B4-BE49-F238E27FC236}">
                    <a16:creationId xmlns:a16="http://schemas.microsoft.com/office/drawing/2014/main" id="{07A063A7-5E2D-4B85-8243-D1FDF4F6CA8B}"/>
                  </a:ext>
                </a:extLst>
              </p:cNvPr>
              <p:cNvSpPr/>
              <p:nvPr/>
            </p:nvSpPr>
            <p:spPr>
              <a:xfrm rot="18900000">
                <a:off x="2124819" y="2380998"/>
                <a:ext cx="174458" cy="17445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4" name="矩形 653">
                <a:extLst>
                  <a:ext uri="{FF2B5EF4-FFF2-40B4-BE49-F238E27FC236}">
                    <a16:creationId xmlns:a16="http://schemas.microsoft.com/office/drawing/2014/main" id="{D105455F-3E4B-44D7-8117-812272AE9B8F}"/>
                  </a:ext>
                </a:extLst>
              </p:cNvPr>
              <p:cNvSpPr/>
              <p:nvPr/>
            </p:nvSpPr>
            <p:spPr>
              <a:xfrm rot="18900000">
                <a:off x="2272921" y="2046176"/>
                <a:ext cx="372684" cy="372684"/>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5" name="矩形 654">
                <a:extLst>
                  <a:ext uri="{FF2B5EF4-FFF2-40B4-BE49-F238E27FC236}">
                    <a16:creationId xmlns:a16="http://schemas.microsoft.com/office/drawing/2014/main" id="{3ED1D2FB-54A6-4AB1-B95A-ED11188638EC}"/>
                  </a:ext>
                </a:extLst>
              </p:cNvPr>
              <p:cNvSpPr/>
              <p:nvPr/>
            </p:nvSpPr>
            <p:spPr>
              <a:xfrm rot="18900000">
                <a:off x="2233710" y="2575444"/>
                <a:ext cx="278545" cy="2785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56" name="组合 655">
            <a:extLst>
              <a:ext uri="{FF2B5EF4-FFF2-40B4-BE49-F238E27FC236}">
                <a16:creationId xmlns:a16="http://schemas.microsoft.com/office/drawing/2014/main" id="{F99E179B-D6F7-46EA-9112-D1DE27ACCAED}"/>
              </a:ext>
            </a:extLst>
          </p:cNvPr>
          <p:cNvGrpSpPr/>
          <p:nvPr/>
        </p:nvGrpSpPr>
        <p:grpSpPr>
          <a:xfrm>
            <a:off x="8010071" y="4323214"/>
            <a:ext cx="845241" cy="620356"/>
            <a:chOff x="7789817" y="4257180"/>
            <a:chExt cx="845241" cy="620356"/>
          </a:xfrm>
        </p:grpSpPr>
        <p:grpSp>
          <p:nvGrpSpPr>
            <p:cNvPr id="657" name="组合 656">
              <a:extLst>
                <a:ext uri="{FF2B5EF4-FFF2-40B4-BE49-F238E27FC236}">
                  <a16:creationId xmlns:a16="http://schemas.microsoft.com/office/drawing/2014/main" id="{6AC999CB-5CB3-4AB8-83A1-30B29FFA6E7D}"/>
                </a:ext>
              </a:extLst>
            </p:cNvPr>
            <p:cNvGrpSpPr/>
            <p:nvPr/>
          </p:nvGrpSpPr>
          <p:grpSpPr>
            <a:xfrm>
              <a:off x="8306276" y="4330865"/>
              <a:ext cx="328782" cy="303293"/>
              <a:chOff x="8349677" y="4284250"/>
              <a:chExt cx="600042" cy="553523"/>
            </a:xfrm>
          </p:grpSpPr>
          <p:sp>
            <p:nvSpPr>
              <p:cNvPr id="661" name="矩形 660">
                <a:extLst>
                  <a:ext uri="{FF2B5EF4-FFF2-40B4-BE49-F238E27FC236}">
                    <a16:creationId xmlns:a16="http://schemas.microsoft.com/office/drawing/2014/main" id="{74EEFB9A-585D-4642-AA0D-5A18E79DDC11}"/>
                  </a:ext>
                </a:extLst>
              </p:cNvPr>
              <p:cNvSpPr/>
              <p:nvPr/>
            </p:nvSpPr>
            <p:spPr>
              <a:xfrm rot="18900000">
                <a:off x="8349677" y="4284250"/>
                <a:ext cx="272026" cy="272026"/>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62" name="矩形 661">
                <a:extLst>
                  <a:ext uri="{FF2B5EF4-FFF2-40B4-BE49-F238E27FC236}">
                    <a16:creationId xmlns:a16="http://schemas.microsoft.com/office/drawing/2014/main" id="{441443B6-886E-4762-9505-90D0FA7630FD}"/>
                  </a:ext>
                </a:extLst>
              </p:cNvPr>
              <p:cNvSpPr/>
              <p:nvPr/>
            </p:nvSpPr>
            <p:spPr>
              <a:xfrm rot="18900000">
                <a:off x="8724654" y="4612708"/>
                <a:ext cx="225065" cy="2250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58" name="矩形 657">
              <a:extLst>
                <a:ext uri="{FF2B5EF4-FFF2-40B4-BE49-F238E27FC236}">
                  <a16:creationId xmlns:a16="http://schemas.microsoft.com/office/drawing/2014/main" id="{35500DDC-424B-441F-B932-26BE6CD5D2DB}"/>
                </a:ext>
              </a:extLst>
            </p:cNvPr>
            <p:cNvSpPr/>
            <p:nvPr/>
          </p:nvSpPr>
          <p:spPr>
            <a:xfrm rot="8100000">
              <a:off x="7789817" y="4339105"/>
              <a:ext cx="264135" cy="2641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59" name="矩形 658">
              <a:extLst>
                <a:ext uri="{FF2B5EF4-FFF2-40B4-BE49-F238E27FC236}">
                  <a16:creationId xmlns:a16="http://schemas.microsoft.com/office/drawing/2014/main" id="{9A56BCBE-9D61-4737-8C23-1E4FECD2004C}"/>
                </a:ext>
              </a:extLst>
            </p:cNvPr>
            <p:cNvSpPr/>
            <p:nvPr/>
          </p:nvSpPr>
          <p:spPr>
            <a:xfrm rot="8100000">
              <a:off x="8102733" y="4745468"/>
              <a:ext cx="132068" cy="1320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60" name="矩形 659">
              <a:extLst>
                <a:ext uri="{FF2B5EF4-FFF2-40B4-BE49-F238E27FC236}">
                  <a16:creationId xmlns:a16="http://schemas.microsoft.com/office/drawing/2014/main" id="{D75A44CE-C705-44D8-9280-E91B33A38890}"/>
                </a:ext>
              </a:extLst>
            </p:cNvPr>
            <p:cNvSpPr/>
            <p:nvPr/>
          </p:nvSpPr>
          <p:spPr>
            <a:xfrm rot="8100000">
              <a:off x="7916345" y="4257180"/>
              <a:ext cx="132068" cy="132068"/>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663" name="TextBox 7">
            <a:extLst>
              <a:ext uri="{FF2B5EF4-FFF2-40B4-BE49-F238E27FC236}">
                <a16:creationId xmlns:a16="http://schemas.microsoft.com/office/drawing/2014/main" id="{747E5BBB-0740-484F-8AA8-8D785A99AA5B}"/>
              </a:ext>
            </a:extLst>
          </p:cNvPr>
          <p:cNvSpPr txBox="1"/>
          <p:nvPr/>
        </p:nvSpPr>
        <p:spPr>
          <a:xfrm>
            <a:off x="840296" y="185213"/>
            <a:ext cx="800219" cy="276999"/>
          </a:xfrm>
          <a:prstGeom prst="rect">
            <a:avLst/>
          </a:prstGeom>
          <a:noFill/>
        </p:spPr>
        <p:txBody>
          <a:bodyPr wrap="none" rtlCol="0">
            <a:spAutoFit/>
          </a:bodyPr>
          <a:lstStyle/>
          <a:p>
            <a:r>
              <a:rPr lang="zh-CN" altLang="en-US" sz="1200" b="1" dirty="0">
                <a:cs typeface="+mn-ea"/>
                <a:sym typeface="+mn-lt"/>
              </a:rPr>
              <a:t>具体需求</a:t>
            </a:r>
          </a:p>
        </p:txBody>
      </p:sp>
      <p:sp>
        <p:nvSpPr>
          <p:cNvPr id="664" name="TextBox 8">
            <a:extLst>
              <a:ext uri="{FF2B5EF4-FFF2-40B4-BE49-F238E27FC236}">
                <a16:creationId xmlns:a16="http://schemas.microsoft.com/office/drawing/2014/main" id="{28830D5C-867E-43EB-A3B6-399724B646D9}"/>
              </a:ext>
            </a:extLst>
          </p:cNvPr>
          <p:cNvSpPr txBox="1"/>
          <p:nvPr/>
        </p:nvSpPr>
        <p:spPr>
          <a:xfrm>
            <a:off x="840296" y="387528"/>
            <a:ext cx="1406154" cy="230832"/>
          </a:xfrm>
          <a:prstGeom prst="rect">
            <a:avLst/>
          </a:prstGeom>
          <a:noFill/>
        </p:spPr>
        <p:txBody>
          <a:bodyPr wrap="none" rtlCol="0">
            <a:spAutoFit/>
          </a:bodyPr>
          <a:lstStyle/>
          <a:p>
            <a:r>
              <a:rPr lang="en-US" altLang="zh-CN" sz="900" dirty="0">
                <a:cs typeface="+mn-ea"/>
                <a:sym typeface="+mn-lt"/>
              </a:rPr>
              <a:t>Specific Requirements</a:t>
            </a:r>
            <a:endParaRPr lang="zh-CN" altLang="en-US" sz="900" dirty="0">
              <a:cs typeface="+mn-ea"/>
              <a:sym typeface="+mn-lt"/>
            </a:endParaRPr>
          </a:p>
        </p:txBody>
      </p:sp>
      <p:pic>
        <p:nvPicPr>
          <p:cNvPr id="7" name="图片 6">
            <a:extLst>
              <a:ext uri="{FF2B5EF4-FFF2-40B4-BE49-F238E27FC236}">
                <a16:creationId xmlns:a16="http://schemas.microsoft.com/office/drawing/2014/main" id="{D8FF5E58-D8A9-A5E7-06A8-455F1CDAF3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419521"/>
            <a:ext cx="4026834" cy="3658437"/>
          </a:xfrm>
          <a:prstGeom prst="rect">
            <a:avLst/>
          </a:prstGeom>
        </p:spPr>
      </p:pic>
      <p:sp>
        <p:nvSpPr>
          <p:cNvPr id="10" name="TextBox 8">
            <a:extLst>
              <a:ext uri="{FF2B5EF4-FFF2-40B4-BE49-F238E27FC236}">
                <a16:creationId xmlns:a16="http://schemas.microsoft.com/office/drawing/2014/main" id="{1BEFE706-7AD6-BCFD-0F72-E50C9879F0A5}"/>
              </a:ext>
            </a:extLst>
          </p:cNvPr>
          <p:cNvSpPr txBox="1"/>
          <p:nvPr/>
        </p:nvSpPr>
        <p:spPr>
          <a:xfrm>
            <a:off x="1711192" y="953034"/>
            <a:ext cx="800219" cy="276999"/>
          </a:xfrm>
          <a:prstGeom prst="rect">
            <a:avLst/>
          </a:prstGeom>
          <a:noFill/>
        </p:spPr>
        <p:txBody>
          <a:bodyPr wrap="none" rtlCol="0">
            <a:spAutoFit/>
          </a:bodyPr>
          <a:lstStyle/>
          <a:p>
            <a:r>
              <a:rPr lang="zh-CN" altLang="en-US" sz="1200" b="1" dirty="0">
                <a:cs typeface="+mn-ea"/>
                <a:sym typeface="+mn-lt"/>
              </a:rPr>
              <a:t>账号管理</a:t>
            </a:r>
          </a:p>
        </p:txBody>
      </p:sp>
      <p:sp>
        <p:nvSpPr>
          <p:cNvPr id="15" name="TextBox 8">
            <a:extLst>
              <a:ext uri="{FF2B5EF4-FFF2-40B4-BE49-F238E27FC236}">
                <a16:creationId xmlns:a16="http://schemas.microsoft.com/office/drawing/2014/main" id="{88D6ACEC-ED59-5480-D908-F7D41A236BA3}"/>
              </a:ext>
            </a:extLst>
          </p:cNvPr>
          <p:cNvSpPr txBox="1"/>
          <p:nvPr/>
        </p:nvSpPr>
        <p:spPr>
          <a:xfrm>
            <a:off x="1711192" y="1594438"/>
            <a:ext cx="800219" cy="276999"/>
          </a:xfrm>
          <a:prstGeom prst="rect">
            <a:avLst/>
          </a:prstGeom>
          <a:noFill/>
        </p:spPr>
        <p:txBody>
          <a:bodyPr wrap="none" rtlCol="0">
            <a:spAutoFit/>
          </a:bodyPr>
          <a:lstStyle/>
          <a:p>
            <a:r>
              <a:rPr lang="zh-CN" altLang="en-US" sz="1200" b="1" dirty="0">
                <a:cs typeface="+mn-ea"/>
                <a:sym typeface="+mn-lt"/>
              </a:rPr>
              <a:t>路径规划</a:t>
            </a:r>
          </a:p>
        </p:txBody>
      </p:sp>
      <p:sp>
        <p:nvSpPr>
          <p:cNvPr id="16" name="TextBox 8">
            <a:extLst>
              <a:ext uri="{FF2B5EF4-FFF2-40B4-BE49-F238E27FC236}">
                <a16:creationId xmlns:a16="http://schemas.microsoft.com/office/drawing/2014/main" id="{B6A7C759-6662-F800-F7A4-0A6331C40B30}"/>
              </a:ext>
            </a:extLst>
          </p:cNvPr>
          <p:cNvSpPr txBox="1"/>
          <p:nvPr/>
        </p:nvSpPr>
        <p:spPr>
          <a:xfrm>
            <a:off x="1714869" y="2300420"/>
            <a:ext cx="646331" cy="276999"/>
          </a:xfrm>
          <a:prstGeom prst="rect">
            <a:avLst/>
          </a:prstGeom>
          <a:noFill/>
        </p:spPr>
        <p:txBody>
          <a:bodyPr wrap="none" rtlCol="0">
            <a:spAutoFit/>
          </a:bodyPr>
          <a:lstStyle/>
          <a:p>
            <a:r>
              <a:rPr lang="zh-CN" altLang="en-US" sz="1200" b="1" dirty="0">
                <a:cs typeface="+mn-ea"/>
                <a:sym typeface="+mn-lt"/>
              </a:rPr>
              <a:t>可视化</a:t>
            </a:r>
          </a:p>
        </p:txBody>
      </p:sp>
      <p:sp>
        <p:nvSpPr>
          <p:cNvPr id="17" name="TextBox 8">
            <a:extLst>
              <a:ext uri="{FF2B5EF4-FFF2-40B4-BE49-F238E27FC236}">
                <a16:creationId xmlns:a16="http://schemas.microsoft.com/office/drawing/2014/main" id="{2A382662-0CB2-EF79-0A62-85B7F24A6E42}"/>
              </a:ext>
            </a:extLst>
          </p:cNvPr>
          <p:cNvSpPr txBox="1"/>
          <p:nvPr/>
        </p:nvSpPr>
        <p:spPr>
          <a:xfrm>
            <a:off x="1714869" y="2955477"/>
            <a:ext cx="1261884" cy="276999"/>
          </a:xfrm>
          <a:prstGeom prst="rect">
            <a:avLst/>
          </a:prstGeom>
          <a:noFill/>
        </p:spPr>
        <p:txBody>
          <a:bodyPr wrap="none" rtlCol="0">
            <a:spAutoFit/>
          </a:bodyPr>
          <a:lstStyle/>
          <a:p>
            <a:r>
              <a:rPr lang="zh-CN" altLang="en-US" sz="1200" b="1" dirty="0">
                <a:cs typeface="+mn-ea"/>
                <a:sym typeface="+mn-lt"/>
              </a:rPr>
              <a:t>历史记录与推荐</a:t>
            </a:r>
          </a:p>
        </p:txBody>
      </p:sp>
      <p:sp>
        <p:nvSpPr>
          <p:cNvPr id="18" name="TextBox 8">
            <a:extLst>
              <a:ext uri="{FF2B5EF4-FFF2-40B4-BE49-F238E27FC236}">
                <a16:creationId xmlns:a16="http://schemas.microsoft.com/office/drawing/2014/main" id="{7C03BFDB-8404-0D8E-A8E9-97E10BB7E7BB}"/>
              </a:ext>
            </a:extLst>
          </p:cNvPr>
          <p:cNvSpPr txBox="1"/>
          <p:nvPr/>
        </p:nvSpPr>
        <p:spPr>
          <a:xfrm>
            <a:off x="1717473" y="3645805"/>
            <a:ext cx="800219" cy="276999"/>
          </a:xfrm>
          <a:prstGeom prst="rect">
            <a:avLst/>
          </a:prstGeom>
          <a:noFill/>
        </p:spPr>
        <p:txBody>
          <a:bodyPr wrap="none" rtlCol="0">
            <a:spAutoFit/>
          </a:bodyPr>
          <a:lstStyle/>
          <a:p>
            <a:r>
              <a:rPr lang="zh-CN" altLang="en-US" sz="1200" b="1" dirty="0">
                <a:cs typeface="+mn-ea"/>
                <a:sym typeface="+mn-lt"/>
              </a:rPr>
              <a:t>拼车论坛</a:t>
            </a:r>
          </a:p>
        </p:txBody>
      </p:sp>
      <p:sp>
        <p:nvSpPr>
          <p:cNvPr id="19" name="TextBox 8">
            <a:extLst>
              <a:ext uri="{FF2B5EF4-FFF2-40B4-BE49-F238E27FC236}">
                <a16:creationId xmlns:a16="http://schemas.microsoft.com/office/drawing/2014/main" id="{FB4D3767-1CBC-1C8D-0828-F9E0A9B43335}"/>
              </a:ext>
            </a:extLst>
          </p:cNvPr>
          <p:cNvSpPr txBox="1"/>
          <p:nvPr/>
        </p:nvSpPr>
        <p:spPr>
          <a:xfrm>
            <a:off x="1714869" y="1153090"/>
            <a:ext cx="2492990" cy="230832"/>
          </a:xfrm>
          <a:prstGeom prst="rect">
            <a:avLst/>
          </a:prstGeom>
          <a:noFill/>
        </p:spPr>
        <p:txBody>
          <a:bodyPr wrap="none" rtlCol="0">
            <a:spAutoFit/>
          </a:bodyPr>
          <a:lstStyle/>
          <a:p>
            <a:r>
              <a:rPr lang="zh-CN" altLang="en-US" sz="900" dirty="0">
                <a:cs typeface="+mn-ea"/>
                <a:sym typeface="+mn-lt"/>
              </a:rPr>
              <a:t>注册、登录、退出、个人信息管理、用户管理</a:t>
            </a:r>
          </a:p>
        </p:txBody>
      </p:sp>
      <p:sp>
        <p:nvSpPr>
          <p:cNvPr id="22" name="TextBox 8">
            <a:extLst>
              <a:ext uri="{FF2B5EF4-FFF2-40B4-BE49-F238E27FC236}">
                <a16:creationId xmlns:a16="http://schemas.microsoft.com/office/drawing/2014/main" id="{7AEEBE67-6EFF-A358-AEA2-F1F584C1C530}"/>
              </a:ext>
            </a:extLst>
          </p:cNvPr>
          <p:cNvSpPr txBox="1"/>
          <p:nvPr/>
        </p:nvSpPr>
        <p:spPr>
          <a:xfrm>
            <a:off x="1714869" y="1806946"/>
            <a:ext cx="3531736" cy="230832"/>
          </a:xfrm>
          <a:prstGeom prst="rect">
            <a:avLst/>
          </a:prstGeom>
          <a:noFill/>
        </p:spPr>
        <p:txBody>
          <a:bodyPr wrap="none" rtlCol="0">
            <a:spAutoFit/>
          </a:bodyPr>
          <a:lstStyle/>
          <a:p>
            <a:r>
              <a:rPr lang="zh-CN" altLang="en-US" sz="900" dirty="0">
                <a:cs typeface="+mn-ea"/>
                <a:sym typeface="+mn-lt"/>
              </a:rPr>
              <a:t>搜索目的地、添加途经点、选择偏好优先级、查看并选择出行方式</a:t>
            </a:r>
          </a:p>
        </p:txBody>
      </p:sp>
      <p:sp>
        <p:nvSpPr>
          <p:cNvPr id="23" name="TextBox 8">
            <a:extLst>
              <a:ext uri="{FF2B5EF4-FFF2-40B4-BE49-F238E27FC236}">
                <a16:creationId xmlns:a16="http://schemas.microsoft.com/office/drawing/2014/main" id="{6BADF107-5FD0-E6FD-CF21-AEA02C6E5A52}"/>
              </a:ext>
            </a:extLst>
          </p:cNvPr>
          <p:cNvSpPr txBox="1"/>
          <p:nvPr/>
        </p:nvSpPr>
        <p:spPr>
          <a:xfrm>
            <a:off x="1719119" y="2516184"/>
            <a:ext cx="2959465" cy="230832"/>
          </a:xfrm>
          <a:prstGeom prst="rect">
            <a:avLst/>
          </a:prstGeom>
          <a:noFill/>
        </p:spPr>
        <p:txBody>
          <a:bodyPr wrap="none" rtlCol="0">
            <a:spAutoFit/>
          </a:bodyPr>
          <a:lstStyle/>
          <a:p>
            <a:r>
              <a:rPr lang="zh-CN" altLang="en-US" sz="900" dirty="0">
                <a:cs typeface="+mn-ea"/>
                <a:sym typeface="+mn-lt"/>
              </a:rPr>
              <a:t>路径、地图、不同出行方式、历史路径、统计图表、</a:t>
            </a:r>
            <a:r>
              <a:rPr lang="en-US" altLang="zh-CN" sz="900" dirty="0">
                <a:cs typeface="+mn-ea"/>
                <a:sym typeface="+mn-lt"/>
              </a:rPr>
              <a:t>UI</a:t>
            </a:r>
            <a:endParaRPr lang="zh-CN" altLang="en-US" sz="900" dirty="0">
              <a:cs typeface="+mn-ea"/>
              <a:sym typeface="+mn-lt"/>
            </a:endParaRPr>
          </a:p>
        </p:txBody>
      </p:sp>
      <p:sp>
        <p:nvSpPr>
          <p:cNvPr id="24" name="TextBox 8">
            <a:extLst>
              <a:ext uri="{FF2B5EF4-FFF2-40B4-BE49-F238E27FC236}">
                <a16:creationId xmlns:a16="http://schemas.microsoft.com/office/drawing/2014/main" id="{9F48EA6A-4F75-A9C7-6BC9-8BDC21386848}"/>
              </a:ext>
            </a:extLst>
          </p:cNvPr>
          <p:cNvSpPr txBox="1"/>
          <p:nvPr/>
        </p:nvSpPr>
        <p:spPr>
          <a:xfrm>
            <a:off x="1706424" y="3157242"/>
            <a:ext cx="3877985" cy="230832"/>
          </a:xfrm>
          <a:prstGeom prst="rect">
            <a:avLst/>
          </a:prstGeom>
          <a:noFill/>
        </p:spPr>
        <p:txBody>
          <a:bodyPr wrap="none" rtlCol="0">
            <a:spAutoFit/>
          </a:bodyPr>
          <a:lstStyle/>
          <a:p>
            <a:r>
              <a:rPr lang="zh-CN" altLang="en-US" sz="900" dirty="0">
                <a:cs typeface="+mn-ea"/>
                <a:sym typeface="+mn-lt"/>
              </a:rPr>
              <a:t>查看历史记录、复用历史记录、历史记录删除、根据历史记录个性化服务</a:t>
            </a:r>
          </a:p>
        </p:txBody>
      </p:sp>
      <p:sp>
        <p:nvSpPr>
          <p:cNvPr id="25" name="TextBox 8">
            <a:extLst>
              <a:ext uri="{FF2B5EF4-FFF2-40B4-BE49-F238E27FC236}">
                <a16:creationId xmlns:a16="http://schemas.microsoft.com/office/drawing/2014/main" id="{32B44B11-DA00-C7E2-C612-2FE37F3A3A39}"/>
              </a:ext>
            </a:extLst>
          </p:cNvPr>
          <p:cNvSpPr txBox="1"/>
          <p:nvPr/>
        </p:nvSpPr>
        <p:spPr>
          <a:xfrm>
            <a:off x="1725039" y="3871416"/>
            <a:ext cx="2146742" cy="230832"/>
          </a:xfrm>
          <a:prstGeom prst="rect">
            <a:avLst/>
          </a:prstGeom>
          <a:noFill/>
        </p:spPr>
        <p:txBody>
          <a:bodyPr wrap="none" rtlCol="0">
            <a:spAutoFit/>
          </a:bodyPr>
          <a:lstStyle/>
          <a:p>
            <a:r>
              <a:rPr lang="zh-CN" altLang="en-US" sz="900" dirty="0">
                <a:cs typeface="+mn-ea"/>
                <a:sym typeface="+mn-lt"/>
              </a:rPr>
              <a:t>查看、发布、回复、删除、管理员公告</a:t>
            </a:r>
          </a:p>
        </p:txBody>
      </p:sp>
    </p:spTree>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750"/>
                                        <p:tgtEl>
                                          <p:spTgt spid="13"/>
                                        </p:tgtEl>
                                      </p:cBhvr>
                                    </p:animEffect>
                                  </p:childTnLst>
                                </p:cTn>
                              </p:par>
                              <p:par>
                                <p:cTn id="8" presetID="42" presetClass="entr" presetSubtype="0" fill="hold" nodeType="withEffect">
                                  <p:stCondLst>
                                    <p:cond delay="2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anim calcmode="lin" valueType="num">
                                      <p:cBhvr>
                                        <p:cTn id="11" dur="1000" fill="hold"/>
                                        <p:tgtEl>
                                          <p:spTgt spid="3"/>
                                        </p:tgtEl>
                                        <p:attrNameLst>
                                          <p:attrName>ppt_x</p:attrName>
                                        </p:attrNameLst>
                                      </p:cBhvr>
                                      <p:tavLst>
                                        <p:tav tm="0">
                                          <p:val>
                                            <p:strVal val="#ppt_x"/>
                                          </p:val>
                                        </p:tav>
                                        <p:tav tm="100000">
                                          <p:val>
                                            <p:strVal val="#ppt_x"/>
                                          </p:val>
                                        </p:tav>
                                      </p:tavLst>
                                    </p:anim>
                                    <p:anim calcmode="lin" valueType="num">
                                      <p:cBhvr>
                                        <p:cTn id="12" dur="1000" fill="hold"/>
                                        <p:tgtEl>
                                          <p:spTgt spid="3"/>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5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75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10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a:extLst>
              <a:ext uri="{FF2B5EF4-FFF2-40B4-BE49-F238E27FC236}">
                <a16:creationId xmlns:a16="http://schemas.microsoft.com/office/drawing/2014/main" id="{F69EC837-DE3A-4DFF-86F1-7097C10A107C}"/>
              </a:ext>
            </a:extLst>
          </p:cNvPr>
          <p:cNvCxnSpPr/>
          <p:nvPr/>
        </p:nvCxnSpPr>
        <p:spPr>
          <a:xfrm>
            <a:off x="2508707" y="1559939"/>
            <a:ext cx="0" cy="19028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CA40AF72-9DD1-44CD-AE7D-2158D10477DB}"/>
              </a:ext>
            </a:extLst>
          </p:cNvPr>
          <p:cNvCxnSpPr/>
          <p:nvPr/>
        </p:nvCxnSpPr>
        <p:spPr>
          <a:xfrm>
            <a:off x="4560935" y="1559939"/>
            <a:ext cx="0" cy="19028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C73D1E79-7AF1-4AAD-B34C-7D43EFCF16B6}"/>
              </a:ext>
            </a:extLst>
          </p:cNvPr>
          <p:cNvCxnSpPr/>
          <p:nvPr/>
        </p:nvCxnSpPr>
        <p:spPr>
          <a:xfrm>
            <a:off x="6613163" y="1559939"/>
            <a:ext cx="0" cy="19028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F96AC51B-9F32-408F-892E-B2C2791A1FE4}"/>
              </a:ext>
            </a:extLst>
          </p:cNvPr>
          <p:cNvGrpSpPr/>
          <p:nvPr/>
        </p:nvGrpSpPr>
        <p:grpSpPr>
          <a:xfrm rot="2181050">
            <a:off x="201564" y="224263"/>
            <a:ext cx="497939" cy="480855"/>
            <a:chOff x="1935287" y="2046176"/>
            <a:chExt cx="836513" cy="807813"/>
          </a:xfrm>
        </p:grpSpPr>
        <p:sp>
          <p:nvSpPr>
            <p:cNvPr id="40" name="矩形 39">
              <a:extLst>
                <a:ext uri="{FF2B5EF4-FFF2-40B4-BE49-F238E27FC236}">
                  <a16:creationId xmlns:a16="http://schemas.microsoft.com/office/drawing/2014/main" id="{120FAE58-7602-486A-AB24-E5B4A3D05F69}"/>
                </a:ext>
              </a:extLst>
            </p:cNvPr>
            <p:cNvSpPr/>
            <p:nvPr/>
          </p:nvSpPr>
          <p:spPr>
            <a:xfrm rot="16200000">
              <a:off x="2676139" y="2171589"/>
              <a:ext cx="127547" cy="6377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1" name="组合 40">
              <a:extLst>
                <a:ext uri="{FF2B5EF4-FFF2-40B4-BE49-F238E27FC236}">
                  <a16:creationId xmlns:a16="http://schemas.microsoft.com/office/drawing/2014/main" id="{AFFFBC1C-481F-45FA-A330-0CEA2C9E0A02}"/>
                </a:ext>
              </a:extLst>
            </p:cNvPr>
            <p:cNvGrpSpPr/>
            <p:nvPr/>
          </p:nvGrpSpPr>
          <p:grpSpPr>
            <a:xfrm rot="18900000">
              <a:off x="1935287" y="2046176"/>
              <a:ext cx="710318" cy="807813"/>
              <a:chOff x="1935287" y="2046176"/>
              <a:chExt cx="710318" cy="807813"/>
            </a:xfrm>
          </p:grpSpPr>
          <p:sp>
            <p:nvSpPr>
              <p:cNvPr id="42" name="矩形 41">
                <a:extLst>
                  <a:ext uri="{FF2B5EF4-FFF2-40B4-BE49-F238E27FC236}">
                    <a16:creationId xmlns:a16="http://schemas.microsoft.com/office/drawing/2014/main" id="{9D4D639C-4605-44C5-8342-C4B11CC39DF0}"/>
                  </a:ext>
                </a:extLst>
              </p:cNvPr>
              <p:cNvSpPr/>
              <p:nvPr/>
            </p:nvSpPr>
            <p:spPr>
              <a:xfrm rot="18900000">
                <a:off x="1935287" y="2156715"/>
                <a:ext cx="324208" cy="3242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矩形 42">
                <a:extLst>
                  <a:ext uri="{FF2B5EF4-FFF2-40B4-BE49-F238E27FC236}">
                    <a16:creationId xmlns:a16="http://schemas.microsoft.com/office/drawing/2014/main" id="{3E093786-B513-41B3-B2DF-EDD051C6104C}"/>
                  </a:ext>
                </a:extLst>
              </p:cNvPr>
              <p:cNvSpPr/>
              <p:nvPr/>
            </p:nvSpPr>
            <p:spPr>
              <a:xfrm rot="18900000">
                <a:off x="2363248" y="2361675"/>
                <a:ext cx="268739" cy="268739"/>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a:extLst>
                  <a:ext uri="{FF2B5EF4-FFF2-40B4-BE49-F238E27FC236}">
                    <a16:creationId xmlns:a16="http://schemas.microsoft.com/office/drawing/2014/main" id="{573030AE-0680-4450-85D8-2185F070D015}"/>
                  </a:ext>
                </a:extLst>
              </p:cNvPr>
              <p:cNvSpPr/>
              <p:nvPr/>
            </p:nvSpPr>
            <p:spPr>
              <a:xfrm rot="18900000">
                <a:off x="2273470" y="2294141"/>
                <a:ext cx="167263" cy="167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矩形 44">
                <a:extLst>
                  <a:ext uri="{FF2B5EF4-FFF2-40B4-BE49-F238E27FC236}">
                    <a16:creationId xmlns:a16="http://schemas.microsoft.com/office/drawing/2014/main" id="{05CCE6EE-C7A6-4EC1-8B19-C257FB276FD6}"/>
                  </a:ext>
                </a:extLst>
              </p:cNvPr>
              <p:cNvSpPr/>
              <p:nvPr/>
            </p:nvSpPr>
            <p:spPr>
              <a:xfrm rot="18900000">
                <a:off x="2147249" y="2323299"/>
                <a:ext cx="289856" cy="2898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矩形 45">
                <a:extLst>
                  <a:ext uri="{FF2B5EF4-FFF2-40B4-BE49-F238E27FC236}">
                    <a16:creationId xmlns:a16="http://schemas.microsoft.com/office/drawing/2014/main" id="{788197C9-75CD-41E8-9589-AF50DDF0E1C5}"/>
                  </a:ext>
                </a:extLst>
              </p:cNvPr>
              <p:cNvSpPr/>
              <p:nvPr/>
            </p:nvSpPr>
            <p:spPr>
              <a:xfrm rot="18900000">
                <a:off x="2124819" y="2380998"/>
                <a:ext cx="174458" cy="17445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矩形 46">
                <a:extLst>
                  <a:ext uri="{FF2B5EF4-FFF2-40B4-BE49-F238E27FC236}">
                    <a16:creationId xmlns:a16="http://schemas.microsoft.com/office/drawing/2014/main" id="{12EE7ED9-D441-49C6-A172-1B557D139CA7}"/>
                  </a:ext>
                </a:extLst>
              </p:cNvPr>
              <p:cNvSpPr/>
              <p:nvPr/>
            </p:nvSpPr>
            <p:spPr>
              <a:xfrm rot="18900000">
                <a:off x="2272921" y="2046176"/>
                <a:ext cx="372684" cy="372684"/>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a:extLst>
                  <a:ext uri="{FF2B5EF4-FFF2-40B4-BE49-F238E27FC236}">
                    <a16:creationId xmlns:a16="http://schemas.microsoft.com/office/drawing/2014/main" id="{E1D4EFBA-6E99-482B-B2C9-74E388232764}"/>
                  </a:ext>
                </a:extLst>
              </p:cNvPr>
              <p:cNvSpPr/>
              <p:nvPr/>
            </p:nvSpPr>
            <p:spPr>
              <a:xfrm rot="18900000">
                <a:off x="2233710" y="2575444"/>
                <a:ext cx="278545" cy="2785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49" name="TextBox 7">
            <a:extLst>
              <a:ext uri="{FF2B5EF4-FFF2-40B4-BE49-F238E27FC236}">
                <a16:creationId xmlns:a16="http://schemas.microsoft.com/office/drawing/2014/main" id="{32630FE3-7EC1-4434-ACBA-EF031AB14D9D}"/>
              </a:ext>
            </a:extLst>
          </p:cNvPr>
          <p:cNvSpPr txBox="1"/>
          <p:nvPr/>
        </p:nvSpPr>
        <p:spPr>
          <a:xfrm>
            <a:off x="840296" y="185213"/>
            <a:ext cx="1107996" cy="276999"/>
          </a:xfrm>
          <a:prstGeom prst="rect">
            <a:avLst/>
          </a:prstGeom>
          <a:noFill/>
        </p:spPr>
        <p:txBody>
          <a:bodyPr wrap="none" rtlCol="0">
            <a:spAutoFit/>
          </a:bodyPr>
          <a:lstStyle/>
          <a:p>
            <a:r>
              <a:rPr lang="zh-CN" altLang="en-US" sz="1200" b="1" dirty="0">
                <a:cs typeface="+mn-ea"/>
                <a:sym typeface="+mn-lt"/>
              </a:rPr>
              <a:t>路径规划模块</a:t>
            </a:r>
          </a:p>
        </p:txBody>
      </p:sp>
      <p:sp>
        <p:nvSpPr>
          <p:cNvPr id="50" name="TextBox 8">
            <a:extLst>
              <a:ext uri="{FF2B5EF4-FFF2-40B4-BE49-F238E27FC236}">
                <a16:creationId xmlns:a16="http://schemas.microsoft.com/office/drawing/2014/main" id="{A6FCAB94-DB7D-48FE-AAD2-A5CA1776B61B}"/>
              </a:ext>
            </a:extLst>
          </p:cNvPr>
          <p:cNvSpPr txBox="1"/>
          <p:nvPr/>
        </p:nvSpPr>
        <p:spPr>
          <a:xfrm>
            <a:off x="840296" y="387528"/>
            <a:ext cx="3531736" cy="230832"/>
          </a:xfrm>
          <a:prstGeom prst="rect">
            <a:avLst/>
          </a:prstGeom>
          <a:noFill/>
        </p:spPr>
        <p:txBody>
          <a:bodyPr wrap="none" rtlCol="0">
            <a:spAutoFit/>
          </a:bodyPr>
          <a:lstStyle/>
          <a:p>
            <a:r>
              <a:rPr lang="zh-CN" altLang="en-US" sz="900" dirty="0">
                <a:cs typeface="+mn-ea"/>
                <a:sym typeface="+mn-lt"/>
              </a:rPr>
              <a:t>搜索目的地、添加途经点、选择偏好优先级、查看并选择出行方式</a:t>
            </a:r>
          </a:p>
        </p:txBody>
      </p:sp>
      <p:graphicFrame>
        <p:nvGraphicFramePr>
          <p:cNvPr id="2" name="表格 1">
            <a:extLst>
              <a:ext uri="{FF2B5EF4-FFF2-40B4-BE49-F238E27FC236}">
                <a16:creationId xmlns:a16="http://schemas.microsoft.com/office/drawing/2014/main" id="{B1E17669-5A19-250E-36A5-44B82B1C7903}"/>
              </a:ext>
            </a:extLst>
          </p:cNvPr>
          <p:cNvGraphicFramePr>
            <a:graphicFrameLocks noGrp="1"/>
          </p:cNvGraphicFramePr>
          <p:nvPr>
            <p:extLst>
              <p:ext uri="{D42A27DB-BD31-4B8C-83A1-F6EECF244321}">
                <p14:modId xmlns:p14="http://schemas.microsoft.com/office/powerpoint/2010/main" val="3882275163"/>
              </p:ext>
            </p:extLst>
          </p:nvPr>
        </p:nvGraphicFramePr>
        <p:xfrm>
          <a:off x="350610" y="843558"/>
          <a:ext cx="4797454" cy="3371450"/>
        </p:xfrm>
        <a:graphic>
          <a:graphicData uri="http://schemas.openxmlformats.org/drawingml/2006/table">
            <a:tbl>
              <a:tblPr firstRow="1" firstCol="1" bandRow="1">
                <a:tableStyleId>{616DA210-FB5B-4158-B5E0-FEB733F419BA}</a:tableStyleId>
              </a:tblPr>
              <a:tblGrid>
                <a:gridCol w="383494">
                  <a:extLst>
                    <a:ext uri="{9D8B030D-6E8A-4147-A177-3AD203B41FA5}">
                      <a16:colId xmlns:a16="http://schemas.microsoft.com/office/drawing/2014/main" val="2936049501"/>
                    </a:ext>
                  </a:extLst>
                </a:gridCol>
                <a:gridCol w="584259">
                  <a:extLst>
                    <a:ext uri="{9D8B030D-6E8A-4147-A177-3AD203B41FA5}">
                      <a16:colId xmlns:a16="http://schemas.microsoft.com/office/drawing/2014/main" val="1237975551"/>
                    </a:ext>
                  </a:extLst>
                </a:gridCol>
                <a:gridCol w="1092344">
                  <a:extLst>
                    <a:ext uri="{9D8B030D-6E8A-4147-A177-3AD203B41FA5}">
                      <a16:colId xmlns:a16="http://schemas.microsoft.com/office/drawing/2014/main" val="2318248932"/>
                    </a:ext>
                  </a:extLst>
                </a:gridCol>
                <a:gridCol w="1423519">
                  <a:extLst>
                    <a:ext uri="{9D8B030D-6E8A-4147-A177-3AD203B41FA5}">
                      <a16:colId xmlns:a16="http://schemas.microsoft.com/office/drawing/2014/main" val="244467606"/>
                    </a:ext>
                  </a:extLst>
                </a:gridCol>
                <a:gridCol w="895201">
                  <a:extLst>
                    <a:ext uri="{9D8B030D-6E8A-4147-A177-3AD203B41FA5}">
                      <a16:colId xmlns:a16="http://schemas.microsoft.com/office/drawing/2014/main" val="1613275120"/>
                    </a:ext>
                  </a:extLst>
                </a:gridCol>
                <a:gridCol w="418637">
                  <a:extLst>
                    <a:ext uri="{9D8B030D-6E8A-4147-A177-3AD203B41FA5}">
                      <a16:colId xmlns:a16="http://schemas.microsoft.com/office/drawing/2014/main" val="567923453"/>
                    </a:ext>
                  </a:extLst>
                </a:gridCol>
              </a:tblGrid>
              <a:tr h="584022">
                <a:tc rowSpan="4">
                  <a:txBody>
                    <a:bodyPr/>
                    <a:lstStyle/>
                    <a:p>
                      <a:pPr algn="ctr">
                        <a:buNone/>
                      </a:pPr>
                      <a:r>
                        <a:rPr lang="zh-CN" sz="900" kern="100" dirty="0">
                          <a:effectLst/>
                        </a:rPr>
                        <a:t>路径规划</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搜索目的地</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普通用户</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用户在搜索框输入想要前往的目的地，在系统给出的候选列表中选择，被选中的地点成为目的地</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系统根据搜索算法</a:t>
                      </a:r>
                      <a:r>
                        <a:rPr lang="en-US" sz="900" kern="100" dirty="0">
                          <a:effectLst/>
                        </a:rPr>
                        <a:t>/</a:t>
                      </a:r>
                      <a:r>
                        <a:rPr lang="zh-CN" sz="900" kern="100" dirty="0">
                          <a:effectLst/>
                        </a:rPr>
                        <a:t>调用地图</a:t>
                      </a:r>
                      <a:r>
                        <a:rPr lang="en-US" sz="900" kern="100" dirty="0" err="1">
                          <a:effectLst/>
                        </a:rPr>
                        <a:t>api</a:t>
                      </a:r>
                      <a:r>
                        <a:rPr lang="zh-CN" sz="900" kern="100" dirty="0">
                          <a:effectLst/>
                        </a:rPr>
                        <a:t>给出候选列表供用户选择</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altLang="en-US" sz="900" kern="100" dirty="0">
                          <a:effectLst/>
                        </a:rPr>
                        <a:t>用户服务</a:t>
                      </a:r>
                      <a:endParaRPr lang="zh-CN" sz="900" kern="100" dirty="0">
                        <a:effectLst/>
                        <a:latin typeface="+mn-ea"/>
                        <a:ea typeface="+mn-ea"/>
                        <a:cs typeface="Times New Roman" panose="02020603050405020304" pitchFamily="18" charset="0"/>
                      </a:endParaRPr>
                    </a:p>
                  </a:txBody>
                  <a:tcPr marL="38279" marR="38279" marT="0" marB="0"/>
                </a:tc>
                <a:extLst>
                  <a:ext uri="{0D108BD9-81ED-4DB2-BD59-A6C34878D82A}">
                    <a16:rowId xmlns:a16="http://schemas.microsoft.com/office/drawing/2014/main" val="1077164034"/>
                  </a:ext>
                </a:extLst>
              </a:tr>
              <a:tr h="730028">
                <a:tc vMerge="1">
                  <a:txBody>
                    <a:bodyPr/>
                    <a:lstStyle/>
                    <a:p>
                      <a:endParaRPr lang="zh-CN" altLang="en-US"/>
                    </a:p>
                  </a:txBody>
                  <a:tcPr/>
                </a:tc>
                <a:tc>
                  <a:txBody>
                    <a:bodyPr/>
                    <a:lstStyle/>
                    <a:p>
                      <a:pPr algn="ctr">
                        <a:buNone/>
                      </a:pPr>
                      <a:r>
                        <a:rPr lang="zh-CN" sz="900" kern="100" dirty="0">
                          <a:effectLst/>
                        </a:rPr>
                        <a:t>添加途径点</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a:effectLst/>
                        </a:rPr>
                        <a:t>普通用户</a:t>
                      </a:r>
                      <a:endParaRPr lang="zh-CN" sz="900" kern="10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用户点击“添加途径点”按钮，在搜索框输入想要前往的目的地，在系统给出的候选列表中选择，被选中的地点成为途径点</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系统根据搜索算法</a:t>
                      </a:r>
                      <a:r>
                        <a:rPr lang="en-US" sz="900" kern="100" dirty="0">
                          <a:effectLst/>
                        </a:rPr>
                        <a:t>/</a:t>
                      </a:r>
                      <a:r>
                        <a:rPr lang="zh-CN" sz="900" kern="100" dirty="0">
                          <a:effectLst/>
                        </a:rPr>
                        <a:t>调用地图</a:t>
                      </a:r>
                      <a:r>
                        <a:rPr lang="en-US" sz="900" kern="100" dirty="0" err="1">
                          <a:effectLst/>
                        </a:rPr>
                        <a:t>api</a:t>
                      </a:r>
                      <a:r>
                        <a:rPr lang="zh-CN" sz="900" kern="100" dirty="0">
                          <a:effectLst/>
                        </a:rPr>
                        <a:t>给出候选列表供用户选择</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altLang="en-US" sz="900" kern="100" dirty="0">
                          <a:effectLst/>
                        </a:rPr>
                        <a:t>用户服务</a:t>
                      </a:r>
                      <a:endParaRPr lang="zh-CN" sz="900" kern="100" dirty="0">
                        <a:effectLst/>
                        <a:latin typeface="+mn-ea"/>
                        <a:ea typeface="+mn-ea"/>
                        <a:cs typeface="Times New Roman" panose="02020603050405020304" pitchFamily="18" charset="0"/>
                      </a:endParaRPr>
                    </a:p>
                  </a:txBody>
                  <a:tcPr marL="38279" marR="38279" marT="0" marB="0"/>
                </a:tc>
                <a:extLst>
                  <a:ext uri="{0D108BD9-81ED-4DB2-BD59-A6C34878D82A}">
                    <a16:rowId xmlns:a16="http://schemas.microsoft.com/office/drawing/2014/main" val="309690488"/>
                  </a:ext>
                </a:extLst>
              </a:tr>
              <a:tr h="730028">
                <a:tc vMerge="1">
                  <a:txBody>
                    <a:bodyPr/>
                    <a:lstStyle/>
                    <a:p>
                      <a:endParaRPr lang="zh-CN" altLang="en-US"/>
                    </a:p>
                  </a:txBody>
                  <a:tcPr/>
                </a:tc>
                <a:tc>
                  <a:txBody>
                    <a:bodyPr/>
                    <a:lstStyle/>
                    <a:p>
                      <a:pPr algn="ctr">
                        <a:buNone/>
                      </a:pPr>
                      <a:r>
                        <a:rPr lang="zh-CN" sz="900" kern="100">
                          <a:effectLst/>
                        </a:rPr>
                        <a:t>选择偏好优先级</a:t>
                      </a:r>
                      <a:endParaRPr lang="zh-CN" sz="900" kern="10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a:effectLst/>
                        </a:rPr>
                        <a:t>普通用户</a:t>
                      </a:r>
                      <a:endParaRPr lang="zh-CN" sz="900" kern="10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用户对各种偏好进行排序，偏好包括：地铁优先、公交优先、定班车优先、短驳车优先、时间最短优先、金额最少优先、换乘最少优先</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a:effectLst/>
                        </a:rPr>
                        <a:t>系统保存用户排序后的偏好</a:t>
                      </a:r>
                      <a:endParaRPr lang="zh-CN" sz="900" kern="10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a:effectLst/>
                        </a:rPr>
                        <a:t>推荐算法</a:t>
                      </a:r>
                      <a:r>
                        <a:rPr lang="en-US" sz="900" kern="100">
                          <a:effectLst/>
                        </a:rPr>
                        <a:t>/</a:t>
                      </a:r>
                      <a:r>
                        <a:rPr lang="zh-CN" sz="900" kern="100">
                          <a:effectLst/>
                        </a:rPr>
                        <a:t>数据模型</a:t>
                      </a:r>
                      <a:endParaRPr lang="zh-CN" sz="900" kern="100">
                        <a:effectLst/>
                        <a:latin typeface="+mn-ea"/>
                        <a:ea typeface="+mn-ea"/>
                        <a:cs typeface="Times New Roman" panose="02020603050405020304" pitchFamily="18" charset="0"/>
                      </a:endParaRPr>
                    </a:p>
                  </a:txBody>
                  <a:tcPr marL="38279" marR="38279" marT="0" marB="0"/>
                </a:tc>
                <a:extLst>
                  <a:ext uri="{0D108BD9-81ED-4DB2-BD59-A6C34878D82A}">
                    <a16:rowId xmlns:a16="http://schemas.microsoft.com/office/drawing/2014/main" val="1465642564"/>
                  </a:ext>
                </a:extLst>
              </a:tr>
              <a:tr h="1168044">
                <a:tc vMerge="1">
                  <a:txBody>
                    <a:bodyPr/>
                    <a:lstStyle/>
                    <a:p>
                      <a:endParaRPr lang="zh-CN" altLang="en-US"/>
                    </a:p>
                  </a:txBody>
                  <a:tcPr/>
                </a:tc>
                <a:tc>
                  <a:txBody>
                    <a:bodyPr/>
                    <a:lstStyle/>
                    <a:p>
                      <a:pPr algn="ctr">
                        <a:buNone/>
                      </a:pPr>
                      <a:r>
                        <a:rPr lang="zh-CN" sz="900" kern="100">
                          <a:effectLst/>
                        </a:rPr>
                        <a:t>查看并选择出行方式</a:t>
                      </a:r>
                      <a:endParaRPr lang="zh-CN" sz="900" kern="10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普通用户</a:t>
                      </a:r>
                      <a:endParaRPr lang="zh-CN" sz="900" kern="100" dirty="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a:effectLst/>
                        </a:rPr>
                        <a:t>系统提供若干从同济大学嘉定校区（经过途径点）到目的地的出行方式，并根据用户选择的偏好排序，在用户界面展示前</a:t>
                      </a:r>
                      <a:r>
                        <a:rPr lang="en-US" sz="900" kern="100">
                          <a:effectLst/>
                        </a:rPr>
                        <a:t>k</a:t>
                      </a:r>
                      <a:r>
                        <a:rPr lang="zh-CN" sz="900" kern="100">
                          <a:effectLst/>
                        </a:rPr>
                        <a:t>种（具体内容包括具体出行方式、预计时间、金额），用户查看并选择期中一种进行确认</a:t>
                      </a:r>
                      <a:endParaRPr lang="zh-CN" sz="900" kern="10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a:effectLst/>
                        </a:rPr>
                        <a:t>系统将用户选择的该种出行方式存入历史记录数据库中</a:t>
                      </a:r>
                      <a:endParaRPr lang="zh-CN" sz="900" kern="100">
                        <a:effectLst/>
                        <a:latin typeface="+mn-ea"/>
                        <a:ea typeface="+mn-ea"/>
                        <a:cs typeface="Times New Roman" panose="02020603050405020304" pitchFamily="18" charset="0"/>
                      </a:endParaRPr>
                    </a:p>
                  </a:txBody>
                  <a:tcPr marL="38279" marR="38279" marT="0" marB="0"/>
                </a:tc>
                <a:tc>
                  <a:txBody>
                    <a:bodyPr/>
                    <a:lstStyle/>
                    <a:p>
                      <a:pPr algn="ctr">
                        <a:buNone/>
                      </a:pPr>
                      <a:r>
                        <a:rPr lang="zh-CN" sz="900" kern="100" dirty="0">
                          <a:effectLst/>
                        </a:rPr>
                        <a:t>历史记录数据库</a:t>
                      </a:r>
                      <a:endParaRPr lang="zh-CN" sz="900" kern="100" dirty="0">
                        <a:effectLst/>
                        <a:latin typeface="+mn-ea"/>
                        <a:ea typeface="+mn-ea"/>
                        <a:cs typeface="Times New Roman" panose="02020603050405020304" pitchFamily="18" charset="0"/>
                      </a:endParaRPr>
                    </a:p>
                  </a:txBody>
                  <a:tcPr marL="38279" marR="38279" marT="0" marB="0"/>
                </a:tc>
                <a:extLst>
                  <a:ext uri="{0D108BD9-81ED-4DB2-BD59-A6C34878D82A}">
                    <a16:rowId xmlns:a16="http://schemas.microsoft.com/office/drawing/2014/main" val="2619539018"/>
                  </a:ext>
                </a:extLst>
              </a:tr>
            </a:tbl>
          </a:graphicData>
        </a:graphic>
      </p:graphicFrame>
      <p:pic>
        <p:nvPicPr>
          <p:cNvPr id="5" name="图片 4">
            <a:extLst>
              <a:ext uri="{FF2B5EF4-FFF2-40B4-BE49-F238E27FC236}">
                <a16:creationId xmlns:a16="http://schemas.microsoft.com/office/drawing/2014/main" id="{702649D3-28CA-B2DB-3C6E-CFD806D4294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92080" y="1347614"/>
            <a:ext cx="3522384" cy="1902834"/>
          </a:xfrm>
          <a:prstGeom prst="rect">
            <a:avLst/>
          </a:prstGeom>
          <a:noFill/>
          <a:ln>
            <a:noFill/>
          </a:ln>
        </p:spPr>
      </p:pic>
    </p:spTree>
    <p:extLst>
      <p:ext uri="{BB962C8B-B14F-4D97-AF65-F5344CB8AC3E}">
        <p14:creationId xmlns:p14="http://schemas.microsoft.com/office/powerpoint/2010/main" val="4090716347"/>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par>
                                <p:cTn id="8" presetID="22" presetClass="entr" presetSubtype="1"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up)">
                                      <p:cBhvr>
                                        <p:cTn id="10" dur="500"/>
                                        <p:tgtEl>
                                          <p:spTgt spid="26"/>
                                        </p:tgtEl>
                                      </p:cBhvr>
                                    </p:animEffect>
                                  </p:childTnLst>
                                </p:cTn>
                              </p:par>
                              <p:par>
                                <p:cTn id="11" presetID="22" presetClass="entr" presetSubtype="1"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up)">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EDBC2-92EC-7CA8-C4B9-17963328C080}"/>
            </a:ext>
          </a:extLst>
        </p:cNvPr>
        <p:cNvGrpSpPr/>
        <p:nvPr/>
      </p:nvGrpSpPr>
      <p:grpSpPr>
        <a:xfrm>
          <a:off x="0" y="0"/>
          <a:ext cx="0" cy="0"/>
          <a:chOff x="0" y="0"/>
          <a:chExt cx="0" cy="0"/>
        </a:xfrm>
      </p:grpSpPr>
      <p:cxnSp>
        <p:nvCxnSpPr>
          <p:cNvPr id="24" name="直接连接符 23">
            <a:extLst>
              <a:ext uri="{FF2B5EF4-FFF2-40B4-BE49-F238E27FC236}">
                <a16:creationId xmlns:a16="http://schemas.microsoft.com/office/drawing/2014/main" id="{592E2393-F41E-9B9A-99DC-720321DDE351}"/>
              </a:ext>
            </a:extLst>
          </p:cNvPr>
          <p:cNvCxnSpPr/>
          <p:nvPr/>
        </p:nvCxnSpPr>
        <p:spPr>
          <a:xfrm>
            <a:off x="2508707" y="1559939"/>
            <a:ext cx="0" cy="19028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79973CE-D242-8E48-F3EA-CB7416311D49}"/>
              </a:ext>
            </a:extLst>
          </p:cNvPr>
          <p:cNvCxnSpPr/>
          <p:nvPr/>
        </p:nvCxnSpPr>
        <p:spPr>
          <a:xfrm>
            <a:off x="4560935" y="1559939"/>
            <a:ext cx="0" cy="19028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93AAFEC2-C9EC-7976-BFE6-83056572A076}"/>
              </a:ext>
            </a:extLst>
          </p:cNvPr>
          <p:cNvCxnSpPr/>
          <p:nvPr/>
        </p:nvCxnSpPr>
        <p:spPr>
          <a:xfrm>
            <a:off x="6613163" y="1559939"/>
            <a:ext cx="0" cy="19028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9" name="组合 38">
            <a:extLst>
              <a:ext uri="{FF2B5EF4-FFF2-40B4-BE49-F238E27FC236}">
                <a16:creationId xmlns:a16="http://schemas.microsoft.com/office/drawing/2014/main" id="{BC2921A9-C067-09D3-D8D9-F4C9D93E64BD}"/>
              </a:ext>
            </a:extLst>
          </p:cNvPr>
          <p:cNvGrpSpPr/>
          <p:nvPr/>
        </p:nvGrpSpPr>
        <p:grpSpPr>
          <a:xfrm rot="2181050">
            <a:off x="201564" y="224263"/>
            <a:ext cx="497939" cy="480855"/>
            <a:chOff x="1935287" y="2046176"/>
            <a:chExt cx="836513" cy="807813"/>
          </a:xfrm>
        </p:grpSpPr>
        <p:sp>
          <p:nvSpPr>
            <p:cNvPr id="40" name="矩形 39">
              <a:extLst>
                <a:ext uri="{FF2B5EF4-FFF2-40B4-BE49-F238E27FC236}">
                  <a16:creationId xmlns:a16="http://schemas.microsoft.com/office/drawing/2014/main" id="{3FD34454-8973-DECF-E711-CBCA6C297C6F}"/>
                </a:ext>
              </a:extLst>
            </p:cNvPr>
            <p:cNvSpPr/>
            <p:nvPr/>
          </p:nvSpPr>
          <p:spPr>
            <a:xfrm rot="16200000">
              <a:off x="2676139" y="2171589"/>
              <a:ext cx="127547" cy="6377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1" name="组合 40">
              <a:extLst>
                <a:ext uri="{FF2B5EF4-FFF2-40B4-BE49-F238E27FC236}">
                  <a16:creationId xmlns:a16="http://schemas.microsoft.com/office/drawing/2014/main" id="{FEA87687-D358-53AE-D379-C0EA46CFDBC8}"/>
                </a:ext>
              </a:extLst>
            </p:cNvPr>
            <p:cNvGrpSpPr/>
            <p:nvPr/>
          </p:nvGrpSpPr>
          <p:grpSpPr>
            <a:xfrm rot="18900000">
              <a:off x="1935287" y="2046176"/>
              <a:ext cx="710318" cy="807813"/>
              <a:chOff x="1935287" y="2046176"/>
              <a:chExt cx="710318" cy="807813"/>
            </a:xfrm>
          </p:grpSpPr>
          <p:sp>
            <p:nvSpPr>
              <p:cNvPr id="42" name="矩形 41">
                <a:extLst>
                  <a:ext uri="{FF2B5EF4-FFF2-40B4-BE49-F238E27FC236}">
                    <a16:creationId xmlns:a16="http://schemas.microsoft.com/office/drawing/2014/main" id="{0C29D701-C745-1232-2E0E-CC7B2ACDFECB}"/>
                  </a:ext>
                </a:extLst>
              </p:cNvPr>
              <p:cNvSpPr/>
              <p:nvPr/>
            </p:nvSpPr>
            <p:spPr>
              <a:xfrm rot="18900000">
                <a:off x="1935287" y="2156715"/>
                <a:ext cx="324208" cy="3242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3" name="矩形 42">
                <a:extLst>
                  <a:ext uri="{FF2B5EF4-FFF2-40B4-BE49-F238E27FC236}">
                    <a16:creationId xmlns:a16="http://schemas.microsoft.com/office/drawing/2014/main" id="{D190D205-F72C-90EC-27FC-272B8252806F}"/>
                  </a:ext>
                </a:extLst>
              </p:cNvPr>
              <p:cNvSpPr/>
              <p:nvPr/>
            </p:nvSpPr>
            <p:spPr>
              <a:xfrm rot="18900000">
                <a:off x="2363248" y="2361675"/>
                <a:ext cx="268739" cy="268739"/>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4" name="矩形 43">
                <a:extLst>
                  <a:ext uri="{FF2B5EF4-FFF2-40B4-BE49-F238E27FC236}">
                    <a16:creationId xmlns:a16="http://schemas.microsoft.com/office/drawing/2014/main" id="{89316862-1682-64E7-6034-9708D593ACBF}"/>
                  </a:ext>
                </a:extLst>
              </p:cNvPr>
              <p:cNvSpPr/>
              <p:nvPr/>
            </p:nvSpPr>
            <p:spPr>
              <a:xfrm rot="18900000">
                <a:off x="2273470" y="2294141"/>
                <a:ext cx="167263" cy="167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5" name="矩形 44">
                <a:extLst>
                  <a:ext uri="{FF2B5EF4-FFF2-40B4-BE49-F238E27FC236}">
                    <a16:creationId xmlns:a16="http://schemas.microsoft.com/office/drawing/2014/main" id="{A5861311-87F0-E2E3-B9C9-16A56E0589E7}"/>
                  </a:ext>
                </a:extLst>
              </p:cNvPr>
              <p:cNvSpPr/>
              <p:nvPr/>
            </p:nvSpPr>
            <p:spPr>
              <a:xfrm rot="18900000">
                <a:off x="2147249" y="2323299"/>
                <a:ext cx="289856" cy="2898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6" name="矩形 45">
                <a:extLst>
                  <a:ext uri="{FF2B5EF4-FFF2-40B4-BE49-F238E27FC236}">
                    <a16:creationId xmlns:a16="http://schemas.microsoft.com/office/drawing/2014/main" id="{4D55CEC5-BBD1-B2BA-E26B-5345B0EA9228}"/>
                  </a:ext>
                </a:extLst>
              </p:cNvPr>
              <p:cNvSpPr/>
              <p:nvPr/>
            </p:nvSpPr>
            <p:spPr>
              <a:xfrm rot="18900000">
                <a:off x="2124819" y="2380998"/>
                <a:ext cx="174458" cy="17445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7" name="矩形 46">
                <a:extLst>
                  <a:ext uri="{FF2B5EF4-FFF2-40B4-BE49-F238E27FC236}">
                    <a16:creationId xmlns:a16="http://schemas.microsoft.com/office/drawing/2014/main" id="{863D3F8A-7A43-D8B5-958A-095906D9406E}"/>
                  </a:ext>
                </a:extLst>
              </p:cNvPr>
              <p:cNvSpPr/>
              <p:nvPr/>
            </p:nvSpPr>
            <p:spPr>
              <a:xfrm rot="18900000">
                <a:off x="2272921" y="2046176"/>
                <a:ext cx="372684" cy="372684"/>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a:extLst>
                  <a:ext uri="{FF2B5EF4-FFF2-40B4-BE49-F238E27FC236}">
                    <a16:creationId xmlns:a16="http://schemas.microsoft.com/office/drawing/2014/main" id="{0C2F7E2A-7D7B-FC39-5EC8-28C04A8DC1DB}"/>
                  </a:ext>
                </a:extLst>
              </p:cNvPr>
              <p:cNvSpPr/>
              <p:nvPr/>
            </p:nvSpPr>
            <p:spPr>
              <a:xfrm rot="18900000">
                <a:off x="2233710" y="2575444"/>
                <a:ext cx="278545" cy="2785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49" name="TextBox 7">
            <a:extLst>
              <a:ext uri="{FF2B5EF4-FFF2-40B4-BE49-F238E27FC236}">
                <a16:creationId xmlns:a16="http://schemas.microsoft.com/office/drawing/2014/main" id="{610DC23F-C999-30DE-22B9-7732A2B0D773}"/>
              </a:ext>
            </a:extLst>
          </p:cNvPr>
          <p:cNvSpPr txBox="1"/>
          <p:nvPr/>
        </p:nvSpPr>
        <p:spPr>
          <a:xfrm>
            <a:off x="840296" y="185213"/>
            <a:ext cx="1107996" cy="276999"/>
          </a:xfrm>
          <a:prstGeom prst="rect">
            <a:avLst/>
          </a:prstGeom>
          <a:noFill/>
        </p:spPr>
        <p:txBody>
          <a:bodyPr wrap="none" rtlCol="0">
            <a:spAutoFit/>
          </a:bodyPr>
          <a:lstStyle/>
          <a:p>
            <a:r>
              <a:rPr lang="zh-CN" altLang="en-US" sz="1200" b="1" dirty="0">
                <a:cs typeface="+mn-ea"/>
                <a:sym typeface="+mn-lt"/>
              </a:rPr>
              <a:t>历史数据模块</a:t>
            </a:r>
          </a:p>
        </p:txBody>
      </p:sp>
      <p:sp>
        <p:nvSpPr>
          <p:cNvPr id="50" name="TextBox 8">
            <a:extLst>
              <a:ext uri="{FF2B5EF4-FFF2-40B4-BE49-F238E27FC236}">
                <a16:creationId xmlns:a16="http://schemas.microsoft.com/office/drawing/2014/main" id="{52B7FFA6-C46D-438C-2A9F-47746158C54E}"/>
              </a:ext>
            </a:extLst>
          </p:cNvPr>
          <p:cNvSpPr txBox="1"/>
          <p:nvPr/>
        </p:nvSpPr>
        <p:spPr>
          <a:xfrm>
            <a:off x="840296" y="387528"/>
            <a:ext cx="3877985" cy="230832"/>
          </a:xfrm>
          <a:prstGeom prst="rect">
            <a:avLst/>
          </a:prstGeom>
          <a:noFill/>
        </p:spPr>
        <p:txBody>
          <a:bodyPr wrap="none" rtlCol="0">
            <a:spAutoFit/>
          </a:bodyPr>
          <a:lstStyle/>
          <a:p>
            <a:r>
              <a:rPr lang="zh-CN" altLang="en-US" sz="900" dirty="0">
                <a:cs typeface="+mn-ea"/>
                <a:sym typeface="+mn-lt"/>
              </a:rPr>
              <a:t>查看历史记录、复用历史记录、历史记录删除、根据历史记录个性化服务</a:t>
            </a:r>
          </a:p>
        </p:txBody>
      </p:sp>
      <p:pic>
        <p:nvPicPr>
          <p:cNvPr id="3" name="图片 2">
            <a:extLst>
              <a:ext uri="{FF2B5EF4-FFF2-40B4-BE49-F238E27FC236}">
                <a16:creationId xmlns:a16="http://schemas.microsoft.com/office/drawing/2014/main" id="{3C71BD56-FFB6-76AF-1626-520A2011F195}"/>
              </a:ext>
            </a:extLst>
          </p:cNvPr>
          <p:cNvPicPr>
            <a:picLocks noChangeAspect="1"/>
          </p:cNvPicPr>
          <p:nvPr/>
        </p:nvPicPr>
        <p:blipFill>
          <a:blip r:embed="rId3"/>
          <a:stretch>
            <a:fillRect/>
          </a:stretch>
        </p:blipFill>
        <p:spPr>
          <a:xfrm>
            <a:off x="5004048" y="706683"/>
            <a:ext cx="3998926" cy="2801078"/>
          </a:xfrm>
          <a:prstGeom prst="rect">
            <a:avLst/>
          </a:prstGeom>
        </p:spPr>
      </p:pic>
      <p:graphicFrame>
        <p:nvGraphicFramePr>
          <p:cNvPr id="4" name="表格 3">
            <a:extLst>
              <a:ext uri="{FF2B5EF4-FFF2-40B4-BE49-F238E27FC236}">
                <a16:creationId xmlns:a16="http://schemas.microsoft.com/office/drawing/2014/main" id="{AEBC00AE-A4DA-106C-2BDC-016386AF4D2D}"/>
              </a:ext>
            </a:extLst>
          </p:cNvPr>
          <p:cNvGraphicFramePr>
            <a:graphicFrameLocks noGrp="1"/>
          </p:cNvGraphicFramePr>
          <p:nvPr>
            <p:extLst>
              <p:ext uri="{D42A27DB-BD31-4B8C-83A1-F6EECF244321}">
                <p14:modId xmlns:p14="http://schemas.microsoft.com/office/powerpoint/2010/main" val="2094236438"/>
              </p:ext>
            </p:extLst>
          </p:nvPr>
        </p:nvGraphicFramePr>
        <p:xfrm>
          <a:off x="383434" y="1059583"/>
          <a:ext cx="4718780" cy="3017520"/>
        </p:xfrm>
        <a:graphic>
          <a:graphicData uri="http://schemas.openxmlformats.org/drawingml/2006/table">
            <a:tbl>
              <a:tblPr firstRow="1" firstCol="1" bandRow="1">
                <a:tableStyleId>{D7AC3CCA-C797-4891-BE02-D94E43425B78}</a:tableStyleId>
              </a:tblPr>
              <a:tblGrid>
                <a:gridCol w="377204">
                  <a:extLst>
                    <a:ext uri="{9D8B030D-6E8A-4147-A177-3AD203B41FA5}">
                      <a16:colId xmlns:a16="http://schemas.microsoft.com/office/drawing/2014/main" val="179936565"/>
                    </a:ext>
                  </a:extLst>
                </a:gridCol>
                <a:gridCol w="627677">
                  <a:extLst>
                    <a:ext uri="{9D8B030D-6E8A-4147-A177-3AD203B41FA5}">
                      <a16:colId xmlns:a16="http://schemas.microsoft.com/office/drawing/2014/main" val="1837652229"/>
                    </a:ext>
                  </a:extLst>
                </a:gridCol>
                <a:gridCol w="1021431">
                  <a:extLst>
                    <a:ext uri="{9D8B030D-6E8A-4147-A177-3AD203B41FA5}">
                      <a16:colId xmlns:a16="http://schemas.microsoft.com/office/drawing/2014/main" val="2844048848"/>
                    </a:ext>
                  </a:extLst>
                </a:gridCol>
                <a:gridCol w="1400174">
                  <a:extLst>
                    <a:ext uri="{9D8B030D-6E8A-4147-A177-3AD203B41FA5}">
                      <a16:colId xmlns:a16="http://schemas.microsoft.com/office/drawing/2014/main" val="366473613"/>
                    </a:ext>
                  </a:extLst>
                </a:gridCol>
                <a:gridCol w="880523">
                  <a:extLst>
                    <a:ext uri="{9D8B030D-6E8A-4147-A177-3AD203B41FA5}">
                      <a16:colId xmlns:a16="http://schemas.microsoft.com/office/drawing/2014/main" val="1363405231"/>
                    </a:ext>
                  </a:extLst>
                </a:gridCol>
                <a:gridCol w="411771">
                  <a:extLst>
                    <a:ext uri="{9D8B030D-6E8A-4147-A177-3AD203B41FA5}">
                      <a16:colId xmlns:a16="http://schemas.microsoft.com/office/drawing/2014/main" val="3541919540"/>
                    </a:ext>
                  </a:extLst>
                </a:gridCol>
              </a:tblGrid>
              <a:tr h="629509">
                <a:tc rowSpan="4">
                  <a:txBody>
                    <a:bodyPr/>
                    <a:lstStyle/>
                    <a:p>
                      <a:pPr algn="just">
                        <a:buNone/>
                      </a:pPr>
                      <a:r>
                        <a:rPr lang="zh-CN" sz="900" kern="100" dirty="0">
                          <a:effectLst/>
                        </a:rPr>
                        <a:t>历史记录</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dirty="0">
                          <a:effectLst/>
                        </a:rPr>
                        <a:t>查看历史记录</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dirty="0">
                          <a:effectLst/>
                        </a:rPr>
                        <a:t>用户</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dirty="0">
                          <a:effectLst/>
                        </a:rPr>
                        <a:t>用户点击</a:t>
                      </a:r>
                      <a:r>
                        <a:rPr lang="en-US" sz="900" kern="100" dirty="0">
                          <a:effectLst/>
                        </a:rPr>
                        <a:t>“</a:t>
                      </a:r>
                      <a:r>
                        <a:rPr lang="zh-CN" sz="900" kern="100" dirty="0">
                          <a:effectLst/>
                        </a:rPr>
                        <a:t>历史记录</a:t>
                      </a:r>
                      <a:r>
                        <a:rPr lang="en-US" sz="900" kern="100" dirty="0">
                          <a:effectLst/>
                        </a:rPr>
                        <a:t>”</a:t>
                      </a:r>
                      <a:r>
                        <a:rPr lang="zh-CN" sz="900" kern="100" dirty="0">
                          <a:effectLst/>
                        </a:rPr>
                        <a:t>入口，系统应加载并展示过往的搜索</a:t>
                      </a:r>
                      <a:r>
                        <a:rPr lang="en-US" sz="900" kern="100" dirty="0">
                          <a:effectLst/>
                        </a:rPr>
                        <a:t>/</a:t>
                      </a:r>
                      <a:r>
                        <a:rPr lang="zh-CN" sz="900" kern="100" dirty="0">
                          <a:effectLst/>
                        </a:rPr>
                        <a:t>操作记录列表。</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dirty="0">
                          <a:effectLst/>
                        </a:rPr>
                        <a:t>用户可以清晰地查看到按时间顺序排序的完整历史记录列表。</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dirty="0">
                          <a:effectLst/>
                        </a:rPr>
                        <a:t>用户界面（</a:t>
                      </a:r>
                      <a:r>
                        <a:rPr lang="en-US" sz="900" kern="100" dirty="0">
                          <a:effectLst/>
                        </a:rPr>
                        <a:t>UI</a:t>
                      </a:r>
                      <a:r>
                        <a:rPr lang="zh-CN" sz="900" kern="100" dirty="0">
                          <a:effectLst/>
                        </a:rPr>
                        <a:t>）</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extLst>
                  <a:ext uri="{0D108BD9-81ED-4DB2-BD59-A6C34878D82A}">
                    <a16:rowId xmlns:a16="http://schemas.microsoft.com/office/drawing/2014/main" val="4191682588"/>
                  </a:ext>
                </a:extLst>
              </a:tr>
              <a:tr h="647588">
                <a:tc vMerge="1">
                  <a:txBody>
                    <a:bodyPr/>
                    <a:lstStyle/>
                    <a:p>
                      <a:endParaRPr lang="zh-CN" altLang="en-US"/>
                    </a:p>
                  </a:txBody>
                  <a:tcPr/>
                </a:tc>
                <a:tc>
                  <a:txBody>
                    <a:bodyPr/>
                    <a:lstStyle/>
                    <a:p>
                      <a:pPr algn="ctr">
                        <a:buNone/>
                      </a:pPr>
                      <a:r>
                        <a:rPr lang="zh-CN" sz="900" kern="100">
                          <a:effectLst/>
                        </a:rPr>
                        <a:t>重复使用</a:t>
                      </a:r>
                      <a:r>
                        <a:rPr lang="en-US" sz="900" kern="100">
                          <a:effectLst/>
                        </a:rPr>
                        <a:t>/</a:t>
                      </a:r>
                      <a:r>
                        <a:rPr lang="zh-CN" sz="900" kern="100">
                          <a:effectLst/>
                        </a:rPr>
                        <a:t>跳转历史记录</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a:effectLst/>
                        </a:rPr>
                        <a:t>用户</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dirty="0">
                          <a:effectLst/>
                        </a:rPr>
                        <a:t>当用户点击历史记录列表中的任一记录时，系统应立即执行该记录对应的操作（如跳转到上次查看的页面</a:t>
                      </a:r>
                      <a:r>
                        <a:rPr lang="en-US" sz="900" kern="100" dirty="0">
                          <a:effectLst/>
                        </a:rPr>
                        <a:t>/</a:t>
                      </a:r>
                      <a:r>
                        <a:rPr lang="zh-CN" sz="900" kern="100" dirty="0">
                          <a:effectLst/>
                        </a:rPr>
                        <a:t>重新搜索）。</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a:effectLst/>
                        </a:rPr>
                        <a:t>用户成功跳转至历史记录对应的页面或结果，跳过重新搜索步骤。</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a:effectLst/>
                        </a:rPr>
                        <a:t>页面</a:t>
                      </a:r>
                      <a:r>
                        <a:rPr lang="en-US" sz="900" kern="100">
                          <a:effectLst/>
                        </a:rPr>
                        <a:t>/</a:t>
                      </a:r>
                      <a:r>
                        <a:rPr lang="zh-CN" sz="900" kern="100">
                          <a:effectLst/>
                        </a:rPr>
                        <a:t>内容服务</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extLst>
                  <a:ext uri="{0D108BD9-81ED-4DB2-BD59-A6C34878D82A}">
                    <a16:rowId xmlns:a16="http://schemas.microsoft.com/office/drawing/2014/main" val="2269662849"/>
                  </a:ext>
                </a:extLst>
              </a:tr>
              <a:tr h="667604">
                <a:tc vMerge="1">
                  <a:txBody>
                    <a:bodyPr/>
                    <a:lstStyle/>
                    <a:p>
                      <a:endParaRPr lang="zh-CN" altLang="en-US"/>
                    </a:p>
                  </a:txBody>
                  <a:tcPr/>
                </a:tc>
                <a:tc>
                  <a:txBody>
                    <a:bodyPr/>
                    <a:lstStyle/>
                    <a:p>
                      <a:pPr algn="ctr">
                        <a:buNone/>
                      </a:pPr>
                      <a:r>
                        <a:rPr lang="zh-CN" sz="900" kern="100">
                          <a:effectLst/>
                        </a:rPr>
                        <a:t>清除历史记录</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a:effectLst/>
                        </a:rPr>
                        <a:t>用户</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a:effectLst/>
                        </a:rPr>
                        <a:t>用户在历史记录列表内选择一条或多条记录，点击</a:t>
                      </a:r>
                      <a:r>
                        <a:rPr lang="en-US" sz="900" kern="100">
                          <a:effectLst/>
                        </a:rPr>
                        <a:t>“</a:t>
                      </a:r>
                      <a:r>
                        <a:rPr lang="zh-CN" sz="900" kern="100">
                          <a:effectLst/>
                        </a:rPr>
                        <a:t>删除</a:t>
                      </a:r>
                      <a:r>
                        <a:rPr lang="en-US" sz="900" kern="100">
                          <a:effectLst/>
                        </a:rPr>
                        <a:t>”</a:t>
                      </a:r>
                      <a:r>
                        <a:rPr lang="zh-CN" sz="900" kern="100">
                          <a:effectLst/>
                        </a:rPr>
                        <a:t>按钮，并在确认弹窗后，系统应将其清除。</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dirty="0">
                          <a:effectLst/>
                        </a:rPr>
                        <a:t>数据库中相应的历史记录条目被删除或标记，且历史记录列表不再显示该记录。</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a:effectLst/>
                        </a:rPr>
                        <a:t>历史记录数据库</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extLst>
                  <a:ext uri="{0D108BD9-81ED-4DB2-BD59-A6C34878D82A}">
                    <a16:rowId xmlns:a16="http://schemas.microsoft.com/office/drawing/2014/main" val="3139093389"/>
                  </a:ext>
                </a:extLst>
              </a:tr>
              <a:tr h="647588">
                <a:tc vMerge="1">
                  <a:txBody>
                    <a:bodyPr/>
                    <a:lstStyle/>
                    <a:p>
                      <a:endParaRPr lang="zh-CN" altLang="en-US"/>
                    </a:p>
                  </a:txBody>
                  <a:tcPr/>
                </a:tc>
                <a:tc>
                  <a:txBody>
                    <a:bodyPr/>
                    <a:lstStyle/>
                    <a:p>
                      <a:pPr algn="ctr">
                        <a:buNone/>
                      </a:pPr>
                      <a:r>
                        <a:rPr lang="zh-CN" sz="900" kern="100">
                          <a:effectLst/>
                        </a:rPr>
                        <a:t>个性化展示</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a:effectLst/>
                        </a:rPr>
                        <a:t>系统</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a:effectLst/>
                        </a:rPr>
                        <a:t>系统根据用户的过往搜索和操作历史数据，通过算法计算并为用户推荐相关的目的地或内容。</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l">
                        <a:buNone/>
                      </a:pPr>
                      <a:r>
                        <a:rPr lang="zh-CN" sz="900" kern="100">
                          <a:effectLst/>
                        </a:rPr>
                        <a:t>用户可以在搜索栏或指定区域查看到系统基于历史行为推荐的个性化内容。</a:t>
                      </a:r>
                      <a:endParaRPr lang="zh-CN" sz="900" kern="10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tc>
                  <a:txBody>
                    <a:bodyPr/>
                    <a:lstStyle/>
                    <a:p>
                      <a:pPr algn="ctr">
                        <a:buNone/>
                      </a:pPr>
                      <a:r>
                        <a:rPr lang="zh-CN" sz="900" kern="100" dirty="0">
                          <a:effectLst/>
                        </a:rPr>
                        <a:t>推荐算法</a:t>
                      </a:r>
                      <a:r>
                        <a:rPr lang="en-US" sz="900" kern="100" dirty="0">
                          <a:effectLst/>
                        </a:rPr>
                        <a:t>/</a:t>
                      </a:r>
                      <a:r>
                        <a:rPr lang="zh-CN" sz="900" kern="100" dirty="0">
                          <a:effectLst/>
                        </a:rPr>
                        <a:t>数据模型</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41560" marR="41560" marT="0" marB="0"/>
                </a:tc>
                <a:extLst>
                  <a:ext uri="{0D108BD9-81ED-4DB2-BD59-A6C34878D82A}">
                    <a16:rowId xmlns:a16="http://schemas.microsoft.com/office/drawing/2014/main" val="593519133"/>
                  </a:ext>
                </a:extLst>
              </a:tr>
            </a:tbl>
          </a:graphicData>
        </a:graphic>
      </p:graphicFrame>
    </p:spTree>
    <p:extLst>
      <p:ext uri="{BB962C8B-B14F-4D97-AF65-F5344CB8AC3E}">
        <p14:creationId xmlns:p14="http://schemas.microsoft.com/office/powerpoint/2010/main" val="3663831132"/>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par>
                                <p:cTn id="8" presetID="22" presetClass="entr" presetSubtype="1"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up)">
                                      <p:cBhvr>
                                        <p:cTn id="10" dur="500"/>
                                        <p:tgtEl>
                                          <p:spTgt spid="26"/>
                                        </p:tgtEl>
                                      </p:cBhvr>
                                    </p:animEffect>
                                  </p:childTnLst>
                                </p:cTn>
                              </p:par>
                              <p:par>
                                <p:cTn id="11" presetID="22" presetClass="entr" presetSubtype="1"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up)">
                                      <p:cBhvr>
                                        <p:cTn id="1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D500F-AE59-68F8-E0C7-4C86F6A56B36}"/>
            </a:ext>
          </a:extLst>
        </p:cNvPr>
        <p:cNvGrpSpPr/>
        <p:nvPr/>
      </p:nvGrpSpPr>
      <p:grpSpPr>
        <a:xfrm>
          <a:off x="0" y="0"/>
          <a:ext cx="0" cy="0"/>
          <a:chOff x="0" y="0"/>
          <a:chExt cx="0" cy="0"/>
        </a:xfrm>
      </p:grpSpPr>
      <p:grpSp>
        <p:nvGrpSpPr>
          <p:cNvPr id="727" name="组合 726">
            <a:extLst>
              <a:ext uri="{FF2B5EF4-FFF2-40B4-BE49-F238E27FC236}">
                <a16:creationId xmlns:a16="http://schemas.microsoft.com/office/drawing/2014/main" id="{37E98182-83AC-9469-814E-C0AD79D67FA1}"/>
              </a:ext>
            </a:extLst>
          </p:cNvPr>
          <p:cNvGrpSpPr/>
          <p:nvPr/>
        </p:nvGrpSpPr>
        <p:grpSpPr>
          <a:xfrm rot="2181050">
            <a:off x="201564" y="224263"/>
            <a:ext cx="497939" cy="480855"/>
            <a:chOff x="1935287" y="2046176"/>
            <a:chExt cx="836513" cy="807813"/>
          </a:xfrm>
        </p:grpSpPr>
        <p:sp>
          <p:nvSpPr>
            <p:cNvPr id="728" name="矩形 727">
              <a:extLst>
                <a:ext uri="{FF2B5EF4-FFF2-40B4-BE49-F238E27FC236}">
                  <a16:creationId xmlns:a16="http://schemas.microsoft.com/office/drawing/2014/main" id="{B1C41DD1-0C88-4889-C0BB-2308EA1F8A8F}"/>
                </a:ext>
              </a:extLst>
            </p:cNvPr>
            <p:cNvSpPr/>
            <p:nvPr/>
          </p:nvSpPr>
          <p:spPr>
            <a:xfrm rot="16200000">
              <a:off x="2676139" y="2171589"/>
              <a:ext cx="127547" cy="63774"/>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729" name="组合 728">
              <a:extLst>
                <a:ext uri="{FF2B5EF4-FFF2-40B4-BE49-F238E27FC236}">
                  <a16:creationId xmlns:a16="http://schemas.microsoft.com/office/drawing/2014/main" id="{0ED7C532-C065-CADC-B1FE-AB52F7169309}"/>
                </a:ext>
              </a:extLst>
            </p:cNvPr>
            <p:cNvGrpSpPr/>
            <p:nvPr/>
          </p:nvGrpSpPr>
          <p:grpSpPr>
            <a:xfrm rot="18900000">
              <a:off x="1935287" y="2046176"/>
              <a:ext cx="710318" cy="807813"/>
              <a:chOff x="1935287" y="2046176"/>
              <a:chExt cx="710318" cy="807813"/>
            </a:xfrm>
          </p:grpSpPr>
          <p:sp>
            <p:nvSpPr>
              <p:cNvPr id="730" name="矩形 729">
                <a:extLst>
                  <a:ext uri="{FF2B5EF4-FFF2-40B4-BE49-F238E27FC236}">
                    <a16:creationId xmlns:a16="http://schemas.microsoft.com/office/drawing/2014/main" id="{01642352-DB0D-136D-6FED-54EB62C09F9B}"/>
                  </a:ext>
                </a:extLst>
              </p:cNvPr>
              <p:cNvSpPr/>
              <p:nvPr/>
            </p:nvSpPr>
            <p:spPr>
              <a:xfrm rot="18900000">
                <a:off x="1935287" y="2156715"/>
                <a:ext cx="324208" cy="32420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1" name="矩形 730">
                <a:extLst>
                  <a:ext uri="{FF2B5EF4-FFF2-40B4-BE49-F238E27FC236}">
                    <a16:creationId xmlns:a16="http://schemas.microsoft.com/office/drawing/2014/main" id="{727DBF89-B50D-CFB1-CABC-34C53FE10CBF}"/>
                  </a:ext>
                </a:extLst>
              </p:cNvPr>
              <p:cNvSpPr/>
              <p:nvPr/>
            </p:nvSpPr>
            <p:spPr>
              <a:xfrm rot="18900000">
                <a:off x="2363248" y="2361675"/>
                <a:ext cx="268739" cy="268739"/>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2" name="矩形 731">
                <a:extLst>
                  <a:ext uri="{FF2B5EF4-FFF2-40B4-BE49-F238E27FC236}">
                    <a16:creationId xmlns:a16="http://schemas.microsoft.com/office/drawing/2014/main" id="{DF586632-1D74-6348-F3A7-201DAB8849D9}"/>
                  </a:ext>
                </a:extLst>
              </p:cNvPr>
              <p:cNvSpPr/>
              <p:nvPr/>
            </p:nvSpPr>
            <p:spPr>
              <a:xfrm rot="18900000">
                <a:off x="2273470" y="2294141"/>
                <a:ext cx="167263" cy="167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3" name="矩形 732">
                <a:extLst>
                  <a:ext uri="{FF2B5EF4-FFF2-40B4-BE49-F238E27FC236}">
                    <a16:creationId xmlns:a16="http://schemas.microsoft.com/office/drawing/2014/main" id="{D6DAC9E6-F529-6FEE-07E2-C610577233DA}"/>
                  </a:ext>
                </a:extLst>
              </p:cNvPr>
              <p:cNvSpPr/>
              <p:nvPr/>
            </p:nvSpPr>
            <p:spPr>
              <a:xfrm rot="18900000">
                <a:off x="2147249" y="2323299"/>
                <a:ext cx="289856" cy="2898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4" name="矩形 733">
                <a:extLst>
                  <a:ext uri="{FF2B5EF4-FFF2-40B4-BE49-F238E27FC236}">
                    <a16:creationId xmlns:a16="http://schemas.microsoft.com/office/drawing/2014/main" id="{994FD302-67C1-CC3E-9E8B-6AC7996A86DF}"/>
                  </a:ext>
                </a:extLst>
              </p:cNvPr>
              <p:cNvSpPr/>
              <p:nvPr/>
            </p:nvSpPr>
            <p:spPr>
              <a:xfrm rot="18900000">
                <a:off x="2124819" y="2380998"/>
                <a:ext cx="174458" cy="17445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5" name="矩形 734">
                <a:extLst>
                  <a:ext uri="{FF2B5EF4-FFF2-40B4-BE49-F238E27FC236}">
                    <a16:creationId xmlns:a16="http://schemas.microsoft.com/office/drawing/2014/main" id="{3B3AD44A-8A84-7744-8714-3C5D78AC6E41}"/>
                  </a:ext>
                </a:extLst>
              </p:cNvPr>
              <p:cNvSpPr/>
              <p:nvPr/>
            </p:nvSpPr>
            <p:spPr>
              <a:xfrm rot="18900000">
                <a:off x="2272921" y="2046176"/>
                <a:ext cx="372684" cy="372684"/>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36" name="矩形 735">
                <a:extLst>
                  <a:ext uri="{FF2B5EF4-FFF2-40B4-BE49-F238E27FC236}">
                    <a16:creationId xmlns:a16="http://schemas.microsoft.com/office/drawing/2014/main" id="{677AB1E4-C8D5-D294-D95A-D200DDA7CBEC}"/>
                  </a:ext>
                </a:extLst>
              </p:cNvPr>
              <p:cNvSpPr/>
              <p:nvPr/>
            </p:nvSpPr>
            <p:spPr>
              <a:xfrm rot="18900000">
                <a:off x="2233710" y="2575444"/>
                <a:ext cx="278545" cy="27854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737" name="组合 736">
            <a:extLst>
              <a:ext uri="{FF2B5EF4-FFF2-40B4-BE49-F238E27FC236}">
                <a16:creationId xmlns:a16="http://schemas.microsoft.com/office/drawing/2014/main" id="{9ED4FBBE-88ED-1D6C-5692-C07FA2EF7282}"/>
              </a:ext>
            </a:extLst>
          </p:cNvPr>
          <p:cNvGrpSpPr/>
          <p:nvPr/>
        </p:nvGrpSpPr>
        <p:grpSpPr>
          <a:xfrm>
            <a:off x="8010071" y="4323214"/>
            <a:ext cx="845241" cy="620356"/>
            <a:chOff x="7789817" y="4257180"/>
            <a:chExt cx="845241" cy="620356"/>
          </a:xfrm>
        </p:grpSpPr>
        <p:grpSp>
          <p:nvGrpSpPr>
            <p:cNvPr id="738" name="组合 737">
              <a:extLst>
                <a:ext uri="{FF2B5EF4-FFF2-40B4-BE49-F238E27FC236}">
                  <a16:creationId xmlns:a16="http://schemas.microsoft.com/office/drawing/2014/main" id="{366C7911-A8EB-2EAE-470C-F7B32FB1F7DC}"/>
                </a:ext>
              </a:extLst>
            </p:cNvPr>
            <p:cNvGrpSpPr/>
            <p:nvPr/>
          </p:nvGrpSpPr>
          <p:grpSpPr>
            <a:xfrm>
              <a:off x="8306276" y="4330865"/>
              <a:ext cx="328782" cy="303293"/>
              <a:chOff x="8349677" y="4284250"/>
              <a:chExt cx="600042" cy="553523"/>
            </a:xfrm>
          </p:grpSpPr>
          <p:sp>
            <p:nvSpPr>
              <p:cNvPr id="742" name="矩形 741">
                <a:extLst>
                  <a:ext uri="{FF2B5EF4-FFF2-40B4-BE49-F238E27FC236}">
                    <a16:creationId xmlns:a16="http://schemas.microsoft.com/office/drawing/2014/main" id="{E6E16BA4-9591-30B4-6ABF-37813EDB30A5}"/>
                  </a:ext>
                </a:extLst>
              </p:cNvPr>
              <p:cNvSpPr/>
              <p:nvPr/>
            </p:nvSpPr>
            <p:spPr>
              <a:xfrm rot="18900000">
                <a:off x="8349677" y="4284250"/>
                <a:ext cx="272026" cy="272026"/>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3" name="矩形 742">
                <a:extLst>
                  <a:ext uri="{FF2B5EF4-FFF2-40B4-BE49-F238E27FC236}">
                    <a16:creationId xmlns:a16="http://schemas.microsoft.com/office/drawing/2014/main" id="{F6E9DD03-3CD8-41E4-34A5-425C4BF79A59}"/>
                  </a:ext>
                </a:extLst>
              </p:cNvPr>
              <p:cNvSpPr/>
              <p:nvPr/>
            </p:nvSpPr>
            <p:spPr>
              <a:xfrm rot="18900000">
                <a:off x="8724654" y="4612708"/>
                <a:ext cx="225065" cy="2250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39" name="矩形 738">
              <a:extLst>
                <a:ext uri="{FF2B5EF4-FFF2-40B4-BE49-F238E27FC236}">
                  <a16:creationId xmlns:a16="http://schemas.microsoft.com/office/drawing/2014/main" id="{CEFAE008-8AA5-C428-1683-28E72E72EB34}"/>
                </a:ext>
              </a:extLst>
            </p:cNvPr>
            <p:cNvSpPr/>
            <p:nvPr/>
          </p:nvSpPr>
          <p:spPr>
            <a:xfrm rot="8100000">
              <a:off x="7789817" y="4339105"/>
              <a:ext cx="264135" cy="2641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0" name="矩形 739">
              <a:extLst>
                <a:ext uri="{FF2B5EF4-FFF2-40B4-BE49-F238E27FC236}">
                  <a16:creationId xmlns:a16="http://schemas.microsoft.com/office/drawing/2014/main" id="{886DDF13-58A4-DA23-CE55-0C0512DE81BC}"/>
                </a:ext>
              </a:extLst>
            </p:cNvPr>
            <p:cNvSpPr/>
            <p:nvPr/>
          </p:nvSpPr>
          <p:spPr>
            <a:xfrm rot="8100000">
              <a:off x="8102733" y="4745468"/>
              <a:ext cx="132068" cy="1320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1" name="矩形 740">
              <a:extLst>
                <a:ext uri="{FF2B5EF4-FFF2-40B4-BE49-F238E27FC236}">
                  <a16:creationId xmlns:a16="http://schemas.microsoft.com/office/drawing/2014/main" id="{46F58B4D-9D06-5D91-769D-C1867D34D4B0}"/>
                </a:ext>
              </a:extLst>
            </p:cNvPr>
            <p:cNvSpPr/>
            <p:nvPr/>
          </p:nvSpPr>
          <p:spPr>
            <a:xfrm rot="8100000">
              <a:off x="7916345" y="4257180"/>
              <a:ext cx="132068" cy="132068"/>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744" name="TextBox 7">
            <a:extLst>
              <a:ext uri="{FF2B5EF4-FFF2-40B4-BE49-F238E27FC236}">
                <a16:creationId xmlns:a16="http://schemas.microsoft.com/office/drawing/2014/main" id="{EB2220E5-2ECD-CAA1-E2A3-C6F54B3A0D84}"/>
              </a:ext>
            </a:extLst>
          </p:cNvPr>
          <p:cNvSpPr txBox="1"/>
          <p:nvPr/>
        </p:nvSpPr>
        <p:spPr>
          <a:xfrm>
            <a:off x="840296" y="185213"/>
            <a:ext cx="1415772" cy="276999"/>
          </a:xfrm>
          <a:prstGeom prst="rect">
            <a:avLst/>
          </a:prstGeom>
          <a:noFill/>
        </p:spPr>
        <p:txBody>
          <a:bodyPr wrap="none" rtlCol="0">
            <a:spAutoFit/>
          </a:bodyPr>
          <a:lstStyle/>
          <a:p>
            <a:r>
              <a:rPr lang="zh-CN" altLang="en-US" sz="1200" b="1" dirty="0">
                <a:cs typeface="+mn-ea"/>
                <a:sym typeface="+mn-lt"/>
              </a:rPr>
              <a:t>非功能需求与开发</a:t>
            </a:r>
          </a:p>
        </p:txBody>
      </p:sp>
      <p:sp>
        <p:nvSpPr>
          <p:cNvPr id="745" name="TextBox 8">
            <a:extLst>
              <a:ext uri="{FF2B5EF4-FFF2-40B4-BE49-F238E27FC236}">
                <a16:creationId xmlns:a16="http://schemas.microsoft.com/office/drawing/2014/main" id="{B74672E1-58FC-2FF3-B1E8-B6258C409A90}"/>
              </a:ext>
            </a:extLst>
          </p:cNvPr>
          <p:cNvSpPr txBox="1"/>
          <p:nvPr/>
        </p:nvSpPr>
        <p:spPr>
          <a:xfrm>
            <a:off x="840296" y="387528"/>
            <a:ext cx="1843774" cy="230832"/>
          </a:xfrm>
          <a:prstGeom prst="rect">
            <a:avLst/>
          </a:prstGeom>
          <a:noFill/>
        </p:spPr>
        <p:txBody>
          <a:bodyPr wrap="none" rtlCol="0">
            <a:spAutoFit/>
          </a:bodyPr>
          <a:lstStyle/>
          <a:p>
            <a:r>
              <a:rPr lang="en-US" altLang="zh-CN" sz="900" dirty="0">
                <a:cs typeface="+mn-ea"/>
                <a:sym typeface="+mn-lt"/>
              </a:rPr>
              <a:t>Non-Functional Requirements</a:t>
            </a:r>
            <a:endParaRPr lang="zh-CN" altLang="en-US" sz="900" dirty="0">
              <a:cs typeface="+mn-ea"/>
              <a:sym typeface="+mn-lt"/>
            </a:endParaRPr>
          </a:p>
        </p:txBody>
      </p:sp>
      <p:sp>
        <p:nvSpPr>
          <p:cNvPr id="2" name="箭头: 右 1">
            <a:extLst>
              <a:ext uri="{FF2B5EF4-FFF2-40B4-BE49-F238E27FC236}">
                <a16:creationId xmlns:a16="http://schemas.microsoft.com/office/drawing/2014/main" id="{C1EE5F7C-0638-7555-5BC5-38410BD06823}"/>
              </a:ext>
            </a:extLst>
          </p:cNvPr>
          <p:cNvSpPr/>
          <p:nvPr/>
        </p:nvSpPr>
        <p:spPr>
          <a:xfrm>
            <a:off x="840296" y="987574"/>
            <a:ext cx="635360" cy="22638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FB3A2DD3-5C61-AB94-D577-0535549038D1}"/>
              </a:ext>
            </a:extLst>
          </p:cNvPr>
          <p:cNvSpPr txBox="1"/>
          <p:nvPr/>
        </p:nvSpPr>
        <p:spPr>
          <a:xfrm>
            <a:off x="1619672" y="916101"/>
            <a:ext cx="5940659" cy="369332"/>
          </a:xfrm>
          <a:prstGeom prst="rect">
            <a:avLst/>
          </a:prstGeom>
          <a:noFill/>
        </p:spPr>
        <p:txBody>
          <a:bodyPr wrap="square" rtlCol="0">
            <a:spAutoFit/>
          </a:bodyPr>
          <a:lstStyle/>
          <a:p>
            <a:r>
              <a:rPr lang="zh-CN" altLang="en-US" b="1" dirty="0"/>
              <a:t>关注高并发场景，数据库需支持高并发读写</a:t>
            </a:r>
          </a:p>
        </p:txBody>
      </p:sp>
      <p:sp>
        <p:nvSpPr>
          <p:cNvPr id="4" name="箭头: 右 3">
            <a:extLst>
              <a:ext uri="{FF2B5EF4-FFF2-40B4-BE49-F238E27FC236}">
                <a16:creationId xmlns:a16="http://schemas.microsoft.com/office/drawing/2014/main" id="{618A5CC2-4C24-1133-F849-59E76B85F496}"/>
              </a:ext>
            </a:extLst>
          </p:cNvPr>
          <p:cNvSpPr/>
          <p:nvPr/>
        </p:nvSpPr>
        <p:spPr>
          <a:xfrm>
            <a:off x="840296" y="1635646"/>
            <a:ext cx="635360" cy="22638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45B53A7-0334-94BB-84FF-ADFF26DCEDE0}"/>
              </a:ext>
            </a:extLst>
          </p:cNvPr>
          <p:cNvSpPr txBox="1"/>
          <p:nvPr/>
        </p:nvSpPr>
        <p:spPr>
          <a:xfrm>
            <a:off x="1601670" y="1563638"/>
            <a:ext cx="5940659" cy="369332"/>
          </a:xfrm>
          <a:prstGeom prst="rect">
            <a:avLst/>
          </a:prstGeom>
          <a:noFill/>
        </p:spPr>
        <p:txBody>
          <a:bodyPr wrap="square" rtlCol="0">
            <a:spAutoFit/>
          </a:bodyPr>
          <a:lstStyle/>
          <a:p>
            <a:r>
              <a:rPr lang="zh-CN" altLang="en-US" b="1" dirty="0"/>
              <a:t>客户端启动迅速，拒绝卡顿超过</a:t>
            </a:r>
            <a:r>
              <a:rPr lang="en-US" altLang="zh-CN" b="1" dirty="0"/>
              <a:t>2s</a:t>
            </a:r>
            <a:endParaRPr lang="zh-CN" altLang="en-US" b="1" dirty="0"/>
          </a:p>
        </p:txBody>
      </p:sp>
      <p:sp>
        <p:nvSpPr>
          <p:cNvPr id="15" name="箭头: 右 14">
            <a:extLst>
              <a:ext uri="{FF2B5EF4-FFF2-40B4-BE49-F238E27FC236}">
                <a16:creationId xmlns:a16="http://schemas.microsoft.com/office/drawing/2014/main" id="{83A5EBF7-464B-07DA-A6C8-7BA96B5CE3D5}"/>
              </a:ext>
            </a:extLst>
          </p:cNvPr>
          <p:cNvSpPr/>
          <p:nvPr/>
        </p:nvSpPr>
        <p:spPr>
          <a:xfrm>
            <a:off x="867350" y="2257947"/>
            <a:ext cx="635360" cy="22638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4EA84CC7-BDD7-6874-1930-3488BC90E354}"/>
              </a:ext>
            </a:extLst>
          </p:cNvPr>
          <p:cNvSpPr txBox="1"/>
          <p:nvPr/>
        </p:nvSpPr>
        <p:spPr>
          <a:xfrm>
            <a:off x="1619671" y="2186474"/>
            <a:ext cx="5940659" cy="369332"/>
          </a:xfrm>
          <a:prstGeom prst="rect">
            <a:avLst/>
          </a:prstGeom>
          <a:noFill/>
        </p:spPr>
        <p:txBody>
          <a:bodyPr wrap="square" rtlCol="0">
            <a:spAutoFit/>
          </a:bodyPr>
          <a:lstStyle/>
          <a:p>
            <a:r>
              <a:rPr lang="zh-CN" altLang="en-US" b="1" dirty="0"/>
              <a:t>启用日志，记录用户行为与系统信息，及时维护</a:t>
            </a:r>
          </a:p>
        </p:txBody>
      </p:sp>
      <p:sp>
        <p:nvSpPr>
          <p:cNvPr id="19" name="箭头: 右 18">
            <a:extLst>
              <a:ext uri="{FF2B5EF4-FFF2-40B4-BE49-F238E27FC236}">
                <a16:creationId xmlns:a16="http://schemas.microsoft.com/office/drawing/2014/main" id="{56D5FCAB-AF34-1670-144B-CEB3429502AB}"/>
              </a:ext>
            </a:extLst>
          </p:cNvPr>
          <p:cNvSpPr/>
          <p:nvPr/>
        </p:nvSpPr>
        <p:spPr>
          <a:xfrm>
            <a:off x="872163" y="2880248"/>
            <a:ext cx="635360" cy="226387"/>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E0067793-9B74-4BDF-58AB-76CD1A13947B}"/>
              </a:ext>
            </a:extLst>
          </p:cNvPr>
          <p:cNvSpPr txBox="1"/>
          <p:nvPr/>
        </p:nvSpPr>
        <p:spPr>
          <a:xfrm>
            <a:off x="1619671" y="2808775"/>
            <a:ext cx="5940659" cy="369332"/>
          </a:xfrm>
          <a:prstGeom prst="rect">
            <a:avLst/>
          </a:prstGeom>
          <a:noFill/>
        </p:spPr>
        <p:txBody>
          <a:bodyPr wrap="square" rtlCol="0">
            <a:spAutoFit/>
          </a:bodyPr>
          <a:lstStyle/>
          <a:p>
            <a:r>
              <a:rPr lang="zh-CN" altLang="zh-CN" b="1" kern="100" dirty="0">
                <a:latin typeface="+mn-ea"/>
                <a:cs typeface="Times New Roman" panose="02020603050405020304" pitchFamily="18" charset="0"/>
              </a:rPr>
              <a:t>界面简洁，操作符合直觉，提供新手引导</a:t>
            </a:r>
            <a:endParaRPr lang="zh-CN" altLang="en-US" b="1" dirty="0">
              <a:latin typeface="+mn-ea"/>
            </a:endParaRPr>
          </a:p>
        </p:txBody>
      </p:sp>
    </p:spTree>
    <p:extLst>
      <p:ext uri="{BB962C8B-B14F-4D97-AF65-F5344CB8AC3E}">
        <p14:creationId xmlns:p14="http://schemas.microsoft.com/office/powerpoint/2010/main" val="2376258794"/>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p:cNvSpPr/>
          <p:nvPr/>
        </p:nvSpPr>
        <p:spPr>
          <a:xfrm rot="5400000">
            <a:off x="-169752" y="169753"/>
            <a:ext cx="4227936" cy="3888432"/>
          </a:xfrm>
          <a:prstGeom prst="triangle">
            <a:avLst>
              <a:gd name="adj" fmla="val 0"/>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4"/>
          <p:cNvSpPr/>
          <p:nvPr/>
        </p:nvSpPr>
        <p:spPr>
          <a:xfrm rot="18900000">
            <a:off x="1675926" y="618677"/>
            <a:ext cx="443459" cy="44345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矩形 5"/>
          <p:cNvSpPr/>
          <p:nvPr/>
        </p:nvSpPr>
        <p:spPr>
          <a:xfrm rot="18900000">
            <a:off x="1218202" y="1969952"/>
            <a:ext cx="288032" cy="288032"/>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rot="18900000">
            <a:off x="526632" y="1152871"/>
            <a:ext cx="450432" cy="45043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cs typeface="+mn-ea"/>
              <a:sym typeface="+mn-lt"/>
            </a:endParaRPr>
          </a:p>
          <a:p>
            <a:pPr algn="ctr"/>
            <a:endParaRPr lang="en-US" altLang="zh-CN" dirty="0">
              <a:cs typeface="+mn-ea"/>
              <a:sym typeface="+mn-lt"/>
            </a:endParaRPr>
          </a:p>
          <a:p>
            <a:pPr algn="ctr"/>
            <a:endParaRPr lang="en-US" altLang="zh-CN" dirty="0">
              <a:cs typeface="+mn-ea"/>
              <a:sym typeface="+mn-lt"/>
            </a:endParaRPr>
          </a:p>
          <a:p>
            <a:pPr algn="ctr"/>
            <a:endParaRPr lang="en-US" altLang="zh-CN" dirty="0">
              <a:cs typeface="+mn-ea"/>
              <a:sym typeface="+mn-lt"/>
            </a:endParaRPr>
          </a:p>
          <a:p>
            <a:pPr algn="ctr"/>
            <a:endParaRPr lang="en-US" altLang="zh-CN" dirty="0">
              <a:cs typeface="+mn-ea"/>
              <a:sym typeface="+mn-lt"/>
            </a:endParaRPr>
          </a:p>
          <a:p>
            <a:pPr algn="ctr"/>
            <a:endParaRPr lang="zh-CN" altLang="en-US" dirty="0">
              <a:cs typeface="+mn-ea"/>
              <a:sym typeface="+mn-lt"/>
            </a:endParaRPr>
          </a:p>
        </p:txBody>
      </p:sp>
      <p:sp>
        <p:nvSpPr>
          <p:cNvPr id="12" name="矩形 11"/>
          <p:cNvSpPr/>
          <p:nvPr/>
        </p:nvSpPr>
        <p:spPr>
          <a:xfrm rot="18900000">
            <a:off x="566624" y="1447533"/>
            <a:ext cx="397532" cy="397532"/>
          </a:xfrm>
          <a:prstGeom prst="rect">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4" name="矩形 13"/>
          <p:cNvSpPr/>
          <p:nvPr/>
        </p:nvSpPr>
        <p:spPr>
          <a:xfrm rot="18900000">
            <a:off x="3067483" y="470465"/>
            <a:ext cx="288032" cy="144016"/>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rot="18900000">
            <a:off x="3198605" y="1933205"/>
            <a:ext cx="544052" cy="54405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3" name="矩形 22"/>
          <p:cNvSpPr/>
          <p:nvPr/>
        </p:nvSpPr>
        <p:spPr>
          <a:xfrm rot="18900000">
            <a:off x="2826103" y="1368225"/>
            <a:ext cx="272026" cy="272026"/>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rot="18900000">
            <a:off x="3210016" y="2373976"/>
            <a:ext cx="272026" cy="272026"/>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矩形 25"/>
          <p:cNvSpPr/>
          <p:nvPr/>
        </p:nvSpPr>
        <p:spPr>
          <a:xfrm rot="18900000">
            <a:off x="1998752" y="1636898"/>
            <a:ext cx="470822" cy="470822"/>
          </a:xfrm>
          <a:prstGeom prst="rect">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 name="组合 1"/>
          <p:cNvGrpSpPr/>
          <p:nvPr/>
        </p:nvGrpSpPr>
        <p:grpSpPr>
          <a:xfrm>
            <a:off x="478188" y="2491941"/>
            <a:ext cx="1604068" cy="1825962"/>
            <a:chOff x="478188" y="2491941"/>
            <a:chExt cx="1604068" cy="1825962"/>
          </a:xfrm>
        </p:grpSpPr>
        <p:sp>
          <p:nvSpPr>
            <p:cNvPr id="15" name="矩形 14"/>
            <p:cNvSpPr/>
            <p:nvPr/>
          </p:nvSpPr>
          <p:spPr>
            <a:xfrm rot="18900000">
              <a:off x="478188" y="2741565"/>
              <a:ext cx="732139" cy="7321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6" name="矩形 15"/>
            <p:cNvSpPr/>
            <p:nvPr/>
          </p:nvSpPr>
          <p:spPr>
            <a:xfrm rot="18900000">
              <a:off x="1444626" y="3204415"/>
              <a:ext cx="606878" cy="606878"/>
            </a:xfrm>
            <a:prstGeom prst="rect">
              <a:avLst/>
            </a:prstGeom>
            <a:solidFill>
              <a:schemeClr val="bg1">
                <a:lumMod val="8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7" name="矩形 16"/>
            <p:cNvSpPr/>
            <p:nvPr/>
          </p:nvSpPr>
          <p:spPr>
            <a:xfrm rot="18900000">
              <a:off x="1241886" y="3051907"/>
              <a:ext cx="377718" cy="37771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矩形 17"/>
            <p:cNvSpPr/>
            <p:nvPr/>
          </p:nvSpPr>
          <p:spPr>
            <a:xfrm rot="18900000">
              <a:off x="1210483" y="3663338"/>
              <a:ext cx="654565" cy="6545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p:cNvSpPr/>
            <p:nvPr/>
          </p:nvSpPr>
          <p:spPr>
            <a:xfrm rot="18900000">
              <a:off x="956846" y="3117753"/>
              <a:ext cx="654565" cy="6545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rot="18900000">
              <a:off x="1240646" y="2491941"/>
              <a:ext cx="841610" cy="84161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025" name="组合 1024"/>
          <p:cNvGrpSpPr/>
          <p:nvPr/>
        </p:nvGrpSpPr>
        <p:grpSpPr>
          <a:xfrm>
            <a:off x="8010071" y="4323214"/>
            <a:ext cx="845241" cy="620356"/>
            <a:chOff x="7789817" y="4257180"/>
            <a:chExt cx="845241" cy="620356"/>
          </a:xfrm>
        </p:grpSpPr>
        <p:grpSp>
          <p:nvGrpSpPr>
            <p:cNvPr id="7" name="组合 6"/>
            <p:cNvGrpSpPr/>
            <p:nvPr/>
          </p:nvGrpSpPr>
          <p:grpSpPr>
            <a:xfrm>
              <a:off x="8306276" y="4330865"/>
              <a:ext cx="328782" cy="303293"/>
              <a:chOff x="8349677" y="4284250"/>
              <a:chExt cx="600042" cy="553523"/>
            </a:xfrm>
          </p:grpSpPr>
          <p:sp>
            <p:nvSpPr>
              <p:cNvPr id="21" name="矩形 20"/>
              <p:cNvSpPr/>
              <p:nvPr/>
            </p:nvSpPr>
            <p:spPr>
              <a:xfrm rot="18900000">
                <a:off x="8349677" y="4284250"/>
                <a:ext cx="272026" cy="272026"/>
              </a:xfrm>
              <a:prstGeom prst="rect">
                <a:avLst/>
              </a:prstGeom>
              <a:solidFill>
                <a:srgbClr val="2730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2" name="矩形 21"/>
              <p:cNvSpPr/>
              <p:nvPr/>
            </p:nvSpPr>
            <p:spPr>
              <a:xfrm rot="18900000">
                <a:off x="8724654" y="4612708"/>
                <a:ext cx="225065" cy="2250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47" name="矩形 46"/>
            <p:cNvSpPr/>
            <p:nvPr/>
          </p:nvSpPr>
          <p:spPr>
            <a:xfrm rot="8100000">
              <a:off x="7789817" y="4339105"/>
              <a:ext cx="264135" cy="26413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8" name="矩形 47"/>
            <p:cNvSpPr/>
            <p:nvPr/>
          </p:nvSpPr>
          <p:spPr>
            <a:xfrm rot="8100000">
              <a:off x="8102733" y="4745468"/>
              <a:ext cx="132068" cy="1320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0" name="矩形 49"/>
            <p:cNvSpPr/>
            <p:nvPr/>
          </p:nvSpPr>
          <p:spPr>
            <a:xfrm rot="8100000">
              <a:off x="7916345" y="4257180"/>
              <a:ext cx="132068" cy="132068"/>
            </a:xfrm>
            <a:prstGeom prst="rect">
              <a:avLst/>
            </a:prstGeom>
            <a:solidFill>
              <a:srgbClr val="27304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030" name="组合 1029"/>
          <p:cNvGrpSpPr/>
          <p:nvPr/>
        </p:nvGrpSpPr>
        <p:grpSpPr>
          <a:xfrm>
            <a:off x="3346029" y="-367929"/>
            <a:ext cx="1237092" cy="1436232"/>
            <a:chOff x="3288977" y="-263355"/>
            <a:chExt cx="1237092" cy="1436232"/>
          </a:xfrm>
        </p:grpSpPr>
        <p:cxnSp>
          <p:nvCxnSpPr>
            <p:cNvPr id="1029" name="直接连接符 1028"/>
            <p:cNvCxnSpPr/>
            <p:nvPr/>
          </p:nvCxnSpPr>
          <p:spPr>
            <a:xfrm flipV="1">
              <a:off x="3685663" y="-263355"/>
              <a:ext cx="840406" cy="840406"/>
            </a:xfrm>
            <a:prstGeom prst="line">
              <a:avLst/>
            </a:prstGeom>
            <a:ln w="12700">
              <a:solidFill>
                <a:srgbClr val="273045"/>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V="1">
              <a:off x="3288977" y="332471"/>
              <a:ext cx="840406" cy="84040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60" name="直接连接符 59"/>
          <p:cNvCxnSpPr/>
          <p:nvPr/>
        </p:nvCxnSpPr>
        <p:spPr>
          <a:xfrm flipV="1">
            <a:off x="401078" y="4725733"/>
            <a:ext cx="840406" cy="840406"/>
          </a:xfrm>
          <a:prstGeom prst="line">
            <a:avLst/>
          </a:prstGeom>
          <a:ln w="12700">
            <a:solidFill>
              <a:srgbClr val="273045"/>
            </a:solidFill>
          </a:ln>
        </p:spPr>
        <p:style>
          <a:lnRef idx="1">
            <a:schemeClr val="accent1"/>
          </a:lnRef>
          <a:fillRef idx="0">
            <a:schemeClr val="accent1"/>
          </a:fillRef>
          <a:effectRef idx="0">
            <a:schemeClr val="accent1"/>
          </a:effectRef>
          <a:fontRef idx="minor">
            <a:schemeClr val="tx1"/>
          </a:fontRef>
        </p:style>
      </p:cxnSp>
      <p:sp>
        <p:nvSpPr>
          <p:cNvPr id="35" name="矩形 34"/>
          <p:cNvSpPr/>
          <p:nvPr/>
        </p:nvSpPr>
        <p:spPr>
          <a:xfrm rot="18900000">
            <a:off x="1044499" y="3248316"/>
            <a:ext cx="393968" cy="393968"/>
          </a:xfrm>
          <a:prstGeom prst="rect">
            <a:avLst/>
          </a:prstGeom>
          <a:solidFill>
            <a:srgbClr val="27304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 name="矩形 2">
            <a:extLst>
              <a:ext uri="{FF2B5EF4-FFF2-40B4-BE49-F238E27FC236}">
                <a16:creationId xmlns:a16="http://schemas.microsoft.com/office/drawing/2014/main" id="{C4DB630B-4107-F1D3-984F-01FF4A212D68}"/>
              </a:ext>
            </a:extLst>
          </p:cNvPr>
          <p:cNvSpPr/>
          <p:nvPr/>
        </p:nvSpPr>
        <p:spPr>
          <a:xfrm>
            <a:off x="2234163" y="1992464"/>
            <a:ext cx="4642618" cy="923330"/>
          </a:xfrm>
          <a:prstGeom prst="rect">
            <a:avLst/>
          </a:prstGeom>
          <a:noFill/>
        </p:spPr>
        <p:txBody>
          <a:bodyPr wrap="none" lIns="91440" tIns="45720" rIns="91440" bIns="45720">
            <a:spAutoFit/>
          </a:bodyPr>
          <a:lstStyle/>
          <a:p>
            <a:pPr algn="ctr"/>
            <a:r>
              <a:rPr lang="en-US" altLang="zh-CN" sz="5400" b="1" cap="none" spc="0" dirty="0">
                <a:ln w="0"/>
                <a:solidFill>
                  <a:schemeClr val="tx1"/>
                </a:solidFill>
                <a:effectLst>
                  <a:outerShdw blurRad="38100" dist="19050" dir="2700000" algn="tl" rotWithShape="0">
                    <a:schemeClr val="dk1">
                      <a:alpha val="40000"/>
                    </a:schemeClr>
                  </a:outerShdw>
                </a:effectLst>
                <a:latin typeface="Kunstler Script" panose="030304020206070D0D06" pitchFamily="66" charset="0"/>
              </a:rPr>
              <a:t>Thanks For Listening</a:t>
            </a:r>
            <a:endParaRPr lang="zh-CN" altLang="en-US" sz="5400" b="1" cap="none" spc="0" dirty="0">
              <a:ln w="0"/>
              <a:solidFill>
                <a:schemeClr val="tx1"/>
              </a:solidFill>
              <a:effectLst>
                <a:outerShdw blurRad="38100" dist="19050" dir="2700000" algn="tl" rotWithShape="0">
                  <a:schemeClr val="dk1">
                    <a:alpha val="40000"/>
                  </a:schemeClr>
                </a:outerShdw>
              </a:effectLst>
              <a:latin typeface="Kunstler Script" panose="030304020206070D0D06" pitchFamily="66" charset="0"/>
            </a:endParaRPr>
          </a:p>
        </p:txBody>
      </p:sp>
      <p:sp>
        <p:nvSpPr>
          <p:cNvPr id="8" name="文本框 7">
            <a:extLst>
              <a:ext uri="{FF2B5EF4-FFF2-40B4-BE49-F238E27FC236}">
                <a16:creationId xmlns:a16="http://schemas.microsoft.com/office/drawing/2014/main" id="{4EE21333-10C0-0101-2E2D-65FB2A1A433A}"/>
              </a:ext>
            </a:extLst>
          </p:cNvPr>
          <p:cNvSpPr txBox="1"/>
          <p:nvPr/>
        </p:nvSpPr>
        <p:spPr>
          <a:xfrm>
            <a:off x="1764080" y="2973679"/>
            <a:ext cx="5404210" cy="461665"/>
          </a:xfrm>
          <a:prstGeom prst="rect">
            <a:avLst/>
          </a:prstGeom>
          <a:noFill/>
        </p:spPr>
        <p:txBody>
          <a:bodyPr wrap="square" rtlCol="0">
            <a:spAutoFit/>
          </a:bodyPr>
          <a:lstStyle/>
          <a:p>
            <a:pPr lvl="0" algn="ctr">
              <a:defRPr/>
            </a:pPr>
            <a:r>
              <a:rPr lang="en-US" altLang="zh-CN" sz="1200" dirty="0">
                <a:latin typeface="Times New Roman" panose="02020603050405020304" pitchFamily="18" charset="0"/>
                <a:cs typeface="Times New Roman" panose="02020603050405020304" pitchFamily="18" charset="0"/>
              </a:rPr>
              <a:t>Contact us @ {</a:t>
            </a:r>
            <a:r>
              <a:rPr lang="en-US" altLang="zh-CN" sz="1200" b="1" kern="0" dirty="0">
                <a:solidFill>
                  <a:prstClr val="black"/>
                </a:solidFill>
                <a:latin typeface="Times New Roman" panose="02020603050405020304" pitchFamily="18" charset="0"/>
                <a:cs typeface="Times New Roman" panose="02020603050405020304" pitchFamily="18" charset="0"/>
              </a:rPr>
              <a:t>2351274,2350231,2353113,2350233,2352688 ,2352978 ,2351106</a:t>
            </a:r>
            <a:r>
              <a:rPr lang="en-US" altLang="zh-CN" sz="1200" dirty="0">
                <a:latin typeface="Times New Roman" panose="02020603050405020304" pitchFamily="18" charset="0"/>
                <a:cs typeface="Times New Roman" panose="02020603050405020304" pitchFamily="18" charset="0"/>
              </a:rPr>
              <a:t>}@tongji.edu.cn</a:t>
            </a:r>
            <a:endParaRPr lang="zh-CN"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8074689"/>
      </p:ext>
    </p:extLst>
  </p:cSld>
  <p:clrMapOvr>
    <a:masterClrMapping/>
  </p:clrMapOvr>
  <mc:AlternateContent xmlns:mc="http://schemas.openxmlformats.org/markup-compatibility/2006" xmlns:p14="http://schemas.microsoft.com/office/powerpoint/2010/main">
    <mc:Choice Requires="p14">
      <p:transition spd="slow" p14:dur="1600" advClick="0" advTm="0">
        <p14:prism isContent="1" isInverted="1"/>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0-#ppt_w/2"/>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42" presetClass="entr" presetSubtype="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750"/>
                                        <p:tgtEl>
                                          <p:spTgt spid="5"/>
                                        </p:tgtEl>
                                      </p:cBhvr>
                                    </p:animEffect>
                                    <p:anim calcmode="lin" valueType="num">
                                      <p:cBhvr>
                                        <p:cTn id="12" dur="750" fill="hold"/>
                                        <p:tgtEl>
                                          <p:spTgt spid="5"/>
                                        </p:tgtEl>
                                        <p:attrNameLst>
                                          <p:attrName>ppt_x</p:attrName>
                                        </p:attrNameLst>
                                      </p:cBhvr>
                                      <p:tavLst>
                                        <p:tav tm="0">
                                          <p:val>
                                            <p:strVal val="#ppt_x"/>
                                          </p:val>
                                        </p:tav>
                                        <p:tav tm="100000">
                                          <p:val>
                                            <p:strVal val="#ppt_x"/>
                                          </p:val>
                                        </p:tav>
                                      </p:tavLst>
                                    </p:anim>
                                    <p:anim calcmode="lin" valueType="num">
                                      <p:cBhvr>
                                        <p:cTn id="13" dur="750" fill="hold"/>
                                        <p:tgtEl>
                                          <p:spTgt spid="5"/>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5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anim calcmode="lin" valueType="num">
                                      <p:cBhvr>
                                        <p:cTn id="17" dur="750" fill="hold"/>
                                        <p:tgtEl>
                                          <p:spTgt spid="11"/>
                                        </p:tgtEl>
                                        <p:attrNameLst>
                                          <p:attrName>ppt_x</p:attrName>
                                        </p:attrNameLst>
                                      </p:cBhvr>
                                      <p:tavLst>
                                        <p:tav tm="0">
                                          <p:val>
                                            <p:strVal val="#ppt_x"/>
                                          </p:val>
                                        </p:tav>
                                        <p:tav tm="100000">
                                          <p:val>
                                            <p:strVal val="#ppt_x"/>
                                          </p:val>
                                        </p:tav>
                                      </p:tavLst>
                                    </p:anim>
                                    <p:anim calcmode="lin" valueType="num">
                                      <p:cBhvr>
                                        <p:cTn id="18" dur="750" fill="hold"/>
                                        <p:tgtEl>
                                          <p:spTgt spid="1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50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750"/>
                                        <p:tgtEl>
                                          <p:spTgt spid="12"/>
                                        </p:tgtEl>
                                      </p:cBhvr>
                                    </p:animEffect>
                                    <p:anim calcmode="lin" valueType="num">
                                      <p:cBhvr>
                                        <p:cTn id="22" dur="750" fill="hold"/>
                                        <p:tgtEl>
                                          <p:spTgt spid="12"/>
                                        </p:tgtEl>
                                        <p:attrNameLst>
                                          <p:attrName>ppt_x</p:attrName>
                                        </p:attrNameLst>
                                      </p:cBhvr>
                                      <p:tavLst>
                                        <p:tav tm="0">
                                          <p:val>
                                            <p:strVal val="#ppt_x"/>
                                          </p:val>
                                        </p:tav>
                                        <p:tav tm="100000">
                                          <p:val>
                                            <p:strVal val="#ppt_x"/>
                                          </p:val>
                                        </p:tav>
                                      </p:tavLst>
                                    </p:anim>
                                    <p:anim calcmode="lin" valueType="num">
                                      <p:cBhvr>
                                        <p:cTn id="23" dur="750" fill="hold"/>
                                        <p:tgtEl>
                                          <p:spTgt spid="12"/>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50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750"/>
                                        <p:tgtEl>
                                          <p:spTgt spid="6"/>
                                        </p:tgtEl>
                                      </p:cBhvr>
                                    </p:animEffect>
                                    <p:anim calcmode="lin" valueType="num">
                                      <p:cBhvr>
                                        <p:cTn id="27" dur="750" fill="hold"/>
                                        <p:tgtEl>
                                          <p:spTgt spid="6"/>
                                        </p:tgtEl>
                                        <p:attrNameLst>
                                          <p:attrName>ppt_x</p:attrName>
                                        </p:attrNameLst>
                                      </p:cBhvr>
                                      <p:tavLst>
                                        <p:tav tm="0">
                                          <p:val>
                                            <p:strVal val="#ppt_x"/>
                                          </p:val>
                                        </p:tav>
                                        <p:tav tm="100000">
                                          <p:val>
                                            <p:strVal val="#ppt_x"/>
                                          </p:val>
                                        </p:tav>
                                      </p:tavLst>
                                    </p:anim>
                                    <p:anim calcmode="lin" valueType="num">
                                      <p:cBhvr>
                                        <p:cTn id="28" dur="75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75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750"/>
                                        <p:tgtEl>
                                          <p:spTgt spid="26"/>
                                        </p:tgtEl>
                                      </p:cBhvr>
                                    </p:animEffect>
                                    <p:anim calcmode="lin" valueType="num">
                                      <p:cBhvr>
                                        <p:cTn id="32" dur="750" fill="hold"/>
                                        <p:tgtEl>
                                          <p:spTgt spid="26"/>
                                        </p:tgtEl>
                                        <p:attrNameLst>
                                          <p:attrName>ppt_x</p:attrName>
                                        </p:attrNameLst>
                                      </p:cBhvr>
                                      <p:tavLst>
                                        <p:tav tm="0">
                                          <p:val>
                                            <p:strVal val="#ppt_x"/>
                                          </p:val>
                                        </p:tav>
                                        <p:tav tm="100000">
                                          <p:val>
                                            <p:strVal val="#ppt_x"/>
                                          </p:val>
                                        </p:tav>
                                      </p:tavLst>
                                    </p:anim>
                                    <p:anim calcmode="lin" valueType="num">
                                      <p:cBhvr>
                                        <p:cTn id="33" dur="750" fill="hold"/>
                                        <p:tgtEl>
                                          <p:spTgt spid="26"/>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75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750"/>
                                        <p:tgtEl>
                                          <p:spTgt spid="20"/>
                                        </p:tgtEl>
                                      </p:cBhvr>
                                    </p:animEffect>
                                    <p:anim calcmode="lin" valueType="num">
                                      <p:cBhvr>
                                        <p:cTn id="37" dur="750" fill="hold"/>
                                        <p:tgtEl>
                                          <p:spTgt spid="20"/>
                                        </p:tgtEl>
                                        <p:attrNameLst>
                                          <p:attrName>ppt_x</p:attrName>
                                        </p:attrNameLst>
                                      </p:cBhvr>
                                      <p:tavLst>
                                        <p:tav tm="0">
                                          <p:val>
                                            <p:strVal val="#ppt_x"/>
                                          </p:val>
                                        </p:tav>
                                        <p:tav tm="100000">
                                          <p:val>
                                            <p:strVal val="#ppt_x"/>
                                          </p:val>
                                        </p:tav>
                                      </p:tavLst>
                                    </p:anim>
                                    <p:anim calcmode="lin" valueType="num">
                                      <p:cBhvr>
                                        <p:cTn id="38" dur="75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100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750"/>
                                        <p:tgtEl>
                                          <p:spTgt spid="23"/>
                                        </p:tgtEl>
                                      </p:cBhvr>
                                    </p:animEffect>
                                    <p:anim calcmode="lin" valueType="num">
                                      <p:cBhvr>
                                        <p:cTn id="42" dur="750" fill="hold"/>
                                        <p:tgtEl>
                                          <p:spTgt spid="23"/>
                                        </p:tgtEl>
                                        <p:attrNameLst>
                                          <p:attrName>ppt_x</p:attrName>
                                        </p:attrNameLst>
                                      </p:cBhvr>
                                      <p:tavLst>
                                        <p:tav tm="0">
                                          <p:val>
                                            <p:strVal val="#ppt_x"/>
                                          </p:val>
                                        </p:tav>
                                        <p:tav tm="100000">
                                          <p:val>
                                            <p:strVal val="#ppt_x"/>
                                          </p:val>
                                        </p:tav>
                                      </p:tavLst>
                                    </p:anim>
                                    <p:anim calcmode="lin" valueType="num">
                                      <p:cBhvr>
                                        <p:cTn id="43" dur="750" fill="hold"/>
                                        <p:tgtEl>
                                          <p:spTgt spid="23"/>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100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750"/>
                                        <p:tgtEl>
                                          <p:spTgt spid="25"/>
                                        </p:tgtEl>
                                      </p:cBhvr>
                                    </p:animEffect>
                                    <p:anim calcmode="lin" valueType="num">
                                      <p:cBhvr>
                                        <p:cTn id="47" dur="750" fill="hold"/>
                                        <p:tgtEl>
                                          <p:spTgt spid="25"/>
                                        </p:tgtEl>
                                        <p:attrNameLst>
                                          <p:attrName>ppt_x</p:attrName>
                                        </p:attrNameLst>
                                      </p:cBhvr>
                                      <p:tavLst>
                                        <p:tav tm="0">
                                          <p:val>
                                            <p:strVal val="#ppt_x"/>
                                          </p:val>
                                        </p:tav>
                                        <p:tav tm="100000">
                                          <p:val>
                                            <p:strVal val="#ppt_x"/>
                                          </p:val>
                                        </p:tav>
                                      </p:tavLst>
                                    </p:anim>
                                    <p:anim calcmode="lin" valueType="num">
                                      <p:cBhvr>
                                        <p:cTn id="48" dur="750" fill="hold"/>
                                        <p:tgtEl>
                                          <p:spTgt spid="25"/>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10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750"/>
                                        <p:tgtEl>
                                          <p:spTgt spid="14"/>
                                        </p:tgtEl>
                                      </p:cBhvr>
                                    </p:animEffect>
                                    <p:anim calcmode="lin" valueType="num">
                                      <p:cBhvr>
                                        <p:cTn id="52" dur="750" fill="hold"/>
                                        <p:tgtEl>
                                          <p:spTgt spid="14"/>
                                        </p:tgtEl>
                                        <p:attrNameLst>
                                          <p:attrName>ppt_x</p:attrName>
                                        </p:attrNameLst>
                                      </p:cBhvr>
                                      <p:tavLst>
                                        <p:tav tm="0">
                                          <p:val>
                                            <p:strVal val="#ppt_x"/>
                                          </p:val>
                                        </p:tav>
                                        <p:tav tm="100000">
                                          <p:val>
                                            <p:strVal val="#ppt_x"/>
                                          </p:val>
                                        </p:tav>
                                      </p:tavLst>
                                    </p:anim>
                                    <p:anim calcmode="lin" valueType="num">
                                      <p:cBhvr>
                                        <p:cTn id="53" dur="750" fill="hold"/>
                                        <p:tgtEl>
                                          <p:spTgt spid="14"/>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150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750"/>
                                        <p:tgtEl>
                                          <p:spTgt spid="2"/>
                                        </p:tgtEl>
                                      </p:cBhvr>
                                    </p:animEffect>
                                    <p:anim calcmode="lin" valueType="num">
                                      <p:cBhvr>
                                        <p:cTn id="57" dur="750" fill="hold"/>
                                        <p:tgtEl>
                                          <p:spTgt spid="2"/>
                                        </p:tgtEl>
                                        <p:attrNameLst>
                                          <p:attrName>ppt_x</p:attrName>
                                        </p:attrNameLst>
                                      </p:cBhvr>
                                      <p:tavLst>
                                        <p:tav tm="0">
                                          <p:val>
                                            <p:strVal val="#ppt_x"/>
                                          </p:val>
                                        </p:tav>
                                        <p:tav tm="100000">
                                          <p:val>
                                            <p:strVal val="#ppt_x"/>
                                          </p:val>
                                        </p:tav>
                                      </p:tavLst>
                                    </p:anim>
                                    <p:anim calcmode="lin" valueType="num">
                                      <p:cBhvr>
                                        <p:cTn id="58" dur="750" fill="hold"/>
                                        <p:tgtEl>
                                          <p:spTgt spid="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1750"/>
                                  </p:stCondLst>
                                  <p:childTnLst>
                                    <p:set>
                                      <p:cBhvr>
                                        <p:cTn id="60" dur="1" fill="hold">
                                          <p:stCondLst>
                                            <p:cond delay="0"/>
                                          </p:stCondLst>
                                        </p:cTn>
                                        <p:tgtEl>
                                          <p:spTgt spid="35"/>
                                        </p:tgtEl>
                                        <p:attrNameLst>
                                          <p:attrName>style.visibility</p:attrName>
                                        </p:attrNameLst>
                                      </p:cBhvr>
                                      <p:to>
                                        <p:strVal val="visible"/>
                                      </p:to>
                                    </p:set>
                                    <p:animEffect transition="in" filter="fade">
                                      <p:cBhvr>
                                        <p:cTn id="61" dur="750"/>
                                        <p:tgtEl>
                                          <p:spTgt spid="35"/>
                                        </p:tgtEl>
                                      </p:cBhvr>
                                    </p:animEffect>
                                    <p:anim calcmode="lin" valueType="num">
                                      <p:cBhvr>
                                        <p:cTn id="62" dur="750" fill="hold"/>
                                        <p:tgtEl>
                                          <p:spTgt spid="35"/>
                                        </p:tgtEl>
                                        <p:attrNameLst>
                                          <p:attrName>ppt_x</p:attrName>
                                        </p:attrNameLst>
                                      </p:cBhvr>
                                      <p:tavLst>
                                        <p:tav tm="0">
                                          <p:val>
                                            <p:strVal val="#ppt_x"/>
                                          </p:val>
                                        </p:tav>
                                        <p:tav tm="100000">
                                          <p:val>
                                            <p:strVal val="#ppt_x"/>
                                          </p:val>
                                        </p:tav>
                                      </p:tavLst>
                                    </p:anim>
                                    <p:anim calcmode="lin" valueType="num">
                                      <p:cBhvr>
                                        <p:cTn id="63" dur="750" fill="hold"/>
                                        <p:tgtEl>
                                          <p:spTgt spid="35"/>
                                        </p:tgtEl>
                                        <p:attrNameLst>
                                          <p:attrName>ppt_y</p:attrName>
                                        </p:attrNameLst>
                                      </p:cBhvr>
                                      <p:tavLst>
                                        <p:tav tm="0">
                                          <p:val>
                                            <p:strVal val="#ppt_y+.1"/>
                                          </p:val>
                                        </p:tav>
                                        <p:tav tm="100000">
                                          <p:val>
                                            <p:strVal val="#ppt_y"/>
                                          </p:val>
                                        </p:tav>
                                      </p:tavLst>
                                    </p:anim>
                                  </p:childTnLst>
                                </p:cTn>
                              </p:par>
                              <p:par>
                                <p:cTn id="64" presetID="10" presetClass="entr" presetSubtype="0" fill="hold" nodeType="withEffect">
                                  <p:stCondLst>
                                    <p:cond delay="750"/>
                                  </p:stCondLst>
                                  <p:childTnLst>
                                    <p:set>
                                      <p:cBhvr>
                                        <p:cTn id="65" dur="1" fill="hold">
                                          <p:stCondLst>
                                            <p:cond delay="0"/>
                                          </p:stCondLst>
                                        </p:cTn>
                                        <p:tgtEl>
                                          <p:spTgt spid="1025"/>
                                        </p:tgtEl>
                                        <p:attrNameLst>
                                          <p:attrName>style.visibility</p:attrName>
                                        </p:attrNameLst>
                                      </p:cBhvr>
                                      <p:to>
                                        <p:strVal val="visible"/>
                                      </p:to>
                                    </p:set>
                                    <p:animEffect transition="in" filter="fade">
                                      <p:cBhvr>
                                        <p:cTn id="66" dur="750"/>
                                        <p:tgtEl>
                                          <p:spTgt spid="1025"/>
                                        </p:tgtEl>
                                      </p:cBhvr>
                                    </p:animEffect>
                                  </p:childTnLst>
                                </p:cTn>
                              </p:par>
                              <p:par>
                                <p:cTn id="67" presetID="22" presetClass="entr" presetSubtype="1" fill="hold" nodeType="withEffect">
                                  <p:stCondLst>
                                    <p:cond delay="1000"/>
                                  </p:stCondLst>
                                  <p:childTnLst>
                                    <p:set>
                                      <p:cBhvr>
                                        <p:cTn id="68" dur="1" fill="hold">
                                          <p:stCondLst>
                                            <p:cond delay="0"/>
                                          </p:stCondLst>
                                        </p:cTn>
                                        <p:tgtEl>
                                          <p:spTgt spid="1030"/>
                                        </p:tgtEl>
                                        <p:attrNameLst>
                                          <p:attrName>style.visibility</p:attrName>
                                        </p:attrNameLst>
                                      </p:cBhvr>
                                      <p:to>
                                        <p:strVal val="visible"/>
                                      </p:to>
                                    </p:set>
                                    <p:animEffect transition="in" filter="wipe(up)">
                                      <p:cBhvr>
                                        <p:cTn id="69" dur="500"/>
                                        <p:tgtEl>
                                          <p:spTgt spid="1030"/>
                                        </p:tgtEl>
                                      </p:cBhvr>
                                    </p:animEffect>
                                  </p:childTnLst>
                                </p:cTn>
                              </p:par>
                              <p:par>
                                <p:cTn id="70" presetID="22" presetClass="entr" presetSubtype="1" fill="hold" nodeType="withEffect">
                                  <p:stCondLst>
                                    <p:cond delay="1000"/>
                                  </p:stCondLst>
                                  <p:childTnLst>
                                    <p:set>
                                      <p:cBhvr>
                                        <p:cTn id="71" dur="1" fill="hold">
                                          <p:stCondLst>
                                            <p:cond delay="0"/>
                                          </p:stCondLst>
                                        </p:cTn>
                                        <p:tgtEl>
                                          <p:spTgt spid="60"/>
                                        </p:tgtEl>
                                        <p:attrNameLst>
                                          <p:attrName>style.visibility</p:attrName>
                                        </p:attrNameLst>
                                      </p:cBhvr>
                                      <p:to>
                                        <p:strVal val="visible"/>
                                      </p:to>
                                    </p:set>
                                    <p:animEffect transition="in" filter="wipe(up)">
                                      <p:cBhvr>
                                        <p:cTn id="7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1" grpId="0" animBg="1"/>
      <p:bldP spid="12" grpId="0" animBg="1"/>
      <p:bldP spid="14" grpId="0" animBg="1"/>
      <p:bldP spid="20" grpId="0" animBg="1"/>
      <p:bldP spid="23" grpId="0" animBg="1"/>
      <p:bldP spid="25" grpId="0" animBg="1"/>
      <p:bldP spid="26" grpId="0" animBg="1"/>
      <p:bldP spid="35"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SCORM_RATE_SLIDES" val="0"/>
  <p:tag name="ISPRING_SCORM_RATE_QUIZZES" val="0"/>
  <p:tag name="ISPRING_SCORM_PASSING_SCORE" val="0.000000"/>
  <p:tag name="ISPRING_ULTRA_SCORM_COURSE_ID" val="9B178935-7D4C-40D6-A447-863E4BF2F5E4"/>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Repository"/>
  <p:tag name="ISPRING_OUTPUT_FOLDER" val="G:\冰山下的火种（4） 4月8号\17893723"/>
  <p:tag name="ISPRING_PRESENTATION_TITLE" val="5c0e649450be3"/>
  <p:tag name="ISPRING_FIRST_PUBLISH" val="1"/>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i3oqa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826</Words>
  <Application>Microsoft Office PowerPoint</Application>
  <PresentationFormat>全屏显示(16:9)</PresentationFormat>
  <Paragraphs>127</Paragraphs>
  <Slides>9</Slides>
  <Notes>9</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9</vt:i4>
      </vt:variant>
    </vt:vector>
  </HeadingPairs>
  <TitlesOfParts>
    <vt:vector size="18" baseType="lpstr">
      <vt:lpstr>等线</vt:lpstr>
      <vt:lpstr>微软雅黑</vt:lpstr>
      <vt:lpstr>Arial</vt:lpstr>
      <vt:lpstr>Calibri</vt:lpstr>
      <vt:lpstr>Cambria</vt:lpstr>
      <vt:lpstr>Kunstler Script</vt:lpstr>
      <vt:lpstr>Times New Roman</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
  <cp:keywords/>
  <dc:description/>
  <cp:lastModifiedBy/>
  <cp:revision>1</cp:revision>
  <dcterms:created xsi:type="dcterms:W3CDTF">2018-12-07T09:49:01Z</dcterms:created>
  <dcterms:modified xsi:type="dcterms:W3CDTF">2025-10-16T04:48:14Z</dcterms:modified>
</cp:coreProperties>
</file>